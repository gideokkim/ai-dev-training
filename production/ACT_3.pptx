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0ea766c7cb64456" /><Relationship Type="http://schemas.openxmlformats.org/officeDocument/2006/relationships/extended-properties" Target="/docProps/app.xml" Id="Rc7dd01954c464055" /><Relationship Type="http://schemas.openxmlformats.org/officeDocument/2006/relationships/officeDocument" Target="/ppt/presentation.xml" Id="R0fda8ddc1d8e408b" /></Relationships>
</file>

<file path=ppt/presentation.xml><?xml version="1.0" encoding="utf-8"?>
<p:presentation xmlns:p="http://schemas.openxmlformats.org/presentationml/2006/main">
  <p:sldMasterIdLst>
    <p:sldMasterId xmlns:r="http://schemas.openxmlformats.org/officeDocument/2006/relationships" id="2147483648" r:id="Rf83ae8149a504b85"/>
  </p:sldMasterIdLst>
  <p:notesMasterIdLst>
    <p:notesMasterId xmlns:r="http://schemas.openxmlformats.org/officeDocument/2006/relationships" r:id="Rd2a2f6e98ac742cf"/>
  </p:notesMasterIdLst>
  <p:sldIdLst>
    <p:sldId xmlns:r="http://schemas.openxmlformats.org/officeDocument/2006/relationships" id="256" r:id="Raa2a99491427437e"/>
    <p:sldId xmlns:r="http://schemas.openxmlformats.org/officeDocument/2006/relationships" id="257" r:id="R117f099e65b94592"/>
    <p:sldId xmlns:r="http://schemas.openxmlformats.org/officeDocument/2006/relationships" id="258" r:id="R932ed92f740f43e5"/>
    <p:sldId xmlns:r="http://schemas.openxmlformats.org/officeDocument/2006/relationships" id="259" r:id="R1589d88494dd472f"/>
    <p:sldId xmlns:r="http://schemas.openxmlformats.org/officeDocument/2006/relationships" id="260" r:id="R084cb8eec639421d"/>
    <p:sldId xmlns:r="http://schemas.openxmlformats.org/officeDocument/2006/relationships" id="261" r:id="Ra51fdb91964a4630"/>
    <p:sldId xmlns:r="http://schemas.openxmlformats.org/officeDocument/2006/relationships" id="262" r:id="R85e00279e226495d"/>
    <p:sldId xmlns:r="http://schemas.openxmlformats.org/officeDocument/2006/relationships" id="263" r:id="R582e728db0f74d90"/>
    <p:sldId xmlns:r="http://schemas.openxmlformats.org/officeDocument/2006/relationships" id="264" r:id="R2834d12f0ced49c8"/>
    <p:sldId xmlns:r="http://schemas.openxmlformats.org/officeDocument/2006/relationships" id="265" r:id="R98b14794763b4b80"/>
    <p:sldId xmlns:r="http://schemas.openxmlformats.org/officeDocument/2006/relationships" id="266" r:id="R689f7d9d77a14dfb"/>
    <p:sldId xmlns:r="http://schemas.openxmlformats.org/officeDocument/2006/relationships" id="267" r:id="Rab8f9d823e9845af"/>
    <p:sldId xmlns:r="http://schemas.openxmlformats.org/officeDocument/2006/relationships" id="268" r:id="R539283a6ba224140"/>
    <p:sldId xmlns:r="http://schemas.openxmlformats.org/officeDocument/2006/relationships" id="269" r:id="Rb03b858ceb344e2d"/>
    <p:sldId xmlns:r="http://schemas.openxmlformats.org/officeDocument/2006/relationships" id="270" r:id="R9cbbb2f333914096"/>
    <p:sldId xmlns:r="http://schemas.openxmlformats.org/officeDocument/2006/relationships" id="271" r:id="Rfa53c6e118f443fe"/>
    <p:sldId xmlns:r="http://schemas.openxmlformats.org/officeDocument/2006/relationships" id="272" r:id="R87c2c81f13ea499b"/>
    <p:sldId xmlns:r="http://schemas.openxmlformats.org/officeDocument/2006/relationships" id="273" r:id="Rdfef42319ea6442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c6d578f743c4486" /><Relationship Type="http://schemas.openxmlformats.org/officeDocument/2006/relationships/slideMaster" Target="/ppt/slideMasters/slideMaster1.xml" Id="Rf83ae8149a504b85" /><Relationship Type="http://schemas.openxmlformats.org/officeDocument/2006/relationships/notesMaster" Target="/ppt/notesMasters/notesMaster1.xml" Id="Rd2a2f6e98ac742cf" /><Relationship Type="http://schemas.openxmlformats.org/officeDocument/2006/relationships/presProps" Target="/ppt/presProps.xml" Id="Rf915fb47333e4f41" /><Relationship Type="http://schemas.openxmlformats.org/officeDocument/2006/relationships/tableStyles" Target="/ppt/tableStyles.xml" Id="R823e47e7edef4e1c" /><Relationship Type="http://schemas.openxmlformats.org/officeDocument/2006/relationships/slide" Target="/ppt/slides/slide1.xml" Id="Raa2a99491427437e" /><Relationship Type="http://schemas.openxmlformats.org/officeDocument/2006/relationships/slide" Target="/ppt/slides/slide2.xml" Id="R117f099e65b94592" /><Relationship Type="http://schemas.openxmlformats.org/officeDocument/2006/relationships/slide" Target="/ppt/slides/slide3.xml" Id="R932ed92f740f43e5" /><Relationship Type="http://schemas.openxmlformats.org/officeDocument/2006/relationships/slide" Target="/ppt/slides/slide4.xml" Id="R1589d88494dd472f" /><Relationship Type="http://schemas.openxmlformats.org/officeDocument/2006/relationships/slide" Target="/ppt/slides/slide5.xml" Id="R084cb8eec639421d" /><Relationship Type="http://schemas.openxmlformats.org/officeDocument/2006/relationships/slide" Target="/ppt/slides/slide6.xml" Id="Ra51fdb91964a4630" /><Relationship Type="http://schemas.openxmlformats.org/officeDocument/2006/relationships/slide" Target="/ppt/slides/slide7.xml" Id="R85e00279e226495d" /><Relationship Type="http://schemas.openxmlformats.org/officeDocument/2006/relationships/slide" Target="/ppt/slides/slide8.xml" Id="R582e728db0f74d90" /><Relationship Type="http://schemas.openxmlformats.org/officeDocument/2006/relationships/slide" Target="/ppt/slides/slide9.xml" Id="R2834d12f0ced49c8" /><Relationship Type="http://schemas.openxmlformats.org/officeDocument/2006/relationships/slide" Target="/ppt/slides/slide10.xml" Id="R98b14794763b4b80" /><Relationship Type="http://schemas.openxmlformats.org/officeDocument/2006/relationships/slide" Target="/ppt/slides/slide11.xml" Id="R689f7d9d77a14dfb" /><Relationship Type="http://schemas.openxmlformats.org/officeDocument/2006/relationships/slide" Target="/ppt/slides/slide12.xml" Id="Rab8f9d823e9845af" /><Relationship Type="http://schemas.openxmlformats.org/officeDocument/2006/relationships/slide" Target="/ppt/slides/slide13.xml" Id="R539283a6ba224140" /><Relationship Type="http://schemas.openxmlformats.org/officeDocument/2006/relationships/slide" Target="/ppt/slides/slide14.xml" Id="Rb03b858ceb344e2d" /><Relationship Type="http://schemas.openxmlformats.org/officeDocument/2006/relationships/slide" Target="/ppt/slides/slide15.xml" Id="R9cbbb2f333914096" /><Relationship Type="http://schemas.openxmlformats.org/officeDocument/2006/relationships/slide" Target="/ppt/slides/slide16.xml" Id="Rfa53c6e118f443fe" /><Relationship Type="http://schemas.openxmlformats.org/officeDocument/2006/relationships/slide" Target="/ppt/slides/slide17.xml" Id="R87c2c81f13ea499b" /><Relationship Type="http://schemas.openxmlformats.org/officeDocument/2006/relationships/slide" Target="/ppt/slides/slide18.xml" Id="Rdfef42319ea644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fb6a3a3eb641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2acd3f6b84426d" /><Relationship Type="http://schemas.openxmlformats.org/officeDocument/2006/relationships/notesMaster" Target="/ppt/notesMasters/notesMaster1.xml" Id="R3ac80da511a9428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b7d16fb05724c6a" /><Relationship Type="http://schemas.openxmlformats.org/officeDocument/2006/relationships/notesMaster" Target="/ppt/notesMasters/notesMaster1.xml" Id="Rde3521235c0440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59f9134297fc4b50" /><Relationship Type="http://schemas.openxmlformats.org/officeDocument/2006/relationships/notesMaster" Target="/ppt/notesMasters/notesMaster1.xml" Id="Rad71bc10cd4a41bb"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d435dc5ca24591" /><Relationship Type="http://schemas.openxmlformats.org/officeDocument/2006/relationships/notesMaster" Target="/ppt/notesMasters/notesMaster1.xml" Id="Ra3fedd02c52e4e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7f23dbf6ea4b69" /><Relationship Type="http://schemas.openxmlformats.org/officeDocument/2006/relationships/notesMaster" Target="/ppt/notesMasters/notesMaster1.xml" Id="R13a786e2d31743c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ee6b64e6d804faf" /><Relationship Type="http://schemas.openxmlformats.org/officeDocument/2006/relationships/notesMaster" Target="/ppt/notesMasters/notesMaster1.xml" Id="R5cf722d7cdeb41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b6e4faf5a7e4c3f" /><Relationship Type="http://schemas.openxmlformats.org/officeDocument/2006/relationships/notesMaster" Target="/ppt/notesMasters/notesMaster1.xml" Id="R0736e6e221624c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1890128d2440c8" /><Relationship Type="http://schemas.openxmlformats.org/officeDocument/2006/relationships/notesMaster" Target="/ppt/notesMasters/notesMaster1.xml" Id="Rb454c070a16e41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fdc2ada05d448ba" /><Relationship Type="http://schemas.openxmlformats.org/officeDocument/2006/relationships/notesMaster" Target="/ppt/notesMasters/notesMaster1.xml" Id="R4090a29a071248e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6359150128473e" /><Relationship Type="http://schemas.openxmlformats.org/officeDocument/2006/relationships/notesMaster" Target="/ppt/notesMasters/notesMaster1.xml" Id="R32ddec046f9b49b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8ad77f71fdd4eb7" /><Relationship Type="http://schemas.openxmlformats.org/officeDocument/2006/relationships/notesMaster" Target="/ppt/notesMasters/notesMaster1.xml" Id="Rb19add8c3afa45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1b63783d36846f0" /><Relationship Type="http://schemas.openxmlformats.org/officeDocument/2006/relationships/notesMaster" Target="/ppt/notesMasters/notesMaster1.xml" Id="R3a4c5c1d082d471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b753936f5b54267" /><Relationship Type="http://schemas.openxmlformats.org/officeDocument/2006/relationships/notesMaster" Target="/ppt/notesMasters/notesMaster1.xml" Id="R1cb7943ceea044a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9ea6fa4dfa34c90" /><Relationship Type="http://schemas.openxmlformats.org/officeDocument/2006/relationships/notesMaster" Target="/ppt/notesMasters/notesMaster1.xml" Id="Raa357ae03e6a4ff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08de59abfb54c7f" /><Relationship Type="http://schemas.openxmlformats.org/officeDocument/2006/relationships/notesMaster" Target="/ppt/notesMasters/notesMaster1.xml" Id="R1c937b3aabdb4ea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409b33d0dc4c09" /><Relationship Type="http://schemas.openxmlformats.org/officeDocument/2006/relationships/notesMaster" Target="/ppt/notesMasters/notesMaster1.xml" Id="R2e5b5f6006984f5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8bf896a8dce4b47" /><Relationship Type="http://schemas.openxmlformats.org/officeDocument/2006/relationships/notesMaster" Target="/ppt/notesMasters/notesMaster1.xml" Id="Re7861072b6cb4ef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a96f19607649dc" /><Relationship Type="http://schemas.openxmlformats.org/officeDocument/2006/relationships/notesMaster" Target="/ppt/notesMasters/notesMaster1.xml" Id="R52076f16842e40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69b608e16e41a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26326c32434e8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c1491c041ec4f5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bf917079854419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69332ce5df8493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784adac479a44e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8BC39D-D153-4117-BF1A-61733A1460B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EFEC1E2-2F7E-4E5F-BB70-4C2E367AED8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071B2CF-54BD-427C-9B9D-3D9853C73F7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D14C6B-908D-4D3C-B849-13254A615C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C90E464-E69C-46E4-BCD5-A10DB1A41CE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F20E38D-07B9-47BE-8762-1892E34B23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EE10A69-84CA-4AA5-9229-387AE288CE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11D3FEB-7B1D-4373-B244-970CD259CA8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EB1479-D8DF-4F28-A1EA-28621B1293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571DB0-EA40-4F99-9F56-B2A12E4A63C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3542df42b4b44ac" /><Relationship Type="http://schemas.openxmlformats.org/officeDocument/2006/relationships/slideLayout" Target="/ppt/slideLayouts/slideLayout1.xml" Id="R8aee014164c1456c" /><Relationship Type="http://schemas.openxmlformats.org/officeDocument/2006/relationships/slideLayout" Target="/ppt/slideLayouts/slideLayout2.xml" Id="R22e2e2d8c2a24acb" /><Relationship Type="http://schemas.openxmlformats.org/officeDocument/2006/relationships/slideLayout" Target="/ppt/slideLayouts/slideLayout3.xml" Id="R16df988b9e854cd0" /><Relationship Type="http://schemas.openxmlformats.org/officeDocument/2006/relationships/slideLayout" Target="/ppt/slideLayouts/slideLayout4.xml" Id="Rfedc84583c084905" /><Relationship Type="http://schemas.openxmlformats.org/officeDocument/2006/relationships/slideLayout" Target="/ppt/slideLayouts/slideLayout5.xml" Id="Rc665f698b81b47a6" /><Relationship Type="http://schemas.openxmlformats.org/officeDocument/2006/relationships/slideLayout" Target="/ppt/slideLayouts/slideLayout6.xml" Id="Rdc1a7e1fd72f44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aee014164c1456c"/>
    <p:sldLayoutId xmlns:r="http://schemas.openxmlformats.org/officeDocument/2006/relationships" id="2147483650" r:id="R22e2e2d8c2a24acb"/>
    <p:sldLayoutId xmlns:r="http://schemas.openxmlformats.org/officeDocument/2006/relationships" id="2147483651" r:id="R16df988b9e854cd0"/>
    <p:sldLayoutId xmlns:r="http://schemas.openxmlformats.org/officeDocument/2006/relationships" id="2147483652" r:id="Rfedc84583c084905"/>
    <p:sldLayoutId xmlns:r="http://schemas.openxmlformats.org/officeDocument/2006/relationships" id="2147483653" r:id="Rc665f698b81b47a6"/>
    <p:sldLayoutId xmlns:r="http://schemas.openxmlformats.org/officeDocument/2006/relationships" id="2147483654" r:id="Rdc1a7e1fd72f44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a33582e295047db" /><Relationship Type="http://schemas.openxmlformats.org/officeDocument/2006/relationships/image" Target="/ppt/media/image.png" Id="R7aac20f7d5ec4303" /><Relationship Type="http://schemas.openxmlformats.org/officeDocument/2006/relationships/image" Target="/ppt/media/image2.png" Id="Radd1d8743169427c" /><Relationship Type="http://schemas.openxmlformats.org/officeDocument/2006/relationships/notesSlide" Target="/ppt/notesSlides/notesSlide1.xml" Id="R164e0115d4f046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8626a70c0114ff9" /><Relationship Type="http://schemas.openxmlformats.org/officeDocument/2006/relationships/notesSlide" Target="/ppt/notesSlides/notesSlide2.xml" Id="R4825d03a1d00493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722d7207e924fb5" /><Relationship Type="http://schemas.openxmlformats.org/officeDocument/2006/relationships/notesSlide" Target="/ppt/notesSlides/notesSlide3.xml" Id="R14892718e5ba441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0def846496e4786" /><Relationship Type="http://schemas.openxmlformats.org/officeDocument/2006/relationships/notesSlide" Target="/ppt/notesSlides/notesSlide4.xml" Id="R94c9fa71ad114e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bd580b1c9404c64" /><Relationship Type="http://schemas.openxmlformats.org/officeDocument/2006/relationships/notesSlide" Target="/ppt/notesSlides/notesSlide5.xml" Id="Rf9554bdb2b67498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3d1833d48b54cbe" /><Relationship Type="http://schemas.openxmlformats.org/officeDocument/2006/relationships/notesSlide" Target="/ppt/notesSlides/notesSlide6.xml" Id="R62cd17bd2f9f4f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b6f9673a67c4b90" /><Relationship Type="http://schemas.openxmlformats.org/officeDocument/2006/relationships/notesSlide" Target="/ppt/notesSlides/notesSlide7.xml" Id="Rb264e317804147e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c6224957c4b483b" /><Relationship Type="http://schemas.openxmlformats.org/officeDocument/2006/relationships/notesSlide" Target="/ppt/notesSlides/notesSlide8.xml" Id="Rb27b4e905e364b2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8369493f705400e" /><Relationship Type="http://schemas.openxmlformats.org/officeDocument/2006/relationships/chart" Target="/ppt/slides/charts/chart1.xml" Id="R6cc07cb4db0b436e" /><Relationship Type="http://schemas.openxmlformats.org/officeDocument/2006/relationships/notesSlide" Target="/ppt/notesSlides/notesSlide9.xml" Id="R735270ee80d242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386a7800df442eb" /><Relationship Type="http://schemas.openxmlformats.org/officeDocument/2006/relationships/notesSlide" Target="/ppt/notesSlides/notesSlide10.xml" Id="R50cd3036428849d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d41e76fb0a947e8" /><Relationship Type="http://schemas.openxmlformats.org/officeDocument/2006/relationships/notesSlide" Target="/ppt/notesSlides/notesSlide11.xml" Id="R87145ba9f8fa45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1f62b32785b4c83" /><Relationship Type="http://schemas.openxmlformats.org/officeDocument/2006/relationships/notesSlide" Target="/ppt/notesSlides/notesSlide12.xml" Id="R9e0d3b1adfd7433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a737745e3b94c6f" /><Relationship Type="http://schemas.openxmlformats.org/officeDocument/2006/relationships/notesSlide" Target="/ppt/notesSlides/notesSlide13.xml" Id="Rc4ea6d2f201b4f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2cfb6dad14c4aee" /><Relationship Type="http://schemas.openxmlformats.org/officeDocument/2006/relationships/notesSlide" Target="/ppt/notesSlides/notesSlide14.xml" Id="R40e5096a55ed481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ded3427eeec4966" /><Relationship Type="http://schemas.openxmlformats.org/officeDocument/2006/relationships/notesSlide" Target="/ppt/notesSlides/notesSlide15.xml" Id="R08e9bc323e26423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648d09cf36d40b9" /><Relationship Type="http://schemas.openxmlformats.org/officeDocument/2006/relationships/notesSlide" Target="/ppt/notesSlides/notesSlide16.xml" Id="R793d1b1ce6a14a5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93ca30aac374338" /><Relationship Type="http://schemas.openxmlformats.org/officeDocument/2006/relationships/image" Target="/ppt/media/image3.png" Id="R1392324ca91843f0" /><Relationship Type="http://schemas.openxmlformats.org/officeDocument/2006/relationships/notesSlide" Target="/ppt/notesSlides/notesSlide17.xml" Id="Rac589f070d3943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d847f417d2543ce" /><Relationship Type="http://schemas.openxmlformats.org/officeDocument/2006/relationships/notesSlide" Target="/ppt/notesSlides/notesSlide18.xml" Id="Rbaddbd356a364fd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8031A9FF-302C-4D5B-BF14-FD20FE9DF6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B23470B0-1C0E-46C9-96DB-970EC441BE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084D40B6-A892-46C5-912D-E03BF3BE3E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203BE4B2-7409-4C1B-AB80-D55C50B0F2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CB42F58A-5049-4358-801F-EF8DF66717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368CF04F-C64F-4739-A819-3E23FBCAA3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CB4EE514-A0F3-422D-8E98-B4D92203ED49}"/>
              </a:ext>
            </a:extLst>
          </p:cNvPr>
          <p:cNvPicPr>
            <a:picLocks xmlns:a="http://schemas.openxmlformats.org/drawingml/2006/main" noChangeAspect="1"/>
          </p:cNvPicPr>
          <p:nvPr/>
        </p:nvPicPr>
        <p:blipFill>
          <a:blip xmlns:r="http://schemas.openxmlformats.org/officeDocument/2006/relationships" xmlns:a="http://schemas.openxmlformats.org/drawingml/2006/main" r:embed="R7aac20f7d5ec430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A627369E-FC6B-4405-B072-749FD252B2FC}"/>
              </a:ext>
            </a:extLst>
          </p:cNvPr>
          <p:cNvPicPr>
            <a:picLocks xmlns:a="http://schemas.openxmlformats.org/drawingml/2006/main" noChangeAspect="1"/>
          </p:cNvPicPr>
          <p:nvPr/>
        </p:nvPicPr>
        <p:blipFill>
          <a:blip xmlns:r="http://schemas.openxmlformats.org/officeDocument/2006/relationships" xmlns:a="http://schemas.openxmlformats.org/drawingml/2006/main" r:embed="Radd1d8743169427c"/>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4C4AC40-306F-4681-8544-E2782E2F384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C6BA14A7-E873-457F-B5C9-2FE07F117D89}"/>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2409C82B-C9AE-49CD-9042-E3DD5D2FAC43}"/>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30AD3542-9CDB-445F-BEC6-FD99857F4D05}"/>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CB17D9A-1EFC-40AC-9EAB-6D0AACEB4631}"/>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F514FEA0-974B-41F8-9462-590A84064B7E}"/>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78BFC823-675D-4A11-90EB-73ADD37A2D8E}"/>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93158B95-CEE9-4D80-976A-39F885554B2A}"/>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FD06208A-0218-4BE3-B653-4344869DAF4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0369B09-60FC-4B64-A017-35E2B1426353}"/>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5FC6326F-2DB1-48E3-872F-ABAC8FB50404}"/>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7D8AD81F-7162-4889-B134-D6833D7A41CD}"/>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F8C95BE0-6006-4798-8876-D993F4A78BB2}"/>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ADC7B4F7-CED0-433B-A58C-D87A67F992AF}"/>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3BCF6BEE-0A34-42E0-B92D-11B322F8F31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481C1FCB-635E-402A-8B8E-576AA5E2741D}"/>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D41F3778-287E-4C70-A4FD-3D8408BF554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258196E9-E246-4BDC-920F-AC31858E7716}"/>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768E29ED-380C-4663-82EC-0EA47BA5E3A5}"/>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127E2CA6-9527-4A01-9813-5040B1C4B956}"/>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90F82584-621E-49D2-A3D7-4CE33A800D5D}"/>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5396F109-4427-4EA6-B351-94F818F57798}"/>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66968220-529C-4229-8CB9-61654CA79031}"/>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F83AD234-AC75-4D12-A0AD-555767F0BA2A}"/>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93927906-2F93-414C-8F3E-32FDA44B6E22}"/>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90BCB81D-97F5-41BE-888B-AEDB3BCDEE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08136983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5D6F7DB5-A91D-428B-AE8C-9B0D459BB0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8CB25B0E-ABD4-4CFB-B014-D38B2F0315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882DE1F8-F130-4A31-B98D-F3D9D64660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AE5A3A7-E963-4074-9644-FCDEC64F8B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404275AD-54FB-41B2-BF77-8D23655CF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8FF472EC-4A43-4FC3-834C-412E9156B1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832BF9EE-E5AA-4BC1-B188-D9659DBB27B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DB91B529-5239-47CC-A897-9972DC2231A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28558B1-244B-4D5A-9614-30B67DFDDCC8}"/>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B83F40AE-A626-4D64-AC4D-17EA96982DAB}"/>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2CFE2366-96F1-41CD-BF39-E51122B79DB1}"/>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55B1374D-667D-4A2F-ADEB-FB76129F7E10}"/>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39F98589-6751-451C-8CD4-1C183E20093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B25BBE11-51F2-47EA-A174-B24478527EB7}"/>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DB5D528-DCE4-42B4-A24A-B6ACDD88EEC1}"/>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11C31EAA-1275-4FB1-A71A-1765B5E27B5A}"/>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8E77519-C4B7-4E88-B241-E84788824C48}"/>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F9372E6-DEA7-4884-AC66-3387D9EC4A8A}"/>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AE9BBC63-6FB5-4E27-AFE1-F84A340F51A2}"/>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1A9854F6-C581-4607-A089-B7F6A9FA21CA}"/>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7079B07-1BB2-4727-B858-CB511AD01A5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EF369055-D9F1-40A9-9D5F-9431B55896D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8B06EE91-F50A-4AE6-9CCF-A3CF5EFE9A1A}"/>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0DB4DABE-0798-45DB-90BE-96D834F54E19}"/>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1CFA35A9-DAB9-4750-96AF-E4EA9B4E058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95037B18-5182-4895-A96B-10E2FAA0F78E}"/>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103B034A-2F26-401B-A12D-A86EEC1544BE}"/>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D3FC2544-0F37-41B9-9C1D-3ABDC32D7CA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D548125-BEE5-4FBB-B5B3-E1EA648DD57F}"/>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7EBED735-2C9A-4DC3-ACEE-25C75697C593}"/>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1B74B1A-20A8-4517-AB97-FEBF5BE780EE}"/>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F43CDF9E-A857-4ED9-AB3C-85B1021B688D}"/>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EB1EF92C-4F43-4B0F-9B75-C2E8DEC2B519}"/>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9E0C6F93-F145-4CA3-8F12-BB18F48DB078}"/>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21F459B5-5AC8-43A8-8DCE-FC7397995035}"/>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F17AC2CC-FEBE-4FB3-9DDF-6058ED40B233}"/>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D56AA01C-4283-46D7-A688-0AA533D1B289}"/>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01D7B7BE-BBDA-42BC-839B-9C8E93856AAB}"/>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CEB1133-02F2-4931-B179-7556B2EE098A}"/>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9DEFB205-2FED-4784-BBDD-E710756C53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2317525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B677132B-23D1-434D-888A-E7091FF8C8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DD32602E-3B86-46D6-B816-4A7CC97A8C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5E26E621-67FF-4BC2-9E66-56AB21A73B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A1FDD9DC-9FF5-486B-9FBE-FE43BD1D4A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C5A050C4-7B83-4FD9-A4D9-7B5C0242DA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47E4DD9F-E02A-4442-B6F2-BD049D2961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822B983E-2EE6-432F-8D62-C2161677EA9C}"/>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882F60FC-BE0A-440E-A01D-B9B5F0C97A4D}"/>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C34F4571-207A-4B8E-9153-F14E7E5EA4E4}"/>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FD2B28E0-AAC6-45CE-B101-C7CD3F75BA03}"/>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3B32666-A4A9-45B4-BB32-A89A31A6C59A}"/>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41FA5EE-3926-4C64-9F10-F635DC9EFC69}"/>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D10187B0-B0D8-45CF-A55D-107F65A5DBE8}"/>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8430408D-2572-4AEA-B821-94F204D72358}"/>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36731A2A-B576-4654-91B0-603CAAF058D3}"/>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8358C31E-0591-45D8-8DD2-DC5EA9E07D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23221275-9C32-48E4-8867-9E0D9BF896A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F3703CF-22FB-4292-B4F0-F6319D746689}"/>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E26A9A45-8E33-40FE-9172-367EBF7F3E27}"/>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FFF084B4-9839-4738-AD57-AACD57988AF7}"/>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84D5A575-0618-4CFA-9603-FE3860D72342}"/>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4E6BF50B-921F-4BBF-8A23-C49C170A2D5F}"/>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8860E509-E161-4D98-8171-2A4FB96931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981249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58072325-0654-4484-83E9-A390E92995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F37E8766-B18C-4C18-AA46-3CBA0E8D38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FF5C4597-CBA3-4C44-AE94-85186300D1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A9007119-22F6-4625-9CFC-E615E0DB6E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21A18462-C6BA-4804-9CFF-15912949CD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D3709075-9F2A-4D93-98CA-32B0C9A526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06AF5470-C693-4066-93AE-0891311C0572}"/>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17E07F1F-DCC4-404A-ADDB-B8D20DECF03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4C82E21D-3C03-4A65-94E3-316C5FC5B8F5}"/>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568F64A-69F1-4E2B-90D8-D9D962A8AE04}"/>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38A10E09-F70A-4D91-ABD9-7E0DFFBE75E7}"/>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62DEB41-0044-4247-880C-D9E4DA4D26B1}"/>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C43E352E-0646-4C86-A2AC-FD9EE2345956}"/>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D318495D-DD43-4AD6-918D-2F34C0438E4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5CCB5AB9-2EF4-445C-A26D-B4D6AA910BFD}"/>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1DF42B2-C454-4070-9B42-82E6DA5BADCB}"/>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FDB26A49-0D19-4888-B726-04A9FC313E72}"/>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572BBC01-D18A-4A79-A2B0-2B754B3581E3}"/>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EEAA423E-A085-47DD-84E7-28106E8B35D9}"/>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9BC8D02-B17B-42D8-A9AF-1287E9604CD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D49853D8-CA02-4EBA-BFD2-6160A67F2DED}"/>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C8AB2513-B3A1-46F6-9C9D-2A5507B57D1D}"/>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3DF7E940-517E-470A-8D66-EEEFD4737682}"/>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23F9979B-E98A-4FDA-9178-1DC6B68E7246}"/>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263CB1D-654E-4671-9E33-731D33FD61D7}"/>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DDD4D3F3-8BC3-4FD2-A7F0-BB4C61C8ECA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14E71CE5-38DF-4A51-94EF-59F836DC14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8446830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C67433A1-3397-4122-A404-42C395F99F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19FCF776-919F-46D6-88DB-2D125F5D1D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0E5ED8D9-05D1-4F70-B3DB-A70BFEDC29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BB7E8DA7-D689-4426-B5F8-D4BB7A44CA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41092BBD-2C50-4BD5-A098-810E499A32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58E01F25-91AF-4777-A6D1-7687A0376C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F6F60CD5-E2C7-4A67-93AC-FC725D75FCE9}"/>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4BD9AE2D-EAC6-41BA-96FD-8824A40A663E}"/>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4BB1F5A8-6F31-4B27-AD5C-340948BCFDB3}"/>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4E080B2F-F9BB-448C-B278-3628A230FAAF}"/>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B582949B-A2F1-487C-B2B8-943039DB356C}"/>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0C838AB0-F3A5-40C6-9D24-F698D48B3D60}"/>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8607664C-5F5B-4471-B00B-9E05CE771F5B}"/>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17D9EF17-7D7F-4A15-81FE-64CBEC6E3BDD}"/>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867AFBEA-7071-42EF-B841-DC3B84B4B45E}"/>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14B28891-288B-4B7C-AEAE-37D140BAC408}"/>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0233200C-DD46-4ADE-B83C-EDC36DDAFFE0}"/>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CC26F101-D819-4683-BA79-63210D55C51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0AF59CAF-86E0-4A9A-B1E5-610EB928D055}"/>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A13BC623-3D0D-4C9C-BE44-6A98D705D4AE}"/>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80BA7D0A-1607-4EA0-8135-2ED7BF887941}"/>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ECFA058-E389-4DE5-9E57-E5836A3987EF}"/>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D0063A61-532F-46E4-862A-5CFACC76A94B}"/>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450E984-35A2-4C42-89A1-67A121776E4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0FD22313-94E0-4B43-B5F6-A348150AB2D9}"/>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E6F3577A-8DB6-4C27-81B1-50D2071C9D3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D7AB1CE9-AF57-4EE0-B756-3D4AC4855B7D}"/>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855263B5-5EF5-416E-8D78-27AB59A8FD4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67CABAFD-8828-4BEE-96CC-3BCED4774EC3}"/>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02044ADF-381A-4E3A-9D04-3AF13587397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C0D5C742-C9FB-41C4-A3CC-7AA8BBD0B192}"/>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56B0B39E-808E-45B0-B2F5-F968A336D097}"/>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41A4853A-EEA5-4B8A-ACE9-2F2574C204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7158546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69E7712D-3365-45A8-99D0-F96BDE33BE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F8451DDC-8BA3-42F9-850C-9AE19A86F2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A5FE82F3-0B43-41A4-A87E-05DF0C442C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5600E12-906B-4C83-B82C-4A2B1DD680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53893BDF-3F4D-4E06-8BA7-D9002F41A2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863BD8D0-AD9C-4452-B5F5-1514FB998D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B58CE01E-325E-439F-9582-AE17950EB654}"/>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9FBBDA63-7C2D-4812-B73C-CE7E4D68AD87}"/>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31578DF9-93C5-4343-8995-1B82ECCA3200}"/>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D55E9E94-541B-44DA-859D-8EE472F3C6DE}"/>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E9A61D9D-052D-4450-8727-4B580EF1C024}"/>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5D545595-9C38-4530-8386-AF5007E16B48}"/>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2CA398E1-8B5D-402F-AA7F-212AEE287570}"/>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AF98D83D-B8B0-4D77-9081-760EFB65D2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8670335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B4F57060-1AC8-4DE4-AA7F-C5ABA1BBEC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1AEF6589-C534-49A3-B1D4-F13451EA7C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CD01DF45-CBE4-4C4F-AF4D-6E5DA7D915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DFBD0BAE-C5A0-4BC1-9101-224F52DCA3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9941C5AC-CCAE-46B1-BD7E-4EB46E1866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EC016848-DF3F-45AE-A5F1-A7AD1C78FA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63C237C-B147-4A1F-8450-4750457258FD}"/>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22D1DCB7-0D33-4B15-9C2D-C2A91E98B53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9EC3131C-6B0D-4C56-AB6C-335BE462C8FB}"/>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8A6191CE-C5ED-4852-9E44-04CF98AE20AD}"/>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A904327F-8F26-4656-890B-3E2E682C893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925F2027-6C77-42C2-87DB-C1C09EB09414}"/>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83408FC-37F2-4DC5-AFEE-D31394FA7A18}"/>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201FAAA7-A59F-43D2-9D0D-39E16BBE01FE}"/>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14BB538D-9560-4FB9-8CDA-66FA47E1F4ED}"/>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4D80B3F4-5DF4-40CA-80CB-DC4239346934}"/>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27BE997C-0DDE-4292-9940-59785CA60C00}"/>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AB1AC888-6245-448A-BE44-F50CF47B615A}"/>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525FB69B-D318-4E2C-A89F-66C3D71023DE}"/>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CC6CE313-3B3B-4949-ACC1-E2C723C522AE}"/>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A282B22D-6CFE-4A12-B5D2-D707BAF40303}"/>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04F6EFE5-B87E-4AB3-B706-A32F4158666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FE55E4AA-E8FD-4C53-8C34-F61D54E0D11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9CB9E637-633C-4ABC-9F37-BB2558E74E6B}"/>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C6205F5F-C189-4E01-A522-8ACE2F51557D}"/>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EB2EBBDE-3938-4011-90CD-3F49CD2292CB}"/>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2BC595DC-66F8-46B1-9458-C2575C972F92}"/>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A1929F75-8A72-4AB5-8B6D-0A97B11BC06A}"/>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3972D1DE-BA4F-412E-9253-17BA0609180E}"/>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D09B7C68-CAF8-445C-BE0B-7381B5C7A401}"/>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E9A4C0E7-AEBA-43CA-A2DE-2A1A933D68A5}"/>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10354203-D955-437C-A600-12D7462FF8A0}"/>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3A091276-2610-4776-9824-D591457B55ED}"/>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8C306C72-B863-499B-A3F4-136E3CCE249E}"/>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59753E39-B6D1-49DC-BFC3-5C99189B3247}"/>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580149BD-0FBD-4038-8BCE-8497C181EEE9}"/>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A51F7F0A-701D-4464-86D6-C3D027109FA7}"/>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DAEFCC2E-E43D-405F-9E68-E1832B1AB083}"/>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F479C00-503B-4AD4-AAC4-072E63D47860}"/>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972AB757-3695-4146-B2E5-EFA3F63D1D22}"/>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5F5E5295-45CE-4EAB-913F-4E186FF43FB3}"/>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FAE8190B-B597-4856-BF83-32DF1F5E94F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E4BD52ED-1C23-4171-9B22-6DF40BFC56F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388AEE89-3EB3-4370-86B1-DB93EE161B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60469031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0241C3B9-F4AE-47E8-B487-6A57AA12B2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9D821B74-3851-4605-9BAE-4B12116D23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CBB847DA-B62D-410A-B25A-DF328F8C71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06D82D1-14D8-4D1B-8B94-162FA20D68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4CD200B5-C45F-451D-90D1-74B114733D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11581AD0-68BD-4ADD-9735-24BC5FD05A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2ACD94BF-7FEE-4CEA-96A0-668B12185662}"/>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A67FA54-B1C5-434A-88B2-434773E18B07}"/>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4E5A5CEC-5C6F-4F40-82C3-D3D675FDFDCC}"/>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4A76F52B-C154-4244-A464-8CCB3D795F66}"/>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96D42CFA-7832-4BFE-B3E2-10A23143CCA7}"/>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05948AC1-66E8-4BAA-9A09-D2CE960B2A60}"/>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C95DB70-F7EC-4F64-BAEF-0157125D4F79}"/>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01A3F98D-B5E7-4CCA-A8DB-A7B6BEDFF7D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42CCFD55-0AB4-408D-B24C-BF4C658185CC}"/>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EE4BAB9D-D3A2-4366-B407-32B97D33CFB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00951DF-A299-4BB1-B277-9B84DA893F87}"/>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032ACF34-19AC-4E28-99A7-6383476659A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6F278C2-1CA2-4C9F-A130-B07EC8255187}"/>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798A3349-6288-4331-A080-D5F43BA45201}"/>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4838894-170F-4958-B245-4E06372CABDE}"/>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A3CB5753-028C-4D46-8F5D-07BB20174F0F}"/>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AE82AA5E-801F-4C18-8C75-A8211241957F}"/>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104FF206-5A03-46D5-8338-C654E2A29E23}"/>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B017B4CB-B5F8-4B03-BF76-1C7A48ACDBEB}"/>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5FDC52DD-928D-4725-9364-26B52963594B}"/>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94075DE-B4B7-462D-B0FF-F01FC27FA445}"/>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2577E08D-8E3D-4FED-B4A5-E78E313B6D6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AAA60E3F-E851-48D8-A830-AD8181911805}"/>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CED49135-27DD-4EB5-9B64-6DC37E8CC266}"/>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797F7AAE-E07F-4BBA-9E57-00C1C4DBC177}"/>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3AF272B2-8692-45F7-9875-EFAA80203430}"/>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27E010F9-A53F-491E-88DE-1DDEA42AC89C}"/>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B083B585-FE44-4E54-86E0-43E800AC9BB4}"/>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F14F4F68-A922-45F2-A1B4-D4C08F334946}"/>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FB8EEE6C-190D-4886-A35C-F2AD1DAC7BF2}"/>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6352B7F-4607-48E1-A2E9-00C9B726FB77}"/>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50954CA8-3860-411E-AE4B-8797F29116B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C3215D52-9EA0-48FB-BEC7-2BE22E72B78F}"/>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29CFD272-8F3C-4B07-9F4F-1D6AFC612FA4}"/>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FCBAD520-0A9F-4CC8-84E9-E2A9EE8327C7}"/>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E8E90FF3-1937-4B31-9C35-90A01E6FBDE3}"/>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3CE9339C-75C9-4614-A437-2F8CC5FF76FD}"/>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B47D33-E8BC-47AE-BB9F-D7C42AF49CDA}"/>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F0E719EA-F3BE-4A20-BE7C-F86EA92BABCF}"/>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6A14FF47-FF3F-4B58-BBDD-728B6064FAAE}"/>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E1EF7BDE-8F35-4298-976E-FE04E855802A}"/>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90CA44A0-B82B-4754-80B0-61CB6C30F28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6F8B8BA0-7785-4E15-A34C-49E02BF095C2}"/>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8652362E-B1E7-4BAF-BD2C-94C454812EC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FEEBDFC6-28E1-4CCD-808F-AD53E49A72A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370AA037-F23D-49EE-9B79-166468C5A826}"/>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6EB0B83-1937-4A50-A5A3-0C27720465F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5CC228A7-3088-40D0-A9DB-690E1F1E2037}"/>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78D174E-A914-44B9-AC5B-C664D2378404}"/>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A6386ECF-DD85-477F-B843-77DACC872B34}"/>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66CD5D74-2592-4E49-B9F6-C72DEC28DC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02619372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ACC7738-C0A6-4AB3-8D76-5006992E8D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56D6F7B5-AB72-42BF-930C-DEAB79B223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817FB465-4BAB-4475-B793-7B26E2931A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D1EE001F-9369-4EED-BBB6-D823660EBC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8B041B57-5534-4A55-9342-31C41FF6C1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C874E669-6CFB-463E-B6AC-2F5C17200B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B683640-3991-4D41-9D6C-3C225470195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6544B7AC-49AC-4D1B-BD5A-6809677C74FE}"/>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10BC5389-0CD1-4934-9623-1418D339C2A8}"/>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221CE72-C5D0-4E35-9F20-FC25D47AB446}"/>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05BE78D-EF9C-4C7C-8377-663C1520BAD7}"/>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AF6EDC3-A9B5-4725-B8A5-92B9082007BF}"/>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D0E9AB80-478B-4B1B-8F0C-008D8738F420}"/>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5BFD8DDD-7D3A-426D-BB5F-390880776F3B}"/>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6cc07cb4db0b436e"/>
          </a:graphicData>
        </a:graphic>
      </p:graphicFrame>
      <p:sp>
        <p:nvSpPr>
          <p:cNvPr id="15" name="Python 할당 피크">
            <a:extLst xmlns:a="http://schemas.openxmlformats.org/drawingml/2006/main">
              <a:ext uri="{FF2B5EF4-FFF2-40B4-BE49-F238E27FC236}">
                <a16:creationId xmlns:a16="http://schemas.microsoft.com/office/drawing/2014/main" id="{7787C4FD-7742-4196-9787-3452F77AEA7C}"/>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8D51ECDA-3AB5-454F-8373-B7E03E72D239}"/>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0AE89940-B6D3-4BB5-92FA-2C7F4D336A2D}"/>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3A8EF17F-FF56-4700-8FDA-276315280CA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5596D04F-E284-4624-8525-D86CFA6EB946}"/>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C969E434-947F-48E5-B8CB-922E7E902FF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A933E440-EB14-4215-BFC5-DB0F8D548D6E}"/>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F03B922B-0759-4C95-9211-A8E17DF5A181}"/>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7D925492-C623-4CC5-86A7-A757BF22EFF7}"/>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02AF2FA0-A383-4B82-B664-5E284C31A757}"/>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B5DB04F0-AB51-4240-BBCB-FAE9C0B751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33126224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6B49A2D-DC4D-4C93-8FC4-2FB3E526D2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23543C7C-04FF-43F7-A4B8-5F84BEF68B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BF355C42-A4A2-4F88-BDBC-541FD6F096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CF45E0E3-739B-4AE0-B9F7-184793AA35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255E3B90-4705-40DC-B93A-9FC09FA216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041E20BC-BF92-4353-A7AE-145EE11165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DFAD91F6-8F5B-4A79-BA3B-6B979E64AAA9}"/>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F0478976-02CC-4C03-88D8-6CCDC2CDD600}"/>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25F79AA-7F12-44D2-8A55-F98BCE07D556}"/>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6BB1AB86-55BB-4E3F-9418-4EF17FA8BABF}"/>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F6F9F00-E0D2-4363-A621-CA345178F1E0}"/>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D662499F-CA8B-4D6A-89B2-A9D6137EAC45}"/>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EB8AB7D6-9CD9-4D0A-8433-AEC6B5AA3689}"/>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07E245-E83A-4053-83F4-27A5E10835D2}"/>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72B90345-DC52-4174-ADA3-5120E05104C8}"/>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A6051385-76A5-4447-BAE1-4A3589E6875A}"/>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C894C55D-BFE9-4CE6-9A85-DA85D62FE6C3}"/>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4C47E3BA-5538-46B8-8955-4F9920E36439}"/>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0CA6B8F5-D1C4-4DC0-A9CD-07ADEB9C2EA6}"/>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4DAA2AC4-D677-4529-88B2-24A4D03A393F}"/>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6359E262-FFD1-4CBE-B851-F1EBE36C02C3}"/>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ED9C9662-2D2F-42F9-9FFA-399B831E28F2}"/>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917423C4-64B6-40B2-891A-BE202C9754A2}"/>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2B8FB86A-F52B-490C-A3A8-6925423E4281}"/>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8118F01C-DEE2-453A-B337-A55A23A377A7}"/>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B87ED115-28CA-448F-B867-CC2B995C937E}"/>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654D2693-4F93-4B8C-AC77-CF75230E558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18BC095B-7A84-41B7-98AD-68C23BF90CF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82042F31-A1C1-438D-A88B-269CE0A136C3}"/>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F628E9DB-3EAE-4350-9E12-F5F121A19D9F}"/>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EE2E5916-187D-4C79-A6AC-8F24D8FE7A91}"/>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62A6B76C-EAE5-47E7-9DB8-1AFD23CCDCC0}"/>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3E821B0-53AF-48DB-8D39-F4926DBAAC88}"/>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E1135D56-B01B-4DAF-B366-FD0720C81EA0}"/>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F0461EB9-84BF-4BBD-AC80-CF9A1C940C0D}"/>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347AF2E7-CCE1-4A49-8C21-08B79A0B5FB9}"/>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AFF47EC0-1BC9-474D-872A-BCFE4026B79C}"/>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072E5385-7B45-4A49-A8A5-AF18589F8EB3}"/>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6C46EFF1-FF21-427B-88D5-3D2628A5D1CB}"/>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AEF8D983-FEAA-4F65-99BF-BD985E22A723}"/>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73639EAC-534A-4C37-A3FA-76EA4AF0F33C}"/>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707D5948-BC36-4DCC-8E97-32BC279A961B}"/>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9C00547-605B-4C53-96CA-617E83E912A1}"/>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78B8B3B8-70E4-4CF6-A54A-777768A5F808}"/>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51CF6D4F-5EB9-4610-8217-A27A486E6058}"/>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30212B7-3E6D-4BC9-9650-741E16E96323}"/>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99BAF52-2E14-4BB2-9A47-FDFDAD52137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AFDB3D7-94DD-4FAA-8754-E777ED5DEFC8}"/>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1FBC97D-EE1E-444D-969A-FC33BCEE69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555344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0F7296C3-FB67-4FDA-9100-884D1E7D3D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97045A88-CBB7-4BC3-84BC-2E63BCB79A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3EEC53F8-8C73-40B5-A6F0-E5C96E7DB4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93CAA18-EEE9-4EF5-969E-8DF0E490E2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A4214B16-14C7-4E87-88CB-D1E041FAC2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AEEF535B-07D1-41BB-A86C-20FAF3039A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BDF082DF-700B-4ECA-AEF2-ACAA3B37C884}"/>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2C0D8BB6-6D97-41CC-A64B-1058EEDB2457}"/>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1CEE6F6C-A6A2-4524-B95B-6702DA99615B}"/>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DA01A464-D804-499F-814C-31A00CFD3A83}"/>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122E9324-7A11-41EB-9C64-099B452933BF}"/>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DAD3AEC1-2082-44A0-91E9-40C72E187662}"/>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7760C52C-24D6-4F37-94EB-A5D10DACD2F0}"/>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65F74FE7-AD04-4F5E-BA1E-EBFB74705C06}"/>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49ABCCD8-B496-4F8A-886D-9C3982ECBA9D}"/>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F91AE670-B7DF-4D94-9956-B03F769E9A81}"/>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02CB31FB-887B-4AB7-870A-8B67201E840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4B713E2C-2064-444B-A4FF-761193E3343C}"/>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69765B02-3DE5-44CB-A63C-9EBCFB2A8C18}"/>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40E5692C-2FBB-443D-9FD4-33B68D23E34C}"/>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2BFF437A-F450-4A4C-B816-868AB68CFD6C}"/>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695A5308-1601-48E1-AB08-6BED39FDFA82}"/>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924F2470-D58F-4A7A-841D-6238C2425E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071312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2F7F33B2-A794-4741-A54A-9B02E358D8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083E1574-596E-4D28-B354-6A635AE3CE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33A27B76-EF1C-4189-8C64-49979FCC95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CC6827FA-E0C1-40FE-90E2-DEC5950181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629E56B8-CCEE-47FC-93A9-E74FC1749A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3272BA6C-70D1-4168-BA57-0E758B8300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A32CF681-201B-47E4-A569-94CAE0BB995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9DDBCA78-B987-499C-AECF-C5CEA4E9537B}"/>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29A24C6-1ABE-4D88-8EAC-9BCA6A5F1CD6}"/>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DECEB1A1-5E14-4D7D-8D20-BFFFBB5D2228}"/>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F489408-E1D6-435C-8EDC-E07C5F61229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9ADCB6C6-C107-4F1F-B3D0-3ADF3E5AC719}"/>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3D77BBA1-E85B-45EF-B155-09BC6157637E}"/>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38BB9270-5045-470B-BD6E-626919154CBE}"/>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B2D8EAA-F9E1-412F-A336-DC4112384FB0}"/>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11DC2577-940B-4A53-99C3-BE83F5989536}"/>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BD5AD866-40D5-4F10-8B30-BB2A5F84AB5B}"/>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AD61E9BB-054B-48B4-A192-428651AAEA57}"/>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6A838F2-D467-4FA6-931E-A8E8CB05C773}"/>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E9B4B226-6E68-412D-99BE-2D25BD8F2730}"/>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C425951-C3D2-4282-A445-2B39AD99C3FD}"/>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15F306B3-1C67-4B41-95F0-3AC39353CFC0}"/>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C94C744D-7E30-499F-B3C5-70CC33FC16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988721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4010DA9F-E351-4747-87AB-A332F18F01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15664817-38EE-47C2-B2B6-9B656870AD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76C84DEA-CCD6-4252-B319-FC21E3A47C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87F34777-F933-4BA8-BF40-9B4A33B1C8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383107C7-CEAF-467E-AB86-AE82CF9D04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5439362F-BB31-4897-937C-A37E783700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B749518E-C1A2-457E-8875-7120449CE37A}"/>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6ACEDA9C-5B64-4F6B-8AF3-3D2B27B6D52E}"/>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C3116488-FA08-4503-9061-D8C1369E6C33}"/>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70142927-A3EC-4B6D-9472-92751AE02AD5}"/>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52570EA9-F4F4-4040-B1F2-AD948C0E86CC}"/>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77BDE77C-B8F8-40A2-ACB0-78CB12BE530F}"/>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666F7071-9045-4077-9ABA-8EA05E26C31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001BF0C0-FE74-4FDE-9DD3-6CFA78813315}"/>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E312689F-92FC-4CB4-B957-7CEAD1577CCE}"/>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2E1F91C9-C020-481F-8D4A-81AA5E39D6D0}"/>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F27C6731-724E-4356-96AA-80351085CF32}"/>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2424E960-A063-4FBA-80A9-A8FC8DA12ADC}"/>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CC84CDCB-0828-4A2E-B7B3-918153915137}"/>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928019E4-B9FE-4450-BC9E-FA33B46FBB3B}"/>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3A8E43E0-A9A0-42F0-B069-8E063FDDD45B}"/>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CD98D2A3-8564-4505-A54B-626F181CFFEC}"/>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BE4D82B4-A64D-4513-B38D-5BE13FEE3EEB}"/>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91D81D03-9695-4874-A6F6-7B9A25B6F83F}"/>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F55EDF84-658B-4132-9BCE-9A877F23A105}"/>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FA88AF3-BC22-4C0B-BA93-31993189F224}"/>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1E75360C-7D2F-441F-8716-813D03D1B706}"/>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012AB9D5-2A8F-4B3B-B472-254EAC76C591}"/>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0A378668-81BD-4724-948A-695174F913DB}"/>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C7321302-5B75-45FF-9256-FB24CB7E45F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BCFA9F37-444F-43C9-8157-5028831917BF}"/>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44365EF6-E83F-4E2F-B87C-ACE28B5212BC}"/>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5A1D012F-13E1-4B99-BA71-C1194F07C0EE}"/>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148E3DB5-C7A5-4154-A428-C9DEA24FDFD1}"/>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A75F9C93-2BD0-4ECC-BBB2-3711306522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01902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BED93123-2A53-44D5-AE86-52426FE6A4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52E98644-BA66-451E-A706-C79446934F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5B9E1BD7-1BD0-48C7-9DA9-72D252FE4C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1319B0EB-D317-4CAD-A2E3-4153365A40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64F344A2-CCD7-4F12-8981-713E8D0D76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EE53A2D8-15BA-458F-B462-3FCBE5C090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D9C44734-FDF1-4EC7-B305-6BA3EF9A3C01}"/>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1D8A08CD-5C51-486A-8708-4D6D80D12004}"/>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69F99D22-1950-4504-94E9-C2444FD8B4EE}"/>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FDA7BCC8-5D66-488D-8921-11AE84A26C1E}"/>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02D765F5-80D1-440D-880B-CF3CEC714455}"/>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6E3F8130-BCCC-47C0-8839-C060DF2BB97A}"/>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F7B68E90-403A-4441-A95F-5277A3A802C7}"/>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7B2957A5-AEB5-4996-8388-DA37E7AC74F2}"/>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6630A38E-DE46-4790-88B0-AB2A5A089CFE}"/>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565BC9E1-4953-4D13-8409-18827B1385F6}"/>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C5D3953A-E793-456A-99B6-62FAB2CEC2D1}"/>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EB8BBD06-B44C-4041-B658-9C58A70620FA}"/>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586A4907-A0BE-4C51-BA37-18374A6800B0}"/>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BBFF2BBD-C43D-4734-B29C-9123E7582649}"/>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006A8C5B-9AB5-405D-919F-4043A1EA5284}"/>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CF2C994B-F1B7-4FE8-8CC7-637BD65F6585}"/>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CD5A12F3-8FCC-4D21-AA14-4258F8B5DC92}"/>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CA2ED684-3568-449D-802A-DC60F2D737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312219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A862BE35-00AA-4673-B6CA-EBFAEDEC42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BEF8CDA6-060A-4B2E-9C41-AFBCF1F748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33D5FE5D-234B-4B8C-A803-002E262C91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F8C65676-2877-4AA4-BAE9-DF8C5BE96E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17CF307C-4D43-48BA-8551-5AA1E3D273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BDE191A6-B867-4F51-A861-0EA4CC4DD6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8889DD8D-9A54-453B-82E4-A6504A283959}"/>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BC1E9F5D-08E5-4628-BD96-8444DD89C539}"/>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EDB60FA9-CFE9-4CCB-B2C0-7D709A1901AB}"/>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E273DDAB-A44C-4CBE-8339-AA72058E06A7}"/>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53793B55-1998-4FF6-9ED8-BE1E6D893B5C}"/>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C1BC332D-D082-4A58-AA75-D510C53106DD}"/>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8610909-8942-4E65-B0F3-D45870C70593}"/>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230998C4-0A4B-4271-8433-B2E2E7C34B69}"/>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099816B2-563F-4BDF-AED1-5F3D7DB23921}"/>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EA2F8FE6-3801-4191-B925-1A5104A7481A}"/>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734B322-61B8-4A5A-B68A-13F24F95B1F1}"/>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3781DF3E-A1E3-4D41-B87A-EC035CB5F70D}"/>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94A15814-692D-4171-AFD3-8F621AD0342A}"/>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DA8E363E-6F78-4A83-B570-48B874F73B2A}"/>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9E7991C5-04F5-4819-8CE0-C802D61420E3}"/>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04F1F882-87F7-41D7-B882-82AF3CF0DC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820679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1D313912-64CF-4215-86B9-ED82F2A35A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E42BC179-DD29-4853-A008-E001C5A6B6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AA44182A-B61F-404E-A9DA-2BD11E27E2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71184EFE-90A3-4498-A57D-EA09750E35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839018E-7265-4E62-A574-329965F15A1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CA501992-1ACB-4A12-8CF6-EC6F7FA634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DDE34D15-C4DD-41F3-BCC9-9B52FC0EF9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AC97C573-E464-434B-949B-507410AA4127}"/>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9F586C93-7862-48DE-82EF-4749BFF332E4}"/>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2CD7AAD3-3201-4B1F-8FE0-0B9E98688E1C}"/>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D58E00C0-6541-498B-8A49-58E5FFFDEDD7}"/>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153D4FBC-6D3D-4E1A-9B89-1B74FCE59E9D}"/>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C365442F-F091-4A83-B2E6-3CFDF01C06C8}"/>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A947FDE8-F63C-4025-B70D-9020952300FE}"/>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3ACC03FE-3E93-43D0-A17A-42C3F4C4B10A}"/>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CCDAF7B0-43EE-48FF-99CE-C26A57874864}"/>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4F2033E3-AEE7-46E6-88AF-736E24B541B7}"/>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4B0AB70E-3415-4FE9-8863-E81EDAFF36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4459510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1E4EBD28-B8BB-4950-B3CF-C3522C6BCC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44020776-1217-461C-B647-98075AB405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1DE8D477-601E-4C3F-8691-B035FCB3CC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3E860FF3-2DFB-43C5-A2D4-66CB5FCABB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87DFB2CC-4E14-45F8-9FCA-9A5793AF7B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7B0F9221-B432-4D22-A62B-754CD626C7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49E60126-2D4B-41D7-946F-6F767B7E491C}"/>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8F85F3D2-57A4-4C5B-8B35-D6B5E52BC85A}"/>
              </a:ext>
            </a:extLst>
          </p:cNvPr>
          <p:cNvPicPr>
            <a:picLocks xmlns:a="http://schemas.openxmlformats.org/drawingml/2006/main" noChangeAspect="1"/>
          </p:cNvPicPr>
          <p:nvPr/>
        </p:nvPicPr>
        <p:blipFill>
          <a:blip xmlns:r="http://schemas.openxmlformats.org/officeDocument/2006/relationships" xmlns:a="http://schemas.openxmlformats.org/drawingml/2006/main" r:embed="R1392324ca91843f0"/>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385A3D0B-DD92-4CFC-9C31-A2D6E38CA6D6}"/>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720C44CA-53B5-4B8A-8FEF-D34F531EFE71}"/>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8062154-F666-481C-B17F-96E92D120AB9}"/>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DB579059-6958-4228-B940-8132EB9B57DE}"/>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68077CD4-3F33-4273-AA4A-9566D7A38A67}"/>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E478AACE-00B2-4A87-80E9-F7A967BEB294}"/>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3524DD94-0793-4481-9729-ABFBF141FB61}"/>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61EE8EDA-10B4-4E4A-AE9F-3C6C13C97060}"/>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9B9014FE-F7A8-4297-8A37-A3BBB98ED58B}"/>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D01EA740-0524-4D6C-96B6-04137D136AD4}"/>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656143A0-AD02-4D4B-BB6D-1FFE72614950}"/>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6D2F94F0-9A29-41DF-8F5E-A8E8BE499969}"/>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AE5251F2-F21D-4EA1-B846-A6233075CDDB}"/>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26BB8C1F-8DB3-4CD5-926B-3106361E02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889069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31C48AD4-3371-4B5F-BFF9-FFC8E77AB0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02017A11-BACF-432F-BE40-E644B878A2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537BC062-FB8F-495D-8AB2-2753471A9A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4759B465-0862-41AC-8EF7-8D17F87217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B81118F5-E17E-4E7A-8759-8F40C24B61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5231B764-D26A-4D9A-AB97-4B1E4DCAB7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CE0262CA-6C6B-45FD-AE0B-3D4A57F2653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9A1DC6DC-BC85-419B-A463-1E62652946FA}"/>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C690F4CB-71D6-44A6-8ABF-3D04B58F4093}"/>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93F5EB87-FB09-4C75-841A-D7B8C82C272C}"/>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C6907C52-6CED-46F2-9F66-3740FBC93A4B}"/>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08EBF6D8-38B2-4F7F-8F33-9B5062E04BB6}"/>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7FF8F06E-7495-4018-B11F-490E3722420A}"/>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52C82191-36C3-4CF0-944E-3A99F9D37C04}"/>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F68467E5-2832-4EE0-8152-1D4A618624C8}"/>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72810795-0CD2-4172-8652-2C9104E79B5F}"/>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D8AB952F-08E5-4E52-8BE1-BF8E740C7ABA}"/>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C6186C78-E0E6-498B-93CC-9047F90828D8}"/>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15B7BF58-44CA-4D5E-97E1-983505126F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587837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2026-10-23T06:26:33.7620000Z</dcterms:created>
  <dcterms:modified xsi:type="dcterms:W3CDTF">2026-10-23T06:26:33.7620000Z</dcterms:modified>
</coreProperties>
</file>