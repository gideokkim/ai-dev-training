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b1e860a566a47d3" /><Relationship Type="http://schemas.openxmlformats.org/officeDocument/2006/relationships/extended-properties" Target="/docProps/app.xml" Id="Rae14fd6e7a9a44bf" /><Relationship Type="http://schemas.openxmlformats.org/officeDocument/2006/relationships/officeDocument" Target="/ppt/presentation.xml" Id="Re9168bc09d374a9e" /></Relationships>
</file>

<file path=ppt/presentation.xml><?xml version="1.0" encoding="utf-8"?>
<p:presentation xmlns:p="http://schemas.openxmlformats.org/presentationml/2006/main">
  <p:sldMasterIdLst>
    <p:sldMasterId xmlns:r="http://schemas.openxmlformats.org/officeDocument/2006/relationships" id="2147483648" r:id="R7b078f79871c43d3"/>
  </p:sldMasterIdLst>
  <p:notesMasterIdLst>
    <p:notesMasterId xmlns:r="http://schemas.openxmlformats.org/officeDocument/2006/relationships" r:id="Rce8627fd621e4b4d"/>
  </p:notesMasterIdLst>
  <p:sldIdLst>
    <p:sldId xmlns:r="http://schemas.openxmlformats.org/officeDocument/2006/relationships" id="256" r:id="R778e446e12f24922"/>
    <p:sldId xmlns:r="http://schemas.openxmlformats.org/officeDocument/2006/relationships" id="257" r:id="R30e1312a193b48db"/>
    <p:sldId xmlns:r="http://schemas.openxmlformats.org/officeDocument/2006/relationships" id="258" r:id="R2b042649e71a48a9"/>
    <p:sldId xmlns:r="http://schemas.openxmlformats.org/officeDocument/2006/relationships" id="259" r:id="R926d0ed9655545db"/>
    <p:sldId xmlns:r="http://schemas.openxmlformats.org/officeDocument/2006/relationships" id="260" r:id="Rc874edfce3d9405d"/>
    <p:sldId xmlns:r="http://schemas.openxmlformats.org/officeDocument/2006/relationships" id="261" r:id="Re9f9512bcffc4943"/>
    <p:sldId xmlns:r="http://schemas.openxmlformats.org/officeDocument/2006/relationships" id="262" r:id="Rd93e033321c74529"/>
    <p:sldId xmlns:r="http://schemas.openxmlformats.org/officeDocument/2006/relationships" id="263" r:id="R0ed7885587314009"/>
    <p:sldId xmlns:r="http://schemas.openxmlformats.org/officeDocument/2006/relationships" id="264" r:id="Rd79180e7cbec4feb"/>
    <p:sldId xmlns:r="http://schemas.openxmlformats.org/officeDocument/2006/relationships" id="265" r:id="Rbfb66bab7f7f4aeb"/>
    <p:sldId xmlns:r="http://schemas.openxmlformats.org/officeDocument/2006/relationships" id="266" r:id="Rb938eabe2dca4c5a"/>
    <p:sldId xmlns:r="http://schemas.openxmlformats.org/officeDocument/2006/relationships" id="267" r:id="R9f5212cd9bc34552"/>
    <p:sldId xmlns:r="http://schemas.openxmlformats.org/officeDocument/2006/relationships" id="268" r:id="R8e3dc7feaac2435d"/>
    <p:sldId xmlns:r="http://schemas.openxmlformats.org/officeDocument/2006/relationships" id="269" r:id="R6f7d1dace6384e43"/>
    <p:sldId xmlns:r="http://schemas.openxmlformats.org/officeDocument/2006/relationships" id="270" r:id="R31f91b09d51d4812"/>
    <p:sldId xmlns:r="http://schemas.openxmlformats.org/officeDocument/2006/relationships" id="271" r:id="Rb65bc18cd699491b"/>
    <p:sldId xmlns:r="http://schemas.openxmlformats.org/officeDocument/2006/relationships" id="272" r:id="R073766239a664d9c"/>
    <p:sldId xmlns:r="http://schemas.openxmlformats.org/officeDocument/2006/relationships" id="273" r:id="Rc221f0d0b1854e6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fbb3b7c8424de8" /><Relationship Type="http://schemas.openxmlformats.org/officeDocument/2006/relationships/slideMaster" Target="/ppt/slideMasters/slideMaster1.xml" Id="R7b078f79871c43d3" /><Relationship Type="http://schemas.openxmlformats.org/officeDocument/2006/relationships/notesMaster" Target="/ppt/notesMasters/notesMaster1.xml" Id="Rce8627fd621e4b4d" /><Relationship Type="http://schemas.openxmlformats.org/officeDocument/2006/relationships/presProps" Target="/ppt/presProps.xml" Id="R079b3aaea1f14f84" /><Relationship Type="http://schemas.openxmlformats.org/officeDocument/2006/relationships/tableStyles" Target="/ppt/tableStyles.xml" Id="R3bbe5b34d7984f63" /><Relationship Type="http://schemas.openxmlformats.org/officeDocument/2006/relationships/slide" Target="/ppt/slides/slide1.xml" Id="R778e446e12f24922" /><Relationship Type="http://schemas.openxmlformats.org/officeDocument/2006/relationships/slide" Target="/ppt/slides/slide2.xml" Id="R30e1312a193b48db" /><Relationship Type="http://schemas.openxmlformats.org/officeDocument/2006/relationships/slide" Target="/ppt/slides/slide3.xml" Id="R2b042649e71a48a9" /><Relationship Type="http://schemas.openxmlformats.org/officeDocument/2006/relationships/slide" Target="/ppt/slides/slide4.xml" Id="R926d0ed9655545db" /><Relationship Type="http://schemas.openxmlformats.org/officeDocument/2006/relationships/slide" Target="/ppt/slides/slide5.xml" Id="Rc874edfce3d9405d" /><Relationship Type="http://schemas.openxmlformats.org/officeDocument/2006/relationships/slide" Target="/ppt/slides/slide6.xml" Id="Re9f9512bcffc4943" /><Relationship Type="http://schemas.openxmlformats.org/officeDocument/2006/relationships/slide" Target="/ppt/slides/slide7.xml" Id="Rd93e033321c74529" /><Relationship Type="http://schemas.openxmlformats.org/officeDocument/2006/relationships/slide" Target="/ppt/slides/slide8.xml" Id="R0ed7885587314009" /><Relationship Type="http://schemas.openxmlformats.org/officeDocument/2006/relationships/slide" Target="/ppt/slides/slide9.xml" Id="Rd79180e7cbec4feb" /><Relationship Type="http://schemas.openxmlformats.org/officeDocument/2006/relationships/slide" Target="/ppt/slides/slide10.xml" Id="Rbfb66bab7f7f4aeb" /><Relationship Type="http://schemas.openxmlformats.org/officeDocument/2006/relationships/slide" Target="/ppt/slides/slide11.xml" Id="Rb938eabe2dca4c5a" /><Relationship Type="http://schemas.openxmlformats.org/officeDocument/2006/relationships/slide" Target="/ppt/slides/slide12.xml" Id="R9f5212cd9bc34552" /><Relationship Type="http://schemas.openxmlformats.org/officeDocument/2006/relationships/slide" Target="/ppt/slides/slide13.xml" Id="R8e3dc7feaac2435d" /><Relationship Type="http://schemas.openxmlformats.org/officeDocument/2006/relationships/slide" Target="/ppt/slides/slide14.xml" Id="R6f7d1dace6384e43" /><Relationship Type="http://schemas.openxmlformats.org/officeDocument/2006/relationships/slide" Target="/ppt/slides/slide15.xml" Id="R31f91b09d51d4812" /><Relationship Type="http://schemas.openxmlformats.org/officeDocument/2006/relationships/slide" Target="/ppt/slides/slide16.xml" Id="Rb65bc18cd699491b" /><Relationship Type="http://schemas.openxmlformats.org/officeDocument/2006/relationships/slide" Target="/ppt/slides/slide17.xml" Id="R073766239a664d9c" /><Relationship Type="http://schemas.openxmlformats.org/officeDocument/2006/relationships/slide" Target="/ppt/slides/slide18.xml" Id="Rc221f0d0b1854e6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2ffbeeb3a646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1a772cab664acd" /><Relationship Type="http://schemas.openxmlformats.org/officeDocument/2006/relationships/notesMaster" Target="/ppt/notesMasters/notesMaster1.xml" Id="R567c82d88b0f46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a354aa7b294a58" /><Relationship Type="http://schemas.openxmlformats.org/officeDocument/2006/relationships/notesMaster" Target="/ppt/notesMasters/notesMaster1.xml" Id="R6ddad9e3af2d48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e70b4c3e324863" /><Relationship Type="http://schemas.openxmlformats.org/officeDocument/2006/relationships/notesMaster" Target="/ppt/notesMasters/notesMaster1.xml" Id="Re4d56fb6a5dd442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d824603cd54659" /><Relationship Type="http://schemas.openxmlformats.org/officeDocument/2006/relationships/notesMaster" Target="/ppt/notesMasters/notesMaster1.xml" Id="R3b4d2ade4ed844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83df4ae9d84d06" /><Relationship Type="http://schemas.openxmlformats.org/officeDocument/2006/relationships/notesMaster" Target="/ppt/notesMasters/notesMaster1.xml" Id="R6117b4b337a9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c659dbcefea468b" /><Relationship Type="http://schemas.openxmlformats.org/officeDocument/2006/relationships/notesMaster" Target="/ppt/notesMasters/notesMaster1.xml" Id="R7f0439663c8c4c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794f5ecad44326" /><Relationship Type="http://schemas.openxmlformats.org/officeDocument/2006/relationships/notesMaster" Target="/ppt/notesMasters/notesMaster1.xml" Id="R627c4c2206a84f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c12663aff54e07" /><Relationship Type="http://schemas.openxmlformats.org/officeDocument/2006/relationships/notesMaster" Target="/ppt/notesMasters/notesMaster1.xml" Id="R63155b2013054b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b914eab69d4cad" /><Relationship Type="http://schemas.openxmlformats.org/officeDocument/2006/relationships/notesMaster" Target="/ppt/notesMasters/notesMaster1.xml" Id="Rb703c5683f2e41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3cc36447a8248ea" /><Relationship Type="http://schemas.openxmlformats.org/officeDocument/2006/relationships/notesMaster" Target="/ppt/notesMasters/notesMaster1.xml" Id="R4c1fc4f566684d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6cdcc33f0f54a03" /><Relationship Type="http://schemas.openxmlformats.org/officeDocument/2006/relationships/notesMaster" Target="/ppt/notesMasters/notesMaster1.xml" Id="R19ec361c512d497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7405c16e0f44d48" /><Relationship Type="http://schemas.openxmlformats.org/officeDocument/2006/relationships/notesMaster" Target="/ppt/notesMasters/notesMaster1.xml" Id="R02ef0d5187d246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554aadfdb2d4d48" /><Relationship Type="http://schemas.openxmlformats.org/officeDocument/2006/relationships/notesMaster" Target="/ppt/notesMasters/notesMaster1.xml" Id="R0ad84a9a821e44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2005c9dfe274bc9" /><Relationship Type="http://schemas.openxmlformats.org/officeDocument/2006/relationships/notesMaster" Target="/ppt/notesMasters/notesMaster1.xml" Id="R74655cbe77a649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7bcb853ed547ae" /><Relationship Type="http://schemas.openxmlformats.org/officeDocument/2006/relationships/notesMaster" Target="/ppt/notesMasters/notesMaster1.xml" Id="R2fd1c5a5cf0f4c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88d0f92896b4c56" /><Relationship Type="http://schemas.openxmlformats.org/officeDocument/2006/relationships/notesMaster" Target="/ppt/notesMasters/notesMaster1.xml" Id="R19de5694f7df4a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cf9afeb6fe74dc3" /><Relationship Type="http://schemas.openxmlformats.org/officeDocument/2006/relationships/notesMaster" Target="/ppt/notesMasters/notesMaster1.xml" Id="R317121ed6aec429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123e65d0c0a4cde" /><Relationship Type="http://schemas.openxmlformats.org/officeDocument/2006/relationships/notesMaster" Target="/ppt/notesMasters/notesMaster1.xml" Id="Rd6b852ddc7004a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4397bde01742b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e3d04798d124db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470c6c66add49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2bccb9c488e48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8574095be54e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6516d06ecd74a0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7C5AAC-3A5A-4342-B504-FF1C954FE1A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D1742AB-BA60-4548-B056-ED2B1C3106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20B1DD6-F80A-46E7-958F-7BE2499B39C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51E432-0D43-4460-A2B2-49CB30F52A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41E4B4-1787-4BEE-B67C-BA034475D74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C77495E-1400-4BF7-83C5-3777687D6E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D9651D-1D23-47B7-80A4-3276D9827D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B585BAA-8B8A-4219-9483-582B8676A6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DE8A90-7DD8-4D24-93CF-D06C8EB040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A513AB4-5295-46BB-B8E2-9826F3F8BD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a9b42e790d4257" /><Relationship Type="http://schemas.openxmlformats.org/officeDocument/2006/relationships/slideLayout" Target="/ppt/slideLayouts/slideLayout1.xml" Id="Rd2552a7c09f54a99" /><Relationship Type="http://schemas.openxmlformats.org/officeDocument/2006/relationships/slideLayout" Target="/ppt/slideLayouts/slideLayout2.xml" Id="Ra0f7cfe09ab6449d" /><Relationship Type="http://schemas.openxmlformats.org/officeDocument/2006/relationships/slideLayout" Target="/ppt/slideLayouts/slideLayout3.xml" Id="R51df79123dd44ba1" /><Relationship Type="http://schemas.openxmlformats.org/officeDocument/2006/relationships/slideLayout" Target="/ppt/slideLayouts/slideLayout4.xml" Id="R522fd067890d4492" /><Relationship Type="http://schemas.openxmlformats.org/officeDocument/2006/relationships/slideLayout" Target="/ppt/slideLayouts/slideLayout5.xml" Id="R3768666b3aa445e7" /><Relationship Type="http://schemas.openxmlformats.org/officeDocument/2006/relationships/slideLayout" Target="/ppt/slideLayouts/slideLayout6.xml" Id="R434f31f78e294e6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552a7c09f54a99"/>
    <p:sldLayoutId xmlns:r="http://schemas.openxmlformats.org/officeDocument/2006/relationships" id="2147483650" r:id="Ra0f7cfe09ab6449d"/>
    <p:sldLayoutId xmlns:r="http://schemas.openxmlformats.org/officeDocument/2006/relationships" id="2147483651" r:id="R51df79123dd44ba1"/>
    <p:sldLayoutId xmlns:r="http://schemas.openxmlformats.org/officeDocument/2006/relationships" id="2147483652" r:id="R522fd067890d4492"/>
    <p:sldLayoutId xmlns:r="http://schemas.openxmlformats.org/officeDocument/2006/relationships" id="2147483653" r:id="R3768666b3aa445e7"/>
    <p:sldLayoutId xmlns:r="http://schemas.openxmlformats.org/officeDocument/2006/relationships" id="2147483654" r:id="R434f31f78e294e6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e68e61fe3d347f4" /><Relationship Type="http://schemas.openxmlformats.org/officeDocument/2006/relationships/image" Target="/ppt/media/image.png" Id="R72bb534e74354af7" /><Relationship Type="http://schemas.openxmlformats.org/officeDocument/2006/relationships/image" Target="/ppt/media/image2.png" Id="Re4898900d08c4b2b" /><Relationship Type="http://schemas.openxmlformats.org/officeDocument/2006/relationships/notesSlide" Target="/ppt/notesSlides/notesSlide1.xml" Id="R5c9c2f5d98d945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3917f4ae1274c7f" /><Relationship Type="http://schemas.openxmlformats.org/officeDocument/2006/relationships/notesSlide" Target="/ppt/notesSlides/notesSlide2.xml" Id="R56dd6c65ccd548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d36b60bd72941c5" /><Relationship Type="http://schemas.openxmlformats.org/officeDocument/2006/relationships/notesSlide" Target="/ppt/notesSlides/notesSlide3.xml" Id="R9f833740fa4241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165adc0ea04dc9" /><Relationship Type="http://schemas.openxmlformats.org/officeDocument/2006/relationships/notesSlide" Target="/ppt/notesSlides/notesSlide4.xml" Id="R5e73ff8a43534cc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105591b9094607" /><Relationship Type="http://schemas.openxmlformats.org/officeDocument/2006/relationships/notesSlide" Target="/ppt/notesSlides/notesSlide5.xml" Id="Rc52e17a1c493444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1acf1aa574a413b" /><Relationship Type="http://schemas.openxmlformats.org/officeDocument/2006/relationships/notesSlide" Target="/ppt/notesSlides/notesSlide6.xml" Id="Rf6555199f79a40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45d26c49fc3443b" /><Relationship Type="http://schemas.openxmlformats.org/officeDocument/2006/relationships/notesSlide" Target="/ppt/notesSlides/notesSlide7.xml" Id="R6ed58613f69b4b4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399c4c4d95e4729" /><Relationship Type="http://schemas.openxmlformats.org/officeDocument/2006/relationships/notesSlide" Target="/ppt/notesSlides/notesSlide8.xml" Id="Rf5f51451dc0349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c77a471ef91403d" /><Relationship Type="http://schemas.openxmlformats.org/officeDocument/2006/relationships/chart" Target="/ppt/slides/charts/chart1.xml" Id="R365b5992bc0c45ef" /><Relationship Type="http://schemas.openxmlformats.org/officeDocument/2006/relationships/notesSlide" Target="/ppt/notesSlides/notesSlide9.xml" Id="Rdbf827864896493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e87692a59b141df" /><Relationship Type="http://schemas.openxmlformats.org/officeDocument/2006/relationships/notesSlide" Target="/ppt/notesSlides/notesSlide10.xml" Id="R20b71382fcdc44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1139e1388a44f12" /><Relationship Type="http://schemas.openxmlformats.org/officeDocument/2006/relationships/notesSlide" Target="/ppt/notesSlides/notesSlide11.xml" Id="Rd8898cbb53944dc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f03d34537fa405a" /><Relationship Type="http://schemas.openxmlformats.org/officeDocument/2006/relationships/notesSlide" Target="/ppt/notesSlides/notesSlide12.xml" Id="R7f3ad4dccdcb4b4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53711935dbd4b01" /><Relationship Type="http://schemas.openxmlformats.org/officeDocument/2006/relationships/notesSlide" Target="/ppt/notesSlides/notesSlide13.xml" Id="R794a05effb274c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8618bde3c634034" /><Relationship Type="http://schemas.openxmlformats.org/officeDocument/2006/relationships/notesSlide" Target="/ppt/notesSlides/notesSlide14.xml" Id="R123a8244cd894b5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1d5443550564a19" /><Relationship Type="http://schemas.openxmlformats.org/officeDocument/2006/relationships/notesSlide" Target="/ppt/notesSlides/notesSlide15.xml" Id="R16e2b3619e6b452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4aa1399db9849a3" /><Relationship Type="http://schemas.openxmlformats.org/officeDocument/2006/relationships/notesSlide" Target="/ppt/notesSlides/notesSlide16.xml" Id="Rda608658e7f1445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56622681ab24e44" /><Relationship Type="http://schemas.openxmlformats.org/officeDocument/2006/relationships/image" Target="/ppt/media/image3.png" Id="Rd5d6386023c14fb1" /><Relationship Type="http://schemas.openxmlformats.org/officeDocument/2006/relationships/notesSlide" Target="/ppt/notesSlides/notesSlide17.xml" Id="Rec60519e8efe40c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f573321117046a2" /><Relationship Type="http://schemas.openxmlformats.org/officeDocument/2006/relationships/notesSlide" Target="/ppt/notesSlides/notesSlide18.xml" Id="R0c2c4c142cb4424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174D075F-C700-4672-BF26-E301D247C7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178E267E-9E01-405E-B60A-E38C6227B5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9629AE28-0966-40AE-BF58-FAB4B2A2E9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E2531F8B-039E-44FB-A966-4F2B3C7F68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E74508C2-7AAE-4BC3-A3B8-6501B614FB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0F1D8832-30B3-4512-AA7F-EB0A2F48B7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8D201385-F3B6-4D02-90AE-BD447A47EB94}"/>
              </a:ext>
            </a:extLst>
          </p:cNvPr>
          <p:cNvPicPr>
            <a:picLocks xmlns:a="http://schemas.openxmlformats.org/drawingml/2006/main" noChangeAspect="1"/>
          </p:cNvPicPr>
          <p:nvPr/>
        </p:nvPicPr>
        <p:blipFill>
          <a:blip xmlns:r="http://schemas.openxmlformats.org/officeDocument/2006/relationships" xmlns:a="http://schemas.openxmlformats.org/drawingml/2006/main" r:embed="R72bb534e74354a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8606DCE-B801-4770-8763-395D79314D3F}"/>
              </a:ext>
            </a:extLst>
          </p:cNvPr>
          <p:cNvPicPr>
            <a:picLocks xmlns:a="http://schemas.openxmlformats.org/drawingml/2006/main" noChangeAspect="1"/>
          </p:cNvPicPr>
          <p:nvPr/>
        </p:nvPicPr>
        <p:blipFill>
          <a:blip xmlns:r="http://schemas.openxmlformats.org/officeDocument/2006/relationships" xmlns:a="http://schemas.openxmlformats.org/drawingml/2006/main" r:embed="Re4898900d08c4b2b"/>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FB55DD5D-E416-466C-B62B-8F8805541FEA}"/>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716485BB-2CF7-4BFA-B4F6-89433DF039F9}"/>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00AF8E3-B052-4FFA-8C95-35E7123DD757}"/>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5C46CB41-AC9F-4925-98E8-9730D2A540EB}"/>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862274F3-24C8-431A-B911-46F71D846E97}"/>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6615B6E9-F607-45B8-A7C1-E20605FA2033}"/>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DB35AD3-8916-4E31-B7A0-E6C43DE10FD8}"/>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2F104D06-25E4-46FE-A4A5-7CD4923B95A1}"/>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3A51FC2-BDF1-46C6-9EB7-F982E314FB9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EEDB94A-3068-423D-AFDE-803DFB1D7A09}"/>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B9F211B1-5338-4F4F-81FE-EB570FB8B0F3}"/>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225C742-3535-4C52-8B99-B0219C9CB15B}"/>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B0E8E008-D8EB-4037-864D-F73E98E17B8F}"/>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25C11FD1-0D3C-4617-BA87-67BFC04C7CC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E078F127-5F6C-4242-B143-7DEEF09BEB8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D2EAEE1F-2361-4064-AF5A-398876A464E7}"/>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83E58FF4-E0DE-49BD-B229-E0CAC4E034D7}"/>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4AF39CA5-0E53-4957-B2C6-E9EC3196528E}"/>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944C18A2-0790-4DB8-B661-8CCFB94C9F8D}"/>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C0A5EDE2-8222-41B0-A275-DAB40B34E996}"/>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D079F6D7-9C46-4DBC-A1EB-17488927AAE7}"/>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A5FDF28-BBEC-477E-8F8D-8AB3DED0D4E8}"/>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E00C5D4-DD14-4BD1-8E3B-04625ABB252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D3EF6BF-5181-41DA-9A22-BEAC99C5D74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4E5B9710-3915-4AB0-8FAB-BEE0BBC7C5D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E8B94E56-D84B-4772-8217-E76B74E239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1933148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B5C5D2C3-6BA1-424E-B638-4E7F06AC7C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3CF6B1D9-0B1C-4CA2-BA65-3C02D2B2F8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EA412324-DFB1-40CF-9366-A14FB71E9D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2EAA436-4CEA-4C66-AA53-3819AF2A0F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48EBCF9D-9530-4682-AB94-BC399CD18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2AA77F23-FB2D-4D34-895B-182B583997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27A4D368-6D65-4FDC-9896-A00BFC29908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88963D6-74E8-4EA5-A45E-E85D9AF0295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3D9A1C8-BD67-49CA-9B18-7F97E5D3244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8DD8F11-3682-4C76-94FE-E7F5D2B50EF6}"/>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FE3462F9-BC94-4EF8-AA6D-4A9D179AA91B}"/>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BEC0ADDC-6BB1-4442-A4ED-511A4CA53FB5}"/>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68326400-A3BD-4F88-A3A6-B6E434C6718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BB7BC22C-765A-4756-BE4A-8BC4D6AD1ABA}"/>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FAB3981C-5C17-4B71-96F4-CBCCDF6C7771}"/>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8A859235-DBAC-4991-8378-CAAE6129E522}"/>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DA34C06-8C33-491F-AAE5-CC30B84B0FBF}"/>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ECDCD4B-AD9F-4420-8B91-2DFECCB851D1}"/>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35A5B23D-FFE5-491B-86E1-1315C7FF1148}"/>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B271E456-ED0C-4D06-BE4C-3C2ECE982BF5}"/>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2B17D07-6C50-4FA9-B997-4BF20BD11C77}"/>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294A1E4-8D46-4522-B5FB-680895775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DD126768-2DCE-44F3-B011-0AB9D02D394A}"/>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80FA9A5-891E-4C9D-BC98-0FC47F0E15D7}"/>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FE37F6E8-2278-4A91-B3FC-A967148CCE45}"/>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B8291722-E1D7-4750-8DDB-C88E0E04199A}"/>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7B0B891-4652-4CD8-B1D5-D72554AD0545}"/>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261A420-6AA1-4ABB-8A2F-52C9CB49A786}"/>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7114A2E-E528-4226-A226-34FFE6C1911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D87DA6A5-807C-4A7E-AB20-E61983502DE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A5D94F57-9C1A-45DD-900D-B43E01A3500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23C5BF99-B1DD-4019-9078-40CA7807C717}"/>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A9156A68-F054-4017-9074-074D4CF37B40}"/>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E04E9948-F6EA-42CD-8CF8-34C589802533}"/>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CF8F471F-3258-4F55-8165-DA38D4C0112C}"/>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1DB54D9-1684-40FC-B87F-DB92796DFA33}"/>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52946F29-CFA2-4D9B-AA00-B6B8079DF7F2}"/>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19B66263-E1F9-42C3-89EA-92A0A1E038BD}"/>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EC88D42-7448-41B4-9A10-5833939E6DB7}"/>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1CCBBB4F-D2F8-48B2-AA44-35FB9D1554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2298064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F2F01D4-EFA5-4906-B82D-CC0C2DD857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9749BFC3-666E-40B3-82CF-84BC2E7D58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C60B421A-1F95-4FFE-9784-491316972C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90F2F45C-D87B-4EB5-B292-B4B0713600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CD85B42D-F5D5-4AD0-B5F9-DD68218AD1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8DE7E15B-DD90-4713-9DED-0E17F7FD1F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39352B3-7EAD-4B0F-BB30-55E1C4A6E9C9}"/>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6898CE6F-87E5-4844-B1A0-1389FB04DDC0}"/>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BF2EE2FA-A810-42F7-9438-E306C4ED13DA}"/>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ADC6C6CB-E341-4E27-A477-C2044E60BC41}"/>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BAB887-2636-4FC4-8B06-B7BFF47A3485}"/>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C5B8615D-3202-4110-A298-54C7C57E38D8}"/>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1DCACCDB-18DC-4C6F-A065-3622A9B57B7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94BECFB3-1B48-420B-9C75-49003A52F84A}"/>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1B85FA41-55C0-4F21-8F61-2C339AD61720}"/>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AE0CEFC2-78FB-4139-8C80-F46916BD3A37}"/>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2A144E45-5806-44FA-B50B-48741CDF52B3}"/>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2702AD3-A39F-40A2-A1AF-4720863EEA6F}"/>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65EB9FCC-F9B2-4FA4-A89B-AEB09A72EFB5}"/>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A8B7BB73-094D-4573-8213-CBA79EA88899}"/>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4E175FAC-F9E7-47F6-9157-92D1A82637AC}"/>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FD2159C7-79EC-4F0C-B648-11C180766237}"/>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B0DE0532-1891-4BCC-823D-429B860EF2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1201821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822351DE-91AD-40F3-BF47-4E3BE3A4CF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3861C784-8EB4-40A7-8DF6-09D11201F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978FAA8E-B8E5-4AE7-B18B-E91D59A563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24DFD697-9546-498E-B593-367DEDB07B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7D3711BD-6791-4792-AD15-571CEFF4AA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D5C4EE78-6C17-4D7D-AFFC-A3F4317807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2903BC6B-27DC-4A5C-851A-1CABA3FD9A1D}"/>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1809E14-59C1-482D-A6FA-F70ED96978F4}"/>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F7A12ED-4C0F-4C7B-800C-700BF0DBE531}"/>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E15CB1F-AC59-4974-BB8D-E4F94039A035}"/>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5CF1087D-565E-4DEC-9788-F7A5D421AFAE}"/>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D23D095C-2820-41F1-8B5B-56F92AF0D34E}"/>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ABB47145-775A-400A-BFC1-23D6676AB15E}"/>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2977EEA7-771E-4FC8-94BB-F3E01C050C8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E3EF0A6-5D18-433B-A7DC-517387E6DA5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FE089DCC-8199-4F08-9EF8-5F281FC14EFE}"/>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8B59A3C-525E-4ACE-8C92-ADC19E7B280E}"/>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00C758-DA1F-414C-8831-A883738F2E28}"/>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DAB5C62-275F-4230-A938-DA991CBEE39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55576F25-575A-4E51-A236-5E007F5A00C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411027EC-1CA5-4FE4-ACF6-67B781EB413A}"/>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DCC3AF4C-D56F-4BDE-8730-39F3459F2D58}"/>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9BC6C9BE-D193-466F-902E-5766CFD1D051}"/>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203ED3DC-4CA8-4EB4-8E41-23644488526C}"/>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EBBFBE1D-43A4-4CC2-A766-50BA38755673}"/>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4172D5C2-F676-489E-A1A6-AE5BFB7A868C}"/>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1DAE7930-E1A2-4BF4-9DF5-247A1F7549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5052195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3007DF5A-864F-49DB-B5FA-87B79FDBDD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C1F1F805-2BD2-4B69-A7CC-DB4EC7EC69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4D2B5E6F-5F9B-4287-AC64-20FA864459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A278CBC0-616B-4052-B0BB-323BE113A7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4D6ED3B0-6A77-4470-A289-F34CF45EDB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FF51CDFA-D77D-4D6C-8D75-33D63D333D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9BCF9DE1-7283-4AFD-AD33-04C3F01A87A4}"/>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A0940A24-8AC1-486A-87AF-6F342035886A}"/>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FCAB5AD6-1517-4560-ADBA-DE168187DD2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D152A742-AE78-42D0-9209-DC025DCAEFAB}"/>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E23BC02D-4C0E-4C10-8EE7-CE512F9B8C98}"/>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C8BFF09E-5F29-4E98-9D23-715B17302722}"/>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2A789A70-AA3E-4AFF-9C15-1384A80E5B20}"/>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147EA5D8-3653-4F05-9389-8B239861CB0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C6DF63DA-B032-4DF1-8DED-4754F38838DA}"/>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4FF88B30-FB5F-4870-AE3E-9C3880D768F8}"/>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5B3028F4-D109-4679-B69D-0C8AC8C7AE3B}"/>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5006408C-DDD9-4887-B02B-12D7332F5EC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DD8AEDC9-443A-4170-A243-07B63DE6B13B}"/>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59DA56F-9AB3-47D5-9E08-176AAFA8D46D}"/>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1330CB25-0E88-4A46-BFE6-BD1C89A2E5A8}"/>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64EFBD2-08EE-43FD-B885-14EFF424CCBA}"/>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2E9F4D9-E1A0-4B83-8542-4B0F94FD7B7C}"/>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4EB3A6-95F8-4693-9D79-7BC191574D4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44A62B85-791F-4459-8201-17C2B9B9CF14}"/>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761F3E64-D026-4913-81BE-F10DFA9811AB}"/>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BFD0B2AC-2198-447E-B586-1D8BEE29430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F8969E6B-5160-4F2E-9AFB-3CCD615AB724}"/>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4DF5046F-2108-406E-BACE-873C7E2AC69A}"/>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323D431-FDE1-4FE7-8DDD-DACDD81BD2FA}"/>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5451D011-CFE3-48CB-9CE1-D7CA21CB0650}"/>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4171F77-27E5-4C14-BEEC-666FBF6542EB}"/>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C317CC9E-A60D-47D0-84F0-5289B2E3C8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028294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CB9D1411-4BAB-4717-9223-046565A38A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190A9843-EE56-4499-8727-11DCEA3837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C0FD6D6F-9829-4C2D-BD85-2C1E946D7E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E514CBDB-5D7D-4662-ABDD-D9C209B3AA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5861437-C290-47CE-AD79-48CE640A51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87CCCCDB-4B37-4C55-9F66-949E313278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76F2B6F3-108F-4F23-A883-19341340CCED}"/>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161DBC9A-19D9-4D2B-896F-02C98FB2AF8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A44AA258-21AF-4819-A194-65555ED5EBC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2A975309-833E-40BA-91A3-6ABC5B62C6F5}"/>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FD27127-8285-49E9-9D56-4A9E5D1B1C54}"/>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A9997070-2C34-4C9A-A084-876802C501C3}"/>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5E42D641-954C-4DC9-819F-FB19B6C5323A}"/>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63BB39B-8CB0-484C-81E1-54F41142C1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1648839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34389C37-62BF-4309-934A-4038AADE77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18D3CA29-9812-4989-989D-2CBA7B68D6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2F17CE99-FD1C-46FD-BCB2-B8A9366915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7007B43A-243D-4968-BA70-5EAD5E1F6D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168B4B98-178A-49CE-BC75-5DCBCDAFD2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843958D-E456-46C5-92BA-828FF8C7C4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0A3519D4-F412-4596-AEE6-E6BD2001F6F3}"/>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DD608261-7FB6-4D43-8A1D-4A802EAF630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D827186-EB5A-4B66-8A58-1D6DDF53B25D}"/>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C5E287ED-0E71-4360-B282-A281BD2513F3}"/>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25A6F168-45DE-425A-BFBA-46076D9EBC06}"/>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52F4AFF8-23C9-4501-83A2-66B45D8B9775}"/>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EBC5CD5-CDB2-4CA3-9CB6-CC790C404576}"/>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A784370F-28DE-4F26-BCDD-4F465AAAB64F}"/>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3ACF842C-FFF3-47C6-9FFD-7885E7556C80}"/>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BF6F95A5-FB3D-466F-A33B-65B68931E054}"/>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596D1787-AE8C-474C-8E03-B920CFB308CD}"/>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3DD9F733-4378-405C-976B-513D18279356}"/>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09B0D650-408B-4846-B4AB-8FD948D441BC}"/>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3A5935C0-DA2F-408D-9A58-BFC24CFF0E32}"/>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886AFC4-962C-46BE-B8F7-27EA79A2BF1B}"/>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F7F770A0-A2D1-40DF-A108-94A7BA8991B4}"/>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EE95C5D-84B0-41C4-A6C4-CC4F6F86ADA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C04CE53-92CE-4BB0-9D2A-67C396D548EF}"/>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E6E3238A-5DDB-4A0D-9BF6-E91AD8001E0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2705455C-CE27-4CAD-9CD0-15D63E209E47}"/>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0E4D68CF-1354-4171-9E22-CDC82F4C0912}"/>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ADB546F5-9028-4461-8E4A-A21CDDEC901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A4060CB8-AFA9-40CA-90D0-AB9F41A21B2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B532E9F4-2D76-434A-90FB-4608591CC4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EDC7D084-9A52-4133-89E4-A453AF01944E}"/>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33B9D274-1A6E-45D0-BA7B-406ECD21D4C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4EF76BEF-C651-4145-87C9-71F6C768EFDC}"/>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98A5A82-4FD7-4DE2-80ED-1E496CF52F97}"/>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48CCA722-5CDD-43ED-BC95-EB71D5591F19}"/>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B70E9923-A35D-4699-ACA9-B9E8E9953391}"/>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0F62F020-088F-4E37-9669-57D52D69C779}"/>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810203E9-0058-445E-B609-539C6D289065}"/>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D9077A82-5312-4362-A852-5B7426F5E5FA}"/>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C269997F-825B-4A53-B23C-26942BE9CE1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A152672C-F686-4085-A493-CBC5F743E6E1}"/>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A33E88F5-4304-4118-9DA4-A271ED8071EF}"/>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A709AC4D-2854-4159-AB73-FF2259EFFE5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DBDBA4B1-A2D7-43B6-ABB3-A259BA63B2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4960352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02A26266-455E-45EE-A80B-CE24482454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22C9B88B-4250-409E-AF36-5ADADEB2C0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B3A95688-1FCC-4957-9338-7BDBD32C96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BBC8829A-B6D3-4845-BFDD-7DF7D9B272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28CAE3A9-8E82-429F-A30B-62174B4314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CC817CF6-0917-4FAD-BEAF-41DA20EF32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622A8239-D452-4A3F-B762-7385353DD74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9451C5DC-7DF8-41EB-9D39-0C129571930F}"/>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57BA2DDB-D094-44D1-A7EB-5D9F68337E43}"/>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28CBC7BA-FCEA-493B-8BA8-006A41635C0B}"/>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6870E08-9286-4A9E-BE02-D69F3153503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F10B79F2-202E-4661-B4AE-E10601B6CD36}"/>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A26061D9-3503-406E-AE33-AC43B4057EF6}"/>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1C21D262-234C-4F9D-AFED-5DB1DC3751DF}"/>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2AC7FEA4-BAE3-4229-8013-FD7A3253DC64}"/>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2ACF9D0-DF24-474F-AC00-F711B097E3F8}"/>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57273D46-486C-4E4E-AA72-3AC89E4A9F46}"/>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662F3E0E-C395-4F35-91CA-B427CDA0E96C}"/>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034728AA-314A-4476-B4F7-496592FF6F9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528EBB0D-6A28-438E-8722-BAF0A3992772}"/>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E87CCF0-EBDB-4D85-94E1-6AA7FE3CC3C1}"/>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693727E5-1774-461C-9241-863DDF65A952}"/>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4787B2F3-585C-4B71-99F0-E6E587B9384E}"/>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FF021F20-E004-4F0A-9C3C-6A3F0FD994C2}"/>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29DB87D3-B4BC-41D1-A5AB-751272640267}"/>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9B4142F1-CD9A-460E-B31E-4939C1265DC3}"/>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3CF6E1B2-76AA-436F-B9C7-4EB1EC741542}"/>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D3EEE2B0-739D-40C5-99C9-36C87D15F3CA}"/>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BAE9B24F-8449-4FA8-96B9-BF197BDFF526}"/>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A9BF2CE8-002E-4A2A-9D25-5775853F81E1}"/>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C491A3BC-ED78-4E88-9C92-38E8209E9835}"/>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7FF7AF7-3E6C-429D-9F1F-336240238DD7}"/>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5049F95E-03F8-4F6E-8416-17969C1DE1B8}"/>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4C69B0C-047A-4E39-84EB-C9CD204FB1D6}"/>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F05B3C1-8C51-46B5-AA6C-563B82DA8FF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20FAD8E4-7515-4B5A-A910-669FC8A0B062}"/>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693D0AE-6244-4971-86DA-0EB5037617E1}"/>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A4C5D42B-7871-4920-A4C7-7B4078969CAB}"/>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947D532C-E4A8-4B24-9AEF-457D26BE2A7C}"/>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08988E6D-2AD1-4A10-A24E-E1281AA45210}"/>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485A5A63-A929-4AEF-91FE-FE94140CDFF2}"/>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B96CCF3C-AE53-4FF0-95ED-141181F4F03F}"/>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C13823DD-F227-4C32-8E5F-7CEFF5D84F4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D087B22D-8F7A-4726-8276-AC59FFF5E63D}"/>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E83D9B6C-82A4-435A-9A45-37E9529AA885}"/>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C1856CEC-23C4-4660-A71C-C67C211DBA3B}"/>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261BB5D6-895E-4126-8AF4-366349B869F3}"/>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5C05D24A-E22E-4C6A-98D0-210BBA233E6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C157F672-8D55-45E6-BF96-AD5E3DD4E2A9}"/>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0A2C6078-0563-475A-B085-3732EEFFEA3E}"/>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0DDC75B-F022-4324-8361-1A2EFC97E091}"/>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091E5493-4E1A-487F-B3EF-BDB75A2F24BA}"/>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400055EC-FB47-4752-BF8D-A0141C0CDC2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A9FFE46-FA7D-4FB3-A000-271BBD48A5CF}"/>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7F3A9344-F082-42F5-8BC5-136F22E3C75A}"/>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330827FC-D70C-451B-B1EC-A44AB57D93EA}"/>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68B81A50-29BE-4165-82DA-DA54D1F88F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97908772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149DFA60-85D4-427C-80CC-9A11AEE8E6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0D59A98B-2104-4A55-B4E1-8F21916799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56B65EA1-ECE1-4379-8FFD-D8FFBF7668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55849977-225E-4C42-AA37-1DCFD63148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E7583537-53CF-45C9-9A4A-A58C07D14E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0C4ED236-F6E4-4899-A813-C36FA05DE0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D0398A6D-FFFC-4808-B875-0AC375C4772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008393D1-BA13-4DA6-B329-8FA14DBF5D95}"/>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F1647136-F9B1-4F98-AA40-286F94C1E215}"/>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327F7F1-8E86-4248-A99E-3C91D03198DD}"/>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E8A0E11-8661-46B4-BF84-6B89AB94FBEE}"/>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EB601DE-DEAF-412F-AADC-DC98E746163D}"/>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3E45C7B8-5BF0-4C70-8B62-CE1C861E188A}"/>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930D5FF-CA98-4B11-8D19-9A7FD8B10A6B}"/>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365b5992bc0c45ef"/>
          </a:graphicData>
        </a:graphic>
      </p:graphicFrame>
      <p:sp>
        <p:nvSpPr>
          <p:cNvPr id="15" name="Python 할당 피크">
            <a:extLst xmlns:a="http://schemas.openxmlformats.org/drawingml/2006/main">
              <a:ext uri="{FF2B5EF4-FFF2-40B4-BE49-F238E27FC236}">
                <a16:creationId xmlns:a16="http://schemas.microsoft.com/office/drawing/2014/main" id="{15196577-0306-4782-9A14-B2D5868A7387}"/>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8AF15E4-A136-451C-9E83-2F47E317E0F7}"/>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E114F62F-DFB1-4B9F-9714-4970CD1398D8}"/>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C6A051E-7CBD-49DB-BA3C-80E16EF891B4}"/>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6AEE7AF4-9735-48E0-9A22-F65BB7E77F2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C60D760C-6C88-47BF-BF30-14208A666288}"/>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ED1D5592-BFD8-49AA-9D24-F09B6CC9EC80}"/>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635BACD3-7BBB-4E1B-B0A8-59C25AD2D226}"/>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7A6086C7-33D9-47D7-B0F3-83EADFD6E1D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5484727-70E7-43AE-BCAD-0386FE723F8E}"/>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4E28D433-5C33-475A-8E4C-EFD355885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26056768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3D629227-BD4F-4095-B0D4-7B2B20BEF0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C468C227-0501-47D7-BFA9-62AA8BF7CB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FB5ABCCF-C918-4281-9D28-CB005AD37B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6285A1B2-0DA1-465B-81D7-D4500B6C04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8180E19F-14F8-4AD9-83D0-F30D9FB038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2396C1B8-D485-4179-ACBE-B5F83B6CB3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37092E20-D7BD-480B-9731-893AC2EA735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6B9A02B8-E1AA-408C-892D-D5BE3647162B}"/>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FD978CC4-8513-48FF-8F26-A180358E715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D339B70-8B56-4767-9206-753E47FAD78A}"/>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B1DEA5D-A9A1-459D-92E5-2271FABD1196}"/>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68FA04BA-7D92-4E13-BAA5-CFDAF4E6DB13}"/>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40A50443-19E4-4C2D-BFFB-6AF38EFF176A}"/>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83D6DA5A-C7DF-49EE-B459-05B61997C23F}"/>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335894A3-95EF-4135-A242-F6BDD3FFEDD1}"/>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467FCB4F-AC53-4682-8FD4-489F6CA30889}"/>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7E273716-DB45-4064-8027-6F29A7633405}"/>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38B68E25-1DE9-4D0D-898A-BF9DC46562AB}"/>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282A07E5-64EA-4144-AAC3-B2260B94CEFD}"/>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D131FC74-E9DC-47DB-99C8-5CC5927C373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D22D014-EF95-438C-AAEC-0C7C3654F1BA}"/>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F4377293-905E-4082-82A4-6FEFF46E676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258A182-3712-4C79-A8B4-56B8EAE2B33C}"/>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3F152F30-6C71-4B51-AE52-998B94685F5D}"/>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59E08FA8-FE42-4260-869E-D98E1AA6366D}"/>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7F9AE2B3-0F6D-4F65-8476-64C7DB1F0346}"/>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41F76FA1-3616-4D1D-8727-B60EF4A5CAC3}"/>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0F5E80AD-0D93-418B-A4F2-3A69F9F7FE9A}"/>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44950AAB-9A84-497E-BFC1-F22771783CE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B68B1CE0-3D23-40F5-AF6D-2350213E17FA}"/>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CDC23CFE-A8ED-4750-99C2-0C3381ADF85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848CED7-C5D1-4898-92DC-CB87231748D5}"/>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B04602F5-589F-4834-9746-958D86506162}"/>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0B82477F-53F0-4D07-ACA0-7CAD64440C4F}"/>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2D834443-9F3C-4CC6-87D4-5B5AE96D9B82}"/>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A7009E0F-834D-4568-A7B1-58D2E8ABD86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3F0AAD65-A7C2-4DF5-9F45-B8228F78F8CA}"/>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AE41AEA3-0586-4AA0-B848-227A28BAAEB6}"/>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A076A964-21C4-486A-9FA1-CB0EA0D084DB}"/>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F41106C-9F39-4EE0-A202-2C24FD8619B6}"/>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404FA9D5-6299-4A25-9409-C605C21683FD}"/>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1F2F95C3-2AAC-4CF4-B2CA-64C036767FBD}"/>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0B91C83-CFB0-4E4C-8663-243F56CBE99A}"/>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7FA1A7A6-34A6-4037-85ED-60FFDC5B7525}"/>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EBE84503-2122-41FA-9762-D71945DC6297}"/>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488649C2-6AD4-4348-91F1-09193AFCF6F9}"/>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3D608C47-4562-4435-AC31-07782F212262}"/>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E569593C-A899-44ED-B5B9-53F17A0336B4}"/>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ED2A766-5266-4F84-9B17-F5F42B728E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291166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2B3AC407-D06C-4DB9-ABD0-53DFBCD6FB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B991DD6F-AF26-4FCE-837D-05578A6F59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57D36CA1-8CFC-4DEE-8AAB-A6EC3A285E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77E0F35-1757-44E2-B60B-F466D80404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C8E60C5E-B77E-43C5-8CD5-2B8A107A0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924DE04C-8252-43AA-BDCD-C614C3A89F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4BD56CE9-6C31-46C5-B736-722CCD9CD13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EBA7C669-5CD7-4168-81B6-6A283C5F0A7C}"/>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19D7D19-5F66-410E-8E0E-3A1A75D63835}"/>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76A1DBC0-1983-49E7-B734-A9BD4412FE1F}"/>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6AD5CB28-54E2-4771-86F7-48945012D4D5}"/>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AC9184EE-0D28-40C6-9493-E89C2BB64968}"/>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0C8255F8-84BC-4CA8-AC8C-0F2A84503C20}"/>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9AA250A9-BF41-4BE4-8026-903B51B671F3}"/>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96AF5BE-A266-4311-A943-6ACA2E04343A}"/>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0109867-2890-4E99-A801-5713FD12EF76}"/>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346E12BC-5486-41BC-BC2B-275C03FC4627}"/>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BACF1D38-F3D7-473D-B55F-EA97BE206CC7}"/>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F95E5334-7469-490C-9330-DE0554B7D78C}"/>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863C02C8-8732-428E-9200-F769B1600621}"/>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10EB3F4F-8C34-49A8-9A32-2E8BDCA79555}"/>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EB17CD76-D797-4C9D-8328-7771E7AE32AE}"/>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B63E92C7-C833-4FC0-B753-A5B5AFB21F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176102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A0C5F768-514B-40A7-B8F6-45831984C1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87C96202-1C16-4D72-8BD6-8525DDC022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E1C31FD3-82EF-4531-A2D1-6366058EF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2378EBE5-8FCC-4B6F-A5D7-C19459874F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B6D55B9E-8EF6-4004-9CF9-F533E53F54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884BF055-E83A-438C-B647-9EFF1A7D52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A302AD7D-07FA-40A0-A865-E8F92FE9838D}"/>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8CA6F61-AACC-490E-A433-8D6247228AB4}"/>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A92F5F43-9D41-44E8-98F0-30185866BAB7}"/>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39ED709B-3FDC-4FD6-BA06-08825522C3B8}"/>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507F8DFA-C44C-44E9-AA02-9A6589D0CBC6}"/>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CBFB7DDD-E2A4-468B-81AA-9541823FD16E}"/>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6EC2DFBC-1B27-4809-9851-67D965229CA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FE2B1C0C-F659-4A77-92A6-5B9279C4702C}"/>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C952AB40-E729-4856-99E0-4493BD97B79E}"/>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7F5DD27D-7D63-4DF4-BBDA-E46E79AFB1BE}"/>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06641F12-C845-4FC4-8D0A-E45CB1E2082D}"/>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4A2302E5-81C6-4D17-94A3-9878D6862164}"/>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6641BDD-4F39-40EE-AFB2-E6375345F47C}"/>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FCA89208-84D1-4339-BFFF-CAD615A0B82A}"/>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8FE7003D-9074-4DC9-B4D9-5C2FFBAA8612}"/>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705B72C3-C9C3-4B78-A5FE-BC6A46B3EB48}"/>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1F59CC37-C506-4F85-ADD2-A3C5BB3060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163291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D13FAD86-2BD2-4FE8-94DA-3A96F6498A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E06C2063-86AB-4D5D-A25F-8E184FFA3D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ACA6207D-730F-4A1A-A34D-1B5184FD9D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69802318-780A-4D5D-BE23-A67E1E6FA6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DA95039-EE70-4219-BDEB-4763E27A1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F0BEFD86-58C0-49A4-BCAE-1A524897FF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328C314B-C683-442B-96E7-6D510B2B895A}"/>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A8711038-2105-4976-9B3D-F3595800B3DC}"/>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8CEA434D-7A3B-4325-B1A3-29B3694A363D}"/>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60B6614C-C3B5-48E1-B64A-3ED64F664EBF}"/>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BD9D4C11-B07A-43E9-81E1-D6D778D2CD62}"/>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F1AB31C2-65C7-4098-BA33-B2AA83FE0D00}"/>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82E8989-0F97-4FD4-A465-FAD8CEFEA5AC}"/>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3A2B4AB1-A414-4F88-B5C3-08C3A7FC6753}"/>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C0615A39-BF5C-4AD9-9212-9894E4D030BC}"/>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7E81DA4-98A7-4014-AD59-772918B08EDF}"/>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F67C5B37-6F4F-48EA-8E12-54908B2AE9F1}"/>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48BE28A0-1392-42CE-8B51-E56D40F3EBD9}"/>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E87CD07E-1BF4-4739-9C9B-9A601B0AAFF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D570F77D-A728-4C6C-970B-C67687AFCE91}"/>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05B9BE4D-9825-4168-ACAB-8C32A225ACF1}"/>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396475A4-41A3-4BCE-A74A-497AF88F876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F112FFC3-AA21-4900-9C9A-A0003435F97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5102C55-8CCA-4105-BABA-911B35008B15}"/>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6345E96D-0689-4370-9539-5523AAB1BF9B}"/>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7D54F2D8-3DE9-4B1C-804A-CA97402A59D9}"/>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FFD0D32B-CEAA-4966-AF64-39D35E8D8DA0}"/>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9E12254-4740-4CA2-8022-4DF3FBDFB8BA}"/>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78B93EEC-8E21-4BF1-B784-EC840556F5AE}"/>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B96425A3-99E3-44DB-A9FA-D97781124E76}"/>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5D5A411B-1E60-4FF3-AEF0-BF3BDD2ECA0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352EA07D-E172-4E98-AFF6-34B93AA3534F}"/>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EA4572D4-05F9-4D64-A336-42BD3C0C2A32}"/>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47537DEC-CCCD-4EF5-843B-D6D6B2F09788}"/>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8FB454A2-D92D-4B75-8A35-EF0191091F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0383556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4CB3B9DB-7A59-4432-9C30-70444DB6D8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914FE258-ECE7-4DAA-B654-6371BFDD82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88853047-ADA0-4059-BC11-AF070BA0FE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64AD5315-6A94-4D41-BBB9-E5AF057231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392376B7-3108-428C-8E3F-CFA41B271C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3511CD1B-AB30-4E61-885A-DD9D7C2165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6F846459-C1FD-4FA4-944B-BF35D654A3CE}"/>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753BB365-2768-453D-B8BD-EB50BA92892E}"/>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D21D3947-0A4B-4FD2-B922-8A03407BB8B7}"/>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92235AF9-8346-430B-A9E1-93C6F5543023}"/>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14DAD5DD-2527-4424-A9A6-C17B9960B151}"/>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3466A38-0BED-44D6-B072-AF9AE0313A7E}"/>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51947504-AD91-488F-81AC-319EB8E416A3}"/>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CABA653D-C9BD-4F9B-AEDD-8BD96CD717B6}"/>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26E1E992-3688-49F4-8476-E3B0ADF9F139}"/>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9931A04E-131F-4756-8AE9-EE13B15C6D15}"/>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72A992B4-CD14-4DE0-854E-E05C9A7D8589}"/>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7EDE9166-9783-49C5-9928-0799884411BE}"/>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19A39731-3263-4BAC-8E1F-C9541BF585E2}"/>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DF87CBCA-583B-4F4B-9696-98087E3785D8}"/>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F225E08-2604-4322-9CE9-363BEECE0884}"/>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ADC91302-A9E8-4419-9F6A-C859E182A2DA}"/>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87FAA4C4-9BB8-4525-B9FE-D9A32258E79A}"/>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6C2B6840-9693-4042-9398-D4283935A39B}"/>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7F046B9E-3C83-4398-9C45-A457F5B694E6}"/>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8BE2F79-0FA5-4F82-97A8-1D48CB02B43A}"/>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A6023B35-BFEC-46A7-B8D4-2237DC1DD0D9}"/>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2CBE7526-0BE3-4E03-A681-805A91E76622}"/>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7051BF4-E2E3-48BD-9084-BF157FC3F3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125917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D35DDDDA-0B4A-4188-AAC2-ECCAA29E62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028D19F7-6B1D-4D2F-A5AA-E859F7D626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5BB04201-2828-4137-B627-5BBB21D001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D6A66A0F-7707-4FE6-9C6D-5458587793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52F140B0-1265-495F-985A-1355CF2653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49770039-3BD2-49E2-9A97-4FCEAA220D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CF0B634E-CDA3-4BC9-996D-63D0C164BBF1}"/>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94720F68-936E-4B52-B73F-A8E7C88ED121}"/>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BC5E05ED-AB2E-4459-9A7C-CD38C750CD65}"/>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25B61D06-EBCE-4531-91F8-25984FA35A5A}"/>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5B92C236-3D0C-47BC-A432-53EE0F389943}"/>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DEFD5CAB-B1CB-4117-9ABD-54D2DCD46710}"/>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65FA5A4-2113-4504-98EB-32A1085D9806}"/>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BA7F8F53-1255-43E6-9C2F-A5645F631D53}"/>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56BBDCEC-0D5A-4CCB-9384-80F9283B459F}"/>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5E2EF5B9-82AB-4096-878A-C3C830BA4484}"/>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3B1A959-F460-4D87-B000-EC9A7A164C11}"/>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8673FE7D-04AD-4C6D-A287-F0E8909A1093}"/>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40FFD4DA-E759-4F06-8C7E-152D733D7E13}"/>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133BF32F-A099-4BF7-9713-857DE2F16734}"/>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9FCDE3D6-4A6C-480E-92A9-543B5E3F389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08DD125F-2931-4FAF-AD70-B089AAE27F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199631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6442FBD0-7005-48C1-8F93-3F7790D7BC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1DC077DF-4706-4223-8738-ED721F97DA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44A30FE4-D403-40F0-B233-CB191D79A8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DF5F9C3E-758C-4C4C-AAAB-39C0FE6D87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9A8EE74-3CC8-4115-8BCC-5D832D32D29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D7AFCEA3-6499-4F0B-8794-5F7A2E5A68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54060D17-4CAF-46B6-B71C-19E4EE90FB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937CD051-0B91-4669-9978-61E267E22793}"/>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1983F6E1-9DC7-46B0-A5FA-B68CB194577F}"/>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7F593B40-1F5F-451B-9149-29E7C2EBEE48}"/>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8BC5381F-436F-48BB-99FF-5773505F2E67}"/>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BBF2F9E1-966A-4693-995F-85EC03ABAEB8}"/>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1E598D01-B03E-4358-A1A2-009F9AF00D56}"/>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B980A3FF-DC10-45ED-A89F-A86CA29B766A}"/>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D6AE855B-6C0A-4E49-B28E-C03AFDD724F3}"/>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18B3B38C-5EE1-475F-8470-7DCDFBA065EE}"/>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0FCD9084-3148-4326-AD86-061D832FF24C}"/>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EC470C5E-96E6-4AFB-9D87-653164A103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3710389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4F47CB9A-C94B-42F5-B680-05D4AC51EE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EE670D0B-DBC0-472A-BB2D-01CD72F582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F6AFEDC5-D992-40D8-8268-E9B5FB93DB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EB982BB2-C305-4637-B100-BD161D7AB6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B8B3A9A1-4860-48A8-BB2F-648C081259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0A9CFA8D-0993-416B-B104-0828A95F34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F8E4458E-1386-4558-8885-3D7575811D9F}"/>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1C56B595-A89A-4373-8CD9-AB207B858608}"/>
              </a:ext>
            </a:extLst>
          </p:cNvPr>
          <p:cNvPicPr>
            <a:picLocks xmlns:a="http://schemas.openxmlformats.org/drawingml/2006/main" noChangeAspect="1"/>
          </p:cNvPicPr>
          <p:nvPr/>
        </p:nvPicPr>
        <p:blipFill>
          <a:blip xmlns:r="http://schemas.openxmlformats.org/officeDocument/2006/relationships" xmlns:a="http://schemas.openxmlformats.org/drawingml/2006/main" r:embed="Rd5d6386023c14fb1"/>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44FE19B2-9C61-42C7-8AE5-2609B90883AD}"/>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8C974D3C-28DF-48CF-AA62-795E5D572BE2}"/>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3F7755BE-7C2B-4185-B556-36AF06CE4B53}"/>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5F000C8-58EE-447B-9264-1068DBA5D74F}"/>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4DDC90F5-6BC7-4E88-83FF-23D8137A1AAA}"/>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39D990A8-1C08-4387-866F-F1CF31680AE3}"/>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9622D596-DDAD-4056-B34B-945603048F4A}"/>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ABB6A6FC-A8C5-4FAD-AEEB-1A4CFABD5F1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AAABB328-A83D-4AF6-A076-A50CD5FC3D50}"/>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5DFFC5DC-A97A-43D3-9EB7-F66053B24452}"/>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9839EE9E-08AE-41C0-A93E-ADF90DED09C6}"/>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E6F376CF-52E5-4B24-BD13-4921CCD6A1DC}"/>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39FB8DC5-5470-4BE3-9030-4E009889969C}"/>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95D69FD4-B696-41D8-8FB2-8F528F88CD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4487430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4B09B3E9-8265-4E79-987E-492F914916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7FA7ACCA-869C-4D0A-A95A-7791A04BA8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50E51D0A-4B5B-4832-8F25-A794DDEA17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9919A1EA-C727-4045-957C-CA9FC0D1D3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6229EED8-9101-41DF-8925-0A98953354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390F2E5F-2D3C-4B14-B40A-A7FE8D7D7E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D349B5A9-6481-4B73-9503-EA120C01825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4ED28589-F3B6-4A16-815A-0A2621E288E0}"/>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02CAA36D-6E14-4C00-8C71-F5DE5B2A5686}"/>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AAF9A634-7DC9-4638-9B9C-DA5F523BF08B}"/>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5148ADCD-877E-4BE5-A3BB-30F009CED4BE}"/>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98B1CE2D-1EAF-4CCC-8C2A-167F31FFA780}"/>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85307AC5-4032-4579-8295-0D7BAA3E281F}"/>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72E3A42F-55F8-48A4-92D4-49B763FEEEAB}"/>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0B431845-EA5E-4544-BDE5-CF4E190DAD2D}"/>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9E375C7E-31EF-4C0B-A327-3A4D453B084B}"/>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335C418F-A061-42D7-82DB-BC72CF4DB802}"/>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96ADB1D3-45E0-44F6-9E7A-3765D2462636}"/>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4F1577E3-8335-4975-813F-90078A6C15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521668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2026-10-23T07:04:18.1110000Z</dcterms:created>
  <dcterms:modified xsi:type="dcterms:W3CDTF">2026-10-23T07:04:18.1110000Z</dcterms:modified>
</coreProperties>
</file>