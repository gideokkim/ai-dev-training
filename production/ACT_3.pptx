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1.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c8fc061d28a74cbd" /><Relationship Type="http://schemas.openxmlformats.org/officeDocument/2006/relationships/extended-properties" Target="/docProps/app.xml" Id="R7d1fc5accea84df5" /><Relationship Type="http://schemas.openxmlformats.org/officeDocument/2006/relationships/officeDocument" Target="/ppt/presentation.xml" Id="R03c573e3f0974df1" /></Relationships>
</file>

<file path=ppt/presentation.xml><?xml version="1.0" encoding="utf-8"?>
<p:presentation xmlns:p="http://schemas.openxmlformats.org/presentationml/2006/main">
  <p:sldMasterIdLst>
    <p:sldMasterId xmlns:r="http://schemas.openxmlformats.org/officeDocument/2006/relationships" id="2147483648" r:id="R6e0a290573f84da0"/>
  </p:sldMasterIdLst>
  <p:notesMasterIdLst>
    <p:notesMasterId xmlns:r="http://schemas.openxmlformats.org/officeDocument/2006/relationships" r:id="R7761120b667344f1"/>
  </p:notesMasterIdLst>
  <p:sldIdLst>
    <p:sldId xmlns:r="http://schemas.openxmlformats.org/officeDocument/2006/relationships" id="256" r:id="R5144ab22b0bc4038"/>
    <p:sldId xmlns:r="http://schemas.openxmlformats.org/officeDocument/2006/relationships" id="257" r:id="Rb8950f3aae694239"/>
    <p:sldId xmlns:r="http://schemas.openxmlformats.org/officeDocument/2006/relationships" id="258" r:id="Re04917e722cd4431"/>
    <p:sldId xmlns:r="http://schemas.openxmlformats.org/officeDocument/2006/relationships" id="259" r:id="R85d7076a86cf4b9f"/>
    <p:sldId xmlns:r="http://schemas.openxmlformats.org/officeDocument/2006/relationships" id="260" r:id="Rdb8c88d4ac9f481a"/>
    <p:sldId xmlns:r="http://schemas.openxmlformats.org/officeDocument/2006/relationships" id="261" r:id="R7ce0b46123f04aed"/>
    <p:sldId xmlns:r="http://schemas.openxmlformats.org/officeDocument/2006/relationships" id="262" r:id="Ref468bc665ec43ca"/>
    <p:sldId xmlns:r="http://schemas.openxmlformats.org/officeDocument/2006/relationships" id="263" r:id="R0711cadbf6ff46cb"/>
    <p:sldId xmlns:r="http://schemas.openxmlformats.org/officeDocument/2006/relationships" id="264" r:id="R78e5246ce385414a"/>
    <p:sldId xmlns:r="http://schemas.openxmlformats.org/officeDocument/2006/relationships" id="265" r:id="R14128ba56c304cf9"/>
    <p:sldId xmlns:r="http://schemas.openxmlformats.org/officeDocument/2006/relationships" id="266" r:id="Ra7faebfe6ebd483d"/>
    <p:sldId xmlns:r="http://schemas.openxmlformats.org/officeDocument/2006/relationships" id="267" r:id="R81ff4c83d36248e9"/>
    <p:sldId xmlns:r="http://schemas.openxmlformats.org/officeDocument/2006/relationships" id="268" r:id="R32489cb5ed3d4134"/>
    <p:sldId xmlns:r="http://schemas.openxmlformats.org/officeDocument/2006/relationships" id="269" r:id="Reeeea491ca7d4992"/>
    <p:sldId xmlns:r="http://schemas.openxmlformats.org/officeDocument/2006/relationships" id="270" r:id="R6be289098fa84c8d"/>
    <p:sldId xmlns:r="http://schemas.openxmlformats.org/officeDocument/2006/relationships" id="271" r:id="R85426c60616b4960"/>
    <p:sldId xmlns:r="http://schemas.openxmlformats.org/officeDocument/2006/relationships" id="272" r:id="R0c015cfeb5474952"/>
    <p:sldId xmlns:r="http://schemas.openxmlformats.org/officeDocument/2006/relationships" id="273" r:id="R25b1826498e34aa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ebd4514e4654db0" /><Relationship Type="http://schemas.openxmlformats.org/officeDocument/2006/relationships/slideMaster" Target="/ppt/slideMasters/slideMaster1.xml" Id="R6e0a290573f84da0" /><Relationship Type="http://schemas.openxmlformats.org/officeDocument/2006/relationships/notesMaster" Target="/ppt/notesMasters/notesMaster1.xml" Id="R7761120b667344f1" /><Relationship Type="http://schemas.openxmlformats.org/officeDocument/2006/relationships/presProps" Target="/ppt/presProps.xml" Id="Rca23ba1338e04729" /><Relationship Type="http://schemas.openxmlformats.org/officeDocument/2006/relationships/tableStyles" Target="/ppt/tableStyles.xml" Id="R2e34d5d507004a6e" /><Relationship Type="http://schemas.openxmlformats.org/officeDocument/2006/relationships/slide" Target="/ppt/slides/slide1.xml" Id="R5144ab22b0bc4038" /><Relationship Type="http://schemas.openxmlformats.org/officeDocument/2006/relationships/slide" Target="/ppt/slides/slide2.xml" Id="Rb8950f3aae694239" /><Relationship Type="http://schemas.openxmlformats.org/officeDocument/2006/relationships/slide" Target="/ppt/slides/slide3.xml" Id="Re04917e722cd4431" /><Relationship Type="http://schemas.openxmlformats.org/officeDocument/2006/relationships/slide" Target="/ppt/slides/slide4.xml" Id="R85d7076a86cf4b9f" /><Relationship Type="http://schemas.openxmlformats.org/officeDocument/2006/relationships/slide" Target="/ppt/slides/slide5.xml" Id="Rdb8c88d4ac9f481a" /><Relationship Type="http://schemas.openxmlformats.org/officeDocument/2006/relationships/slide" Target="/ppt/slides/slide6.xml" Id="R7ce0b46123f04aed" /><Relationship Type="http://schemas.openxmlformats.org/officeDocument/2006/relationships/slide" Target="/ppt/slides/slide7.xml" Id="Ref468bc665ec43ca" /><Relationship Type="http://schemas.openxmlformats.org/officeDocument/2006/relationships/slide" Target="/ppt/slides/slide8.xml" Id="R0711cadbf6ff46cb" /><Relationship Type="http://schemas.openxmlformats.org/officeDocument/2006/relationships/slide" Target="/ppt/slides/slide9.xml" Id="R78e5246ce385414a" /><Relationship Type="http://schemas.openxmlformats.org/officeDocument/2006/relationships/slide" Target="/ppt/slides/slide10.xml" Id="R14128ba56c304cf9" /><Relationship Type="http://schemas.openxmlformats.org/officeDocument/2006/relationships/slide" Target="/ppt/slides/slide11.xml" Id="Ra7faebfe6ebd483d" /><Relationship Type="http://schemas.openxmlformats.org/officeDocument/2006/relationships/slide" Target="/ppt/slides/slide12.xml" Id="R81ff4c83d36248e9" /><Relationship Type="http://schemas.openxmlformats.org/officeDocument/2006/relationships/slide" Target="/ppt/slides/slide13.xml" Id="R32489cb5ed3d4134" /><Relationship Type="http://schemas.openxmlformats.org/officeDocument/2006/relationships/slide" Target="/ppt/slides/slide14.xml" Id="Reeeea491ca7d4992" /><Relationship Type="http://schemas.openxmlformats.org/officeDocument/2006/relationships/slide" Target="/ppt/slides/slide15.xml" Id="R6be289098fa84c8d" /><Relationship Type="http://schemas.openxmlformats.org/officeDocument/2006/relationships/slide" Target="/ppt/slides/slide16.xml" Id="R85426c60616b4960" /><Relationship Type="http://schemas.openxmlformats.org/officeDocument/2006/relationships/slide" Target="/ppt/slides/slide17.xml" Id="R0c015cfeb5474952" /><Relationship Type="http://schemas.openxmlformats.org/officeDocument/2006/relationships/slide" Target="/ppt/slides/slide18.xml" Id="R25b1826498e34aa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d2b2098367642c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7e4ea282242412c" /><Relationship Type="http://schemas.openxmlformats.org/officeDocument/2006/relationships/notesMaster" Target="/ppt/notesMasters/notesMaster1.xml" Id="Rf89a0f2b218f4f4c" /></Relationships>
</file>

<file path=ppt/notesSlides/_rels/notesSlide2.xml.rels>&#65279;<?xml version="1.0" encoding="utf-8"?><Relationships xmlns="http://schemas.openxmlformats.org/package/2006/relationships"><Relationship Type="http://schemas.openxmlformats.org/officeDocument/2006/relationships/slide" Target="/ppt/slides/slide2.xml" Id="R06a274ff207b46a4" /><Relationship Type="http://schemas.openxmlformats.org/officeDocument/2006/relationships/notesMaster" Target="/ppt/notesMasters/notesMaster1.xml" Id="Ra00f1ba23ccf4955" /></Relationships>
</file>

<file path=ppt/notesSlides/_rels/notesSlide3.xml.rels>&#65279;<?xml version="1.0" encoding="utf-8"?><Relationships xmlns="http://schemas.openxmlformats.org/package/2006/relationships"><Relationship Type="http://schemas.openxmlformats.org/officeDocument/2006/relationships/slide" Target="/ppt/slides/slide3.xml" Id="R403c9310bc734a4f" /><Relationship Type="http://schemas.openxmlformats.org/officeDocument/2006/relationships/notesMaster" Target="/ppt/notesMasters/notesMaster1.xml" Id="Rcc5a8f50557a4acc" /></Relationships>
</file>

<file path=ppt/notesSlides/_rels/notesSlide4.xml.rels>&#65279;<?xml version="1.0" encoding="utf-8"?><Relationships xmlns="http://schemas.openxmlformats.org/package/2006/relationships"><Relationship Type="http://schemas.openxmlformats.org/officeDocument/2006/relationships/slide" Target="/ppt/slides/slide4.xml" Id="R7d83b992998a41ee" /><Relationship Type="http://schemas.openxmlformats.org/officeDocument/2006/relationships/notesMaster" Target="/ppt/notesMasters/notesMaster1.xml" Id="R849dafde46f44cc3" /></Relationships>
</file>

<file path=ppt/notesSlides/_rels/notesSlide5.xml.rels>&#65279;<?xml version="1.0" encoding="utf-8"?><Relationships xmlns="http://schemas.openxmlformats.org/package/2006/relationships"><Relationship Type="http://schemas.openxmlformats.org/officeDocument/2006/relationships/slide" Target="/ppt/slides/slide5.xml" Id="R8486c4bc82c04af5" /><Relationship Type="http://schemas.openxmlformats.org/officeDocument/2006/relationships/notesMaster" Target="/ppt/notesMasters/notesMaster1.xml" Id="R3bb85b275d0b44bf" /></Relationships>
</file>

<file path=ppt/notesSlides/_rels/notesSlide6.xml.rels>&#65279;<?xml version="1.0" encoding="utf-8"?><Relationships xmlns="http://schemas.openxmlformats.org/package/2006/relationships"><Relationship Type="http://schemas.openxmlformats.org/officeDocument/2006/relationships/slide" Target="/ppt/slides/slide6.xml" Id="Rdb704a6b639b477b" /><Relationship Type="http://schemas.openxmlformats.org/officeDocument/2006/relationships/notesMaster" Target="/ppt/notesMasters/notesMaster1.xml" Id="Re87d56a6e9154094" /></Relationships>
</file>

<file path=ppt/notesSlides/_rels/notesSlide7.xml.rels>&#65279;<?xml version="1.0" encoding="utf-8"?><Relationships xmlns="http://schemas.openxmlformats.org/package/2006/relationships"><Relationship Type="http://schemas.openxmlformats.org/officeDocument/2006/relationships/slide" Target="/ppt/slides/slide7.xml" Id="R8311213a9cd844a0" /><Relationship Type="http://schemas.openxmlformats.org/officeDocument/2006/relationships/notesMaster" Target="/ppt/notesMasters/notesMaster1.xml" Id="R5f0319e2ac854799" /></Relationships>
</file>

<file path=ppt/notesSlides/_rels/notesSlide8.xml.rels>&#65279;<?xml version="1.0" encoding="utf-8"?><Relationships xmlns="http://schemas.openxmlformats.org/package/2006/relationships"><Relationship Type="http://schemas.openxmlformats.org/officeDocument/2006/relationships/slide" Target="/ppt/slides/slide8.xml" Id="R85954c29c6154926" /><Relationship Type="http://schemas.openxmlformats.org/officeDocument/2006/relationships/notesMaster" Target="/ppt/notesMasters/notesMaster1.xml" Id="R9b280f57bfb74f08" /></Relationships>
</file>

<file path=ppt/notesSlides/_rels/notesSlide9.xml.rels>&#65279;<?xml version="1.0" encoding="utf-8"?><Relationships xmlns="http://schemas.openxmlformats.org/package/2006/relationships"><Relationship Type="http://schemas.openxmlformats.org/officeDocument/2006/relationships/slide" Target="/ppt/slides/slide9.xml" Id="R2aa803e6b99b4982" /><Relationship Type="http://schemas.openxmlformats.org/officeDocument/2006/relationships/notesMaster" Target="/ppt/notesMasters/notesMaster1.xml" Id="R463efc9327b6475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87fe17e354a4e0a" /><Relationship Type="http://schemas.openxmlformats.org/officeDocument/2006/relationships/notesMaster" Target="/ppt/notesMasters/notesMaster1.xml" Id="R355a26b2197c40c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54694906caf4251" /><Relationship Type="http://schemas.openxmlformats.org/officeDocument/2006/relationships/notesMaster" Target="/ppt/notesMasters/notesMaster1.xml" Id="Re46dc46b090d44c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7d06417eb3d4fb1" /><Relationship Type="http://schemas.openxmlformats.org/officeDocument/2006/relationships/notesMaster" Target="/ppt/notesMasters/notesMaster1.xml" Id="R20d51ddde9f649b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9321fded77f49db" /><Relationship Type="http://schemas.openxmlformats.org/officeDocument/2006/relationships/notesMaster" Target="/ppt/notesMasters/notesMaster1.xml" Id="Rf467961b6bee481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7e60c44b9be4816" /><Relationship Type="http://schemas.openxmlformats.org/officeDocument/2006/relationships/notesMaster" Target="/ppt/notesMasters/notesMaster1.xml" Id="R8b6f1f8210d043c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989d887a1254df8" /><Relationship Type="http://schemas.openxmlformats.org/officeDocument/2006/relationships/notesMaster" Target="/ppt/notesMasters/notesMaster1.xml" Id="R06b8cac1fb204f9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81c8422fa604bf8" /><Relationship Type="http://schemas.openxmlformats.org/officeDocument/2006/relationships/notesMaster" Target="/ppt/notesMasters/notesMaster1.xml" Id="Rff7bff47510843b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c63789ca94c43d5" /><Relationship Type="http://schemas.openxmlformats.org/officeDocument/2006/relationships/notesMaster" Target="/ppt/notesMasters/notesMaster1.xml" Id="Reb9c2b8ac2614cf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7e74f4a2e464754" /><Relationship Type="http://schemas.openxmlformats.org/officeDocument/2006/relationships/notesMaster" Target="/ppt/notesMasters/notesMaster1.xml" Id="R5fdc3bf07d7a4c1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두 실제 요청에 같은 절차가 반복됐다</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S49의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S50, production/preview/act3/S50.png 및 production/preview/full/S50.png.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테스트 명령을 언제 쓰고 무엇을 판단할까?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S50의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S52의 이번 목표·프로젝트 기준·수행 방법 결합으로 넘어간다.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S52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S51, production/preview/act3/S51.png 및 production/preview/full/S51.png.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목표·기준·방법을 한 작업에 적용한다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S51에서 명령의 사용 시점·판단 기준까지 정한 방법을 봤음을 한 문장으로 회수한다. 상단 이번 목표 ‘normalize 성능을 조사해줘’를 읽고, 아래 작업 영역으로 들어가는 연결을 짚는다. S51의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S53에서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S51 회수·목표1, 기준·한 작업1.5, 방법 적용1.5, S53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S52, production/preview/act3/S52.png 및 production/preview/full/S52.png.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반복 절차를 Skill로 모으는 이유</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S52의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S52의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S51에서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S54의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S54에서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S52 회수0.75, 요청/기준 구분1, 공통 Skill과 관리 이유1.25, 선택 범위/S54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S53, production/preview/act3/S53.png 및 production/preview/full/S53.png.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Skill 발견·호출·본문 포함의 근거</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S53의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S55에서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S55로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S53 회수·업무 목적0.75, 목록1, 요청1, trace1.5, 범위·S55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S54, production/preview/act3/S54.png 및 production/preview/full/S54.png.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Skill 지침과 실제 작업 기록의 대응</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S54의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S56에서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S54의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S57–S58로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 “지침과 실제 작업 기록의 대응은 확인했습니다. 이 Skill에 재사용할 절차와 이번 근거로 판단할 답을 어떻게 나눌까요?”</a:t>
            </a:r>
          </a:p>
          <a:p xmlns:a="http://schemas.openxmlformats.org/drawingml/2006/main">
            <a:r>
              <a:t/>
            </a:r>
          </a:p>
          <a:p xmlns:a="http://schemas.openxmlformats.org/drawingml/2006/main">
            <a:r>
              <a:t>Time Management: Demo3분(본문 포함 회수0.5, 기준선0.75, 계획·diff0.75, 검증1) + Case3분(근거 구분·요청 책임1.5, 범위·S56 연결1.5). 지연 시 명령과 테스트 이름을 낭독하지 않고 행별 대응을 짚는다. 조건부 계획, 입력/수행 구분, 단독 효과 미입증은 생략하지 않는다. 6분에 S56으로 이동한다.</a:t>
            </a:r>
          </a:p>
          <a:p xmlns:a="http://schemas.openxmlformats.org/drawingml/2006/main">
            <a:r>
              <a:t/>
            </a:r>
          </a:p>
          <a:p xmlns:a="http://schemas.openxmlformats.org/drawingml/2006/main">
            <a:r>
              <a:t>Fallback: LOCAL STATIC ARTIFACT — production/ACT_3.pptx의 S55, production/preview/act3/S55.png 및 production/preview/full/S55.png.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절차는 재사용하고, 답은 근거로 정한다</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S55의 지침·수행 기록 대응을 회수한다. 이번에는 개별 실행 결과를 다시 읽기보다, 다음 작업에도 유지할 방법과 매번 근거로 채울 답을 구분한다.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S57에서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S57/S58보다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S55 회수0.5, 재사용 방법0.75, 이번 근거·답1, 채택/보류와 S57 연결0.75. 지연 시 지침 원문과 세 질문을 전부 낭독하지 않는다. 허용된 보류와 실제 결과의 구분은 생략하지 않고3분에 S57으로 이동한다.</a:t>
            </a:r>
          </a:p>
          <a:p xmlns:a="http://schemas.openxmlformats.org/drawingml/2006/main">
            <a:r>
              <a:t/>
            </a:r>
          </a:p>
          <a:p xmlns:a="http://schemas.openxmlformats.org/drawingml/2006/main">
            <a:r>
              <a:t>Fallback: LOCAL STATIC ARTIFACT — production/ACT_3.pptx의 S56, production/preview/act3/S56.png 및 production/preview/full/S56.png.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낮은 할당량만으로 고르지 않았다</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낮은 할당량만으로 고르지 않았다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“두 후보 모두 결과를 지키고 할당량도 낮다면, 무엇을 더 확인해야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S56의 ‘이번 근거로 어떤 구현을 선택할까?’를 회수한다. 이제 밝기 통계 작업에서 실제로 선택한 후보를 본다.</a:t>
            </a:r>
          </a:p>
          <a:p xmlns:a="http://schemas.openxmlformats.org/drawingml/2006/main">
            <a:r>
              <a:t>2. (0:45–1:45) 위쪽 공통 조건만 가리킨다. 후보 비교에서 두 구현 모두 결과 6항목을 보존했고, 기존 평탄화 구현보다 traced Python 할당 피크가 낮았다. 낮은 할당량만으로 선택을 끝내지 않았다.</a:t>
            </a:r>
          </a:p>
          <a:p xmlns:a="http://schemas.openxmlformats.org/drawingml/2006/main">
            <a:r>
              <a:t>3. (1:45–3:15) 위쪽 수동 순회 행을 왼쪽에서 오른쪽으로 짚은 뒤 아래 선택한 행을 읽는다. 두 후보의 실행시간은 달랐고, 느린 수동 순회를 제외하고 더 빠른 행 단위 내장 연산을 골랐다. 색과 함께 ‘제외’/‘선택’ 단어가 판단을 표시한다.</a:t>
            </a:r>
          </a:p>
          <a:p xmlns:a="http://schemas.openxmlformats.org/drawingml/2006/main">
            <a:r>
              <a:t>4. (3:15–4:15) 수동 순회는 Python 코드로 픽셀을 하나씩 계산하는 후보이고, 선택한 후보는 각 행에 내장 min/max/sum을 사용한다. 세 차례 행 순회를 유지하면서 큰 임시 리스트를 없앤 trade-off다. 알고리즘 강의나 다른 언어의 성능 법칙으로 확장하지 않는다.</a:t>
            </a:r>
          </a:p>
          <a:p xmlns:a="http://schemas.openxmlformats.org/drawingml/2006/main">
            <a:r>
              <a:t>5. (4:15–5:00) 이 장은 TRIAL-008의 후보 선택 기록이다. Skill의 단독 효과를 입증한 비교가 아니다. 다음 S58에서 실제 제품 상태에 반영한 변경을 별도 기준으로 확인한다.</a:t>
            </a:r>
          </a:p>
          <a:p xmlns:a="http://schemas.openxmlformats.org/drawingml/2006/main">
            <a:r>
              <a:t/>
            </a:r>
          </a:p>
          <a:p xmlns:a="http://schemas.openxmlformats.org/drawingml/2006/main">
            <a:r>
              <a:t>Evidence / Source: `plan/DEMO_MATRIX.md` TRIAL-008의 Investigation, Plan, Decision, Implementation 및 `plan/CLAIM_FREEZE.md`의 후보 비교 범위. 대상은 image_statistics, deterministic synthetic 1024×768 image (786,432 pixels, max255), CPython3.9.6 / macOS26.6.2 arm64. 같은 여섯 결과(width, height, pixel_count, minimum, maximum, mean)를 대조했다. 원자료는 기존 평탄화, row reductions, manual Python single pass를 비교한다. 화면은 선택 판단에 필요한 두 변경 후보를 요약하고 기존 구현을 할당량 비교 기준으로 둔다. 기존 수치·raw record는 원자료에 보존한다.</a:t>
            </a:r>
          </a:p>
          <a:p xmlns:a="http://schemas.openxmlformats.org/drawingml/2006/main">
            <a:r>
              <a:t/>
            </a:r>
          </a:p>
          <a:p xmlns:a="http://schemas.openxmlformats.org/drawingml/2006/main">
            <a:r>
              <a:t>Claim Boundary: 정확한 후보 시간·할당량 수치는 이 장에 표시하지 않는다. ‘더 느림/더 빠름’은 화면의 두 후보 사이 비교이고 ‘기존보다 낮은 할당 피크’는 기존 평탄화 구현과의 비교다. Python tracemalloc 관찰 피크는 process RSS나 전체 시스템 메모리가 아니다. 후보 비교를 S58의 formal STATE-04/STATE-04-PERF 측정과 섞지 않는다. Skill이 알고리즘을 공급했거나 단독으로 결과를 일으켰다고 말하지 않는다. 현재 제품 재현·일반적 성능 보장·새 Trial 주장은 없다.</a:t>
            </a:r>
          </a:p>
          <a:p xmlns:a="http://schemas.openxmlformats.org/drawingml/2006/main">
            <a:r>
              <a:t/>
            </a:r>
          </a:p>
          <a:p xmlns:a="http://schemas.openxmlformats.org/drawingml/2006/main">
            <a:r>
              <a:t>Beginner Explanation: 결과가 같은지와 할당량을 확인한 뒤에도 실행시간을 비교해야 했다. 같은 기준을 통과한 후보 중 이번 근거가 뒷받침하는 구현을 선택했다.</a:t>
            </a:r>
          </a:p>
          <a:p xmlns:a="http://schemas.openxmlformats.org/drawingml/2006/main">
            <a:r>
              <a:t/>
            </a:r>
          </a:p>
          <a:p xmlns:a="http://schemas.openxmlformats.org/drawingml/2006/main">
            <a:r>
              <a:t>Advanced Insight: 수동 단일 순회의 낮은 할당량만으로는 변경을 정당화하지 못했다. Python 내장 연산의 행 단위 반복과 직접 루프의 trade-off를 이 workload에서 측정했다. Candidate comparison과 제품 상태 전후 측정은 별도 Evidence다.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기록 요약 — 공통 조건, 위쪽 수동 순회, 아래쪽 선택한 후보 순으로 가리킨다. 동등한 길이의 연결선은 관찰 요약과 판단의 관계이며 비율이나 실행시간을 나타내는 막대가 아니다. 구현 코드·정확한 후보 수치·현재 제품 실행을 추가하지 않는다. Case5분은 DEMO-03의8 Demo분에 포함하지 않는다.</a:t>
            </a:r>
          </a:p>
          <a:p xmlns:a="http://schemas.openxmlformats.org/drawingml/2006/main">
            <a:r>
              <a:t/>
            </a:r>
          </a:p>
          <a:p xmlns:a="http://schemas.openxmlformats.org/drawingml/2006/main">
            <a:r>
              <a:t>Audience Interaction: 위쪽 공통 조건에서 Opening Question을 던지고 잠깐 생각할 시간을 둔다. 화면에 이미 선택이 보이므로 숨긴 결과를 맞히는 퀴즈로 진행하지 않는다. 공개 답변·실습·추가 Q&amp;A 시간은 요구하지 않는다.</a:t>
            </a:r>
          </a:p>
          <a:p xmlns:a="http://schemas.openxmlformats.org/drawingml/2006/main">
            <a:r>
              <a:t/>
            </a:r>
          </a:p>
          <a:p xmlns:a="http://schemas.openxmlformats.org/drawingml/2006/main">
            <a:r>
              <a:t>Transition: “후보 선택 기록을 남기고, 실제 제품 상태에 반영한 변경을 별도의 기준에서 확인하겠습니다.”</a:t>
            </a:r>
          </a:p>
          <a:p xmlns:a="http://schemas.openxmlformats.org/drawingml/2006/main">
            <a:r>
              <a:t/>
            </a:r>
          </a:p>
          <a:p xmlns:a="http://schemas.openxmlformats.org/drawingml/2006/main">
            <a:r>
              <a:t>Time Management: Case5분: S56 회수0.75, 공통 조건1, 두 후보·선택1.5, trade-off1, 범위·S58 전환0.75. 지연 시 함수명·결과 여섯 필드 낭독을 생략한다. 두 비교 기준과 후보/제품 상태 구분은 유지하고5분에 S58로 이동한다.</a:t>
            </a:r>
          </a:p>
          <a:p xmlns:a="http://schemas.openxmlformats.org/drawingml/2006/main">
            <a:r>
              <a:t/>
            </a:r>
          </a:p>
          <a:p xmlns:a="http://schemas.openxmlformats.org/drawingml/2006/main">
            <a:r>
              <a:t>Fallback: LOCAL STATIC ARTIFACT — production/ACT_3.pptx의 S57, production/preview/act3/S57.png 및 production/preview/full/S57.png. 실제 실행 화면이 아닌 보존된 후보 비교 기록의 시각적 요약이다. 현재 제품·Demo repository를 실행하지 않는다. 최신 파일·내장 Notes 대조는 production/evaluation/S57_CANDIDATE_SELECTION_REVISION.md를 따른다.</a:t>
            </a:r>
          </a:p>
          <a:p xmlns:a="http://schemas.openxmlformats.org/drawingml/2006/main">
            <a:r>
              <a:t/>
            </a:r>
          </a:p>
          <a:p xmlns:a="http://schemas.openxmlformats.org/drawingml/2006/main">
            <a:r>
              <a:t>Validation Status: ALIGNED — DEC-0069의19필드·Case5분·후보 비교 범위를 정렬했다. 최종 로컬 렌더와 Notes 대조는 production/evaluation/S57_CANDIDATE_SELECTION_REVISION.md에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선택한 변경을 같은 조건에서 검증했다</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선택한 변경을 같은 조건에서 검증했다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코드 변경의 동작과 성능을 어떤 근거로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장의 후보 비교와 정식 STATE-04 기준에서 반영한 제품 변경의 측정을 구분한다.</a:t>
            </a:r>
          </a:p>
          <a:p xmlns:a="http://schemas.openxmlformats.org/drawingml/2006/main">
            <a:r>
              <a:t>2. (1:00–2:30) 기존0축 native chart의 중앙값15.468→10.769ms/call을 동일 입력·상태별7회 측정으로 설명한다.</a:t>
            </a:r>
          </a:p>
          <a:p xmlns:a="http://schemas.openxmlformats.org/drawingml/2006/main">
            <a:r>
              <a:t>3. (2:30–3:30) 별도 tracemalloc 호출의6,675,804→380bytes와 임시 평탄화 리스트 제거를 연결하되 RSS나 전체 메모리 절감으로 확대하지 않는다.</a:t>
            </a:r>
          </a:p>
          <a:p xmlns:a="http://schemas.openxmlformats.org/drawingml/2006/main">
            <a:r>
              <a:t>4. (3:30–5:00) 함수 테스트1/1, 전체11/11, CLI, 입력·결과6항목 확인과 기록된 범위를 설명한다. Harness/Skill 단독 원인이 아니라 코드 변경 결과다.</a:t>
            </a:r>
          </a:p>
          <a:p xmlns:a="http://schemas.openxmlformats.org/drawingml/2006/main">
            <a:r>
              <a:t/>
            </a:r>
          </a:p>
          <a:p xmlns:a="http://schemas.openxmlformats.org/drawingml/2006/main">
            <a:r>
              <a:t>Evidence / Source: `plan/DEMO_MATRIX.md` STEP 07 §§191–200, STATE-04 → STATE-04-PERF; `plan/CLAIM_FREEZE.md` §8; DEC-0019. Baseline `822f1c12c5f602d934a2fd29e48f05bf498b4bfa`, result `6153b81c0187dd7d82c88bd1817fb683c98eb431`; `image_statistics`; deterministic synthetic 1024×768, 786,432 pixels, max255; CPython3.9.6 / macOS26.6.2 arm64; same input fingerprint, seven one-call samples per state. Median 15.468→10.769 ms/call; separate tracemalloc call peak 6,675,804→380 bytes; six-field result guard, focused1/1, full11/11, CLI smoke PASS. TRIAL-008 is candidate history only.</a:t>
            </a:r>
          </a:p>
          <a:p xmlns:a="http://schemas.openxmlformats.org/drawingml/2006/main">
            <a:r>
              <a:t/>
            </a:r>
          </a:p>
          <a:p xmlns:a="http://schemas.openxmlformats.org/drawingml/2006/main">
            <a:r>
              <a:t>Claim Boundary: 숫자는 이 입력, 코드 경로, host, runtime, 측정 조건에 한정한다. `tracemalloc`은 Python allocation peak이지 RSS가 아니다. Harness나 Skill이 성능 향상을 일으켰다고 하지 않는다. DEC-0062는 기존 관찰·측정 조건과 효과 미입증 경계를 유지한다.</a:t>
            </a:r>
          </a:p>
          <a:p xmlns:a="http://schemas.openxmlformats.org/drawingml/2006/main">
            <a:r>
              <a:t/>
            </a:r>
          </a:p>
          <a:p xmlns:a="http://schemas.openxmlformats.org/drawingml/2006/main">
            <a:r>
              <a:t>Beginner Explanation: 바뀐 코드가 맞는지 Test와 같은 benchmark로 확인한 기록이 있다.</a:t>
            </a:r>
          </a:p>
          <a:p xmlns:a="http://schemas.openxmlformats.org/drawingml/2006/main">
            <a:r>
              <a:t/>
            </a:r>
          </a:p>
          <a:p xmlns:a="http://schemas.openxmlformats.org/drawingml/2006/main">
            <a:r>
              <a:t>Advanced Insight: Observed product change와 시스템 구성요소의 단독 인과를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native 실행시간 chart와 Python 할당 피크·검증 행을 유지하고 제목/요약을 한국어 판단 중심으로 정렬한다.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측정 단계1, 실행시간1.5, 할당량1, 동작 확인·한계·전환1.5.</a:t>
            </a:r>
          </a:p>
          <a:p xmlns:a="http://schemas.openxmlformats.org/drawingml/2006/main">
            <a:r>
              <a:t/>
            </a:r>
          </a:p>
          <a:p xmlns:a="http://schemas.openxmlformats.org/drawingml/2006/main">
            <a:r>
              <a:t>Fallback: LOCAL STATIC ARTIFACT — production/ACT_3.pptx / S58, production/preview/act3/S58.png 및 production/preview/full/S58.png.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독립 조사를 나누면 무엇이 달라질까?</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독립 조사를 나누면 무엇이 달라질까?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“한 Agent에 모인 조사 중 서로 기다리지 않아도 되는 부분은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화면은 실제 Demo가 아닌 C++ Vision 독립 조사 가정임을 먼저 밝힌다. Subagent는 역할별로 필요한 Context를 나눠 조사하는 방식으로 설명한다.</a:t>
            </a:r>
          </a:p>
          <a:p xmlns:a="http://schemas.openxmlformats.org/drawingml/2006/main">
            <a:r>
              <a:t>2. (1:00–3:00 / Demo) 성능 경로·빌드·테스트 조사가 서로 기다리지 않아도 된다는 가정과 주 Agent의 결과 통합을 연결한다. 결과 형식·전달 지점·책임, 조정·중복·Context 전달·통합 비용을 설명한다.</a:t>
            </a:r>
          </a:p>
          <a:p xmlns:a="http://schemas.openxmlformats.org/drawingml/2006/main">
            <a:r>
              <a:t>3. (3:00–4:00 / Q&amp;A) 어떤 조사들이 실제로 독립적인지 선택 질문을 받는다. 답변은 강제하지 않고 무질문이면 독립성 확인을 회수한다.</a:t>
            </a:r>
          </a:p>
          <a:p xmlns:a="http://schemas.openxmlformats.org/drawingml/2006/main">
            <a:r>
              <a:t/>
            </a:r>
          </a:p>
          <a:p xmlns:a="http://schemas.openxmlformats.org/drawingml/2006/main">
            <a:r>
              <a:t>Evidence / Source: TEACHING_MODEL / CONCEPTUAL — 기존 S60의 C++ 독립 조사 가정과 BEAT-023–025 / INV-MATURITY-007. DEC-0018의 실제 보류 판단은 S60으로 옮겨 유지한다. 새 Subagent 실행은 없다.</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a:t>
            </a:r>
          </a:p>
          <a:p xmlns:a="http://schemas.openxmlformats.org/drawingml/2006/main">
            <a:r>
              <a:t/>
            </a:r>
          </a:p>
          <a:p xmlns:a="http://schemas.openxmlformats.org/drawingml/2006/main">
            <a:r>
              <a:t>Beginner Explanation: 역할별 Agent가 필요한 Context로 독립 조사를 맡고 주 Agent가 결과를 모으는 방식을 가정해 본다.</a:t>
            </a:r>
          </a:p>
          <a:p xmlns:a="http://schemas.openxmlformats.org/drawingml/2006/main">
            <a:r>
              <a:t/>
            </a:r>
          </a:p>
          <a:p xmlns:a="http://schemas.openxmlformats.org/drawingml/2006/main">
            <a:r>
              <a:t>Advanced Insight: Context 격리·역할 독립성이 주는 가치와 조정·중복 조사·Context 전달·결과 통합 비용을 함께 판단한다. 병렬 이득은 측정하지 않았다.</a:t>
            </a:r>
          </a:p>
          <a:p xmlns:a="http://schemas.openxmlformats.org/drawingml/2006/main">
            <a:r>
              <a:t/>
            </a:r>
          </a:p>
          <a:p xmlns:a="http://schemas.openxmlformats.org/drawingml/2006/main">
            <a:r>
              <a:t>C++ Vision Bridge: CONTEXTUAL — 기존 C++ 성능 경로·빌드 환경·테스트 구조의 독립 조사 가정이다. 실제 C++ 구현이나 Subagent 실행은 아니다.</a:t>
            </a:r>
          </a:p>
          <a:p xmlns:a="http://schemas.openxmlformats.org/drawingml/2006/main">
            <a:r>
              <a:t/>
            </a:r>
          </a:p>
          <a:p xmlns:a="http://schemas.openxmlformats.org/drawingml/2006/main">
            <a:r>
              <a:t>Demo Operation: 정적 기본 경로 — 명시적 CONCEPTUAL C++ 성능/빌드/테스트 독립 조사 세 패널 → 주 Agent의 통합·최종 검토. 미측정 이득을 표시하지 않는다.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Q&amp;A는 무질문 예비 질문과 cutoff를 적용한다.</a:t>
            </a:r>
          </a:p>
          <a:p xmlns:a="http://schemas.openxmlformats.org/drawingml/2006/main">
            <a:r>
              <a:t/>
            </a:r>
          </a:p>
          <a:p xmlns:a="http://schemas.openxmlformats.org/drawingml/2006/main">
            <a:r>
              <a:t>Transition: “그 기준을 방금 밝기 통계 작업에 적용하면, 나누는 것이 필요했을까요?”</a:t>
            </a:r>
          </a:p>
          <a:p xmlns:a="http://schemas.openxmlformats.org/drawingml/2006/main">
            <a:r>
              <a:t/>
            </a:r>
          </a:p>
          <a:p xmlns:a="http://schemas.openxmlformats.org/drawingml/2006/main">
            <a:r>
              <a:t>Time Management: Demo3분(VISUAL 가정) → Q&amp;A1분. 실제 실행·병렬 이득 측정·Live 사용법을 추가하지 않는다.</a:t>
            </a:r>
          </a:p>
          <a:p xmlns:a="http://schemas.openxmlformats.org/drawingml/2006/main">
            <a:r>
              <a:t/>
            </a:r>
          </a:p>
          <a:p xmlns:a="http://schemas.openxmlformats.org/drawingml/2006/main">
            <a:r>
              <a:t>Fallback: LOCAL STATIC ARTIFACT — production/ACT_3.pptx / S59, production/preview/act3/S59.png 및 production/preview/full/S59.png.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이번 작업은 나눌 근거가 충분했을까?</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이번 작업은 나눌 근거가 충분했을까?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“밝기 통계 작업의 조사·변경·검증을 실제로 독립시킬 수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앞 장의 독립성·필요 Context·전달 형식·통합 책임 기준을 회수한다.</a:t>
            </a:r>
          </a:p>
          <a:p xmlns:a="http://schemas.openxmlformats.org/drawingml/2006/main">
            <a:r>
              <a:t>2. (1:00–3:00 / Demo) 현재 작업의 조사→변경→검증이 같은 성능 경로와 명세를 공유하고 앞 결과에 의존함을 도식으로 설명한다. DEC-0018 판단을 읽는 정적 visual이며 Agent 실행이 아니다.</a:t>
            </a:r>
          </a:p>
          <a:p xmlns:a="http://schemas.openxmlformats.org/drawingml/2006/main">
            <a:r>
              <a:t>3. (3:00–4:00 / Q&amp;A) 현재 추가하지 않았다는 결론과 일반적으로 불필요하다는 주장을 구분한다. 질문이 없으면 조정·중복·전달·통합 비용을 짧게 회수한다.</a:t>
            </a:r>
          </a:p>
          <a:p xmlns:a="http://schemas.openxmlformats.org/drawingml/2006/main">
            <a:r>
              <a:t/>
            </a:r>
          </a:p>
          <a:p xmlns:a="http://schemas.openxmlformats.org/drawingml/2006/main">
            <a:r>
              <a:t>Evidence / Source: DEC-0018, STATE-04/STATE-04-PERF 작업 복잡도 점검, BEAT-023–025. 기존 S59의 실제 추가하지 않음 판단을 보존한다. OBSERVED_PRODUCT / TEACHING_MODEL;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a:t>
            </a:r>
          </a:p>
          <a:p xmlns:a="http://schemas.openxmlformats.org/drawingml/2006/main">
            <a:r>
              <a:t/>
            </a:r>
          </a:p>
          <a:p xmlns:a="http://schemas.openxmlformats.org/drawingml/2006/main">
            <a:r>
              <a:t>Beginner Explanation: 앞 조사 결과가 있어야 다음 변경과 검증이 가능한 작업에서는 나누는 비용도 검토한다.</a:t>
            </a:r>
          </a:p>
          <a:p xmlns:a="http://schemas.openxmlformats.org/drawingml/2006/main">
            <a:r>
              <a:t/>
            </a:r>
          </a:p>
          <a:p xmlns:a="http://schemas.openxmlformats.org/drawingml/2006/main">
            <a:r>
              <a:t>Advanced Insight: NOT JUSTIFIED YET는 현재 Task의 판단이다. 일반적인 기능 가치나 사용할 수 없음에 대한 결론이 아니다.</a:t>
            </a:r>
          </a:p>
          <a:p xmlns:a="http://schemas.openxmlformats.org/drawingml/2006/main">
            <a:r>
              <a:t/>
            </a:r>
          </a:p>
          <a:p xmlns:a="http://schemas.openxmlformats.org/drawingml/2006/main">
            <a:r>
              <a:t>C++ Vision Bridge: S59의 C++ 가정과 현재 Python Task를 같은 관찰로 섞지 않는다.</a:t>
            </a:r>
          </a:p>
          <a:p xmlns:a="http://schemas.openxmlformats.org/drawingml/2006/main">
            <a:r>
              <a:t/>
            </a:r>
          </a:p>
          <a:p xmlns:a="http://schemas.openxmlformats.org/drawingml/2006/main">
            <a:r>
              <a:t>Demo Operation: 정적 기본 경로 — 조사→변경→검증의 의존 관계와 독립성/Context/통합 비용, 현재 추가하지 않았다는 판단을 분리한다.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Q&amp;A는 무질문 예비 질문과 cutoff를 적용한다.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 → Demo2분(VISUAL 현재 판단) → Q&amp;A1분.</a:t>
            </a:r>
          </a:p>
          <a:p xmlns:a="http://schemas.openxmlformats.org/drawingml/2006/main">
            <a:r>
              <a:t/>
            </a:r>
          </a:p>
          <a:p xmlns:a="http://schemas.openxmlformats.org/drawingml/2006/main">
            <a:r>
              <a:t>Fallback: LOCAL STATIC ARTIFACT — production/ACT_3.pptx / S60, production/preview/act3/S60.png 및 production/preview/full/S60.png.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다음 작업에서도 다시 찾을 지식인가?</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다음 작업에서도 다시 찾을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“조사로 얻은 지식이 다음 작업에도 필요하다면 무엇을 남겨야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조사에서 재현 조건·주의점을 발견했고 다음 Task에도 필요하다는 교육용 가정임을 밝힌다. 실제 재발견·Memory 사용 기록이 아니다.</a:t>
            </a:r>
          </a:p>
          <a:p xmlns:a="http://schemas.openxmlformats.org/drawingml/2006/main">
            <a:r>
              <a:t>2. (1:00–2:00 / Demo) Task A→보존 가치 판단→Task B의 관계를 따라가며 내용·출처·적용 범위·다시 확인할 조건을 표시한다.</a:t>
            </a:r>
          </a:p>
          <a:p xmlns:a="http://schemas.openxmlformats.org/drawingml/2006/main">
            <a:r>
              <a:t>3. (2:00–4:00 / Case) Context는 지금 필요한 정보, Memory는 다음 작업에도 남길지 판단하는 지식이라는 구분을 설명한다. 원래 문서에 있으면 출처를 참조하며 다음 작업에서도 현재 명세와 대조한다. 제품 자동 저장·회수·효과를 주장하지 않는다.</a:t>
            </a:r>
          </a:p>
          <a:p xmlns:a="http://schemas.openxmlformats.org/drawingml/2006/main">
            <a:r>
              <a:t/>
            </a:r>
          </a:p>
          <a:p xmlns:a="http://schemas.openxmlformats.org/drawingml/2006/main">
            <a:r>
              <a:t>Evidence / Source: CONCEPTUAL / TEACHING_MODEL — MASTER_PLAN.md §§5.6 및 INV-MATURITY-008의 작업 간 지식 관리 문제를 설명하는 가정; BEAT-026–028. 기존 S61 지식 감사의 실제 결론은 S62로 옮겨 유지한다. 제품 Memory 관찰은 없다.</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a:t>
            </a:r>
          </a:p>
          <a:p xmlns:a="http://schemas.openxmlformats.org/drawingml/2006/main">
            <a:r>
              <a:t/>
            </a:r>
          </a:p>
          <a:p xmlns:a="http://schemas.openxmlformats.org/drawingml/2006/main">
            <a:r>
              <a:t>Beginner Explanation: 지금 Task에 넣을 정보와 다음 Task에도 남길지 판단할 지식은 질문이 다르다.</a:t>
            </a:r>
          </a:p>
          <a:p xmlns:a="http://schemas.openxmlformats.org/drawingml/2006/main">
            <a:r>
              <a:t/>
            </a:r>
          </a:p>
          <a:p xmlns:a="http://schemas.openxmlformats.org/drawingml/2006/main">
            <a:r>
              <a:t>Advanced Insight: 보존 가치가 있어도 출처·범위·현재성·무효화 조건을 관리해야 한다. 기존 공식 문서가 있으면 그것을 참조하며 모든 지식을 별도 Memory로 복제하지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CONCEPTUAL Task A 조사 → 출처·범위·갱신 조건과 함께 보존 가치 판단 → Task B의 현재 기준 대조. 자동 저장/정확성 보장 없이 표현한다.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Demo2분(VISUAL 가정) → Case2분. 새 Memory·실제 세션 재발견 실험은 만들지 않는다.</a:t>
            </a:r>
          </a:p>
          <a:p xmlns:a="http://schemas.openxmlformats.org/drawingml/2006/main">
            <a:r>
              <a:t/>
            </a:r>
          </a:p>
          <a:p xmlns:a="http://schemas.openxmlformats.org/drawingml/2006/main">
            <a:r>
              <a:t>Fallback: LOCAL STATIC ARTIFACT — production/ACT_3.pptx / S61, production/preview/act3/S61.png 및 production/preview/full/S61.png.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남길지, 원래 출처를 참조할지 판단한다</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남길지, 원래 출처를 참조할지 판단한다</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“현재 Demo 지식은 이미 어디에 있고 별도 보존할 가치가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 다음 작업의 재사용, 출처·범위, 갱신·무효화 조건 네 기준을 한 번씩 설명한다. 프로젝트 간 재사용을 필수로 요구하지 않는다.</a:t>
            </a:r>
          </a:p>
          <a:p xmlns:a="http://schemas.openxmlformats.org/drawingml/2006/main">
            <a:r>
              <a:t>2. (1:00–3:00) crop 명세→코드/문서, 모듈 구조→architecture, 수행 절차→Skill, 측정값→날짜가 있는 Trial/Git을 대응한다. 원래 출처와 일회성 관찰의 차이를 짚는다.</a:t>
            </a:r>
          </a:p>
          <a:p xmlns:a="http://schemas.openxmlformats.org/drawingml/2006/main">
            <a:r>
              <a:t>3. (3:00–4:00) 현재 별도 Memory 후보를 찾지 못했고 추가하지 않았다는 판단을 회수한다. 기능 사용 수가 성숙도 점수가 아님을 유지한다.</a:t>
            </a:r>
          </a:p>
          <a:p xmlns:a="http://schemas.openxmlformats.org/drawingml/2006/main">
            <a:r>
              <a:t/>
            </a:r>
          </a:p>
          <a:p xmlns:a="http://schemas.openxmlformats.org/drawingml/2006/main">
            <a:r>
              <a:t>Evidence / Source: DEC-0018 / DEMO-08 knowledge audit / BEAT-026–028 / plan/DEMO_MATRIX.md의 현재 지식 출처 감사. 기존 S61의 계약·명령·구조·절차·측정 기록 분류와 S62의 네 기준을 보존한다. OBSERVED_PRODUCT / TEACHING_MODEL.</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a:t>
            </a:r>
          </a:p>
          <a:p xmlns:a="http://schemas.openxmlformats.org/drawingml/2006/main">
            <a:r>
              <a:t/>
            </a:r>
          </a:p>
          <a:p xmlns:a="http://schemas.openxmlformats.org/drawingml/2006/main">
            <a:r>
              <a:t>Beginner Explanation: 명세는 원래 명세 문서, 절차는 Skill, 한 번의 측정은 날짜가 있는 기록에서 먼저 찾는다. 별도 보존이 필요한 후보가 있는지는 따로 판단한다.</a:t>
            </a:r>
          </a:p>
          <a:p xmlns:a="http://schemas.openxmlformats.org/drawingml/2006/main">
            <a:r>
              <a:t/>
            </a:r>
          </a:p>
          <a:p xmlns:a="http://schemas.openxmlformats.org/drawingml/2006/main">
            <a:r>
              <a:t>Advanced Insight: 같은 프로젝트의 다음 Task/세션에 재사용할 수 있어도 후보가 될 수 있다. 프로젝트 사이 재사용은 필수 조건이 아니다. 출처·적용 범위·신선도·갱신/무효화 조건과 유지 비용을 관리한다.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네 판단 기준 요약 위에 현재 지식4종→원래 출처를 대응하고 별도 Memory를 추가하지 않았다는 결론을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기준1, 현재 출처 감사2, 판단·전환1.</a:t>
            </a:r>
          </a:p>
          <a:p xmlns:a="http://schemas.openxmlformats.org/drawingml/2006/main">
            <a:r>
              <a:t/>
            </a:r>
          </a:p>
          <a:p xmlns:a="http://schemas.openxmlformats.org/drawingml/2006/main">
            <a:r>
              <a:t>Fallback: LOCAL STATIC ARTIFACT — production/ACT_3.pptx / S62, production/preview/act3/S62.png 및 production/preview/full/S62.png.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이번 사례에서 실제로 사용한 구조</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이번 사례에서 실제로 사용한 구조</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“이번 문제에서 어떤 책임을 어떤 기존 자료와 도구가 맡았을까?”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밝기 통계 요청과 AGENTS.md/상세 문서의 역할을 실제 사례로 회수한다.</a:t>
            </a:r>
          </a:p>
          <a:p xmlns:a="http://schemas.openxmlformats.org/drawingml/2006/main">
            <a:r>
              <a:t>2. (1:00–2:00) 재사용 Skill과 테스트/benchmark/실행 조건이 수행 방법과 완료 판단 근거를 맡았음을 연결한다.</a:t>
            </a:r>
          </a:p>
          <a:p xmlns:a="http://schemas.openxmlformats.org/drawingml/2006/main">
            <a:r>
              <a:t>3. (2:00–3:00) 추가하지 않은 Subagent/Memory와 필요한 구성은 문제마다 달라진다는 한계를 말하고 다음 전체 관계도로 넘긴다.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 DEC-0062는 기존 관찰·측정 조건과 효과 미입증 경계를 유지한다.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S66에서 프로젝트별 명세·빌드·검증·성능 절차로 대응한다. Python Skill이나 도구를 그대로 복사하지 않는다.</a:t>
            </a:r>
          </a:p>
          <a:p xmlns:a="http://schemas.openxmlformats.org/drawingml/2006/main">
            <a:r>
              <a:t/>
            </a:r>
          </a:p>
          <a:p xmlns:a="http://schemas.openxmlformats.org/drawingml/2006/main">
            <a:r>
              <a:t>Demo Operation: 정적 기본 경로 — 현재 목표/참고할 정보/반복할 방법/완료 근거의 네 책임을 실제 사용한 구성에 대응한다. 전체 구조 정의는 다음 장에서 연결한다.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구성 요약): 목표/정보1, 절차/근거1, 선택 범위/전환1.</a:t>
            </a:r>
          </a:p>
          <a:p xmlns:a="http://schemas.openxmlformats.org/drawingml/2006/main">
            <a:r>
              <a:t/>
            </a:r>
          </a:p>
          <a:p xmlns:a="http://schemas.openxmlformats.org/drawingml/2006/main">
            <a:r>
              <a:t>Fallback: LOCAL STATIC ARTIFACT — production/ACT_3.pptx / S63, production/preview/act3/S63.png 및 production/preview/full/S63.png.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이 구성이 함께 작동하는 것이 Harness다</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이 구성이 함께 작동하는 것이 Harness다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“목표, Agent의 수행 방법, 완료 근거는 어떤 환경 안에서 연결될까?”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전체 관계도는 이 과정의 운영 모델임을 밝히고 개발자가 정하는 목표·범위에서 Agent 수행과 완료 근거·검토로 읽는다.</a:t>
            </a:r>
          </a:p>
          <a:p xmlns:a="http://schemas.openxmlformats.org/drawingml/2006/main">
            <a:r>
              <a:t>2. (2:00–4:00 / Lecture) Context와 재사용 절차, 실행 도구·입력·권한·측정 환경이 관계를 지탱함을 설명한다. 새 공식 taxonomy나 필수 기능 목록이 아니다.</a:t>
            </a:r>
          </a:p>
          <a:p xmlns:a="http://schemas.openxmlformats.org/drawingml/2006/main">
            <a:r>
              <a:t>3. (4:00–6:00 / Demo) 아래 관찰 구성 줄에서 AGENTS.md/docs/Skill/Tests/Benchmark를 회수한다. 큰 모델의 모든 조건을 실제로 감사했다는 뜻이 아님을 구분한다.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 DEC-0062는 기존 관찰·측정 조건과 효과 미입증 경계를 유지한다.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66에서 C++ Project 환경에 같은 Engineering Pattern을 연결한다.</a:t>
            </a:r>
          </a:p>
          <a:p xmlns:a="http://schemas.openxmlformats.org/drawingml/2006/main">
            <a:r>
              <a:t/>
            </a:r>
          </a:p>
          <a:p xmlns:a="http://schemas.openxmlformats.org/drawingml/2006/main">
            <a:r>
              <a:t>Demo Operation: 정적 기본 경로 — 작업 환경 프레임 안 목표/허용 범위→Agent 수행→완료 근거/검토와 Context·절차·도구·입력·권한·측정 조건을 연결한다. 관찰 구성은 별도 아래 행에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“그 실행 조건이 Repository 파일만으로 모두 정해질까요?”</a:t>
            </a:r>
          </a:p>
          <a:p xmlns:a="http://schemas.openxmlformats.org/drawingml/2006/main">
            <a:r>
              <a:t/>
            </a:r>
          </a:p>
          <a:p xmlns:a="http://schemas.openxmlformats.org/drawingml/2006/main">
            <a:r>
              <a:t>Time Management: Lecture4분 → Demo2분(CAPTURED 실제 구성 회수). 완성 구조는 이 후반 장에서만 묶는다.</a:t>
            </a:r>
          </a:p>
          <a:p xmlns:a="http://schemas.openxmlformats.org/drawingml/2006/main">
            <a:r>
              <a:t/>
            </a:r>
          </a:p>
          <a:p xmlns:a="http://schemas.openxmlformats.org/drawingml/2006/main">
            <a:r>
              <a:t>Fallback: LOCAL STATIC ARTIFACT — production/ACT_3.pptx / S64, production/preview/act3/S64.png 및 production/preview/full/S64.png.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같은 Repository라도 실행 조건은 다를 수 있다</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같은 Repository라도 실행 조건은 다를 수 있다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과거 Trial에서 전역 지침·Skills와 시작 경고의 흔적이 있었다. 적용 지침, 모델/설정, 권한, OS/runtime도 결과 해석 시 기록할 조건이지만 모든 항목의 인과효과나 완전한 환경 감사를 입증한 것은 아니다.</a:t>
            </a:r>
          </a:p>
          <a:p xmlns:a="http://schemas.openxmlformats.org/drawingml/2006/main">
            <a:r>
              <a:t/>
            </a:r>
          </a:p>
          <a:p xmlns:a="http://schemas.openxmlformats.org/drawingml/2006/main">
            <a:r>
              <a:t>Opening Question: “결과를 해석하려면 Repository 밖에서 무엇이 들어왔는지도 알아야 하지 않을까?”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같은 Repository라도 외부 지침과 실행 조건이 다를 수 있다는 질문을 던진다.</a:t>
            </a:r>
          </a:p>
          <a:p xmlns:a="http://schemas.openxmlformats.org/drawingml/2006/main">
            <a:r>
              <a:t>2. (1:00–2:00) TRIAL-006/007/008의 전역 지침·Skills 포함과 Hook/MCP 시작 경고라는 제한된 관찰을 예고한다. 경고 자체는 도구 실행/기여의 증거가 아니다.</a:t>
            </a:r>
          </a:p>
          <a:p xmlns:a="http://schemas.openxmlformats.org/drawingml/2006/main">
            <a:r>
              <a:t>3. (2:00–3:00) 적용 지침·모델/설정·권한·OS/runtime을 기록할 조건으로 제시하고 완전한 inventory나 각 인과효과를 주장하지 않는다. ACT4의 Meta 기록 설명을 앞당겨 재강의하지 않는다.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 DEC-0062는 기존 관찰·측정 조건과 효과 미입증 경계를 유지한다.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정적 기본 경로 — Repository 내부 구성 + 바깥에서 관찰된 지침/경고를 구분하고 기록할 조건과 미입증 인과효과를 분리한다. Meta 이중선 프레임을 유지한다.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작업 방법과 확인 기준을 우리 C++ 검사 업무로 옮겨 보겠습니다.”</a:t>
            </a:r>
          </a:p>
          <a:p xmlns:a="http://schemas.openxmlformats.org/drawingml/2006/main">
            <a:r>
              <a:t/>
            </a:r>
          </a:p>
          <a:p xmlns:a="http://schemas.openxmlformats.org/drawingml/2006/main">
            <a:r>
              <a:t>Time Management: Lecture3분: 질문1, 관찰과 한계1, 기록할 조건/전환1.</a:t>
            </a:r>
          </a:p>
          <a:p xmlns:a="http://schemas.openxmlformats.org/drawingml/2006/main">
            <a:r>
              <a:t/>
            </a:r>
          </a:p>
          <a:p xmlns:a="http://schemas.openxmlformats.org/drawingml/2006/main">
            <a:r>
              <a:t>Fallback: LOCAL STATIC ARTIFACT — production/ACT_3.pptx / S65, production/preview/act3/S65.png 및 production/preview/full/S65.png.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우리 C++ 검사 작업에 옮겨 보면</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우리 C++ 검사 작업에 옮겨 보면</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코드를 복사하지 않고 지킬 명세, 반복할 수행 방법, 완료를 판단할 근거를 C++ Vision 검사 업무에 대응한다. 실제 C++ 구현·회사 장비·측정 성과는 아니다.</a:t>
            </a:r>
          </a:p>
          <a:p xmlns:a="http://schemas.openxmlformats.org/drawingml/2006/main">
            <a:r>
              <a:t/>
            </a:r>
          </a:p>
          <a:p xmlns:a="http://schemas.openxmlformats.org/drawingml/2006/main">
            <a:r>
              <a:t>Opening Question: “밝기 통계에서 사용한 판단을 우리 검사 파이프라인에는 어떻게 적용할까?”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기존 삽화는 AI 생성 교육용 C++ Vision 전이 예이며 실제 장비 사진·측정 결과가 아님을 밝힌다. S10의 검사 업무 맥락과 연결한다.</a:t>
            </a:r>
          </a:p>
          <a:p xmlns:a="http://schemas.openxmlformats.org/drawingml/2006/main">
            <a:r>
              <a:t>2. (1:00–2:30) 지킬 명세에서 ROI/픽셀값, 빌드·하드웨어 조건을 확인한다.</a:t>
            </a:r>
          </a:p>
          <a:p xmlns:a="http://schemas.openxmlformats.org/drawingml/2006/main">
            <a:r>
              <a:t>3. (2:30–4:00) 재사용할 기준선/경로 조사/변경/동일 비교와 완료를 판단할 동작·회귀·통합/성능 근거를 대응한다.</a:t>
            </a:r>
          </a:p>
          <a:p xmlns:a="http://schemas.openxmlformats.org/drawingml/2006/main">
            <a:r>
              <a:t>4. (4:00–5:00) 도구 이름을 복사하지 않고 현재 프로젝트에 맞게 확인하는 패턴을 회수한다.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 DEC-0062는 기존 관찰·측정 조건과 효과 미입증 경계를 유지한다.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정적 기본 경로 — 기존 승인된 카메라/영상/처리/결과 삽화를 보존하고 아래 세 기준을 ROI·픽셀·빌드 조건, 기준선/경로 조사, 동작/회귀/성능 검증에 대응한다.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“우리 팀에서 먼저 정리할 반복 한 가지와 유지할 책임을 골라 보겠습니다.”</a:t>
            </a:r>
          </a:p>
          <a:p xmlns:a="http://schemas.openxmlformats.org/drawingml/2006/main">
            <a:r>
              <a:t/>
            </a:r>
          </a:p>
          <a:p xmlns:a="http://schemas.openxmlformats.org/drawingml/2006/main">
            <a:r>
              <a:t>Time Management: Lecture5분: 업무 연결1, 명세1.5, 방법/근거1.5, 전이 범위/전환1.</a:t>
            </a:r>
          </a:p>
          <a:p xmlns:a="http://schemas.openxmlformats.org/drawingml/2006/main">
            <a:r>
              <a:t/>
            </a:r>
          </a:p>
          <a:p xmlns:a="http://schemas.openxmlformats.org/drawingml/2006/main">
            <a:r>
              <a:t>Fallback: LOCAL STATIC ARTIFACT — production/ACT_3.pptx / S66, production/preview/act3/S66.png 및 production/preview/full/S66.png.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우리 팀의 반복 한 가지를 고르면</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우리 팀의 반복 한 가지를 고르면</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반복 정보·반복 절차·완료 근거 중 현재 마찰을 하나 고르고 어디에 두며 누가 검토·갱신할지 판단한다. 현재의 성공을 보존한 채 다음 ACT의 프로젝트 변화 질문을 연다.</a:t>
            </a:r>
          </a:p>
          <a:p xmlns:a="http://schemas.openxmlformats.org/drawingml/2006/main">
            <a:r>
              <a:t/>
            </a:r>
          </a:p>
          <a:p xmlns:a="http://schemas.openxmlformats.org/drawingml/2006/main">
            <a:r>
              <a:t>Opening Question: “내 업무에서 먼저 정리할 반복과 유지할 책임은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반복 정보·절차·완료 근거 중 먼저 정리할 한 가지와 검토/갱신 책임을 조용히 떠올리게 한다. 공유·실습은 강제하지 않는다.</a:t>
            </a:r>
          </a:p>
          <a:p xmlns:a="http://schemas.openxmlformats.org/drawingml/2006/main">
            <a:r>
              <a:t>2. (3:00–8:00 / Q&amp;A) 질문을 받되 무질문이면 유지할 위치와 책임을 기준으로 예비 질문을 회수한다. 기능 수를 늘리는 답으로 유도하지 않는다.</a:t>
            </a:r>
          </a:p>
          <a:p xmlns:a="http://schemas.openxmlformats.org/drawingml/2006/main">
            <a:r>
              <a:t>3. (8:00–10:00 / Transition) 실제 STATE-04-PERF 성공을 유지한 채 S68에서 기준 결과만 짧게 회수하고 S69부터 별도 가상 변화가 시작됨을 예고한다. 다음 ACT의 가상 실패를 실제 Demo 이력으로 말하지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 DEC-0062는 기존 관찰·측정 조건과 효과 미입증 경계를 유지한다.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정적 기본 경로 — 세 성찰 관점과 어디에 두고 누가 갱신할지의 질문. 마지막 줄에 프로젝트 변화 뒤 방법을 어떻게 점검할지 제시하며 S68의 결과 회수와 구분한다. 현재 제품이나 Demo repository를 실행하지 않는다. 새 Trial·비교 측정을 만들지 않는다.</a:t>
            </a:r>
          </a:p>
          <a:p xmlns:a="http://schemas.openxmlformats.org/drawingml/2006/main">
            <a:r>
              <a:t/>
            </a:r>
          </a:p>
          <a:p xmlns:a="http://schemas.openxmlformats.org/drawingml/2006/main">
            <a:r>
              <a:t>Audience Interaction: 개인 성찰3분, 선택적 Q&amp;A5분. 무질문이면 “어디에 두고 누가 갱신할까?”를 예비 질문으로 쓴다. 8분에 답변을 마치고 마지막2분을 ACT4 전환으로 보호한다.</a:t>
            </a:r>
          </a:p>
          <a:p xmlns:a="http://schemas.openxmlformats.org/drawingml/2006/main">
            <a:r>
              <a:t/>
            </a:r>
          </a:p>
          <a:p xmlns:a="http://schemas.openxmlformats.org/drawingml/2006/main">
            <a:r>
              <a:t>Transition: “여기까지 실제로 확인한 성공을 기준점으로 남기겠습니다. 다음에는 별도의 가상 프로젝트 변화에서 이 방법을 어떻게 점검할지 보겠습니다.”</a:t>
            </a:r>
          </a:p>
          <a:p xmlns:a="http://schemas.openxmlformats.org/drawingml/2006/main">
            <a:r>
              <a:t/>
            </a:r>
          </a:p>
          <a:p xmlns:a="http://schemas.openxmlformats.org/drawingml/2006/main">
            <a:r>
              <a:t>Time Management: Reflection3분 → Q&amp;A5분 → Transition2분. 8분에 전환을 시작하며 초과 질의는 별도로 안내한다.</a:t>
            </a:r>
          </a:p>
          <a:p xmlns:a="http://schemas.openxmlformats.org/drawingml/2006/main">
            <a:r>
              <a:t/>
            </a:r>
          </a:p>
          <a:p xmlns:a="http://schemas.openxmlformats.org/drawingml/2006/main">
            <a:r>
              <a:t>Fallback: LOCAL STATIC ARTIFACT — production/ACT_3.pptx / S67, production/preview/act3/S67.png 및 production/preview/full/S67.png.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6a1755c465847e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48de037736e40b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c77843916cd43e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e73a12a484b407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01bc46bccc84e6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b6ca691450542f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AE33E1B-9224-43BA-8FC2-F94EC077EA4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8A2D4D6-9508-4320-939D-7EE095B9947F}"/>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D31431C-B7AF-404A-8D6C-3AAA7F41832D}"/>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ECDEC68-C1DC-4AC1-BFB7-761A76BEDBE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B6E26D4-796B-41C0-BB14-4D4EBE04172E}"/>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5636352-9AE5-426A-BD0A-454E9CAD0CB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088BAF3-5D33-47D3-AE02-CE5897BA28B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05A64B9-3F03-4787-8D00-A528ACAB2BD5}"/>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5375112-DBAE-4630-AAB8-ACF47AECA0C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BEC905E-2386-4DC4-ABFC-C3E18AC0319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aa17dddd8b14497" /><Relationship Type="http://schemas.openxmlformats.org/officeDocument/2006/relationships/slideLayout" Target="/ppt/slideLayouts/slideLayout1.xml" Id="R02866717ce354121" /><Relationship Type="http://schemas.openxmlformats.org/officeDocument/2006/relationships/slideLayout" Target="/ppt/slideLayouts/slideLayout2.xml" Id="R5533209b85384d82" /><Relationship Type="http://schemas.openxmlformats.org/officeDocument/2006/relationships/slideLayout" Target="/ppt/slideLayouts/slideLayout3.xml" Id="Ra6fb0b2ab6bb4f3b" /><Relationship Type="http://schemas.openxmlformats.org/officeDocument/2006/relationships/slideLayout" Target="/ppt/slideLayouts/slideLayout4.xml" Id="Rc53cf77d159b42f4" /><Relationship Type="http://schemas.openxmlformats.org/officeDocument/2006/relationships/slideLayout" Target="/ppt/slideLayouts/slideLayout5.xml" Id="Rdc4e674022e4486e" /><Relationship Type="http://schemas.openxmlformats.org/officeDocument/2006/relationships/slideLayout" Target="/ppt/slideLayouts/slideLayout6.xml" Id="R93293281cc4a47b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2866717ce354121"/>
    <p:sldLayoutId xmlns:r="http://schemas.openxmlformats.org/officeDocument/2006/relationships" id="2147483650" r:id="R5533209b85384d82"/>
    <p:sldLayoutId xmlns:r="http://schemas.openxmlformats.org/officeDocument/2006/relationships" id="2147483651" r:id="Ra6fb0b2ab6bb4f3b"/>
    <p:sldLayoutId xmlns:r="http://schemas.openxmlformats.org/officeDocument/2006/relationships" id="2147483652" r:id="Rc53cf77d159b42f4"/>
    <p:sldLayoutId xmlns:r="http://schemas.openxmlformats.org/officeDocument/2006/relationships" id="2147483653" r:id="Rdc4e674022e4486e"/>
    <p:sldLayoutId xmlns:r="http://schemas.openxmlformats.org/officeDocument/2006/relationships" id="2147483654" r:id="R93293281cc4a47b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ffe929cd8534d55" /><Relationship Type="http://schemas.openxmlformats.org/officeDocument/2006/relationships/image" Target="/ppt/media/image.png" Id="Rf8b4b63c0bf14cbd" /><Relationship Type="http://schemas.openxmlformats.org/officeDocument/2006/relationships/image" Target="/ppt/media/image2.png" Id="Rec8bb8e7355f4504" /><Relationship Type="http://schemas.openxmlformats.org/officeDocument/2006/relationships/notesSlide" Target="/ppt/notesSlides/notesSlide1.xml" Id="R0f23e4c7cb734fe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0c88d65b4ab4989" /><Relationship Type="http://schemas.openxmlformats.org/officeDocument/2006/relationships/notesSlide" Target="/ppt/notesSlides/notesSlide2.xml" Id="R0476a239024f4cd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fe2d7b5f1ab49b4" /><Relationship Type="http://schemas.openxmlformats.org/officeDocument/2006/relationships/notesSlide" Target="/ppt/notesSlides/notesSlide3.xml" Id="R75cd48e943be4f8d"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b26d21a77f994504" /><Relationship Type="http://schemas.openxmlformats.org/officeDocument/2006/relationships/notesSlide" Target="/ppt/notesSlides/notesSlide4.xml" Id="Rc146cf45fff346e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e206c8374d0d4634" /><Relationship Type="http://schemas.openxmlformats.org/officeDocument/2006/relationships/notesSlide" Target="/ppt/notesSlides/notesSlide5.xml" Id="R72b7410802b448f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9ae14854d2144ec4" /><Relationship Type="http://schemas.openxmlformats.org/officeDocument/2006/relationships/notesSlide" Target="/ppt/notesSlides/notesSlide6.xml" Id="R82a58bbca352407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74a1354f1f344ac" /><Relationship Type="http://schemas.openxmlformats.org/officeDocument/2006/relationships/notesSlide" Target="/ppt/notesSlides/notesSlide7.xml" Id="R33661c825d6d498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91d058f47f94a9f" /><Relationship Type="http://schemas.openxmlformats.org/officeDocument/2006/relationships/notesSlide" Target="/ppt/notesSlides/notesSlide8.xml" Id="R249e568c3e74410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99c97edc02a24591" /><Relationship Type="http://schemas.openxmlformats.org/officeDocument/2006/relationships/chart" Target="/ppt/slides/charts/chart1.xml" Id="R9d6b49c473944d43" /><Relationship Type="http://schemas.openxmlformats.org/officeDocument/2006/relationships/notesSlide" Target="/ppt/notesSlides/notesSlide9.xml" Id="R2453f12a2d7440d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122b6759ca3b439b" /><Relationship Type="http://schemas.openxmlformats.org/officeDocument/2006/relationships/notesSlide" Target="/ppt/notesSlides/notesSlide10.xml" Id="R50fd9dfb82494cb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5d08051f82644022" /><Relationship Type="http://schemas.openxmlformats.org/officeDocument/2006/relationships/notesSlide" Target="/ppt/notesSlides/notesSlide11.xml" Id="R2eeb086676294d7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78794f5175c94f7b" /><Relationship Type="http://schemas.openxmlformats.org/officeDocument/2006/relationships/notesSlide" Target="/ppt/notesSlides/notesSlide12.xml" Id="R3b66129d67a742c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951c57f98adb4a0e" /><Relationship Type="http://schemas.openxmlformats.org/officeDocument/2006/relationships/notesSlide" Target="/ppt/notesSlides/notesSlide13.xml" Id="R8df9961ee43f482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2e3050ad69df47c7" /><Relationship Type="http://schemas.openxmlformats.org/officeDocument/2006/relationships/notesSlide" Target="/ppt/notesSlides/notesSlide14.xml" Id="R20baa6aeb741440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7369dd07d8b24e76" /><Relationship Type="http://schemas.openxmlformats.org/officeDocument/2006/relationships/notesSlide" Target="/ppt/notesSlides/notesSlide15.xml" Id="R380a5dd3dec4424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c750aeb43ca843d3" /><Relationship Type="http://schemas.openxmlformats.org/officeDocument/2006/relationships/notesSlide" Target="/ppt/notesSlides/notesSlide16.xml" Id="Rba4eb4aef2dc41d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5651faf39be74d20" /><Relationship Type="http://schemas.openxmlformats.org/officeDocument/2006/relationships/image" Target="/ppt/media/image3.png" Id="Rae87cbeb3cbb449b" /><Relationship Type="http://schemas.openxmlformats.org/officeDocument/2006/relationships/notesSlide" Target="/ppt/notesSlides/notesSlide17.xml" Id="Ref378b29ddf049d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990ecd53b2854ae1" /><Relationship Type="http://schemas.openxmlformats.org/officeDocument/2006/relationships/notesSlide" Target="/ppt/notesSlides/notesSlide18.xml" Id="R7d295de4659d44bb"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202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0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F87444BB-0128-47C3-AF20-0DD089E436D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0">
            <a:extLst xmlns:a="http://schemas.openxmlformats.org/drawingml/2006/main">
              <a:ext uri="{FF2B5EF4-FFF2-40B4-BE49-F238E27FC236}">
                <a16:creationId xmlns:a16="http://schemas.microsoft.com/office/drawing/2014/main" id="{4F2CDECE-C32C-4E9D-87CF-DE2FAA3B8E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두 실제 요청에 같은 절차가 반복됐다">
            <a:extLst xmlns:a="http://schemas.openxmlformats.org/drawingml/2006/main">
              <a:ext uri="{FF2B5EF4-FFF2-40B4-BE49-F238E27FC236}">
                <a16:creationId xmlns:a16="http://schemas.microsoft.com/office/drawing/2014/main" id="{5B525E37-3667-42E5-9548-1F6A0F1B622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2DB3DA7E-A43A-4C07-91AB-6CB31C20B53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5641E816-1EFF-44C4-803F-98A36B166C9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01F44A62-730E-4E68-9872-4D9A36FBF49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5686D700-4F33-46A9-AB15-1F99D492CD61}"/>
              </a:ext>
            </a:extLst>
          </p:cNvPr>
          <p:cNvPicPr>
            <a:picLocks xmlns:a="http://schemas.openxmlformats.org/drawingml/2006/main" noChangeAspect="1"/>
          </p:cNvPicPr>
          <p:nvPr/>
        </p:nvPicPr>
        <p:blipFill>
          <a:blip xmlns:r="http://schemas.openxmlformats.org/officeDocument/2006/relationships" xmlns:a="http://schemas.openxmlformats.org/drawingml/2006/main" r:embed="Rf8b4b63c0bf14cbd"/>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BEFE0618-64FF-45F7-A546-B895CDD84113}"/>
              </a:ext>
            </a:extLst>
          </p:cNvPr>
          <p:cNvPicPr>
            <a:picLocks xmlns:a="http://schemas.openxmlformats.org/drawingml/2006/main" noChangeAspect="1"/>
          </p:cNvPicPr>
          <p:nvPr/>
        </p:nvPicPr>
        <p:blipFill>
          <a:blip xmlns:r="http://schemas.openxmlformats.org/officeDocument/2006/relationships" xmlns:a="http://schemas.openxmlformats.org/drawingml/2006/main" r:embed="Rec8bb8e7355f4504"/>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3907576E-E50E-466F-A6AA-F40A3577B0FF}"/>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A1AE4FBC-BE10-4E25-85F2-208F85633ADE}"/>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D1271A99-F8F7-4CEB-9D07-E6521943A1EE}"/>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073F85FA-3312-4836-A1F1-E338352E931E}"/>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0C2BE9D5-D2B4-4D57-8E14-F581431B1425}"/>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C55C6FEC-D73C-4F18-B74B-C50993E97936}"/>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C3842E4B-1D5C-4776-A160-3E4DD2477229}"/>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6DFF437B-5961-449E-A488-72E1CEC183EB}"/>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9F59C3C7-DC23-4845-BB46-91A267E93CCD}"/>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A4B42B22-D89E-49D6-9F86-7C567CFC5895}"/>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8D743680-6CE1-4B7A-97E9-C38D8ECB6E3C}"/>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C45AD82F-E39C-4801-91CC-0D7AE96C9743}"/>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E3638126-F0AB-4359-BB77-13F02A9B4926}"/>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5DD0CA2D-84DB-49FD-B692-40FE932CB5A4}"/>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3D3B9862-B49D-4A84-B7DE-46A925742BE7}"/>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82F8FA76-B95F-4660-B121-7A3015029C6A}"/>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D19D2847-FF9F-4B5D-BAEF-99BCB4D47F2A}"/>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35ADA715-5F77-4A9E-A01D-9A7E713D2BDC}"/>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1DE51384-DD91-45B5-A720-1E24688F047B}"/>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1A3201B3-3740-4505-87DF-C8E2B6BA5AAA}"/>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84B98A87-86A7-4AFA-9BF2-A889CA4E7016}"/>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D13129B3-466B-45FA-852D-7EAC92FD3CC6}"/>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41DAF8A6-9D5D-4903-96A6-CDC72DFBF5C5}"/>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CC954C5E-9AFB-418B-BBC0-A760F3BE9C1F}"/>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759858D6-ACFA-489A-8430-5AD825DBB131}"/>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41780EC5-5430-429E-A543-F702D942866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991099648"/>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3 · 같은 정보를 작업에 적용하는 방법">
            <a:extLst xmlns:a="http://schemas.openxmlformats.org/drawingml/2006/main">
              <a:ext uri="{FF2B5EF4-FFF2-40B4-BE49-F238E27FC236}">
                <a16:creationId xmlns:a16="http://schemas.microsoft.com/office/drawing/2014/main" id="{92057E6A-F1A3-4851-91B0-B5F587093FA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1">
            <a:extLst xmlns:a="http://schemas.openxmlformats.org/drawingml/2006/main">
              <a:ext uri="{FF2B5EF4-FFF2-40B4-BE49-F238E27FC236}">
                <a16:creationId xmlns:a16="http://schemas.microsoft.com/office/drawing/2014/main" id="{62DB43A6-61CB-4515-A307-4AA4973647A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테스트 명령을 언제 쓰고 무엇을 판단할까?">
            <a:extLst xmlns:a="http://schemas.openxmlformats.org/drawingml/2006/main">
              <a:ext uri="{FF2B5EF4-FFF2-40B4-BE49-F238E27FC236}">
                <a16:creationId xmlns:a16="http://schemas.microsoft.com/office/drawing/2014/main" id="{BE1E865C-41CF-4B0C-8A12-00D05A2890B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95B9CA5D-51F9-4622-A9A8-CCDB158A2F5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7F3D0CAF-E8B3-4F74-B849-B2763AAAF78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6AD68A0A-1E67-4F97-895D-5C94D71125C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3AB0D8C2-1003-4A8F-A9D6-42C1291C1D0F}"/>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A19E8ADD-787D-4954-83C9-EF9DBA3A1D97}"/>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BCC4A45F-07C6-4A17-B722-656DBDC9BDAD}"/>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BC10F154-77DE-4EB2-B25D-821D48058710}"/>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94F7054F-59FD-481A-AB5A-B7DD21C95D5F}"/>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6724030D-F36B-4E0F-AA28-755B27263AEB}"/>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D5D88F84-E7FB-4512-9B3D-88AC44E406C6}"/>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355C194B-ED11-4031-BE30-6C6E83AFE44D}"/>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665FFFEB-DD17-47C5-876E-A517F4461E20}"/>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
            <a:extLst xmlns:a="http://schemas.openxmlformats.org/drawingml/2006/main">
              <a:ext uri="{FF2B5EF4-FFF2-40B4-BE49-F238E27FC236}">
                <a16:creationId xmlns:a16="http://schemas.microsoft.com/office/drawing/2014/main" id="{DC9C88C9-CC76-468C-8A3C-9CEEDC4AF6C7}"/>
              </a:ext>
            </a:extLst>
          </p:cNvPr>
          <p:cNvSpPr>
            <a:spLocks xmlns:a="http://schemas.openxmlformats.org/drawingml/2006/main" noGrp="1"/>
          </p:cNvSpPr>
          <p:nvPr/>
        </p:nvSpPr>
        <p:spPr>
          <a:xfrm xmlns:a="http://schemas.openxmlformats.org/drawingml/2006/main">
            <a:off x="220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C2FE69C0-0D54-44D6-91F0-243872DA45BB}"/>
              </a:ext>
            </a:extLst>
          </p:cNvPr>
          <p:cNvSpPr>
            <a:spLocks xmlns:a="http://schemas.openxmlformats.org/drawingml/2006/main" noGrp="1"/>
          </p:cNvSpPr>
          <p:nvPr/>
        </p:nvSpPr>
        <p:spPr>
          <a:xfrm xmlns:a="http://schemas.openxmlformats.org/drawingml/2006/main">
            <a:off x="601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F192324B-3519-490C-8B07-DF4785CD74D9}"/>
              </a:ext>
            </a:extLst>
          </p:cNvPr>
          <p:cNvSpPr>
            <a:spLocks xmlns:a="http://schemas.openxmlformats.org/drawingml/2006/main" noGrp="1"/>
          </p:cNvSpPr>
          <p:nvPr/>
        </p:nvSpPr>
        <p:spPr>
          <a:xfrm xmlns:a="http://schemas.openxmlformats.org/drawingml/2006/main">
            <a:off x="982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9" name="01  변경 전">
            <a:extLst xmlns:a="http://schemas.openxmlformats.org/drawingml/2006/main">
              <a:ext uri="{FF2B5EF4-FFF2-40B4-BE49-F238E27FC236}">
                <a16:creationId xmlns:a16="http://schemas.microsoft.com/office/drawing/2014/main" id="{95B097F2-3663-40BF-8891-ABD695685F6A}"/>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BE09D856-9BBF-488D-931B-C93123344AEB}"/>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0EE67814-5B22-44F3-B051-A836D89A0A11}"/>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313681C8-1EC1-4851-AE60-126609E92433}"/>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2BFC62A1-DE05-4C6E-A620-1513FE8483BE}"/>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F952C4A6-5232-4461-AD85-6E5E19BE38D8}"/>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CF06F4F0-4394-4312-AC63-CB09BA4B32D4}"/>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D7B44C24-6E9C-476F-B6B3-8F942AA65A8E}"/>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736E674C-B5E5-4325-9342-C77938377564}"/>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95417253-F489-49BE-877B-099FEAA8767C}"/>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E61E1EE0-9402-4C13-93B4-930E692AE451}"/>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EE6EE816-43B6-433B-8764-E4F34EF0B5E0}"/>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415942C6-8412-48F2-9E83-0571EF01AF7F}"/>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7E0FC263-B8C2-4330-8B1A-7D58A2E3BF48}"/>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19EFC060-0A21-4343-A910-C88A649640A3}"/>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AE6A4957-9415-46E2-88C2-BF6131CBA33C}"/>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37C23B5F-0318-47EC-9D19-0F374515A7D1}"/>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D475B57B-EA85-442D-A8E9-94A84128FC8A}"/>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BAC40900-85FD-4086-8072-09C97D6C4BCC}"/>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26896B22-39EE-4E65-9B29-5CE0A4B67518}"/>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24F1BC69-D81C-4F86-BF85-1C730F46A25D}"/>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Legacy module connection">
            <a:extLst xmlns:a="http://schemas.openxmlformats.org/drawingml/2006/main">
              <a:ext uri="{FF2B5EF4-FFF2-40B4-BE49-F238E27FC236}">
                <a16:creationId xmlns:a16="http://schemas.microsoft.com/office/drawing/2014/main" id="{4C7BB8B7-5941-4434-B438-CC6F377014C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68618733"/>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F32D0C27-545D-4B88-907B-402ADF1BEF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2">
            <a:extLst xmlns:a="http://schemas.openxmlformats.org/drawingml/2006/main">
              <a:ext uri="{FF2B5EF4-FFF2-40B4-BE49-F238E27FC236}">
                <a16:creationId xmlns:a16="http://schemas.microsoft.com/office/drawing/2014/main" id="{962BA084-CBB9-457A-BC42-D6616E7B90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목표·기준·방법을 한 작업에 적용한다">
            <a:extLst xmlns:a="http://schemas.openxmlformats.org/drawingml/2006/main">
              <a:ext uri="{FF2B5EF4-FFF2-40B4-BE49-F238E27FC236}">
                <a16:creationId xmlns:a16="http://schemas.microsoft.com/office/drawing/2014/main" id="{9C493D6E-F44D-492F-AABB-C58D1AE7E22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D2FB997C-3D8F-445E-932A-10033945E78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F8E81A19-7270-4FBE-A0E3-A25F6307137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321B449A-A38F-4876-AC79-21446360596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208D100B-626C-45C2-86EE-42D7C5FB8017}"/>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212C7D80-3DA7-4947-A711-0997D422ED11}"/>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0BA1B915-E480-4DAD-A961-E3035F39E695}"/>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EEA65119-1AAF-4DF3-ABDB-DADD9FAE8F3D}"/>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EC2E8E2-45B0-42C9-9464-2C58A27FD9F8}"/>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C1EB4D05-4011-494D-A986-15BC4267A53A}"/>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30B478F4-61F6-4CEE-9831-910308831E25}"/>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53597409-BCA1-420E-9C9A-5F5EB9DB2A5A}"/>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5D9D8607-DF33-47D8-B4C6-F36FE54B20B5}"/>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6616C5D1-449C-432C-885C-B2B8174B95AE}"/>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F700A7FB-FC85-450B-92B1-3AC8F0BC0989}"/>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6052D351-E265-4FA0-8BD0-5DF7D3EE3D1D}"/>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8A676F1C-0B04-4CD6-A324-1AAAB16B1B90}"/>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FFFA4C29-0E30-43AC-9EA0-C77009CBA6C9}"/>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CEFDD381-5E72-41D5-A4E4-CA4389547F5F}"/>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4B2D174C-48B0-4431-A910-54DC76F13D26}"/>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7A729E74-26CD-4736-A147-A1528A3D79F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99651219"/>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FCDD3B5A-7A1E-495D-8D05-8670F64C2A6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53">
            <a:extLst xmlns:a="http://schemas.openxmlformats.org/drawingml/2006/main">
              <a:ext uri="{FF2B5EF4-FFF2-40B4-BE49-F238E27FC236}">
                <a16:creationId xmlns:a16="http://schemas.microsoft.com/office/drawing/2014/main" id="{DC10D9B0-7C96-4DEB-896E-9C4C4589D16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반복 절차를 Skill로 모으는 이유">
            <a:extLst xmlns:a="http://schemas.openxmlformats.org/drawingml/2006/main">
              <a:ext uri="{FF2B5EF4-FFF2-40B4-BE49-F238E27FC236}">
                <a16:creationId xmlns:a16="http://schemas.microsoft.com/office/drawing/2014/main" id="{4FBDDCB8-A4E6-4FA8-9CBC-290029E6B28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30E0F1CD-1EEC-4859-AEBC-18B59863C8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1330BC0F-690C-4CE9-BB63-0BE292A0388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97419E97-1EBD-4F2D-B42A-21EC7B4D9EF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BF263990-4F28-4236-BE4C-118E2146491E}"/>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ABF928E4-C010-4EBE-AB76-30B80B58A509}"/>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71B6B1D1-22DD-4BF8-9AC6-812683EE4522}"/>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AB013FB2-C8BA-429C-840F-7273C0F661C6}"/>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FA27E340-E2DE-4C18-ADC4-14091E8F0839}"/>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BF314605-377D-4EDF-BB05-F8B2451C6A44}"/>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02A5BFD1-D656-4FC6-9DD8-389864E2C5C5}"/>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1937AEEA-323B-47CF-8AC1-880FDEADF2F6}"/>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DF592FEB-9F43-4FBB-9800-51FCC185106B}"/>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9FFF0970-C9C6-4BB3-A3AF-D18A191A3B69}"/>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B49780CD-ED39-48A4-8A44-AFDA690BA72D}"/>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6BEF7922-9A06-4A2F-B193-1FB0A9E6E252}"/>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58AD7D27-7065-46B7-9B76-210B2BFB1CFF}"/>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67AC51C7-F1FB-4029-B743-3F83ADAE5C2E}"/>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CE5310C8-82E6-41B9-8975-43B338E2D5C5}"/>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D2D94F42-458F-4784-85B4-E40E41D5A680}"/>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E12079A8-B94A-4762-A71E-59BBBA3F57A7}"/>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3C3435B5-09EE-448F-98CD-802066B29AD5}"/>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1E7D75EC-38BC-4BAF-B0C9-AC6087B7CBC8}"/>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CB0B49AD-5408-4065-9380-1F7A554A2837}"/>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BE6084BB-C753-4539-9B7A-55766ADC52A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090130019"/>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A5474939-C32B-4A87-91F1-BC65DF2E94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54">
            <a:extLst xmlns:a="http://schemas.openxmlformats.org/drawingml/2006/main">
              <a:ext uri="{FF2B5EF4-FFF2-40B4-BE49-F238E27FC236}">
                <a16:creationId xmlns:a16="http://schemas.microsoft.com/office/drawing/2014/main" id="{EA014BDD-D9BD-4EFA-8AA7-866343893F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Skill 발견·호출·본문 포함의 근거">
            <a:extLst xmlns:a="http://schemas.openxmlformats.org/drawingml/2006/main">
              <a:ext uri="{FF2B5EF4-FFF2-40B4-BE49-F238E27FC236}">
                <a16:creationId xmlns:a16="http://schemas.microsoft.com/office/drawing/2014/main" id="{A68D33D2-8969-4412-9AC3-249780DAF53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03D06D22-2248-4BF6-8894-69610F67B34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1EB5D490-1A91-46D4-B3BE-AD9E3A21967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1EA1A37E-590E-4684-A69F-9DCA7662A93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279E8DFF-EE1D-4382-BEFC-546E77FE6718}"/>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7A04B92E-8D1B-4A10-8501-A561497ED3A4}"/>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2FA2AA15-0A72-4103-B4D4-0D6911264810}"/>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D60F5EE6-B699-4842-A3ED-3A97A1C2A0E9}"/>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EDF8C200-C310-44D6-9D60-20D8F768F974}"/>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343A5872-F103-4B23-9134-00723FB0005D}"/>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C6C23D86-3688-46FE-8A58-839646DBEE3F}"/>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69198586-DA15-473D-8050-906E5F2EE685}"/>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4C19129F-17C6-4492-8E1E-4F9D15872D75}"/>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0351CFF9-D573-402F-B07B-AFDBD6D2D365}"/>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AEA2553C-F2F8-4BFD-A4F1-431F311DEEB8}"/>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9C2F69D7-3C6F-4F33-B3E4-E8D188B2E756}"/>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3089FDF0-3529-43A2-B2FF-7BDCBD0161E0}"/>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7D8D8D73-0B49-4406-9514-C649797D6BCE}"/>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31A23B58-0D16-4F60-93B9-93C7D239C70A}"/>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9BEB8F7F-9396-40A9-BDBD-9918A0F1A23E}"/>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A0740750-ED2B-441A-898B-4D8DA753FEAD}"/>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77D15FF6-E8E7-46D3-9AD0-C96B1B4D243B}"/>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AEF8240D-1137-4EDE-9A87-A1F254EC5E70}"/>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0F23D3D8-AB25-4207-AB75-598E74A41EBC}"/>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74D6BDE9-D2D3-4710-B604-4DEA5338BCB9}"/>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AEB0CAB2-19E0-4C8E-850E-3800A9A3B2D5}"/>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9F156F2F-0123-402F-AAA3-E2153337B87B}"/>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21CD248D-A754-4A57-86AB-8F21B8BC4A71}"/>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83CE53DF-4AE9-4618-BB32-04BBF45F56AB}"/>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49EBA56B-4826-4C8D-AD80-82C86ABD49C5}"/>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E85E759B-7173-4EB6-9F79-CC854CA74C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02752238"/>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C4F90E4E-EFC8-414F-86B0-A6C2CFF40EE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55">
            <a:extLst xmlns:a="http://schemas.openxmlformats.org/drawingml/2006/main">
              <a:ext uri="{FF2B5EF4-FFF2-40B4-BE49-F238E27FC236}">
                <a16:creationId xmlns:a16="http://schemas.microsoft.com/office/drawing/2014/main" id="{637ABA59-70B0-46CB-87AA-A2DA5194DB3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Skill 지침과 실제 작업 기록의 대응">
            <a:extLst xmlns:a="http://schemas.openxmlformats.org/drawingml/2006/main">
              <a:ext uri="{FF2B5EF4-FFF2-40B4-BE49-F238E27FC236}">
                <a16:creationId xmlns:a16="http://schemas.microsoft.com/office/drawing/2014/main" id="{37ABEEC9-4001-40AB-A6C0-947698578F5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80D57038-2950-4D15-9AA1-A2CC19C7608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24C0A00A-2BBF-4491-A283-827C50931D7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006E95A8-7CE9-4DFE-862C-6A8EFDB50BF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81B61211-158B-4AD6-912C-B9BF631216C9}"/>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0BF33471-DA90-41C3-8FBC-D594521EFA30}"/>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F6CAC180-A744-4950-BD8D-95C5D8683AB1}"/>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BCEA947C-8BDC-4ED1-91BD-32D3C9899EB1}"/>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3B2BB181-B3F9-43AA-A582-51C96F136A43}"/>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0665DCEE-7BD5-45A3-9360-C90DB7463E53}"/>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82410A18-3470-4FEC-AC59-A65771823B18}"/>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F8515433-D7BB-47E3-A02A-7ACE3C1C72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205782077"/>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352715F4-4B29-41FE-AB93-773F6DF7E2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56">
            <a:extLst xmlns:a="http://schemas.openxmlformats.org/drawingml/2006/main">
              <a:ext uri="{FF2B5EF4-FFF2-40B4-BE49-F238E27FC236}">
                <a16:creationId xmlns:a16="http://schemas.microsoft.com/office/drawing/2014/main" id="{05E370F3-B5F4-4DDF-835C-5CC09585FDB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절차는 재사용하고, 답은 근거로 정한다">
            <a:extLst xmlns:a="http://schemas.openxmlformats.org/drawingml/2006/main">
              <a:ext uri="{FF2B5EF4-FFF2-40B4-BE49-F238E27FC236}">
                <a16:creationId xmlns:a16="http://schemas.microsoft.com/office/drawing/2014/main" id="{B06C7293-6B9E-4711-99CC-A3D177EFC4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D9767C80-7ACD-4522-96DD-4F956EFFAD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01D32BDB-257E-47D8-A544-ABCCAD4228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D84BF8CB-0B0B-4C84-9E09-9D553F189DA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2E837429-9C14-4748-AE7B-B6951A18983A}"/>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609CBF08-7525-446D-98F7-EB09C6C22C19}"/>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BA8C64E4-949B-44B5-9132-7E673CF73E6B}"/>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C062AF60-23E4-4727-AE8C-87ED59FBEC01}"/>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22092777-4DB9-495D-B5DA-2C8DC2460CE9}"/>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969C6792-A5A0-4B4B-A712-8B3DB8E5A7C1}"/>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60DC3C64-6AF7-4C06-A205-427BD269761D}"/>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8D520895-B73A-4658-940A-86A136C73645}"/>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EB1A67B1-1F54-4C40-A15B-E43FE58B5512}"/>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83A38407-568F-448F-8369-CA5EEEB05AF9}"/>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AB73858C-F8AA-4B9A-898B-A59E5E0F3D5B}"/>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B2CF49A8-3F2E-464C-9C2F-1EA1F3A9E1D7}"/>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5F96A09C-4C1A-4626-B2C2-07C3070CCD91}"/>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FCE5BAD3-BA3E-481F-97BE-E3FDD3EED2AE}"/>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9660EDD2-3D10-413F-AB54-098439BE0B51}"/>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EC6AFACA-B451-404D-A68C-91303537D79A}"/>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92DA7BC9-D7D3-4034-A2C1-566F9601A3A4}"/>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105ECA81-4213-485F-8C04-B8C9AAA41C5B}"/>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213CC3D9-612E-4C33-86C8-BFBCC099ABB0}"/>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EA6FA3F9-0A65-467A-ACFB-3295F8AF0AE0}"/>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BDC09340-2DC3-43F4-9D09-8C55A82280E9}"/>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7EC25E57-5AEA-46D0-9170-E257F6C1FE61}"/>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5C18575B-9BD1-4B35-9BA1-97531218135F}"/>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46072ABF-504F-470D-8361-3C76AB3ED15E}"/>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A7149F9E-7284-4D0A-937D-BEC748D2B6D4}"/>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5DAD32EB-231F-4D81-8028-1EECE88962C4}"/>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D3B5E312-EB6B-49F4-9A59-72E26FCDD24F}"/>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7D7D4046-C2FC-475D-A6AE-172290AC53FD}"/>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A09701C6-26DA-445F-A9E8-50C604AF946D}"/>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D9D823C9-06DB-4663-8B03-8EBFEF371F1B}"/>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BF0261CA-353C-4128-9F4A-EDA4D601548B}"/>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5D1EA884-D581-4DCC-A331-651D6139DBA3}"/>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7397E245-0191-439C-B58A-C6A09FF45052}"/>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32998EDF-92E9-4DCF-B323-B1FB7C8B56B2}"/>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39D06FA6-ABA1-49E6-B1B4-5BA60BB47FF1}"/>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ACCCE401-6366-44DD-8873-D959FADCC5E0}"/>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7976D17B-A4BB-4EEA-ACA5-4F9ED5E3CBD9}"/>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BC90E484-5773-4DDC-ABA3-32809875FDB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225134125"/>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밝기 통계의 후보 선택">
            <a:extLst xmlns:a="http://schemas.openxmlformats.org/drawingml/2006/main">
              <a:ext uri="{FF2B5EF4-FFF2-40B4-BE49-F238E27FC236}">
                <a16:creationId xmlns:a16="http://schemas.microsoft.com/office/drawing/2014/main" id="{86E53547-B992-4696-8D71-32960410FCC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통계의 후보 선택</a:t>
            </a:r>
          </a:p>
        </p:txBody>
      </p:sp>
      <p:sp>
        <p:nvSpPr>
          <p:cNvPr id="2" name="S57">
            <a:extLst xmlns:a="http://schemas.openxmlformats.org/drawingml/2006/main">
              <a:ext uri="{FF2B5EF4-FFF2-40B4-BE49-F238E27FC236}">
                <a16:creationId xmlns:a16="http://schemas.microsoft.com/office/drawing/2014/main" id="{120B446D-411F-49B1-8792-8B681DF872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낮은 할당량만으로 고르지 않았다">
            <a:extLst xmlns:a="http://schemas.openxmlformats.org/drawingml/2006/main">
              <a:ext uri="{FF2B5EF4-FFF2-40B4-BE49-F238E27FC236}">
                <a16:creationId xmlns:a16="http://schemas.microsoft.com/office/drawing/2014/main" id="{9496A6DE-CDDD-4140-AA5D-48A9604C73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낮은 할당량만으로 고르지 않았다</a:t>
            </a:r>
          </a:p>
        </p:txBody>
      </p:sp>
      <p:sp>
        <p:nvSpPr>
          <p:cNvPr id="4" name="">
            <a:extLst xmlns:a="http://schemas.openxmlformats.org/drawingml/2006/main">
              <a:ext uri="{FF2B5EF4-FFF2-40B4-BE49-F238E27FC236}">
                <a16:creationId xmlns:a16="http://schemas.microsoft.com/office/drawing/2014/main" id="{72D010B6-8540-4334-857A-16B217C1AE9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후보 비교 요약 · 합성1024×768 · CPython3.9.6 / macOS arm64">
            <a:extLst xmlns:a="http://schemas.openxmlformats.org/drawingml/2006/main">
              <a:ext uri="{FF2B5EF4-FFF2-40B4-BE49-F238E27FC236}">
                <a16:creationId xmlns:a16="http://schemas.microsoft.com/office/drawing/2014/main" id="{9AE720B6-7297-4AF5-8AC1-54A618DB5B3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후보 비교 요약 · 합성1024×768 · CPython3.9.6 / macOS arm64</a:t>
            </a:r>
          </a:p>
        </p:txBody>
      </p:sp>
      <p:sp>
        <p:nvSpPr>
          <p:cNvPr id="6" name="이 환경에서 관찰한 비교 · 다음 장의 제품 상태 측정과 구분 · Skill 단독 효과 미입증">
            <a:extLst xmlns:a="http://schemas.openxmlformats.org/drawingml/2006/main">
              <a:ext uri="{FF2B5EF4-FFF2-40B4-BE49-F238E27FC236}">
                <a16:creationId xmlns:a16="http://schemas.microsoft.com/office/drawing/2014/main" id="{3FE24FDF-2125-49F5-BD37-598E998DD53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환경에서 관찰한 비교 · 다음 장의 제품 상태 측정과 구분 · Skill 단독 효과 미입증</a:t>
            </a:r>
          </a:p>
        </p:txBody>
      </p:sp>
      <p:sp>
        <p:nvSpPr>
          <p:cNvPr id="7" name="두 후보 모두">
            <a:extLst xmlns:a="http://schemas.openxmlformats.org/drawingml/2006/main">
              <a:ext uri="{FF2B5EF4-FFF2-40B4-BE49-F238E27FC236}">
                <a16:creationId xmlns:a16="http://schemas.microsoft.com/office/drawing/2014/main" id="{27E1FFCE-1D5D-47AC-9F6F-117778130EF2}"/>
              </a:ext>
            </a:extLst>
          </p:cNvPr>
          <p:cNvSpPr>
            <a:spLocks xmlns:a="http://schemas.openxmlformats.org/drawingml/2006/main" noGrp="1"/>
          </p:cNvSpPr>
          <p:nvPr/>
        </p:nvSpPr>
        <p:spPr>
          <a:xfrm xmlns:a="http://schemas.openxmlformats.org/drawingml/2006/main">
            <a:off x="609600" y="1933575"/>
            <a:ext cx="2038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두 후보 모두</a:t>
            </a:r>
          </a:p>
        </p:txBody>
      </p:sp>
      <p:sp>
        <p:nvSpPr>
          <p:cNvPr id="8" name="결과 6항목 동일 · 기존보다 낮은 Python 할당 피크">
            <a:extLst xmlns:a="http://schemas.openxmlformats.org/drawingml/2006/main">
              <a:ext uri="{FF2B5EF4-FFF2-40B4-BE49-F238E27FC236}">
                <a16:creationId xmlns:a16="http://schemas.microsoft.com/office/drawing/2014/main" id="{0D48D8EA-FCEE-4A6C-83FC-7163CB707F2F}"/>
              </a:ext>
            </a:extLst>
          </p:cNvPr>
          <p:cNvSpPr>
            <a:spLocks xmlns:a="http://schemas.openxmlformats.org/drawingml/2006/main" noGrp="1"/>
          </p:cNvSpPr>
          <p:nvPr/>
        </p:nvSpPr>
        <p:spPr>
          <a:xfrm xmlns:a="http://schemas.openxmlformats.org/drawingml/2006/main">
            <a:off x="2647950" y="1933575"/>
            <a:ext cx="89344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결과 6항목 동일 · 기존보다 낮은 Python 할당 피크</a:t>
            </a:r>
          </a:p>
        </p:txBody>
      </p:sp>
      <p:sp>
        <p:nvSpPr>
          <p:cNvPr id="9" name="">
            <a:extLst xmlns:a="http://schemas.openxmlformats.org/drawingml/2006/main">
              <a:ext uri="{FF2B5EF4-FFF2-40B4-BE49-F238E27FC236}">
                <a16:creationId xmlns:a16="http://schemas.microsoft.com/office/drawing/2014/main" id="{A96A4400-3B47-47D6-A8E5-88EF5A8391D0}"/>
              </a:ext>
            </a:extLst>
          </p:cNvPr>
          <p:cNvSpPr>
            <a:spLocks xmlns:a="http://schemas.openxmlformats.org/drawingml/2006/main" noGrp="1"/>
          </p:cNvSpPr>
          <p:nvPr/>
        </p:nvSpPr>
        <p:spPr>
          <a:xfrm xmlns:a="http://schemas.openxmlformats.org/drawingml/2006/main">
            <a:off x="609600" y="2457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후보">
            <a:extLst xmlns:a="http://schemas.openxmlformats.org/drawingml/2006/main">
              <a:ext uri="{FF2B5EF4-FFF2-40B4-BE49-F238E27FC236}">
                <a16:creationId xmlns:a16="http://schemas.microsoft.com/office/drawing/2014/main" id="{1036B881-DC9B-4577-B667-EE14436D2348}"/>
              </a:ext>
            </a:extLst>
          </p:cNvPr>
          <p:cNvSpPr>
            <a:spLocks xmlns:a="http://schemas.openxmlformats.org/drawingml/2006/main" noGrp="1"/>
          </p:cNvSpPr>
          <p:nvPr/>
        </p:nvSpPr>
        <p:spPr>
          <a:xfrm xmlns:a="http://schemas.openxmlformats.org/drawingml/2006/main">
            <a:off x="838200" y="2628900"/>
            <a:ext cx="4552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후보</a:t>
            </a:r>
          </a:p>
        </p:txBody>
      </p:sp>
      <p:sp>
        <p:nvSpPr>
          <p:cNvPr id="11" name="두 후보의 실행시간 비교">
            <a:extLst xmlns:a="http://schemas.openxmlformats.org/drawingml/2006/main">
              <a:ext uri="{FF2B5EF4-FFF2-40B4-BE49-F238E27FC236}">
                <a16:creationId xmlns:a16="http://schemas.microsoft.com/office/drawing/2014/main" id="{D398D91F-38D3-4ECD-9594-356C14F9DC84}"/>
              </a:ext>
            </a:extLst>
          </p:cNvPr>
          <p:cNvSpPr>
            <a:spLocks xmlns:a="http://schemas.openxmlformats.org/drawingml/2006/main" noGrp="1"/>
          </p:cNvSpPr>
          <p:nvPr/>
        </p:nvSpPr>
        <p:spPr>
          <a:xfrm xmlns:a="http://schemas.openxmlformats.org/drawingml/2006/main">
            <a:off x="5657850" y="2628900"/>
            <a:ext cx="3333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후보의 실행시간 비교</a:t>
            </a:r>
          </a:p>
        </p:txBody>
      </p:sp>
      <p:sp>
        <p:nvSpPr>
          <p:cNvPr id="12" name="">
            <a:extLst xmlns:a="http://schemas.openxmlformats.org/drawingml/2006/main">
              <a:ext uri="{FF2B5EF4-FFF2-40B4-BE49-F238E27FC236}">
                <a16:creationId xmlns:a16="http://schemas.microsoft.com/office/drawing/2014/main" id="{A85AA210-D2FC-4CC3-8D29-720E436764C4}"/>
              </a:ext>
            </a:extLst>
          </p:cNvPr>
          <p:cNvSpPr>
            <a:spLocks xmlns:a="http://schemas.openxmlformats.org/drawingml/2006/main" noGrp="1"/>
          </p:cNvSpPr>
          <p:nvPr/>
        </p:nvSpPr>
        <p:spPr>
          <a:xfrm xmlns:a="http://schemas.openxmlformats.org/drawingml/2006/main">
            <a:off x="609600" y="3086100"/>
            <a:ext cx="10972800" cy="10096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 name="수동 순회">
            <a:extLst xmlns:a="http://schemas.openxmlformats.org/drawingml/2006/main">
              <a:ext uri="{FF2B5EF4-FFF2-40B4-BE49-F238E27FC236}">
                <a16:creationId xmlns:a16="http://schemas.microsoft.com/office/drawing/2014/main" id="{37E8CC64-044F-44BC-9214-BF3F1413426A}"/>
              </a:ext>
            </a:extLst>
          </p:cNvPr>
          <p:cNvSpPr>
            <a:spLocks xmlns:a="http://schemas.openxmlformats.org/drawingml/2006/main" noGrp="1"/>
          </p:cNvSpPr>
          <p:nvPr/>
        </p:nvSpPr>
        <p:spPr>
          <a:xfrm xmlns:a="http://schemas.openxmlformats.org/drawingml/2006/main">
            <a:off x="838200" y="3343275"/>
            <a:ext cx="46291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4D5A68"/>
                </a:solidFill>
                <a:latin typeface="Malgun Gothic"/>
                <a:ea typeface="Malgun Gothic"/>
                <a:cs typeface="Malgun Gothic"/>
              </a:defRPr>
            </a:defPPr>
            <a:lvl1pPr algn="l">
              <a:defRPr sz="2550" b="1">
                <a:solidFill>
                  <a:srgbClr val="4D5A68"/>
                </a:solidFill>
                <a:latin typeface="Malgun Gothic"/>
                <a:ea typeface="Malgun Gothic"/>
                <a:cs typeface="Malgun Gothic"/>
              </a:defRPr>
            </a:lvl1pPr>
            <a:lvl2pPr algn="l">
              <a:defRPr sz="2550" b="1">
                <a:solidFill>
                  <a:srgbClr val="4D5A68"/>
                </a:solidFill>
                <a:latin typeface="Malgun Gothic"/>
                <a:ea typeface="Malgun Gothic"/>
                <a:cs typeface="Malgun Gothic"/>
              </a:defRPr>
            </a:lvl2pPr>
            <a:lvl3pPr algn="l">
              <a:defRPr sz="2550" b="1">
                <a:solidFill>
                  <a:srgbClr val="4D5A68"/>
                </a:solidFill>
                <a:latin typeface="Malgun Gothic"/>
                <a:ea typeface="Malgun Gothic"/>
                <a:cs typeface="Malgun Gothic"/>
              </a:defRPr>
            </a:lvl3pPr>
            <a:lvl4pPr algn="l">
              <a:defRPr sz="2550" b="1">
                <a:solidFill>
                  <a:srgbClr val="4D5A68"/>
                </a:solidFill>
                <a:latin typeface="Malgun Gothic"/>
                <a:ea typeface="Malgun Gothic"/>
                <a:cs typeface="Malgun Gothic"/>
              </a:defRPr>
            </a:lvl4pPr>
            <a:lvl5pPr algn="l">
              <a:defRPr sz="2550" b="1">
                <a:solidFill>
                  <a:srgbClr val="4D5A68"/>
                </a:solidFill>
                <a:latin typeface="Malgun Gothic"/>
                <a:ea typeface="Malgun Gothic"/>
                <a:cs typeface="Malgun Gothic"/>
              </a:defRPr>
            </a:lvl5pPr>
            <a:lvl6pPr algn="l">
              <a:defRPr sz="2550" b="1">
                <a:solidFill>
                  <a:srgbClr val="4D5A68"/>
                </a:solidFill>
                <a:latin typeface="Malgun Gothic"/>
                <a:ea typeface="Malgun Gothic"/>
                <a:cs typeface="Malgun Gothic"/>
              </a:defRPr>
            </a:lvl6pPr>
            <a:lvl7pPr algn="l">
              <a:defRPr sz="2550" b="1">
                <a:solidFill>
                  <a:srgbClr val="4D5A68"/>
                </a:solidFill>
                <a:latin typeface="Malgun Gothic"/>
                <a:ea typeface="Malgun Gothic"/>
                <a:cs typeface="Malgun Gothic"/>
              </a:defRPr>
            </a:lvl7pPr>
            <a:lvl8pPr algn="l">
              <a:defRPr sz="2550" b="1">
                <a:solidFill>
                  <a:srgbClr val="4D5A68"/>
                </a:solidFill>
                <a:latin typeface="Malgun Gothic"/>
                <a:ea typeface="Malgun Gothic"/>
                <a:cs typeface="Malgun Gothic"/>
              </a:defRPr>
            </a:lvl8pPr>
            <a:lvl9pPr algn="l">
              <a:defRPr sz="2550" b="1">
                <a:solidFill>
                  <a:srgbClr val="4D5A68"/>
                </a:solidFill>
                <a:latin typeface="Malgun Gothic"/>
                <a:ea typeface="Malgun Gothic"/>
                <a:cs typeface="Malgun Gothic"/>
              </a:defRPr>
            </a:lvl9pPr>
          </a:lstStyle>
          <a:p xmlns:a="http://schemas.openxmlformats.org/drawingml/2006/main">
            <a:pPr algn="l">
              <a:defRPr sz="2550" b="1">
                <a:solidFill>
                  <a:srgbClr val="4D5A68"/>
                </a:solidFill>
                <a:latin typeface="Malgun Gothic"/>
                <a:ea typeface="Malgun Gothic"/>
                <a:cs typeface="Malgun Gothic"/>
              </a:defRPr>
            </a:pPr>
            <a:r>
              <a:rPr sz="2550" b="1">
                <a:solidFill>
                  <a:srgbClr val="4D5A68"/>
                </a:solidFill>
                <a:latin typeface="Malgun Gothic"/>
                <a:ea typeface="Malgun Gothic"/>
                <a:cs typeface="Malgun Gothic"/>
              </a:rPr>
              <a:t>수동 순회</a:t>
            </a:r>
          </a:p>
        </p:txBody>
      </p:sp>
      <p:sp>
        <p:nvSpPr>
          <p:cNvPr id="14" name="더 느림">
            <a:extLst xmlns:a="http://schemas.openxmlformats.org/drawingml/2006/main">
              <a:ext uri="{FF2B5EF4-FFF2-40B4-BE49-F238E27FC236}">
                <a16:creationId xmlns:a16="http://schemas.microsoft.com/office/drawing/2014/main" id="{B8C8282A-4B1F-43A6-8392-B18337B557EE}"/>
              </a:ext>
            </a:extLst>
          </p:cNvPr>
          <p:cNvSpPr>
            <a:spLocks xmlns:a="http://schemas.openxmlformats.org/drawingml/2006/main" noGrp="1"/>
          </p:cNvSpPr>
          <p:nvPr/>
        </p:nvSpPr>
        <p:spPr>
          <a:xfrm xmlns:a="http://schemas.openxmlformats.org/drawingml/2006/main">
            <a:off x="5657850" y="3352800"/>
            <a:ext cx="2476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4D5A68"/>
                </a:solidFill>
                <a:latin typeface="Malgun Gothic"/>
                <a:ea typeface="Malgun Gothic"/>
                <a:cs typeface="Malgun Gothic"/>
              </a:defRPr>
            </a:defPPr>
            <a:lvl1pPr algn="l">
              <a:defRPr sz="2400" b="1">
                <a:solidFill>
                  <a:srgbClr val="4D5A68"/>
                </a:solidFill>
                <a:latin typeface="Malgun Gothic"/>
                <a:ea typeface="Malgun Gothic"/>
                <a:cs typeface="Malgun Gothic"/>
              </a:defRPr>
            </a:lvl1pPr>
            <a:lvl2pPr algn="l">
              <a:defRPr sz="2400" b="1">
                <a:solidFill>
                  <a:srgbClr val="4D5A68"/>
                </a:solidFill>
                <a:latin typeface="Malgun Gothic"/>
                <a:ea typeface="Malgun Gothic"/>
                <a:cs typeface="Malgun Gothic"/>
              </a:defRPr>
            </a:lvl2pPr>
            <a:lvl3pPr algn="l">
              <a:defRPr sz="2400" b="1">
                <a:solidFill>
                  <a:srgbClr val="4D5A68"/>
                </a:solidFill>
                <a:latin typeface="Malgun Gothic"/>
                <a:ea typeface="Malgun Gothic"/>
                <a:cs typeface="Malgun Gothic"/>
              </a:defRPr>
            </a:lvl3pPr>
            <a:lvl4pPr algn="l">
              <a:defRPr sz="2400" b="1">
                <a:solidFill>
                  <a:srgbClr val="4D5A68"/>
                </a:solidFill>
                <a:latin typeface="Malgun Gothic"/>
                <a:ea typeface="Malgun Gothic"/>
                <a:cs typeface="Malgun Gothic"/>
              </a:defRPr>
            </a:lvl4pPr>
            <a:lvl5pPr algn="l">
              <a:defRPr sz="2400" b="1">
                <a:solidFill>
                  <a:srgbClr val="4D5A68"/>
                </a:solidFill>
                <a:latin typeface="Malgun Gothic"/>
                <a:ea typeface="Malgun Gothic"/>
                <a:cs typeface="Malgun Gothic"/>
              </a:defRPr>
            </a:lvl5pPr>
            <a:lvl6pPr algn="l">
              <a:defRPr sz="2400" b="1">
                <a:solidFill>
                  <a:srgbClr val="4D5A68"/>
                </a:solidFill>
                <a:latin typeface="Malgun Gothic"/>
                <a:ea typeface="Malgun Gothic"/>
                <a:cs typeface="Malgun Gothic"/>
              </a:defRPr>
            </a:lvl6pPr>
            <a:lvl7pPr algn="l">
              <a:defRPr sz="2400" b="1">
                <a:solidFill>
                  <a:srgbClr val="4D5A68"/>
                </a:solidFill>
                <a:latin typeface="Malgun Gothic"/>
                <a:ea typeface="Malgun Gothic"/>
                <a:cs typeface="Malgun Gothic"/>
              </a:defRPr>
            </a:lvl7pPr>
            <a:lvl8pPr algn="l">
              <a:defRPr sz="2400" b="1">
                <a:solidFill>
                  <a:srgbClr val="4D5A68"/>
                </a:solidFill>
                <a:latin typeface="Malgun Gothic"/>
                <a:ea typeface="Malgun Gothic"/>
                <a:cs typeface="Malgun Gothic"/>
              </a:defRPr>
            </a:lvl8pPr>
            <a:lvl9pPr algn="l">
              <a:defRPr sz="2400" b="1">
                <a:solidFill>
                  <a:srgbClr val="4D5A68"/>
                </a:solidFill>
                <a:latin typeface="Malgun Gothic"/>
                <a:ea typeface="Malgun Gothic"/>
                <a:cs typeface="Malgun Gothic"/>
              </a:defRPr>
            </a:lvl9pPr>
          </a:lstStyle>
          <a:p xmlns:a="http://schemas.openxmlformats.org/drawingml/2006/main">
            <a:pPr algn="l">
              <a:defRPr sz="2400" b="1">
                <a:solidFill>
                  <a:srgbClr val="4D5A68"/>
                </a:solidFill>
                <a:latin typeface="Malgun Gothic"/>
                <a:ea typeface="Malgun Gothic"/>
                <a:cs typeface="Malgun Gothic"/>
              </a:defRPr>
            </a:pPr>
            <a:r>
              <a:rPr sz="2400" b="1">
                <a:solidFill>
                  <a:srgbClr val="4D5A68"/>
                </a:solidFill>
                <a:latin typeface="Malgun Gothic"/>
                <a:ea typeface="Malgun Gothic"/>
                <a:cs typeface="Malgun Gothic"/>
              </a:rPr>
              <a:t>더 느림</a:t>
            </a:r>
          </a:p>
        </p:txBody>
      </p:sp>
      <p:cxnSp>
        <p:nvCxnSpPr>
          <p:cNvPr id="15" name="">
            <a:extLst xmlns:a="http://schemas.openxmlformats.org/drawingml/2006/main">
              <a:ext uri="{FF2B5EF4-FFF2-40B4-BE49-F238E27FC236}">
                <a16:creationId xmlns:a16="http://schemas.microsoft.com/office/drawing/2014/main" id="{87AD5082-BF16-4882-922B-1EFE5917A3C1}"/>
              </a:ext>
            </a:extLst>
          </p:cNvPr>
          <p:cNvCxnSpPr/>
          <p:nvPr/>
        </p:nvCxnSpPr>
        <p:spPr>
          <a:xfrm xmlns:a="http://schemas.openxmlformats.org/drawingml/2006/main">
            <a:off x="8343900" y="3600450"/>
            <a:ext cx="81915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16" name="제외">
            <a:extLst xmlns:a="http://schemas.openxmlformats.org/drawingml/2006/main">
              <a:ext uri="{FF2B5EF4-FFF2-40B4-BE49-F238E27FC236}">
                <a16:creationId xmlns:a16="http://schemas.microsoft.com/office/drawing/2014/main" id="{D8DA3CE2-BB18-49A0-92DE-1CB639FA3273}"/>
              </a:ext>
            </a:extLst>
          </p:cNvPr>
          <p:cNvSpPr>
            <a:spLocks xmlns:a="http://schemas.openxmlformats.org/drawingml/2006/main" noGrp="1"/>
          </p:cNvSpPr>
          <p:nvPr/>
        </p:nvSpPr>
        <p:spPr>
          <a:xfrm xmlns:a="http://schemas.openxmlformats.org/drawingml/2006/main">
            <a:off x="9486900" y="3257550"/>
            <a:ext cx="1866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4D5A68"/>
                </a:solidFill>
                <a:latin typeface="Malgun Gothic"/>
                <a:ea typeface="Malgun Gothic"/>
                <a:cs typeface="Malgun Gothic"/>
              </a:defRPr>
            </a:defPPr>
            <a:lvl1pPr algn="ctr">
              <a:defRPr sz="2850" b="1">
                <a:solidFill>
                  <a:srgbClr val="4D5A68"/>
                </a:solidFill>
                <a:latin typeface="Malgun Gothic"/>
                <a:ea typeface="Malgun Gothic"/>
                <a:cs typeface="Malgun Gothic"/>
              </a:defRPr>
            </a:lvl1pPr>
            <a:lvl2pPr algn="ctr">
              <a:defRPr sz="2850" b="1">
                <a:solidFill>
                  <a:srgbClr val="4D5A68"/>
                </a:solidFill>
                <a:latin typeface="Malgun Gothic"/>
                <a:ea typeface="Malgun Gothic"/>
                <a:cs typeface="Malgun Gothic"/>
              </a:defRPr>
            </a:lvl2pPr>
            <a:lvl3pPr algn="ctr">
              <a:defRPr sz="2850" b="1">
                <a:solidFill>
                  <a:srgbClr val="4D5A68"/>
                </a:solidFill>
                <a:latin typeface="Malgun Gothic"/>
                <a:ea typeface="Malgun Gothic"/>
                <a:cs typeface="Malgun Gothic"/>
              </a:defRPr>
            </a:lvl3pPr>
            <a:lvl4pPr algn="ctr">
              <a:defRPr sz="2850" b="1">
                <a:solidFill>
                  <a:srgbClr val="4D5A68"/>
                </a:solidFill>
                <a:latin typeface="Malgun Gothic"/>
                <a:ea typeface="Malgun Gothic"/>
                <a:cs typeface="Malgun Gothic"/>
              </a:defRPr>
            </a:lvl4pPr>
            <a:lvl5pPr algn="ctr">
              <a:defRPr sz="2850" b="1">
                <a:solidFill>
                  <a:srgbClr val="4D5A68"/>
                </a:solidFill>
                <a:latin typeface="Malgun Gothic"/>
                <a:ea typeface="Malgun Gothic"/>
                <a:cs typeface="Malgun Gothic"/>
              </a:defRPr>
            </a:lvl5pPr>
            <a:lvl6pPr algn="ctr">
              <a:defRPr sz="2850" b="1">
                <a:solidFill>
                  <a:srgbClr val="4D5A68"/>
                </a:solidFill>
                <a:latin typeface="Malgun Gothic"/>
                <a:ea typeface="Malgun Gothic"/>
                <a:cs typeface="Malgun Gothic"/>
              </a:defRPr>
            </a:lvl6pPr>
            <a:lvl7pPr algn="ctr">
              <a:defRPr sz="2850" b="1">
                <a:solidFill>
                  <a:srgbClr val="4D5A68"/>
                </a:solidFill>
                <a:latin typeface="Malgun Gothic"/>
                <a:ea typeface="Malgun Gothic"/>
                <a:cs typeface="Malgun Gothic"/>
              </a:defRPr>
            </a:lvl7pPr>
            <a:lvl8pPr algn="ctr">
              <a:defRPr sz="2850" b="1">
                <a:solidFill>
                  <a:srgbClr val="4D5A68"/>
                </a:solidFill>
                <a:latin typeface="Malgun Gothic"/>
                <a:ea typeface="Malgun Gothic"/>
                <a:cs typeface="Malgun Gothic"/>
              </a:defRPr>
            </a:lvl8pPr>
            <a:lvl9pPr algn="ctr">
              <a:defRPr sz="2850" b="1">
                <a:solidFill>
                  <a:srgbClr val="4D5A68"/>
                </a:solidFill>
                <a:latin typeface="Malgun Gothic"/>
                <a:ea typeface="Malgun Gothic"/>
                <a:cs typeface="Malgun Gothic"/>
              </a:defRPr>
            </a:lvl9pPr>
          </a:lstStyle>
          <a:p xmlns:a="http://schemas.openxmlformats.org/drawingml/2006/main">
            <a:pPr algn="ctr">
              <a:defRPr sz="2850" b="1">
                <a:solidFill>
                  <a:srgbClr val="4D5A68"/>
                </a:solidFill>
                <a:latin typeface="Malgun Gothic"/>
                <a:ea typeface="Malgun Gothic"/>
                <a:cs typeface="Malgun Gothic"/>
              </a:defRPr>
            </a:pPr>
            <a:r>
              <a:rPr sz="2850" b="1">
                <a:solidFill>
                  <a:srgbClr val="4D5A68"/>
                </a:solidFill>
                <a:latin typeface="Malgun Gothic"/>
                <a:ea typeface="Malgun Gothic"/>
                <a:cs typeface="Malgun Gothic"/>
              </a:rPr>
              <a:t>제외</a:t>
            </a:r>
          </a:p>
        </p:txBody>
      </p:sp>
      <p:sp>
        <p:nvSpPr>
          <p:cNvPr id="17" name="">
            <a:extLst xmlns:a="http://schemas.openxmlformats.org/drawingml/2006/main">
              <a:ext uri="{FF2B5EF4-FFF2-40B4-BE49-F238E27FC236}">
                <a16:creationId xmlns:a16="http://schemas.microsoft.com/office/drawing/2014/main" id="{130B8C3E-BFEF-4D77-B9DC-F0928C9131FB}"/>
              </a:ext>
            </a:extLst>
          </p:cNvPr>
          <p:cNvSpPr>
            <a:spLocks xmlns:a="http://schemas.openxmlformats.org/drawingml/2006/main" noGrp="1"/>
          </p:cNvSpPr>
          <p:nvPr/>
        </p:nvSpPr>
        <p:spPr>
          <a:xfrm xmlns:a="http://schemas.openxmlformats.org/drawingml/2006/main">
            <a:off x="609600" y="4257675"/>
            <a:ext cx="10972800" cy="10096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행 단위 내장 연산">
            <a:extLst xmlns:a="http://schemas.openxmlformats.org/drawingml/2006/main">
              <a:ext uri="{FF2B5EF4-FFF2-40B4-BE49-F238E27FC236}">
                <a16:creationId xmlns:a16="http://schemas.microsoft.com/office/drawing/2014/main" id="{DCD982FD-0E65-4860-8D8B-249CA2395BD2}"/>
              </a:ext>
            </a:extLst>
          </p:cNvPr>
          <p:cNvSpPr>
            <a:spLocks xmlns:a="http://schemas.openxmlformats.org/drawingml/2006/main" noGrp="1"/>
          </p:cNvSpPr>
          <p:nvPr/>
        </p:nvSpPr>
        <p:spPr>
          <a:xfrm xmlns:a="http://schemas.openxmlformats.org/drawingml/2006/main">
            <a:off x="838200" y="4514850"/>
            <a:ext cx="46291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행 단위 내장 연산</a:t>
            </a:r>
          </a:p>
        </p:txBody>
      </p:sp>
      <p:sp>
        <p:nvSpPr>
          <p:cNvPr id="19" name="더 빠름">
            <a:extLst xmlns:a="http://schemas.openxmlformats.org/drawingml/2006/main">
              <a:ext uri="{FF2B5EF4-FFF2-40B4-BE49-F238E27FC236}">
                <a16:creationId xmlns:a16="http://schemas.microsoft.com/office/drawing/2014/main" id="{F8AEAECE-0060-4F60-93C8-EC8FBA6FD57E}"/>
              </a:ext>
            </a:extLst>
          </p:cNvPr>
          <p:cNvSpPr>
            <a:spLocks xmlns:a="http://schemas.openxmlformats.org/drawingml/2006/main" noGrp="1"/>
          </p:cNvSpPr>
          <p:nvPr/>
        </p:nvSpPr>
        <p:spPr>
          <a:xfrm xmlns:a="http://schemas.openxmlformats.org/drawingml/2006/main">
            <a:off x="5657850" y="4524375"/>
            <a:ext cx="2476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더 빠름</a:t>
            </a:r>
          </a:p>
        </p:txBody>
      </p:sp>
      <p:cxnSp>
        <p:nvCxnSpPr>
          <p:cNvPr id="20" name="">
            <a:extLst xmlns:a="http://schemas.openxmlformats.org/drawingml/2006/main">
              <a:ext uri="{FF2B5EF4-FFF2-40B4-BE49-F238E27FC236}">
                <a16:creationId xmlns:a16="http://schemas.microsoft.com/office/drawing/2014/main" id="{FFCF6C49-7664-4EC7-8940-CFB9B54ED3AF}"/>
              </a:ext>
            </a:extLst>
          </p:cNvPr>
          <p:cNvCxnSpPr/>
          <p:nvPr/>
        </p:nvCxnSpPr>
        <p:spPr>
          <a:xfrm xmlns:a="http://schemas.openxmlformats.org/drawingml/2006/main">
            <a:off x="8343900" y="4772025"/>
            <a:ext cx="81915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21" name="선택">
            <a:extLst xmlns:a="http://schemas.openxmlformats.org/drawingml/2006/main">
              <a:ext uri="{FF2B5EF4-FFF2-40B4-BE49-F238E27FC236}">
                <a16:creationId xmlns:a16="http://schemas.microsoft.com/office/drawing/2014/main" id="{216A6602-F0DF-45E2-A636-2B53D208FB23}"/>
              </a:ext>
            </a:extLst>
          </p:cNvPr>
          <p:cNvSpPr>
            <a:spLocks xmlns:a="http://schemas.openxmlformats.org/drawingml/2006/main" noGrp="1"/>
          </p:cNvSpPr>
          <p:nvPr/>
        </p:nvSpPr>
        <p:spPr>
          <a:xfrm xmlns:a="http://schemas.openxmlformats.org/drawingml/2006/main">
            <a:off x="9486900" y="4429125"/>
            <a:ext cx="1866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450" b="1">
                <a:solidFill>
                  <a:srgbClr val="0B6172"/>
                </a:solidFill>
                <a:latin typeface="Malgun Gothic"/>
                <a:ea typeface="Malgun Gothic"/>
                <a:cs typeface="Malgun Gothic"/>
              </a:defRPr>
            </a:defPPr>
            <a:lvl1pPr algn="ctr">
              <a:defRPr sz="3450" b="1">
                <a:solidFill>
                  <a:srgbClr val="0B6172"/>
                </a:solidFill>
                <a:latin typeface="Malgun Gothic"/>
                <a:ea typeface="Malgun Gothic"/>
                <a:cs typeface="Malgun Gothic"/>
              </a:defRPr>
            </a:lvl1pPr>
            <a:lvl2pPr algn="ctr">
              <a:defRPr sz="3450" b="1">
                <a:solidFill>
                  <a:srgbClr val="0B6172"/>
                </a:solidFill>
                <a:latin typeface="Malgun Gothic"/>
                <a:ea typeface="Malgun Gothic"/>
                <a:cs typeface="Malgun Gothic"/>
              </a:defRPr>
            </a:lvl2pPr>
            <a:lvl3pPr algn="ctr">
              <a:defRPr sz="3450" b="1">
                <a:solidFill>
                  <a:srgbClr val="0B6172"/>
                </a:solidFill>
                <a:latin typeface="Malgun Gothic"/>
                <a:ea typeface="Malgun Gothic"/>
                <a:cs typeface="Malgun Gothic"/>
              </a:defRPr>
            </a:lvl3pPr>
            <a:lvl4pPr algn="ctr">
              <a:defRPr sz="3450" b="1">
                <a:solidFill>
                  <a:srgbClr val="0B6172"/>
                </a:solidFill>
                <a:latin typeface="Malgun Gothic"/>
                <a:ea typeface="Malgun Gothic"/>
                <a:cs typeface="Malgun Gothic"/>
              </a:defRPr>
            </a:lvl4pPr>
            <a:lvl5pPr algn="ctr">
              <a:defRPr sz="3450" b="1">
                <a:solidFill>
                  <a:srgbClr val="0B6172"/>
                </a:solidFill>
                <a:latin typeface="Malgun Gothic"/>
                <a:ea typeface="Malgun Gothic"/>
                <a:cs typeface="Malgun Gothic"/>
              </a:defRPr>
            </a:lvl5pPr>
            <a:lvl6pPr algn="ctr">
              <a:defRPr sz="3450" b="1">
                <a:solidFill>
                  <a:srgbClr val="0B6172"/>
                </a:solidFill>
                <a:latin typeface="Malgun Gothic"/>
                <a:ea typeface="Malgun Gothic"/>
                <a:cs typeface="Malgun Gothic"/>
              </a:defRPr>
            </a:lvl6pPr>
            <a:lvl7pPr algn="ctr">
              <a:defRPr sz="3450" b="1">
                <a:solidFill>
                  <a:srgbClr val="0B6172"/>
                </a:solidFill>
                <a:latin typeface="Malgun Gothic"/>
                <a:ea typeface="Malgun Gothic"/>
                <a:cs typeface="Malgun Gothic"/>
              </a:defRPr>
            </a:lvl7pPr>
            <a:lvl8pPr algn="ctr">
              <a:defRPr sz="3450" b="1">
                <a:solidFill>
                  <a:srgbClr val="0B6172"/>
                </a:solidFill>
                <a:latin typeface="Malgun Gothic"/>
                <a:ea typeface="Malgun Gothic"/>
                <a:cs typeface="Malgun Gothic"/>
              </a:defRPr>
            </a:lvl8pPr>
            <a:lvl9pPr algn="ctr">
              <a:defRPr sz="3450" b="1">
                <a:solidFill>
                  <a:srgbClr val="0B6172"/>
                </a:solidFill>
                <a:latin typeface="Malgun Gothic"/>
                <a:ea typeface="Malgun Gothic"/>
                <a:cs typeface="Malgun Gothic"/>
              </a:defRPr>
            </a:lvl9pPr>
          </a:lstStyle>
          <a:p xmlns:a="http://schemas.openxmlformats.org/drawingml/2006/main">
            <a:pPr algn="ctr">
              <a:defRPr sz="3450" b="1">
                <a:solidFill>
                  <a:srgbClr val="0B6172"/>
                </a:solidFill>
                <a:latin typeface="Malgun Gothic"/>
                <a:ea typeface="Malgun Gothic"/>
                <a:cs typeface="Malgun Gothic"/>
              </a:defRPr>
            </a:pPr>
            <a:r>
              <a:rPr sz="3450" b="1">
                <a:solidFill>
                  <a:srgbClr val="0B6172"/>
                </a:solidFill>
                <a:latin typeface="Malgun Gothic"/>
                <a:ea typeface="Malgun Gothic"/>
                <a:cs typeface="Malgun Gothic"/>
              </a:rPr>
              <a:t>선택</a:t>
            </a:r>
          </a:p>
        </p:txBody>
      </p:sp>
      <p:sp>
        <p:nvSpPr>
          <p:cNvPr id="22" name="Legacy module connection">
            <a:extLst xmlns:a="http://schemas.openxmlformats.org/drawingml/2006/main">
              <a:ext uri="{FF2B5EF4-FFF2-40B4-BE49-F238E27FC236}">
                <a16:creationId xmlns:a16="http://schemas.microsoft.com/office/drawing/2014/main" id="{74A293E3-86F7-4563-A1AA-19992335CF0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727433679"/>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Harness로 조사하고 검증하기">
            <a:extLst xmlns:a="http://schemas.openxmlformats.org/drawingml/2006/main">
              <a:ext uri="{FF2B5EF4-FFF2-40B4-BE49-F238E27FC236}">
                <a16:creationId xmlns:a16="http://schemas.microsoft.com/office/drawing/2014/main" id="{666B35A1-0164-451E-9BC6-89E1DBCD836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Harness로 조사하고 검증하기</a:t>
            </a:r>
          </a:p>
        </p:txBody>
      </p:sp>
      <p:sp>
        <p:nvSpPr>
          <p:cNvPr id="2" name="S58">
            <a:extLst xmlns:a="http://schemas.openxmlformats.org/drawingml/2006/main">
              <a:ext uri="{FF2B5EF4-FFF2-40B4-BE49-F238E27FC236}">
                <a16:creationId xmlns:a16="http://schemas.microsoft.com/office/drawing/2014/main" id="{89550FE4-0A06-4AB1-A286-1ED78694D2E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선택한 변경을 같은 조건에서 검증했다">
            <a:extLst xmlns:a="http://schemas.openxmlformats.org/drawingml/2006/main">
              <a:ext uri="{FF2B5EF4-FFF2-40B4-BE49-F238E27FC236}">
                <a16:creationId xmlns:a16="http://schemas.microsoft.com/office/drawing/2014/main" id="{65E7C6D2-EEE4-441A-BD89-D3C88BE7A5D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변경을 같은 조건에서 검증했다</a:t>
            </a:r>
          </a:p>
        </p:txBody>
      </p:sp>
      <p:sp>
        <p:nvSpPr>
          <p:cNvPr id="4" name="">
            <a:extLst xmlns:a="http://schemas.openxmlformats.org/drawingml/2006/main">
              <a:ext uri="{FF2B5EF4-FFF2-40B4-BE49-F238E27FC236}">
                <a16:creationId xmlns:a16="http://schemas.microsoft.com/office/drawing/2014/main" id="{C376AFF9-7030-4EDD-AD92-EFE2B84C1BB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image_statistics · 합성 1024×768 ">
            <a:extLst xmlns:a="http://schemas.openxmlformats.org/drawingml/2006/main">
              <a:ext uri="{FF2B5EF4-FFF2-40B4-BE49-F238E27FC236}">
                <a16:creationId xmlns:a16="http://schemas.microsoft.com/office/drawing/2014/main" id="{570666E6-3C49-4303-94E0-F32604A564E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image_statistics · 합성 1024×768 · CPython 3.9.6 / macOS arm64</a:t>
            </a:r>
          </a:p>
        </p:txBody>
      </p:sp>
      <p:sp>
        <p:nvSpPr>
          <p:cNvPr id="6" name="동일 입력·상태별 7회 측정 · 이 환경의 코드 변경 결과이며 Harness 단독 효과는 입증하지 않음">
            <a:extLst xmlns:a="http://schemas.openxmlformats.org/drawingml/2006/main">
              <a:ext uri="{FF2B5EF4-FFF2-40B4-BE49-F238E27FC236}">
                <a16:creationId xmlns:a16="http://schemas.microsoft.com/office/drawing/2014/main" id="{6703CE3F-282F-4A6E-B099-87E85AB4C17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동일 입력·상태별 7회 측정 · 이 환경의 코드 변경 결과이며 Harness 단독 효과는 입증하지 않음</a:t>
            </a:r>
          </a:p>
        </p:txBody>
      </p:sp>
      <p:sp>
        <p:nvSpPr>
          <p:cNvPr id="7" name="밝기 통계 · 동작 확인 + 동일 입력 비교">
            <a:extLst xmlns:a="http://schemas.openxmlformats.org/drawingml/2006/main">
              <a:ext uri="{FF2B5EF4-FFF2-40B4-BE49-F238E27FC236}">
                <a16:creationId xmlns:a16="http://schemas.microsoft.com/office/drawing/2014/main" id="{9BF54336-EBD5-4AB7-9357-AEFEBB080220}"/>
              </a:ext>
            </a:extLst>
          </p:cNvPr>
          <p:cNvSpPr>
            <a:spLocks xmlns:a="http://schemas.openxmlformats.org/drawingml/2006/main" noGrp="1"/>
          </p:cNvSpPr>
          <p:nvPr/>
        </p:nvSpPr>
        <p:spPr>
          <a:xfrm xmlns:a="http://schemas.openxmlformats.org/drawingml/2006/main">
            <a:off x="609600" y="15716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밝기 통계 · 동작 확인 + 동일 입력 비교</a:t>
            </a:r>
          </a:p>
        </p:txBody>
      </p:sp>
      <p:sp>
        <p:nvSpPr>
          <p:cNvPr id="8" name="실행 시간 중앙값">
            <a:extLst xmlns:a="http://schemas.openxmlformats.org/drawingml/2006/main">
              <a:ext uri="{FF2B5EF4-FFF2-40B4-BE49-F238E27FC236}">
                <a16:creationId xmlns:a16="http://schemas.microsoft.com/office/drawing/2014/main" id="{56E4FEA5-6044-401D-B568-D3628179F295}"/>
              </a:ext>
            </a:extLst>
          </p:cNvPr>
          <p:cNvSpPr>
            <a:spLocks xmlns:a="http://schemas.openxmlformats.org/drawingml/2006/main" noGrp="1"/>
          </p:cNvSpPr>
          <p:nvPr/>
        </p:nvSpPr>
        <p:spPr>
          <a:xfrm xmlns:a="http://schemas.openxmlformats.org/drawingml/2006/main">
            <a:off x="609600" y="2324100"/>
            <a:ext cx="566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 시간 중앙값</a:t>
            </a:r>
          </a:p>
        </p:txBody>
      </p:sp>
      <p:sp>
        <p:nvSpPr>
          <p:cNvPr id="9" name="ms/call · 낮을수록 짧음">
            <a:extLst xmlns:a="http://schemas.openxmlformats.org/drawingml/2006/main">
              <a:ext uri="{FF2B5EF4-FFF2-40B4-BE49-F238E27FC236}">
                <a16:creationId xmlns:a16="http://schemas.microsoft.com/office/drawing/2014/main" id="{0BDAD070-AEC8-4D69-B013-A5D38D518AEA}"/>
              </a:ext>
            </a:extLst>
          </p:cNvPr>
          <p:cNvSpPr>
            <a:spLocks xmlns:a="http://schemas.openxmlformats.org/drawingml/2006/main" noGrp="1"/>
          </p:cNvSpPr>
          <p:nvPr/>
        </p:nvSpPr>
        <p:spPr>
          <a:xfrm xmlns:a="http://schemas.openxmlformats.org/drawingml/2006/main">
            <a:off x="609600" y="2714625"/>
            <a:ext cx="5667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ms/call · 낮을수록 짧음</a:t>
            </a:r>
          </a:p>
        </p:txBody>
      </p:sp>
      <p:graphicFrame>
        <p:nvGraphicFramePr>
          <p:cNvPr id="10" name="Chart">
            <a:extLst xmlns:a="http://schemas.openxmlformats.org/drawingml/2006/main">
              <a:ext uri="{FF2B5EF4-FFF2-40B4-BE49-F238E27FC236}">
                <a16:creationId xmlns:a16="http://schemas.microsoft.com/office/drawing/2014/main" id="{B4285605-0298-47CF-B443-E22528DDA322}"/>
              </a:ext>
            </a:extLst>
          </p:cNvPr>
          <p:cNvGraphicFramePr/>
          <p:nvPr/>
        </p:nvGraphicFramePr>
        <p:xfrm>
          <a:off xmlns:a="http://schemas.openxmlformats.org/drawingml/2006/main" x="609600" y="3067050"/>
          <a:ext xmlns:a="http://schemas.openxmlformats.org/drawingml/2006/main" cx="6191250" cy="2190750"/>
        </p:xfrm>
        <a:graphic xmlns:a="http://schemas.openxmlformats.org/drawingml/2006/main">
          <a:graphicData uri="http://schemas.openxmlformats.org/drawingml/2006/chart">
            <c:chart xmlns:r="http://schemas.openxmlformats.org/officeDocument/2006/relationships" xmlns:c="http://schemas.openxmlformats.org/drawingml/2006/chart" r:id="R9d6b49c473944d43"/>
          </a:graphicData>
        </a:graphic>
      </p:graphicFrame>
      <p:sp>
        <p:nvSpPr>
          <p:cNvPr id="11" name="">
            <a:extLst xmlns:a="http://schemas.openxmlformats.org/drawingml/2006/main">
              <a:ext uri="{FF2B5EF4-FFF2-40B4-BE49-F238E27FC236}">
                <a16:creationId xmlns:a16="http://schemas.microsoft.com/office/drawing/2014/main" id="{11B6A2E7-5C47-4D80-9DE3-9363ED7842E4}"/>
              </a:ext>
            </a:extLst>
          </p:cNvPr>
          <p:cNvSpPr>
            <a:spLocks xmlns:a="http://schemas.openxmlformats.org/drawingml/2006/main" noGrp="1"/>
          </p:cNvSpPr>
          <p:nvPr/>
        </p:nvSpPr>
        <p:spPr>
          <a:xfrm xmlns:a="http://schemas.openxmlformats.org/drawingml/2006/main">
            <a:off x="7124700" y="2324100"/>
            <a:ext cx="19050" cy="2819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Python 할당 피크">
            <a:extLst xmlns:a="http://schemas.openxmlformats.org/drawingml/2006/main">
              <a:ext uri="{FF2B5EF4-FFF2-40B4-BE49-F238E27FC236}">
                <a16:creationId xmlns:a16="http://schemas.microsoft.com/office/drawing/2014/main" id="{B5E8F817-CF2D-4DB2-9C6E-6D00C1C586B0}"/>
              </a:ext>
            </a:extLst>
          </p:cNvPr>
          <p:cNvSpPr>
            <a:spLocks xmlns:a="http://schemas.openxmlformats.org/drawingml/2006/main" noGrp="1"/>
          </p:cNvSpPr>
          <p:nvPr/>
        </p:nvSpPr>
        <p:spPr>
          <a:xfrm xmlns:a="http://schemas.openxmlformats.org/drawingml/2006/main">
            <a:off x="7600950" y="2324100"/>
            <a:ext cx="3981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Python 할당 피크</a:t>
            </a:r>
          </a:p>
        </p:txBody>
      </p:sp>
      <p:sp>
        <p:nvSpPr>
          <p:cNvPr id="13" name="tracemalloc · 프로세스 RSS 아님">
            <a:extLst xmlns:a="http://schemas.openxmlformats.org/drawingml/2006/main">
              <a:ext uri="{FF2B5EF4-FFF2-40B4-BE49-F238E27FC236}">
                <a16:creationId xmlns:a16="http://schemas.microsoft.com/office/drawing/2014/main" id="{72DA2093-DBDC-4A4A-BE9E-82BD1607E3E4}"/>
              </a:ext>
            </a:extLst>
          </p:cNvPr>
          <p:cNvSpPr>
            <a:spLocks xmlns:a="http://schemas.openxmlformats.org/drawingml/2006/main" noGrp="1"/>
          </p:cNvSpPr>
          <p:nvPr/>
        </p:nvSpPr>
        <p:spPr>
          <a:xfrm xmlns:a="http://schemas.openxmlformats.org/drawingml/2006/main">
            <a:off x="7600950" y="2714625"/>
            <a:ext cx="3981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tracemalloc · 프로세스 RSS 아님</a:t>
            </a:r>
          </a:p>
        </p:txBody>
      </p:sp>
      <p:sp>
        <p:nvSpPr>
          <p:cNvPr id="14" name="6,675,804 B">
            <a:extLst xmlns:a="http://schemas.openxmlformats.org/drawingml/2006/main">
              <a:ext uri="{FF2B5EF4-FFF2-40B4-BE49-F238E27FC236}">
                <a16:creationId xmlns:a16="http://schemas.microsoft.com/office/drawing/2014/main" id="{07692668-356D-44F7-B8FE-AFB2BD51C604}"/>
              </a:ext>
            </a:extLst>
          </p:cNvPr>
          <p:cNvSpPr>
            <a:spLocks xmlns:a="http://schemas.openxmlformats.org/drawingml/2006/main" noGrp="1"/>
          </p:cNvSpPr>
          <p:nvPr/>
        </p:nvSpPr>
        <p:spPr>
          <a:xfrm xmlns:a="http://schemas.openxmlformats.org/drawingml/2006/main">
            <a:off x="7600950" y="3248025"/>
            <a:ext cx="3981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0">
                <a:solidFill>
                  <a:srgbClr val="4D5A68"/>
                </a:solidFill>
                <a:latin typeface="Malgun Gothic"/>
                <a:ea typeface="Malgun Gothic"/>
                <a:cs typeface="Malgun Gothic"/>
              </a:defRPr>
            </a:defPPr>
            <a:lvl1pPr algn="l">
              <a:defRPr sz="2925" b="0">
                <a:solidFill>
                  <a:srgbClr val="4D5A68"/>
                </a:solidFill>
                <a:latin typeface="Malgun Gothic"/>
                <a:ea typeface="Malgun Gothic"/>
                <a:cs typeface="Malgun Gothic"/>
              </a:defRPr>
            </a:lvl1pPr>
            <a:lvl2pPr algn="l">
              <a:defRPr sz="2925" b="0">
                <a:solidFill>
                  <a:srgbClr val="4D5A68"/>
                </a:solidFill>
                <a:latin typeface="Malgun Gothic"/>
                <a:ea typeface="Malgun Gothic"/>
                <a:cs typeface="Malgun Gothic"/>
              </a:defRPr>
            </a:lvl2pPr>
            <a:lvl3pPr algn="l">
              <a:defRPr sz="2925" b="0">
                <a:solidFill>
                  <a:srgbClr val="4D5A68"/>
                </a:solidFill>
                <a:latin typeface="Malgun Gothic"/>
                <a:ea typeface="Malgun Gothic"/>
                <a:cs typeface="Malgun Gothic"/>
              </a:defRPr>
            </a:lvl3pPr>
            <a:lvl4pPr algn="l">
              <a:defRPr sz="2925" b="0">
                <a:solidFill>
                  <a:srgbClr val="4D5A68"/>
                </a:solidFill>
                <a:latin typeface="Malgun Gothic"/>
                <a:ea typeface="Malgun Gothic"/>
                <a:cs typeface="Malgun Gothic"/>
              </a:defRPr>
            </a:lvl4pPr>
            <a:lvl5pPr algn="l">
              <a:defRPr sz="2925" b="0">
                <a:solidFill>
                  <a:srgbClr val="4D5A68"/>
                </a:solidFill>
                <a:latin typeface="Malgun Gothic"/>
                <a:ea typeface="Malgun Gothic"/>
                <a:cs typeface="Malgun Gothic"/>
              </a:defRPr>
            </a:lvl5pPr>
            <a:lvl6pPr algn="l">
              <a:defRPr sz="2925" b="0">
                <a:solidFill>
                  <a:srgbClr val="4D5A68"/>
                </a:solidFill>
                <a:latin typeface="Malgun Gothic"/>
                <a:ea typeface="Malgun Gothic"/>
                <a:cs typeface="Malgun Gothic"/>
              </a:defRPr>
            </a:lvl6pPr>
            <a:lvl7pPr algn="l">
              <a:defRPr sz="2925" b="0">
                <a:solidFill>
                  <a:srgbClr val="4D5A68"/>
                </a:solidFill>
                <a:latin typeface="Malgun Gothic"/>
                <a:ea typeface="Malgun Gothic"/>
                <a:cs typeface="Malgun Gothic"/>
              </a:defRPr>
            </a:lvl7pPr>
            <a:lvl8pPr algn="l">
              <a:defRPr sz="2925" b="0">
                <a:solidFill>
                  <a:srgbClr val="4D5A68"/>
                </a:solidFill>
                <a:latin typeface="Malgun Gothic"/>
                <a:ea typeface="Malgun Gothic"/>
                <a:cs typeface="Malgun Gothic"/>
              </a:defRPr>
            </a:lvl8pPr>
            <a:lvl9pPr algn="l">
              <a:defRPr sz="2925" b="0">
                <a:solidFill>
                  <a:srgbClr val="4D5A68"/>
                </a:solidFill>
                <a:latin typeface="Malgun Gothic"/>
                <a:ea typeface="Malgun Gothic"/>
                <a:cs typeface="Malgun Gothic"/>
              </a:defRPr>
            </a:lvl9pPr>
          </a:lstStyle>
          <a:p xmlns:a="http://schemas.openxmlformats.org/drawingml/2006/main">
            <a:pPr algn="l">
              <a:defRPr sz="2925" b="0">
                <a:solidFill>
                  <a:srgbClr val="4D5A68"/>
                </a:solidFill>
                <a:latin typeface="Malgun Gothic"/>
                <a:ea typeface="Malgun Gothic"/>
                <a:cs typeface="Malgun Gothic"/>
              </a:defRPr>
            </a:pPr>
            <a:r>
              <a:rPr sz="2925" b="0">
                <a:solidFill>
                  <a:srgbClr val="4D5A68"/>
                </a:solidFill>
                <a:latin typeface="Malgun Gothic"/>
                <a:ea typeface="Malgun Gothic"/>
                <a:cs typeface="Malgun Gothic"/>
              </a:rPr>
              <a:t>6,675,804 B</a:t>
            </a:r>
          </a:p>
        </p:txBody>
      </p:sp>
      <p:sp>
        <p:nvSpPr>
          <p:cNvPr id="15" name="↓">
            <a:extLst xmlns:a="http://schemas.openxmlformats.org/drawingml/2006/main">
              <a:ext uri="{FF2B5EF4-FFF2-40B4-BE49-F238E27FC236}">
                <a16:creationId xmlns:a16="http://schemas.microsoft.com/office/drawing/2014/main" id="{9D84E956-C1B6-44BA-8A32-4381CC869629}"/>
              </a:ext>
            </a:extLst>
          </p:cNvPr>
          <p:cNvSpPr>
            <a:spLocks xmlns:a="http://schemas.openxmlformats.org/drawingml/2006/main" noGrp="1"/>
          </p:cNvSpPr>
          <p:nvPr/>
        </p:nvSpPr>
        <p:spPr>
          <a:xfrm xmlns:a="http://schemas.openxmlformats.org/drawingml/2006/main">
            <a:off x="7600950" y="3781425"/>
            <a:ext cx="438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0B6172"/>
                </a:solidFill>
                <a:latin typeface="Malgun Gothic"/>
                <a:ea typeface="Malgun Gothic"/>
                <a:cs typeface="Malgun Gothic"/>
              </a:defRPr>
            </a:defPPr>
            <a:lvl1pPr algn="l">
              <a:defRPr sz="2700" b="0">
                <a:solidFill>
                  <a:srgbClr val="0B6172"/>
                </a:solidFill>
                <a:latin typeface="Malgun Gothic"/>
                <a:ea typeface="Malgun Gothic"/>
                <a:cs typeface="Malgun Gothic"/>
              </a:defRPr>
            </a:lvl1pPr>
            <a:lvl2pPr algn="l">
              <a:defRPr sz="2700" b="0">
                <a:solidFill>
                  <a:srgbClr val="0B6172"/>
                </a:solidFill>
                <a:latin typeface="Malgun Gothic"/>
                <a:ea typeface="Malgun Gothic"/>
                <a:cs typeface="Malgun Gothic"/>
              </a:defRPr>
            </a:lvl2pPr>
            <a:lvl3pPr algn="l">
              <a:defRPr sz="2700" b="0">
                <a:solidFill>
                  <a:srgbClr val="0B6172"/>
                </a:solidFill>
                <a:latin typeface="Malgun Gothic"/>
                <a:ea typeface="Malgun Gothic"/>
                <a:cs typeface="Malgun Gothic"/>
              </a:defRPr>
            </a:lvl3pPr>
            <a:lvl4pPr algn="l">
              <a:defRPr sz="2700" b="0">
                <a:solidFill>
                  <a:srgbClr val="0B6172"/>
                </a:solidFill>
                <a:latin typeface="Malgun Gothic"/>
                <a:ea typeface="Malgun Gothic"/>
                <a:cs typeface="Malgun Gothic"/>
              </a:defRPr>
            </a:lvl4pPr>
            <a:lvl5pPr algn="l">
              <a:defRPr sz="2700" b="0">
                <a:solidFill>
                  <a:srgbClr val="0B6172"/>
                </a:solidFill>
                <a:latin typeface="Malgun Gothic"/>
                <a:ea typeface="Malgun Gothic"/>
                <a:cs typeface="Malgun Gothic"/>
              </a:defRPr>
            </a:lvl5pPr>
            <a:lvl6pPr algn="l">
              <a:defRPr sz="2700" b="0">
                <a:solidFill>
                  <a:srgbClr val="0B6172"/>
                </a:solidFill>
                <a:latin typeface="Malgun Gothic"/>
                <a:ea typeface="Malgun Gothic"/>
                <a:cs typeface="Malgun Gothic"/>
              </a:defRPr>
            </a:lvl6pPr>
            <a:lvl7pPr algn="l">
              <a:defRPr sz="2700" b="0">
                <a:solidFill>
                  <a:srgbClr val="0B6172"/>
                </a:solidFill>
                <a:latin typeface="Malgun Gothic"/>
                <a:ea typeface="Malgun Gothic"/>
                <a:cs typeface="Malgun Gothic"/>
              </a:defRPr>
            </a:lvl7pPr>
            <a:lvl8pPr algn="l">
              <a:defRPr sz="2700" b="0">
                <a:solidFill>
                  <a:srgbClr val="0B6172"/>
                </a:solidFill>
                <a:latin typeface="Malgun Gothic"/>
                <a:ea typeface="Malgun Gothic"/>
                <a:cs typeface="Malgun Gothic"/>
              </a:defRPr>
            </a:lvl8pPr>
            <a:lvl9pPr algn="l">
              <a:defRPr sz="2700" b="0">
                <a:solidFill>
                  <a:srgbClr val="0B6172"/>
                </a:solidFill>
                <a:latin typeface="Malgun Gothic"/>
                <a:ea typeface="Malgun Gothic"/>
                <a:cs typeface="Malgun Gothic"/>
              </a:defRPr>
            </a:lvl9pPr>
          </a:lstStyle>
          <a:p xmlns:a="http://schemas.openxmlformats.org/drawingml/2006/main">
            <a:pPr algn="l">
              <a:defRPr sz="2700" b="0">
                <a:solidFill>
                  <a:srgbClr val="0B6172"/>
                </a:solidFill>
                <a:latin typeface="Malgun Gothic"/>
                <a:ea typeface="Malgun Gothic"/>
                <a:cs typeface="Malgun Gothic"/>
              </a:defRPr>
            </a:pPr>
            <a:r>
              <a:rPr sz="2700" b="0">
                <a:solidFill>
                  <a:srgbClr val="0B6172"/>
                </a:solidFill>
                <a:latin typeface="Malgun Gothic"/>
                <a:ea typeface="Malgun Gothic"/>
                <a:cs typeface="Malgun Gothic"/>
              </a:rPr>
              <a:t>↓</a:t>
            </a:r>
          </a:p>
        </p:txBody>
      </p:sp>
      <p:sp>
        <p:nvSpPr>
          <p:cNvPr id="16" name="380 B">
            <a:extLst xmlns:a="http://schemas.openxmlformats.org/drawingml/2006/main">
              <a:ext uri="{FF2B5EF4-FFF2-40B4-BE49-F238E27FC236}">
                <a16:creationId xmlns:a16="http://schemas.microsoft.com/office/drawing/2014/main" id="{8D466168-341C-4579-9010-FF84F91DCB78}"/>
              </a:ext>
            </a:extLst>
          </p:cNvPr>
          <p:cNvSpPr>
            <a:spLocks xmlns:a="http://schemas.openxmlformats.org/drawingml/2006/main" noGrp="1"/>
          </p:cNvSpPr>
          <p:nvPr/>
        </p:nvSpPr>
        <p:spPr>
          <a:xfrm xmlns:a="http://schemas.openxmlformats.org/drawingml/2006/main">
            <a:off x="8153400" y="37814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0B6172"/>
                </a:solidFill>
                <a:latin typeface="Malgun Gothic"/>
                <a:ea typeface="Malgun Gothic"/>
                <a:cs typeface="Malgun Gothic"/>
              </a:defRPr>
            </a:defPPr>
            <a:lvl1pPr algn="l">
              <a:defRPr sz="4200" b="1">
                <a:solidFill>
                  <a:srgbClr val="0B6172"/>
                </a:solidFill>
                <a:latin typeface="Malgun Gothic"/>
                <a:ea typeface="Malgun Gothic"/>
                <a:cs typeface="Malgun Gothic"/>
              </a:defRPr>
            </a:lvl1pPr>
            <a:lvl2pPr algn="l">
              <a:defRPr sz="4200" b="1">
                <a:solidFill>
                  <a:srgbClr val="0B6172"/>
                </a:solidFill>
                <a:latin typeface="Malgun Gothic"/>
                <a:ea typeface="Malgun Gothic"/>
                <a:cs typeface="Malgun Gothic"/>
              </a:defRPr>
            </a:lvl2pPr>
            <a:lvl3pPr algn="l">
              <a:defRPr sz="4200" b="1">
                <a:solidFill>
                  <a:srgbClr val="0B6172"/>
                </a:solidFill>
                <a:latin typeface="Malgun Gothic"/>
                <a:ea typeface="Malgun Gothic"/>
                <a:cs typeface="Malgun Gothic"/>
              </a:defRPr>
            </a:lvl3pPr>
            <a:lvl4pPr algn="l">
              <a:defRPr sz="4200" b="1">
                <a:solidFill>
                  <a:srgbClr val="0B6172"/>
                </a:solidFill>
                <a:latin typeface="Malgun Gothic"/>
                <a:ea typeface="Malgun Gothic"/>
                <a:cs typeface="Malgun Gothic"/>
              </a:defRPr>
            </a:lvl4pPr>
            <a:lvl5pPr algn="l">
              <a:defRPr sz="4200" b="1">
                <a:solidFill>
                  <a:srgbClr val="0B6172"/>
                </a:solidFill>
                <a:latin typeface="Malgun Gothic"/>
                <a:ea typeface="Malgun Gothic"/>
                <a:cs typeface="Malgun Gothic"/>
              </a:defRPr>
            </a:lvl5pPr>
            <a:lvl6pPr algn="l">
              <a:defRPr sz="4200" b="1">
                <a:solidFill>
                  <a:srgbClr val="0B6172"/>
                </a:solidFill>
                <a:latin typeface="Malgun Gothic"/>
                <a:ea typeface="Malgun Gothic"/>
                <a:cs typeface="Malgun Gothic"/>
              </a:defRPr>
            </a:lvl6pPr>
            <a:lvl7pPr algn="l">
              <a:defRPr sz="4200" b="1">
                <a:solidFill>
                  <a:srgbClr val="0B6172"/>
                </a:solidFill>
                <a:latin typeface="Malgun Gothic"/>
                <a:ea typeface="Malgun Gothic"/>
                <a:cs typeface="Malgun Gothic"/>
              </a:defRPr>
            </a:lvl7pPr>
            <a:lvl8pPr algn="l">
              <a:defRPr sz="4200" b="1">
                <a:solidFill>
                  <a:srgbClr val="0B6172"/>
                </a:solidFill>
                <a:latin typeface="Malgun Gothic"/>
                <a:ea typeface="Malgun Gothic"/>
                <a:cs typeface="Malgun Gothic"/>
              </a:defRPr>
            </a:lvl8pPr>
            <a:lvl9pPr algn="l">
              <a:defRPr sz="4200" b="1">
                <a:solidFill>
                  <a:srgbClr val="0B6172"/>
                </a:solidFill>
                <a:latin typeface="Malgun Gothic"/>
                <a:ea typeface="Malgun Gothic"/>
                <a:cs typeface="Malgun Gothic"/>
              </a:defRPr>
            </a:lvl9pPr>
          </a:lstStyle>
          <a:p xmlns:a="http://schemas.openxmlformats.org/drawingml/2006/main">
            <a:pPr algn="l">
              <a:defRPr sz="4200" b="1">
                <a:solidFill>
                  <a:srgbClr val="0B6172"/>
                </a:solidFill>
                <a:latin typeface="Malgun Gothic"/>
                <a:ea typeface="Malgun Gothic"/>
                <a:cs typeface="Malgun Gothic"/>
              </a:defRPr>
            </a:pPr>
            <a:r>
              <a:rPr sz="4200" b="1">
                <a:solidFill>
                  <a:srgbClr val="0B6172"/>
                </a:solidFill>
                <a:latin typeface="Malgun Gothic"/>
                <a:ea typeface="Malgun Gothic"/>
                <a:cs typeface="Malgun Gothic"/>
              </a:rPr>
              <a:t>380 B</a:t>
            </a:r>
          </a:p>
        </p:txBody>
      </p:sp>
      <p:sp>
        <p:nvSpPr>
          <p:cNvPr id="17" name="평탄화 임시 리스트 제거">
            <a:extLst xmlns:a="http://schemas.openxmlformats.org/drawingml/2006/main">
              <a:ext uri="{FF2B5EF4-FFF2-40B4-BE49-F238E27FC236}">
                <a16:creationId xmlns:a16="http://schemas.microsoft.com/office/drawing/2014/main" id="{8B0E93D5-DBE0-407E-8762-E9CDC0B1FF25}"/>
              </a:ext>
            </a:extLst>
          </p:cNvPr>
          <p:cNvSpPr>
            <a:spLocks xmlns:a="http://schemas.openxmlformats.org/drawingml/2006/main" noGrp="1"/>
          </p:cNvSpPr>
          <p:nvPr/>
        </p:nvSpPr>
        <p:spPr>
          <a:xfrm xmlns:a="http://schemas.openxmlformats.org/drawingml/2006/main">
            <a:off x="7600950" y="4648200"/>
            <a:ext cx="398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평탄화 임시 리스트 제거</a:t>
            </a:r>
          </a:p>
        </p:txBody>
      </p:sp>
      <p:sp>
        <p:nvSpPr>
          <p:cNvPr id="18" name="검증 완료">
            <a:extLst xmlns:a="http://schemas.openxmlformats.org/drawingml/2006/main">
              <a:ext uri="{FF2B5EF4-FFF2-40B4-BE49-F238E27FC236}">
                <a16:creationId xmlns:a16="http://schemas.microsoft.com/office/drawing/2014/main" id="{68C4999F-BDB9-4DEB-90AA-8A9F8DEB511C}"/>
              </a:ext>
            </a:extLst>
          </p:cNvPr>
          <p:cNvSpPr>
            <a:spLocks xmlns:a="http://schemas.openxmlformats.org/drawingml/2006/main" noGrp="1"/>
          </p:cNvSpPr>
          <p:nvPr/>
        </p:nvSpPr>
        <p:spPr>
          <a:xfrm xmlns:a="http://schemas.openxmlformats.org/drawingml/2006/main">
            <a:off x="609600" y="5391150"/>
            <a:ext cx="158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6B4D"/>
                </a:solidFill>
                <a:latin typeface="Malgun Gothic"/>
                <a:ea typeface="Malgun Gothic"/>
                <a:cs typeface="Malgun Gothic"/>
              </a:defRPr>
            </a:defPPr>
            <a:lvl1pPr algn="l">
              <a:defRPr sz="1800" b="1">
                <a:solidFill>
                  <a:srgbClr val="176B4D"/>
                </a:solidFill>
                <a:latin typeface="Malgun Gothic"/>
                <a:ea typeface="Malgun Gothic"/>
                <a:cs typeface="Malgun Gothic"/>
              </a:defRPr>
            </a:lvl1pPr>
            <a:lvl2pPr algn="l">
              <a:defRPr sz="1800" b="1">
                <a:solidFill>
                  <a:srgbClr val="176B4D"/>
                </a:solidFill>
                <a:latin typeface="Malgun Gothic"/>
                <a:ea typeface="Malgun Gothic"/>
                <a:cs typeface="Malgun Gothic"/>
              </a:defRPr>
            </a:lvl2pPr>
            <a:lvl3pPr algn="l">
              <a:defRPr sz="1800" b="1">
                <a:solidFill>
                  <a:srgbClr val="176B4D"/>
                </a:solidFill>
                <a:latin typeface="Malgun Gothic"/>
                <a:ea typeface="Malgun Gothic"/>
                <a:cs typeface="Malgun Gothic"/>
              </a:defRPr>
            </a:lvl3pPr>
            <a:lvl4pPr algn="l">
              <a:defRPr sz="1800" b="1">
                <a:solidFill>
                  <a:srgbClr val="176B4D"/>
                </a:solidFill>
                <a:latin typeface="Malgun Gothic"/>
                <a:ea typeface="Malgun Gothic"/>
                <a:cs typeface="Malgun Gothic"/>
              </a:defRPr>
            </a:lvl4pPr>
            <a:lvl5pPr algn="l">
              <a:defRPr sz="1800" b="1">
                <a:solidFill>
                  <a:srgbClr val="176B4D"/>
                </a:solidFill>
                <a:latin typeface="Malgun Gothic"/>
                <a:ea typeface="Malgun Gothic"/>
                <a:cs typeface="Malgun Gothic"/>
              </a:defRPr>
            </a:lvl5pPr>
            <a:lvl6pPr algn="l">
              <a:defRPr sz="1800" b="1">
                <a:solidFill>
                  <a:srgbClr val="176B4D"/>
                </a:solidFill>
                <a:latin typeface="Malgun Gothic"/>
                <a:ea typeface="Malgun Gothic"/>
                <a:cs typeface="Malgun Gothic"/>
              </a:defRPr>
            </a:lvl6pPr>
            <a:lvl7pPr algn="l">
              <a:defRPr sz="1800" b="1">
                <a:solidFill>
                  <a:srgbClr val="176B4D"/>
                </a:solidFill>
                <a:latin typeface="Malgun Gothic"/>
                <a:ea typeface="Malgun Gothic"/>
                <a:cs typeface="Malgun Gothic"/>
              </a:defRPr>
            </a:lvl7pPr>
            <a:lvl8pPr algn="l">
              <a:defRPr sz="1800" b="1">
                <a:solidFill>
                  <a:srgbClr val="176B4D"/>
                </a:solidFill>
                <a:latin typeface="Malgun Gothic"/>
                <a:ea typeface="Malgun Gothic"/>
                <a:cs typeface="Malgun Gothic"/>
              </a:defRPr>
            </a:lvl8pPr>
            <a:lvl9pPr algn="l">
              <a:defRPr sz="1800" b="1">
                <a:solidFill>
                  <a:srgbClr val="176B4D"/>
                </a:solidFill>
                <a:latin typeface="Malgun Gothic"/>
                <a:ea typeface="Malgun Gothic"/>
                <a:cs typeface="Malgun Gothic"/>
              </a:defRPr>
            </a:lvl9pPr>
          </a:lstStyle>
          <a:p xmlns:a="http://schemas.openxmlformats.org/drawingml/2006/main">
            <a:pPr algn="l">
              <a:defRPr sz="1800" b="1">
                <a:solidFill>
                  <a:srgbClr val="176B4D"/>
                </a:solidFill>
                <a:latin typeface="Malgun Gothic"/>
                <a:ea typeface="Malgun Gothic"/>
                <a:cs typeface="Malgun Gothic"/>
              </a:defRPr>
            </a:pPr>
            <a:r>
              <a:rPr sz="1800" b="1">
                <a:solidFill>
                  <a:srgbClr val="176B4D"/>
                </a:solidFill>
                <a:latin typeface="Malgun Gothic"/>
                <a:ea typeface="Malgun Gothic"/>
                <a:cs typeface="Malgun Gothic"/>
              </a:rPr>
              <a:t>검증 완료</a:t>
            </a:r>
          </a:p>
        </p:txBody>
      </p:sp>
      <p:sp>
        <p:nvSpPr>
          <p:cNvPr id="19" name="함수 테스트 1/1 · 전체 11/11 · CLI · 입력·결과 확인">
            <a:extLst xmlns:a="http://schemas.openxmlformats.org/drawingml/2006/main">
              <a:ext uri="{FF2B5EF4-FFF2-40B4-BE49-F238E27FC236}">
                <a16:creationId xmlns:a16="http://schemas.microsoft.com/office/drawing/2014/main" id="{683532AA-C687-41E6-8C6F-46159C28812C}"/>
              </a:ext>
            </a:extLst>
          </p:cNvPr>
          <p:cNvSpPr>
            <a:spLocks xmlns:a="http://schemas.openxmlformats.org/drawingml/2006/main" noGrp="1"/>
          </p:cNvSpPr>
          <p:nvPr/>
        </p:nvSpPr>
        <p:spPr>
          <a:xfrm xmlns:a="http://schemas.openxmlformats.org/drawingml/2006/main">
            <a:off x="2266950" y="5391150"/>
            <a:ext cx="931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 · 전체 11/11 · CLI · 입력·결과 확인</a:t>
            </a:r>
          </a:p>
        </p:txBody>
      </p:sp>
      <p:sp>
        <p:nvSpPr>
          <p:cNvPr id="20" name="Legacy module connection">
            <a:extLst xmlns:a="http://schemas.openxmlformats.org/drawingml/2006/main">
              <a:ext uri="{FF2B5EF4-FFF2-40B4-BE49-F238E27FC236}">
                <a16:creationId xmlns:a16="http://schemas.microsoft.com/office/drawing/2014/main" id="{8244855E-BB91-4CF1-9FAA-C0BFB71E113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091279837"/>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Subagent가 해결할 문제부터 보기">
            <a:extLst xmlns:a="http://schemas.openxmlformats.org/drawingml/2006/main">
              <a:ext uri="{FF2B5EF4-FFF2-40B4-BE49-F238E27FC236}">
                <a16:creationId xmlns:a16="http://schemas.microsoft.com/office/drawing/2014/main" id="{95F3CD6E-26B5-456B-8D34-8C6E176A9C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Subagent가 해결할 문제부터 보기</a:t>
            </a:r>
          </a:p>
        </p:txBody>
      </p:sp>
      <p:sp>
        <p:nvSpPr>
          <p:cNvPr id="2" name="S59">
            <a:extLst xmlns:a="http://schemas.openxmlformats.org/drawingml/2006/main">
              <a:ext uri="{FF2B5EF4-FFF2-40B4-BE49-F238E27FC236}">
                <a16:creationId xmlns:a16="http://schemas.microsoft.com/office/drawing/2014/main" id="{68CA0300-E1C5-48F6-89AA-76AF44E2CCC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독립 조사를 나누면 무엇이 달라질까?">
            <a:extLst xmlns:a="http://schemas.openxmlformats.org/drawingml/2006/main">
              <a:ext uri="{FF2B5EF4-FFF2-40B4-BE49-F238E27FC236}">
                <a16:creationId xmlns:a16="http://schemas.microsoft.com/office/drawing/2014/main" id="{18E7E36F-67E5-4378-8E1A-B0E76F0EE37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독립 조사를 나누면 무엇이 달라질까?</a:t>
            </a:r>
          </a:p>
        </p:txBody>
      </p:sp>
      <p:sp>
        <p:nvSpPr>
          <p:cNvPr id="4" name="">
            <a:extLst xmlns:a="http://schemas.openxmlformats.org/drawingml/2006/main">
              <a:ext uri="{FF2B5EF4-FFF2-40B4-BE49-F238E27FC236}">
                <a16:creationId xmlns:a16="http://schemas.microsoft.com/office/drawing/2014/main" id="{3DDF5EF3-A720-47DC-9336-FF6AFB76EA2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Vision 조사 업무를 가정한 역할·Context 분리 · 실제 Subage">
            <a:extLst xmlns:a="http://schemas.openxmlformats.org/drawingml/2006/main">
              <a:ext uri="{FF2B5EF4-FFF2-40B4-BE49-F238E27FC236}">
                <a16:creationId xmlns:a16="http://schemas.microsoft.com/office/drawing/2014/main" id="{53D97C28-BCCA-4C81-BA6D-A695E577939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Vision 조사 업무를 가정한 역할·Context 분리 · 실제 Subagent 실행 아님</a:t>
            </a:r>
          </a:p>
        </p:txBody>
      </p:sp>
      <p:sp>
        <p:nvSpPr>
          <p:cNvPr id="6" name="독립 조사일 때의 설계 예 · 병렬 이득·시간 단축은 미측정 · 조정·중복·전달·통합 비용을 함께 판단">
            <a:extLst xmlns:a="http://schemas.openxmlformats.org/drawingml/2006/main">
              <a:ext uri="{FF2B5EF4-FFF2-40B4-BE49-F238E27FC236}">
                <a16:creationId xmlns:a16="http://schemas.microsoft.com/office/drawing/2014/main" id="{F3EE942B-B341-437A-88C9-4D32BA1BAAA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독립 조사일 때의 설계 예 · 병렬 이득·시간 단축은 미측정 · 조정·중복·전달·통합 비용을 함께 판단</a:t>
            </a:r>
          </a:p>
        </p:txBody>
      </p:sp>
      <p:sp>
        <p:nvSpPr>
          <p:cNvPr id="7" name="한 Agent에 모인 조사 중, 서로 기다리지 않아도 되는 부분은?">
            <a:extLst xmlns:a="http://schemas.openxmlformats.org/drawingml/2006/main">
              <a:ext uri="{FF2B5EF4-FFF2-40B4-BE49-F238E27FC236}">
                <a16:creationId xmlns:a16="http://schemas.microsoft.com/office/drawing/2014/main" id="{494A5981-C0B1-4C30-94D5-3EE8530F0312}"/>
              </a:ext>
            </a:extLst>
          </p:cNvPr>
          <p:cNvSpPr>
            <a:spLocks xmlns:a="http://schemas.openxmlformats.org/drawingml/2006/main" noGrp="1"/>
          </p:cNvSpPr>
          <p:nvPr/>
        </p:nvSpPr>
        <p:spPr>
          <a:xfrm xmlns:a="http://schemas.openxmlformats.org/drawingml/2006/main">
            <a:off x="609600" y="17049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한 Agent에 모인 조사 중, 서로 기다리지 않아도 되는 부분은?</a:t>
            </a:r>
          </a:p>
        </p:txBody>
      </p:sp>
      <p:sp>
        <p:nvSpPr>
          <p:cNvPr id="8" name="">
            <a:extLst xmlns:a="http://schemas.openxmlformats.org/drawingml/2006/main">
              <a:ext uri="{FF2B5EF4-FFF2-40B4-BE49-F238E27FC236}">
                <a16:creationId xmlns:a16="http://schemas.microsoft.com/office/drawing/2014/main" id="{97572EB2-3B1D-4191-8010-D5B0DA3E0F77}"/>
              </a:ext>
            </a:extLst>
          </p:cNvPr>
          <p:cNvSpPr>
            <a:spLocks xmlns:a="http://schemas.openxmlformats.org/drawingml/2006/main" noGrp="1"/>
          </p:cNvSpPr>
          <p:nvPr/>
        </p:nvSpPr>
        <p:spPr>
          <a:xfrm xmlns:a="http://schemas.openxmlformats.org/drawingml/2006/main">
            <a:off x="609600" y="2390775"/>
            <a:ext cx="3352800" cy="19240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성능 경로 조사">
            <a:extLst xmlns:a="http://schemas.openxmlformats.org/drawingml/2006/main">
              <a:ext uri="{FF2B5EF4-FFF2-40B4-BE49-F238E27FC236}">
                <a16:creationId xmlns:a16="http://schemas.microsoft.com/office/drawing/2014/main" id="{A73E136E-9254-41AC-959A-4D47D7E75591}"/>
              </a:ext>
            </a:extLst>
          </p:cNvPr>
          <p:cNvSpPr>
            <a:spLocks xmlns:a="http://schemas.openxmlformats.org/drawingml/2006/main" noGrp="1"/>
          </p:cNvSpPr>
          <p:nvPr/>
        </p:nvSpPr>
        <p:spPr>
          <a:xfrm xmlns:a="http://schemas.openxmlformats.org/drawingml/2006/main">
            <a:off x="781050" y="25050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경로 조사</a:t>
            </a:r>
          </a:p>
        </p:txBody>
      </p:sp>
      <p:sp>
        <p:nvSpPr>
          <p:cNvPr id="10" name="느린 경로와 측정 근거&#10;필요한 소스·명세">
            <a:extLst xmlns:a="http://schemas.openxmlformats.org/drawingml/2006/main">
              <a:ext uri="{FF2B5EF4-FFF2-40B4-BE49-F238E27FC236}">
                <a16:creationId xmlns:a16="http://schemas.microsoft.com/office/drawing/2014/main" id="{40F12F5D-8FC9-45C8-AABE-C58158D517D1}"/>
              </a:ext>
            </a:extLst>
          </p:cNvPr>
          <p:cNvSpPr>
            <a:spLocks xmlns:a="http://schemas.openxmlformats.org/drawingml/2006/main" noGrp="1"/>
          </p:cNvSpPr>
          <p:nvPr/>
        </p:nvSpPr>
        <p:spPr>
          <a:xfrm xmlns:a="http://schemas.openxmlformats.org/drawingml/2006/main">
            <a:off x="781050" y="3028950"/>
            <a:ext cx="30099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느린 경로와 측정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소스·명세</a:t>
            </a:r>
          </a:p>
        </p:txBody>
      </p:sp>
      <p:sp>
        <p:nvSpPr>
          <p:cNvPr id="11" name="">
            <a:extLst xmlns:a="http://schemas.openxmlformats.org/drawingml/2006/main">
              <a:ext uri="{FF2B5EF4-FFF2-40B4-BE49-F238E27FC236}">
                <a16:creationId xmlns:a16="http://schemas.microsoft.com/office/drawing/2014/main" id="{A8249EDF-5246-4645-8F6D-97D2294E6DCA}"/>
              </a:ext>
            </a:extLst>
          </p:cNvPr>
          <p:cNvSpPr>
            <a:spLocks xmlns:a="http://schemas.openxmlformats.org/drawingml/2006/main" noGrp="1"/>
          </p:cNvSpPr>
          <p:nvPr/>
        </p:nvSpPr>
        <p:spPr>
          <a:xfrm xmlns:a="http://schemas.openxmlformats.org/drawingml/2006/main">
            <a:off x="4419600" y="2390775"/>
            <a:ext cx="3352800" cy="19240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빌드 환경 조사">
            <a:extLst xmlns:a="http://schemas.openxmlformats.org/drawingml/2006/main">
              <a:ext uri="{FF2B5EF4-FFF2-40B4-BE49-F238E27FC236}">
                <a16:creationId xmlns:a16="http://schemas.microsoft.com/office/drawing/2014/main" id="{63ECE73D-2593-4ABA-BB7E-2A1473300D47}"/>
              </a:ext>
            </a:extLst>
          </p:cNvPr>
          <p:cNvSpPr>
            <a:spLocks xmlns:a="http://schemas.openxmlformats.org/drawingml/2006/main" noGrp="1"/>
          </p:cNvSpPr>
          <p:nvPr/>
        </p:nvSpPr>
        <p:spPr>
          <a:xfrm xmlns:a="http://schemas.openxmlformats.org/drawingml/2006/main">
            <a:off x="4591050" y="25050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빌드 환경 조사</a:t>
            </a:r>
          </a:p>
        </p:txBody>
      </p:sp>
      <p:sp>
        <p:nvSpPr>
          <p:cNvPr id="13" name="재현 조건과 빌드 설정&#10;필요한 환경 문서">
            <a:extLst xmlns:a="http://schemas.openxmlformats.org/drawingml/2006/main">
              <a:ext uri="{FF2B5EF4-FFF2-40B4-BE49-F238E27FC236}">
                <a16:creationId xmlns:a16="http://schemas.microsoft.com/office/drawing/2014/main" id="{AFC1BEFD-E611-45D9-9B07-3DEBFB00F171}"/>
              </a:ext>
            </a:extLst>
          </p:cNvPr>
          <p:cNvSpPr>
            <a:spLocks xmlns:a="http://schemas.openxmlformats.org/drawingml/2006/main" noGrp="1"/>
          </p:cNvSpPr>
          <p:nvPr/>
        </p:nvSpPr>
        <p:spPr>
          <a:xfrm xmlns:a="http://schemas.openxmlformats.org/drawingml/2006/main">
            <a:off x="4591050" y="3028950"/>
            <a:ext cx="30099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재현 조건과 빌드 설정</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환경 문서</a:t>
            </a:r>
          </a:p>
        </p:txBody>
      </p:sp>
      <p:sp>
        <p:nvSpPr>
          <p:cNvPr id="14" name="">
            <a:extLst xmlns:a="http://schemas.openxmlformats.org/drawingml/2006/main">
              <a:ext uri="{FF2B5EF4-FFF2-40B4-BE49-F238E27FC236}">
                <a16:creationId xmlns:a16="http://schemas.microsoft.com/office/drawing/2014/main" id="{D1C0EFD7-4CA5-464E-B3E3-66432B1BC062}"/>
              </a:ext>
            </a:extLst>
          </p:cNvPr>
          <p:cNvSpPr>
            <a:spLocks xmlns:a="http://schemas.openxmlformats.org/drawingml/2006/main" noGrp="1"/>
          </p:cNvSpPr>
          <p:nvPr/>
        </p:nvSpPr>
        <p:spPr>
          <a:xfrm xmlns:a="http://schemas.openxmlformats.org/drawingml/2006/main">
            <a:off x="8229600" y="2390775"/>
            <a:ext cx="3352800" cy="19240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테스트 구조 조사">
            <a:extLst xmlns:a="http://schemas.openxmlformats.org/drawingml/2006/main">
              <a:ext uri="{FF2B5EF4-FFF2-40B4-BE49-F238E27FC236}">
                <a16:creationId xmlns:a16="http://schemas.microsoft.com/office/drawing/2014/main" id="{7E2B9B19-A4B0-453B-9303-CA270AAC46AC}"/>
              </a:ext>
            </a:extLst>
          </p:cNvPr>
          <p:cNvSpPr>
            <a:spLocks xmlns:a="http://schemas.openxmlformats.org/drawingml/2006/main" noGrp="1"/>
          </p:cNvSpPr>
          <p:nvPr/>
        </p:nvSpPr>
        <p:spPr>
          <a:xfrm xmlns:a="http://schemas.openxmlformats.org/drawingml/2006/main">
            <a:off x="8401050" y="25050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테스트 구조 조사</a:t>
            </a:r>
          </a:p>
        </p:txBody>
      </p:sp>
      <p:sp>
        <p:nvSpPr>
          <p:cNvPr id="16" name="확인 범위와 회귀 위험&#10;필요한 테스트·명세">
            <a:extLst xmlns:a="http://schemas.openxmlformats.org/drawingml/2006/main">
              <a:ext uri="{FF2B5EF4-FFF2-40B4-BE49-F238E27FC236}">
                <a16:creationId xmlns:a16="http://schemas.microsoft.com/office/drawing/2014/main" id="{B641B1B9-7690-4740-82AC-30A1CF001905}"/>
              </a:ext>
            </a:extLst>
          </p:cNvPr>
          <p:cNvSpPr>
            <a:spLocks xmlns:a="http://schemas.openxmlformats.org/drawingml/2006/main" noGrp="1"/>
          </p:cNvSpPr>
          <p:nvPr/>
        </p:nvSpPr>
        <p:spPr>
          <a:xfrm xmlns:a="http://schemas.openxmlformats.org/drawingml/2006/main">
            <a:off x="8401050" y="3028950"/>
            <a:ext cx="30099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 범위와 회귀 위험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테스트·명세</a:t>
            </a:r>
          </a:p>
        </p:txBody>
      </p:sp>
      <p:sp>
        <p:nvSpPr>
          <p:cNvPr id="17" name="">
            <a:extLst xmlns:a="http://schemas.openxmlformats.org/drawingml/2006/main">
              <a:ext uri="{FF2B5EF4-FFF2-40B4-BE49-F238E27FC236}">
                <a16:creationId xmlns:a16="http://schemas.microsoft.com/office/drawing/2014/main" id="{B7F68897-9F06-412B-9077-88CFEBEE5D2C}"/>
              </a:ext>
            </a:extLst>
          </p:cNvPr>
          <p:cNvSpPr>
            <a:spLocks xmlns:a="http://schemas.openxmlformats.org/drawingml/2006/main" noGrp="1"/>
          </p:cNvSpPr>
          <p:nvPr/>
        </p:nvSpPr>
        <p:spPr>
          <a:xfrm xmlns:a="http://schemas.openxmlformats.org/drawingml/2006/main">
            <a:off x="2152650" y="4476750"/>
            <a:ext cx="266700" cy="209550"/>
          </a:xfrm>
          <a:prstGeom xmlns:a="http://schemas.openxmlformats.org/drawingml/2006/main" prst="downArrow">
            <a:avLst/>
          </a:prstGeom>
          <a:solidFill xmlns:a="http://schemas.openxmlformats.org/drawingml/2006/main">
            <a:srgbClr val="805400"/>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938B3BDC-42DB-4E90-99F2-40185E21B521}"/>
              </a:ext>
            </a:extLst>
          </p:cNvPr>
          <p:cNvSpPr>
            <a:spLocks xmlns:a="http://schemas.openxmlformats.org/drawingml/2006/main" noGrp="1"/>
          </p:cNvSpPr>
          <p:nvPr/>
        </p:nvSpPr>
        <p:spPr>
          <a:xfrm xmlns:a="http://schemas.openxmlformats.org/drawingml/2006/main">
            <a:off x="5962650" y="4476750"/>
            <a:ext cx="266700" cy="209550"/>
          </a:xfrm>
          <a:prstGeom xmlns:a="http://schemas.openxmlformats.org/drawingml/2006/main" prst="down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17AAE15C-CE81-4CAD-B213-662F5092BDAE}"/>
              </a:ext>
            </a:extLst>
          </p:cNvPr>
          <p:cNvSpPr>
            <a:spLocks xmlns:a="http://schemas.openxmlformats.org/drawingml/2006/main" noGrp="1"/>
          </p:cNvSpPr>
          <p:nvPr/>
        </p:nvSpPr>
        <p:spPr>
          <a:xfrm xmlns:a="http://schemas.openxmlformats.org/drawingml/2006/main">
            <a:off x="9772650" y="4476750"/>
            <a:ext cx="266700" cy="209550"/>
          </a:xfrm>
          <a:prstGeom xmlns:a="http://schemas.openxmlformats.org/drawingml/2006/main" prst="downArrow">
            <a:avLst/>
          </a:prstGeom>
          <a:solidFill xmlns:a="http://schemas.openxmlformats.org/drawingml/2006/main">
            <a:srgbClr val="805400"/>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3AAB245D-5931-4C04-9429-5408F355161E}"/>
              </a:ext>
            </a:extLst>
          </p:cNvPr>
          <p:cNvSpPr>
            <a:spLocks xmlns:a="http://schemas.openxmlformats.org/drawingml/2006/main" noGrp="1"/>
          </p:cNvSpPr>
          <p:nvPr/>
        </p:nvSpPr>
        <p:spPr>
          <a:xfrm xmlns:a="http://schemas.openxmlformats.org/drawingml/2006/main">
            <a:off x="609600" y="4943475"/>
            <a:ext cx="10972800" cy="6191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주 Agent가 합친다: 결과 형식 · 전달 지점 · 최종 검토 책임">
            <a:extLst xmlns:a="http://schemas.openxmlformats.org/drawingml/2006/main">
              <a:ext uri="{FF2B5EF4-FFF2-40B4-BE49-F238E27FC236}">
                <a16:creationId xmlns:a16="http://schemas.microsoft.com/office/drawing/2014/main" id="{69B963C0-36A6-418B-96D3-A513AAD83D96}"/>
              </a:ext>
            </a:extLst>
          </p:cNvPr>
          <p:cNvSpPr>
            <a:spLocks xmlns:a="http://schemas.openxmlformats.org/drawingml/2006/main" noGrp="1"/>
          </p:cNvSpPr>
          <p:nvPr/>
        </p:nvSpPr>
        <p:spPr>
          <a:xfrm xmlns:a="http://schemas.openxmlformats.org/drawingml/2006/main">
            <a:off x="800100" y="5057775"/>
            <a:ext cx="1059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 Agent가 합친다: 결과 형식 · 전달 지점 · 최종 검토 책임</a:t>
            </a:r>
          </a:p>
        </p:txBody>
      </p:sp>
      <p:sp>
        <p:nvSpPr>
          <p:cNvPr id="22" name="Legacy module connection">
            <a:extLst xmlns:a="http://schemas.openxmlformats.org/drawingml/2006/main">
              <a:ext uri="{FF2B5EF4-FFF2-40B4-BE49-F238E27FC236}">
                <a16:creationId xmlns:a16="http://schemas.microsoft.com/office/drawing/2014/main" id="{E6C61B63-8B9C-451C-9092-03A0D37BC26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48970814"/>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실제 사례에 Subagent 선택 기준을 적용">
            <a:extLst xmlns:a="http://schemas.openxmlformats.org/drawingml/2006/main">
              <a:ext uri="{FF2B5EF4-FFF2-40B4-BE49-F238E27FC236}">
                <a16:creationId xmlns:a16="http://schemas.microsoft.com/office/drawing/2014/main" id="{2D162311-7C9D-4CF2-8F41-DCEF0C8F98E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사례에 Subagent 선택 기준을 적용</a:t>
            </a:r>
          </a:p>
        </p:txBody>
      </p:sp>
      <p:sp>
        <p:nvSpPr>
          <p:cNvPr id="2" name="S60">
            <a:extLst xmlns:a="http://schemas.openxmlformats.org/drawingml/2006/main">
              <a:ext uri="{FF2B5EF4-FFF2-40B4-BE49-F238E27FC236}">
                <a16:creationId xmlns:a16="http://schemas.microsoft.com/office/drawing/2014/main" id="{293090FB-E809-4138-A647-E400C7A81A6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이번 작업은 나눌 근거가 충분했을까?">
            <a:extLst xmlns:a="http://schemas.openxmlformats.org/drawingml/2006/main">
              <a:ext uri="{FF2B5EF4-FFF2-40B4-BE49-F238E27FC236}">
                <a16:creationId xmlns:a16="http://schemas.microsoft.com/office/drawing/2014/main" id="{8CA70647-890C-4DDF-9E55-DAB0E173B52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작업은 나눌 근거가 충분했을까?</a:t>
            </a:r>
          </a:p>
        </p:txBody>
      </p:sp>
      <p:sp>
        <p:nvSpPr>
          <p:cNvPr id="4" name="">
            <a:extLst xmlns:a="http://schemas.openxmlformats.org/drawingml/2006/main">
              <a:ext uri="{FF2B5EF4-FFF2-40B4-BE49-F238E27FC236}">
                <a16:creationId xmlns:a16="http://schemas.microsoft.com/office/drawing/2014/main" id="{9E0438DB-FFEF-4E95-829C-200BD377873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의 의존성과 Context를 검토한 판단 · Subagent Trial 없">
            <a:extLst xmlns:a="http://schemas.openxmlformats.org/drawingml/2006/main">
              <a:ext uri="{FF2B5EF4-FFF2-40B4-BE49-F238E27FC236}">
                <a16:creationId xmlns:a16="http://schemas.microsoft.com/office/drawing/2014/main" id="{F72FC500-B7E7-4B0B-ACA0-1AB5DA16E7C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작업의 의존성과 Context를 검토한 판단 · Subagent Trial 없음</a:t>
            </a:r>
          </a:p>
        </p:txBody>
      </p:sp>
      <p:sp>
        <p:nvSpPr>
          <p:cNvPr id="6" name="이 사례에서는 추가하지 않음 · 일반적으로 불필요하다는 결론이나 기능 제한 주장이 아님">
            <a:extLst xmlns:a="http://schemas.openxmlformats.org/drawingml/2006/main">
              <a:ext uri="{FF2B5EF4-FFF2-40B4-BE49-F238E27FC236}">
                <a16:creationId xmlns:a16="http://schemas.microsoft.com/office/drawing/2014/main" id="{A341DE17-1C39-42F6-9C8C-D9D5D8EB3C4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사례에서는 추가하지 않음 · 일반적으로 불필요하다는 결론이나 기능 제한 주장이 아님</a:t>
            </a:r>
          </a:p>
        </p:txBody>
      </p:sp>
      <p:sp>
        <p:nvSpPr>
          <p:cNvPr id="7" name="">
            <a:extLst xmlns:a="http://schemas.openxmlformats.org/drawingml/2006/main">
              <a:ext uri="{FF2B5EF4-FFF2-40B4-BE49-F238E27FC236}">
                <a16:creationId xmlns:a16="http://schemas.microsoft.com/office/drawing/2014/main" id="{0BD1B44D-4A32-48B4-B277-BF3FBFA7E9F9}"/>
              </a:ext>
            </a:extLst>
          </p:cNvPr>
          <p:cNvSpPr>
            <a:spLocks xmlns:a="http://schemas.openxmlformats.org/drawingml/2006/main" noGrp="1"/>
          </p:cNvSpPr>
          <p:nvPr/>
        </p:nvSpPr>
        <p:spPr>
          <a:xfrm xmlns:a="http://schemas.openxmlformats.org/drawingml/2006/main">
            <a:off x="609600" y="2266950"/>
            <a:ext cx="3352800" cy="172402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조사">
            <a:extLst xmlns:a="http://schemas.openxmlformats.org/drawingml/2006/main">
              <a:ext uri="{FF2B5EF4-FFF2-40B4-BE49-F238E27FC236}">
                <a16:creationId xmlns:a16="http://schemas.microsoft.com/office/drawing/2014/main" id="{D4462F2B-A747-4592-89FA-9FB90B703350}"/>
              </a:ext>
            </a:extLst>
          </p:cNvPr>
          <p:cNvSpPr>
            <a:spLocks xmlns:a="http://schemas.openxmlformats.org/drawingml/2006/main" noGrp="1"/>
          </p:cNvSpPr>
          <p:nvPr/>
        </p:nvSpPr>
        <p:spPr>
          <a:xfrm xmlns:a="http://schemas.openxmlformats.org/drawingml/2006/main">
            <a:off x="781050" y="2381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조사</a:t>
            </a:r>
          </a:p>
        </p:txBody>
      </p:sp>
      <p:sp>
        <p:nvSpPr>
          <p:cNvPr id="9" name="같은 성능 경로와&#10;명세를 확인">
            <a:extLst xmlns:a="http://schemas.openxmlformats.org/drawingml/2006/main">
              <a:ext uri="{FF2B5EF4-FFF2-40B4-BE49-F238E27FC236}">
                <a16:creationId xmlns:a16="http://schemas.microsoft.com/office/drawing/2014/main" id="{3672F19F-2497-423D-99AD-7A029EE4AA01}"/>
              </a:ext>
            </a:extLst>
          </p:cNvPr>
          <p:cNvSpPr>
            <a:spLocks xmlns:a="http://schemas.openxmlformats.org/drawingml/2006/main" noGrp="1"/>
          </p:cNvSpPr>
          <p:nvPr/>
        </p:nvSpPr>
        <p:spPr>
          <a:xfrm xmlns:a="http://schemas.openxmlformats.org/drawingml/2006/main">
            <a:off x="781050" y="2905125"/>
            <a:ext cx="30099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성능 경로와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명세를 확인</a:t>
            </a:r>
          </a:p>
        </p:txBody>
      </p:sp>
      <p:sp>
        <p:nvSpPr>
          <p:cNvPr id="10" name="">
            <a:extLst xmlns:a="http://schemas.openxmlformats.org/drawingml/2006/main">
              <a:ext uri="{FF2B5EF4-FFF2-40B4-BE49-F238E27FC236}">
                <a16:creationId xmlns:a16="http://schemas.microsoft.com/office/drawing/2014/main" id="{1C757D95-3AF8-485C-8D13-9102DCC23199}"/>
              </a:ext>
            </a:extLst>
          </p:cNvPr>
          <p:cNvSpPr>
            <a:spLocks xmlns:a="http://schemas.openxmlformats.org/drawingml/2006/main" noGrp="1"/>
          </p:cNvSpPr>
          <p:nvPr/>
        </p:nvSpPr>
        <p:spPr>
          <a:xfrm xmlns:a="http://schemas.openxmlformats.org/drawingml/2006/main">
            <a:off x="4086225" y="2962275"/>
            <a:ext cx="2190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17F3D86-59F3-4C5E-8672-EAA8E3F3E9E6}"/>
              </a:ext>
            </a:extLst>
          </p:cNvPr>
          <p:cNvSpPr>
            <a:spLocks xmlns:a="http://schemas.openxmlformats.org/drawingml/2006/main" noGrp="1"/>
          </p:cNvSpPr>
          <p:nvPr/>
        </p:nvSpPr>
        <p:spPr>
          <a:xfrm xmlns:a="http://schemas.openxmlformats.org/drawingml/2006/main">
            <a:off x="4419600" y="2266950"/>
            <a:ext cx="3352800" cy="17240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변경">
            <a:extLst xmlns:a="http://schemas.openxmlformats.org/drawingml/2006/main">
              <a:ext uri="{FF2B5EF4-FFF2-40B4-BE49-F238E27FC236}">
                <a16:creationId xmlns:a16="http://schemas.microsoft.com/office/drawing/2014/main" id="{42CC7076-8FA4-4E3C-956A-98E55072E2C3}"/>
              </a:ext>
            </a:extLst>
          </p:cNvPr>
          <p:cNvSpPr>
            <a:spLocks xmlns:a="http://schemas.openxmlformats.org/drawingml/2006/main" noGrp="1"/>
          </p:cNvSpPr>
          <p:nvPr/>
        </p:nvSpPr>
        <p:spPr>
          <a:xfrm xmlns:a="http://schemas.openxmlformats.org/drawingml/2006/main">
            <a:off x="4591050" y="2381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변경</a:t>
            </a:r>
          </a:p>
        </p:txBody>
      </p:sp>
      <p:sp>
        <p:nvSpPr>
          <p:cNvPr id="13" name="조사 결과에 따라&#10;변경 후보를 선택">
            <a:extLst xmlns:a="http://schemas.openxmlformats.org/drawingml/2006/main">
              <a:ext uri="{FF2B5EF4-FFF2-40B4-BE49-F238E27FC236}">
                <a16:creationId xmlns:a16="http://schemas.microsoft.com/office/drawing/2014/main" id="{7FCC1A11-6776-4BC2-9FD3-A73119DDB39D}"/>
              </a:ext>
            </a:extLst>
          </p:cNvPr>
          <p:cNvSpPr>
            <a:spLocks xmlns:a="http://schemas.openxmlformats.org/drawingml/2006/main" noGrp="1"/>
          </p:cNvSpPr>
          <p:nvPr/>
        </p:nvSpPr>
        <p:spPr>
          <a:xfrm xmlns:a="http://schemas.openxmlformats.org/drawingml/2006/main">
            <a:off x="4591050" y="2905125"/>
            <a:ext cx="30099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후보를 선택</a:t>
            </a:r>
          </a:p>
        </p:txBody>
      </p:sp>
      <p:sp>
        <p:nvSpPr>
          <p:cNvPr id="14" name="">
            <a:extLst xmlns:a="http://schemas.openxmlformats.org/drawingml/2006/main">
              <a:ext uri="{FF2B5EF4-FFF2-40B4-BE49-F238E27FC236}">
                <a16:creationId xmlns:a16="http://schemas.microsoft.com/office/drawing/2014/main" id="{C5547B0D-4231-4309-9D8D-DC7D565F869B}"/>
              </a:ext>
            </a:extLst>
          </p:cNvPr>
          <p:cNvSpPr>
            <a:spLocks xmlns:a="http://schemas.openxmlformats.org/drawingml/2006/main" noGrp="1"/>
          </p:cNvSpPr>
          <p:nvPr/>
        </p:nvSpPr>
        <p:spPr>
          <a:xfrm xmlns:a="http://schemas.openxmlformats.org/drawingml/2006/main">
            <a:off x="7896225" y="2962275"/>
            <a:ext cx="2190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7B83DF5-EE6C-4164-B67D-CC8F6AA006E7}"/>
              </a:ext>
            </a:extLst>
          </p:cNvPr>
          <p:cNvSpPr>
            <a:spLocks xmlns:a="http://schemas.openxmlformats.org/drawingml/2006/main" noGrp="1"/>
          </p:cNvSpPr>
          <p:nvPr/>
        </p:nvSpPr>
        <p:spPr>
          <a:xfrm xmlns:a="http://schemas.openxmlformats.org/drawingml/2006/main">
            <a:off x="8229600" y="2266950"/>
            <a:ext cx="3352800" cy="17240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검증">
            <a:extLst xmlns:a="http://schemas.openxmlformats.org/drawingml/2006/main">
              <a:ext uri="{FF2B5EF4-FFF2-40B4-BE49-F238E27FC236}">
                <a16:creationId xmlns:a16="http://schemas.microsoft.com/office/drawing/2014/main" id="{77C0AF81-B0BA-4ED4-85E8-6170BA07A8BE}"/>
              </a:ext>
            </a:extLst>
          </p:cNvPr>
          <p:cNvSpPr>
            <a:spLocks xmlns:a="http://schemas.openxmlformats.org/drawingml/2006/main" noGrp="1"/>
          </p:cNvSpPr>
          <p:nvPr/>
        </p:nvSpPr>
        <p:spPr>
          <a:xfrm xmlns:a="http://schemas.openxmlformats.org/drawingml/2006/main">
            <a:off x="8401050" y="2381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17" name="변경 결과를&#10;같은 조건에서 확인">
            <a:extLst xmlns:a="http://schemas.openxmlformats.org/drawingml/2006/main">
              <a:ext uri="{FF2B5EF4-FFF2-40B4-BE49-F238E27FC236}">
                <a16:creationId xmlns:a16="http://schemas.microsoft.com/office/drawing/2014/main" id="{23F52656-72A4-4178-B6D0-7413699536B8}"/>
              </a:ext>
            </a:extLst>
          </p:cNvPr>
          <p:cNvSpPr>
            <a:spLocks xmlns:a="http://schemas.openxmlformats.org/drawingml/2006/main" noGrp="1"/>
          </p:cNvSpPr>
          <p:nvPr/>
        </p:nvSpPr>
        <p:spPr>
          <a:xfrm xmlns:a="http://schemas.openxmlformats.org/drawingml/2006/main">
            <a:off x="8401050" y="2905125"/>
            <a:ext cx="30099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결과를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조건에서 확인</a:t>
            </a:r>
          </a:p>
        </p:txBody>
      </p:sp>
      <p:sp>
        <p:nvSpPr>
          <p:cNvPr id="18" name="작업 독립성 낮음 · 별도 Context 이득 제한 · 결과 통합 비용 존재">
            <a:extLst xmlns:a="http://schemas.openxmlformats.org/drawingml/2006/main">
              <a:ext uri="{FF2B5EF4-FFF2-40B4-BE49-F238E27FC236}">
                <a16:creationId xmlns:a16="http://schemas.microsoft.com/office/drawing/2014/main" id="{D4946E3F-2373-427D-A77C-7C9FF217A432}"/>
              </a:ext>
            </a:extLst>
          </p:cNvPr>
          <p:cNvSpPr>
            <a:spLocks xmlns:a="http://schemas.openxmlformats.org/drawingml/2006/main" noGrp="1"/>
          </p:cNvSpPr>
          <p:nvPr/>
        </p:nvSpPr>
        <p:spPr>
          <a:xfrm xmlns:a="http://schemas.openxmlformats.org/drawingml/2006/main">
            <a:off x="609600" y="44005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작업 독립성 낮음 · 별도 Context 이득 제한 · 결과 통합 비용 존재</a:t>
            </a:r>
          </a:p>
        </p:txBody>
      </p:sp>
      <p:sp>
        <p:nvSpPr>
          <p:cNvPr id="19" name="현재 사례: Agent를 더 나누지 않았다">
            <a:extLst xmlns:a="http://schemas.openxmlformats.org/drawingml/2006/main">
              <a:ext uri="{FF2B5EF4-FFF2-40B4-BE49-F238E27FC236}">
                <a16:creationId xmlns:a16="http://schemas.microsoft.com/office/drawing/2014/main" id="{1470D609-61CB-425E-8868-39FC31F3BCF1}"/>
              </a:ext>
            </a:extLst>
          </p:cNvPr>
          <p:cNvSpPr>
            <a:spLocks xmlns:a="http://schemas.openxmlformats.org/drawingml/2006/main" noGrp="1"/>
          </p:cNvSpPr>
          <p:nvPr/>
        </p:nvSpPr>
        <p:spPr>
          <a:xfrm xmlns:a="http://schemas.openxmlformats.org/drawingml/2006/main">
            <a:off x="609600" y="49911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현재 사례: Agent를 더 나누지 않았다</a:t>
            </a:r>
          </a:p>
        </p:txBody>
      </p:sp>
      <p:sp>
        <p:nvSpPr>
          <p:cNvPr id="20" name="판단 기준: 독립성 · 필요한 Context · 전달 형식 · 통합 책임">
            <a:extLst xmlns:a="http://schemas.openxmlformats.org/drawingml/2006/main">
              <a:ext uri="{FF2B5EF4-FFF2-40B4-BE49-F238E27FC236}">
                <a16:creationId xmlns:a16="http://schemas.microsoft.com/office/drawing/2014/main" id="{D443C4B4-A011-4C7F-8432-F0FBD26DF0F5}"/>
              </a:ext>
            </a:extLst>
          </p:cNvPr>
          <p:cNvSpPr>
            <a:spLocks xmlns:a="http://schemas.openxmlformats.org/drawingml/2006/main" noGrp="1"/>
          </p:cNvSpPr>
          <p:nvPr/>
        </p:nvSpPr>
        <p:spPr>
          <a:xfrm xmlns:a="http://schemas.openxmlformats.org/drawingml/2006/main">
            <a:off x="609600" y="5486400"/>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판단 기준: 독립성 · 필요한 Context · 전달 형식 · 통합 책임</a:t>
            </a:r>
          </a:p>
        </p:txBody>
      </p:sp>
      <p:sp>
        <p:nvSpPr>
          <p:cNvPr id="21" name="Legacy module connection">
            <a:extLst xmlns:a="http://schemas.openxmlformats.org/drawingml/2006/main">
              <a:ext uri="{FF2B5EF4-FFF2-40B4-BE49-F238E27FC236}">
                <a16:creationId xmlns:a16="http://schemas.microsoft.com/office/drawing/2014/main" id="{B14DC3D7-0691-4FD0-9C80-5603FC605E4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56416424"/>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Memory가 해결할 문제부터 보기">
            <a:extLst xmlns:a="http://schemas.openxmlformats.org/drawingml/2006/main">
              <a:ext uri="{FF2B5EF4-FFF2-40B4-BE49-F238E27FC236}">
                <a16:creationId xmlns:a16="http://schemas.microsoft.com/office/drawing/2014/main" id="{306D75E7-E47D-4001-9BD2-CCE01F232AB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Memory가 해결할 문제부터 보기</a:t>
            </a:r>
          </a:p>
        </p:txBody>
      </p:sp>
      <p:sp>
        <p:nvSpPr>
          <p:cNvPr id="2" name="S61">
            <a:extLst xmlns:a="http://schemas.openxmlformats.org/drawingml/2006/main">
              <a:ext uri="{FF2B5EF4-FFF2-40B4-BE49-F238E27FC236}">
                <a16:creationId xmlns:a16="http://schemas.microsoft.com/office/drawing/2014/main" id="{4F61BFF3-5612-4F88-B655-FDDD2866E0F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다음 작업에서도 다시 찾을 지식인가?">
            <a:extLst xmlns:a="http://schemas.openxmlformats.org/drawingml/2006/main">
              <a:ext uri="{FF2B5EF4-FFF2-40B4-BE49-F238E27FC236}">
                <a16:creationId xmlns:a16="http://schemas.microsoft.com/office/drawing/2014/main" id="{33228276-889E-4802-9BDC-55299879674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작업에서도 다시 찾을 지식인가?</a:t>
            </a:r>
          </a:p>
        </p:txBody>
      </p:sp>
      <p:sp>
        <p:nvSpPr>
          <p:cNvPr id="4" name="">
            <a:extLst xmlns:a="http://schemas.openxmlformats.org/drawingml/2006/main">
              <a:ext uri="{FF2B5EF4-FFF2-40B4-BE49-F238E27FC236}">
                <a16:creationId xmlns:a16="http://schemas.microsoft.com/office/drawing/2014/main" id="{FAC30BCB-A11B-4539-A84E-FAF3FE02F1C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작업 간 지식 재사용 가정 · 실제 재발견 기록·제품 Memory 구현 아님">
            <a:extLst xmlns:a="http://schemas.openxmlformats.org/drawingml/2006/main">
              <a:ext uri="{FF2B5EF4-FFF2-40B4-BE49-F238E27FC236}">
                <a16:creationId xmlns:a16="http://schemas.microsoft.com/office/drawing/2014/main" id="{332B6A46-2BF5-4B62-8B2B-666BBDBDE85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작업 간 지식 재사용 가정 · 실제 재발견 기록·제품 Memory 구현 아님</a:t>
            </a:r>
          </a:p>
        </p:txBody>
      </p:sp>
      <p:sp>
        <p:nvSpPr>
          <p:cNvPr id="6" name="Context: 지금 필요한 정보 / Memory: 다음 작업에도 남길지 판단할 지식 · 자동 저장·정확성 ">
            <a:extLst xmlns:a="http://schemas.openxmlformats.org/drawingml/2006/main">
              <a:ext uri="{FF2B5EF4-FFF2-40B4-BE49-F238E27FC236}">
                <a16:creationId xmlns:a16="http://schemas.microsoft.com/office/drawing/2014/main" id="{38FD8E94-3A94-4616-A989-FE4B5B37192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지금 필요한 정보 / Memory: 다음 작업에도 남길지 판단할 지식 · 자동 저장·정확성 보장 없음</a:t>
            </a:r>
          </a:p>
        </p:txBody>
      </p:sp>
      <p:sp>
        <p:nvSpPr>
          <p:cNvPr id="7" name="조사로 얻은 지식이 다음 작업에도 필요하다면?">
            <a:extLst xmlns:a="http://schemas.openxmlformats.org/drawingml/2006/main">
              <a:ext uri="{FF2B5EF4-FFF2-40B4-BE49-F238E27FC236}">
                <a16:creationId xmlns:a16="http://schemas.microsoft.com/office/drawing/2014/main" id="{308310AE-A3D5-4172-8DF2-706CA8540DC4}"/>
              </a:ext>
            </a:extLst>
          </p:cNvPr>
          <p:cNvSpPr>
            <a:spLocks xmlns:a="http://schemas.openxmlformats.org/drawingml/2006/main" noGrp="1"/>
          </p:cNvSpPr>
          <p:nvPr/>
        </p:nvSpPr>
        <p:spPr>
          <a:xfrm xmlns:a="http://schemas.openxmlformats.org/drawingml/2006/main">
            <a:off x="609600" y="1714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조사로 얻은 지식이 다음 작업에도 필요하다면?</a:t>
            </a:r>
          </a:p>
        </p:txBody>
      </p:sp>
      <p:sp>
        <p:nvSpPr>
          <p:cNvPr id="8" name="">
            <a:extLst xmlns:a="http://schemas.openxmlformats.org/drawingml/2006/main">
              <a:ext uri="{FF2B5EF4-FFF2-40B4-BE49-F238E27FC236}">
                <a16:creationId xmlns:a16="http://schemas.microsoft.com/office/drawing/2014/main" id="{366ABC8E-8A83-40D7-B954-94B91B1B03E3}"/>
              </a:ext>
            </a:extLst>
          </p:cNvPr>
          <p:cNvSpPr>
            <a:spLocks xmlns:a="http://schemas.openxmlformats.org/drawingml/2006/main" noGrp="1"/>
          </p:cNvSpPr>
          <p:nvPr/>
        </p:nvSpPr>
        <p:spPr>
          <a:xfrm xmlns:a="http://schemas.openxmlformats.org/drawingml/2006/main">
            <a:off x="609600" y="2466975"/>
            <a:ext cx="3086100" cy="2152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Task A · 조사">
            <a:extLst xmlns:a="http://schemas.openxmlformats.org/drawingml/2006/main">
              <a:ext uri="{FF2B5EF4-FFF2-40B4-BE49-F238E27FC236}">
                <a16:creationId xmlns:a16="http://schemas.microsoft.com/office/drawing/2014/main" id="{E5A184B1-0CB0-4938-98FD-2380C75664D3}"/>
              </a:ext>
            </a:extLst>
          </p:cNvPr>
          <p:cNvSpPr>
            <a:spLocks xmlns:a="http://schemas.openxmlformats.org/drawingml/2006/main" noGrp="1"/>
          </p:cNvSpPr>
          <p:nvPr/>
        </p:nvSpPr>
        <p:spPr>
          <a:xfrm xmlns:a="http://schemas.openxmlformats.org/drawingml/2006/main">
            <a:off x="781050" y="2581275"/>
            <a:ext cx="2743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 A · 조사</a:t>
            </a:r>
          </a:p>
        </p:txBody>
      </p:sp>
      <p:sp>
        <p:nvSpPr>
          <p:cNvPr id="10" name="재현 조건이나&#10;주의점을 확인&#10;(교육용 가정)">
            <a:extLst xmlns:a="http://schemas.openxmlformats.org/drawingml/2006/main">
              <a:ext uri="{FF2B5EF4-FFF2-40B4-BE49-F238E27FC236}">
                <a16:creationId xmlns:a16="http://schemas.microsoft.com/office/drawing/2014/main" id="{7975B05D-1673-49A7-8A04-4A870A7A5128}"/>
              </a:ext>
            </a:extLst>
          </p:cNvPr>
          <p:cNvSpPr>
            <a:spLocks xmlns:a="http://schemas.openxmlformats.org/drawingml/2006/main" noGrp="1"/>
          </p:cNvSpPr>
          <p:nvPr/>
        </p:nvSpPr>
        <p:spPr>
          <a:xfrm xmlns:a="http://schemas.openxmlformats.org/drawingml/2006/main">
            <a:off x="781050" y="3105150"/>
            <a:ext cx="27432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재현 조건이나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주의점을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(교육용 가정)</a:t>
            </a:r>
          </a:p>
        </p:txBody>
      </p:sp>
      <p:sp>
        <p:nvSpPr>
          <p:cNvPr id="11" name="">
            <a:extLst xmlns:a="http://schemas.openxmlformats.org/drawingml/2006/main">
              <a:ext uri="{FF2B5EF4-FFF2-40B4-BE49-F238E27FC236}">
                <a16:creationId xmlns:a16="http://schemas.microsoft.com/office/drawing/2014/main" id="{A4F46292-1E3A-4249-BD2C-603C66EF5C63}"/>
              </a:ext>
            </a:extLst>
          </p:cNvPr>
          <p:cNvSpPr>
            <a:spLocks xmlns:a="http://schemas.openxmlformats.org/drawingml/2006/main" noGrp="1"/>
          </p:cNvSpPr>
          <p:nvPr/>
        </p:nvSpPr>
        <p:spPr>
          <a:xfrm xmlns:a="http://schemas.openxmlformats.org/drawingml/2006/main">
            <a:off x="3829050" y="3343275"/>
            <a:ext cx="304800" cy="2095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375CCA0-7420-441C-8164-BE7252F444B5}"/>
              </a:ext>
            </a:extLst>
          </p:cNvPr>
          <p:cNvSpPr>
            <a:spLocks xmlns:a="http://schemas.openxmlformats.org/drawingml/2006/main" noGrp="1"/>
          </p:cNvSpPr>
          <p:nvPr/>
        </p:nvSpPr>
        <p:spPr>
          <a:xfrm xmlns:a="http://schemas.openxmlformats.org/drawingml/2006/main">
            <a:off x="4419600" y="2466975"/>
            <a:ext cx="3352800" cy="2152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3" name="보존할 가치 판단">
            <a:extLst xmlns:a="http://schemas.openxmlformats.org/drawingml/2006/main">
              <a:ext uri="{FF2B5EF4-FFF2-40B4-BE49-F238E27FC236}">
                <a16:creationId xmlns:a16="http://schemas.microsoft.com/office/drawing/2014/main" id="{EF9A41D9-7168-49C6-B624-2D6904A96792}"/>
              </a:ext>
            </a:extLst>
          </p:cNvPr>
          <p:cNvSpPr>
            <a:spLocks xmlns:a="http://schemas.openxmlformats.org/drawingml/2006/main" noGrp="1"/>
          </p:cNvSpPr>
          <p:nvPr/>
        </p:nvSpPr>
        <p:spPr>
          <a:xfrm xmlns:a="http://schemas.openxmlformats.org/drawingml/2006/main">
            <a:off x="4591050" y="25812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보존할 가치 판단</a:t>
            </a:r>
          </a:p>
        </p:txBody>
      </p:sp>
      <p:sp>
        <p:nvSpPr>
          <p:cNvPr id="14" name="내용 · 출처 · 적용 범위&#10;다시 확인할 조건">
            <a:extLst xmlns:a="http://schemas.openxmlformats.org/drawingml/2006/main">
              <a:ext uri="{FF2B5EF4-FFF2-40B4-BE49-F238E27FC236}">
                <a16:creationId xmlns:a16="http://schemas.microsoft.com/office/drawing/2014/main" id="{2912719C-A258-424F-A43C-EA2867384D2E}"/>
              </a:ext>
            </a:extLst>
          </p:cNvPr>
          <p:cNvSpPr>
            <a:spLocks xmlns:a="http://schemas.openxmlformats.org/drawingml/2006/main" noGrp="1"/>
          </p:cNvSpPr>
          <p:nvPr/>
        </p:nvSpPr>
        <p:spPr>
          <a:xfrm xmlns:a="http://schemas.openxmlformats.org/drawingml/2006/main">
            <a:off x="4591050" y="3105150"/>
            <a:ext cx="30099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내용 · 출처 · 적용 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다시 확인할 조건</a:t>
            </a:r>
          </a:p>
        </p:txBody>
      </p:sp>
      <p:sp>
        <p:nvSpPr>
          <p:cNvPr id="15" name="">
            <a:extLst xmlns:a="http://schemas.openxmlformats.org/drawingml/2006/main">
              <a:ext uri="{FF2B5EF4-FFF2-40B4-BE49-F238E27FC236}">
                <a16:creationId xmlns:a16="http://schemas.microsoft.com/office/drawing/2014/main" id="{361836A3-BFD3-4168-9B0A-434B93D25A9C}"/>
              </a:ext>
            </a:extLst>
          </p:cNvPr>
          <p:cNvSpPr>
            <a:spLocks xmlns:a="http://schemas.openxmlformats.org/drawingml/2006/main" noGrp="1"/>
          </p:cNvSpPr>
          <p:nvPr/>
        </p:nvSpPr>
        <p:spPr>
          <a:xfrm xmlns:a="http://schemas.openxmlformats.org/drawingml/2006/main">
            <a:off x="7905750" y="3343275"/>
            <a:ext cx="304800" cy="2095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8DD7107F-2CC5-435D-A992-6A70DCFD2EF1}"/>
              </a:ext>
            </a:extLst>
          </p:cNvPr>
          <p:cNvSpPr>
            <a:spLocks xmlns:a="http://schemas.openxmlformats.org/drawingml/2006/main" noGrp="1"/>
          </p:cNvSpPr>
          <p:nvPr/>
        </p:nvSpPr>
        <p:spPr>
          <a:xfrm xmlns:a="http://schemas.openxmlformats.org/drawingml/2006/main">
            <a:off x="8496300" y="2466975"/>
            <a:ext cx="3086100" cy="2152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Task B · 다시 사용">
            <a:extLst xmlns:a="http://schemas.openxmlformats.org/drawingml/2006/main">
              <a:ext uri="{FF2B5EF4-FFF2-40B4-BE49-F238E27FC236}">
                <a16:creationId xmlns:a16="http://schemas.microsoft.com/office/drawing/2014/main" id="{727A1650-494E-40D3-A2DB-B026E90AAFC6}"/>
              </a:ext>
            </a:extLst>
          </p:cNvPr>
          <p:cNvSpPr>
            <a:spLocks xmlns:a="http://schemas.openxmlformats.org/drawingml/2006/main" noGrp="1"/>
          </p:cNvSpPr>
          <p:nvPr/>
        </p:nvSpPr>
        <p:spPr>
          <a:xfrm xmlns:a="http://schemas.openxmlformats.org/drawingml/2006/main">
            <a:off x="8667750" y="2581275"/>
            <a:ext cx="2743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 B · 다시 사용</a:t>
            </a:r>
          </a:p>
        </p:txBody>
      </p:sp>
      <p:sp>
        <p:nvSpPr>
          <p:cNvPr id="18" name="현재 명세와 대조한 뒤&#10;관련 지식만 참고">
            <a:extLst xmlns:a="http://schemas.openxmlformats.org/drawingml/2006/main">
              <a:ext uri="{FF2B5EF4-FFF2-40B4-BE49-F238E27FC236}">
                <a16:creationId xmlns:a16="http://schemas.microsoft.com/office/drawing/2014/main" id="{9F4ADC81-A72B-4D82-9A6D-64DD6AE41F82}"/>
              </a:ext>
            </a:extLst>
          </p:cNvPr>
          <p:cNvSpPr>
            <a:spLocks xmlns:a="http://schemas.openxmlformats.org/drawingml/2006/main" noGrp="1"/>
          </p:cNvSpPr>
          <p:nvPr/>
        </p:nvSpPr>
        <p:spPr>
          <a:xfrm xmlns:a="http://schemas.openxmlformats.org/drawingml/2006/main">
            <a:off x="8667750" y="3105150"/>
            <a:ext cx="27432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명세와 대조한 뒤</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지식만 참고</a:t>
            </a:r>
          </a:p>
        </p:txBody>
      </p:sp>
      <p:sp>
        <p:nvSpPr>
          <p:cNvPr id="19" name="원래 문서에 있으면 그 출처를 참조한다">
            <a:extLst xmlns:a="http://schemas.openxmlformats.org/drawingml/2006/main">
              <a:ext uri="{FF2B5EF4-FFF2-40B4-BE49-F238E27FC236}">
                <a16:creationId xmlns:a16="http://schemas.microsoft.com/office/drawing/2014/main" id="{C17A618B-BCBD-4373-9FE7-6710C79767D7}"/>
              </a:ext>
            </a:extLst>
          </p:cNvPr>
          <p:cNvSpPr>
            <a:spLocks xmlns:a="http://schemas.openxmlformats.org/drawingml/2006/main" noGrp="1"/>
          </p:cNvSpPr>
          <p:nvPr/>
        </p:nvSpPr>
        <p:spPr>
          <a:xfrm xmlns:a="http://schemas.openxmlformats.org/drawingml/2006/main">
            <a:off x="609600" y="50768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원래 문서에 있으면 그 출처를 참조한다</a:t>
            </a:r>
          </a:p>
        </p:txBody>
      </p:sp>
      <p:sp>
        <p:nvSpPr>
          <p:cNvPr id="20" name="다음 장에서, 현재 Demo에 별도 보존 후보가 있었는지 판단한다">
            <a:extLst xmlns:a="http://schemas.openxmlformats.org/drawingml/2006/main">
              <a:ext uri="{FF2B5EF4-FFF2-40B4-BE49-F238E27FC236}">
                <a16:creationId xmlns:a16="http://schemas.microsoft.com/office/drawing/2014/main" id="{F3B0D2F3-3D8E-453D-8BA5-D1B7D1589135}"/>
              </a:ext>
            </a:extLst>
          </p:cNvPr>
          <p:cNvSpPr>
            <a:spLocks xmlns:a="http://schemas.openxmlformats.org/drawingml/2006/main" noGrp="1"/>
          </p:cNvSpPr>
          <p:nvPr/>
        </p:nvSpPr>
        <p:spPr>
          <a:xfrm xmlns:a="http://schemas.openxmlformats.org/drawingml/2006/main">
            <a:off x="609600" y="5486400"/>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다음 장에서, 현재 Demo에 별도 보존 후보가 있었는지 판단한다</a:t>
            </a:r>
          </a:p>
        </p:txBody>
      </p:sp>
      <p:sp>
        <p:nvSpPr>
          <p:cNvPr id="21" name="Legacy module connection">
            <a:extLst xmlns:a="http://schemas.openxmlformats.org/drawingml/2006/main">
              <a:ext uri="{FF2B5EF4-FFF2-40B4-BE49-F238E27FC236}">
                <a16:creationId xmlns:a16="http://schemas.microsoft.com/office/drawing/2014/main" id="{540F480F-C7E7-4119-BDD0-B0E20CA12BD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61521253"/>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3 · Memory의 기준과 현재 사례의 선택">
            <a:extLst xmlns:a="http://schemas.openxmlformats.org/drawingml/2006/main">
              <a:ext uri="{FF2B5EF4-FFF2-40B4-BE49-F238E27FC236}">
                <a16:creationId xmlns:a16="http://schemas.microsoft.com/office/drawing/2014/main" id="{3C6BF088-22E4-4C04-BD90-AAF834F0DDD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Memory의 기준과 현재 사례의 선택</a:t>
            </a:r>
          </a:p>
        </p:txBody>
      </p:sp>
      <p:sp>
        <p:nvSpPr>
          <p:cNvPr id="2" name="S62">
            <a:extLst xmlns:a="http://schemas.openxmlformats.org/drawingml/2006/main">
              <a:ext uri="{FF2B5EF4-FFF2-40B4-BE49-F238E27FC236}">
                <a16:creationId xmlns:a16="http://schemas.microsoft.com/office/drawing/2014/main" id="{54231B0B-C57E-4F25-BADB-6CEB9B2F162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남길지, 원래 출처를 참조할지 판단한다">
            <a:extLst xmlns:a="http://schemas.openxmlformats.org/drawingml/2006/main">
              <a:ext uri="{FF2B5EF4-FFF2-40B4-BE49-F238E27FC236}">
                <a16:creationId xmlns:a16="http://schemas.microsoft.com/office/drawing/2014/main" id="{C9E5A2D6-FF63-4CBF-A004-A7FE7547A3A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남길지, 원래 출처를 참조할지 판단한다</a:t>
            </a:r>
          </a:p>
        </p:txBody>
      </p:sp>
      <p:sp>
        <p:nvSpPr>
          <p:cNvPr id="4" name="">
            <a:extLst xmlns:a="http://schemas.openxmlformats.org/drawingml/2006/main">
              <a:ext uri="{FF2B5EF4-FFF2-40B4-BE49-F238E27FC236}">
                <a16:creationId xmlns:a16="http://schemas.microsoft.com/office/drawing/2014/main" id="{941E72C0-545F-4A05-9791-FD6330A54DF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Demo 지식 출처 점검 + 교육용 보존 기준 · 제품 Memory 기능에 대한 관찰 아">
            <a:extLst xmlns:a="http://schemas.openxmlformats.org/drawingml/2006/main">
              <a:ext uri="{FF2B5EF4-FFF2-40B4-BE49-F238E27FC236}">
                <a16:creationId xmlns:a16="http://schemas.microsoft.com/office/drawing/2014/main" id="{AB4207D7-F2C3-489F-BFD0-639D67B265F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Demo 지식 출처 점검 + 교육용 보존 기준 · 제품 Memory 기능에 대한 관찰 아님</a:t>
            </a:r>
          </a:p>
        </p:txBody>
      </p:sp>
      <p:sp>
        <p:nvSpPr>
          <p:cNvPr id="6" name="현재 별도 Memory 후보 없음 · 다음 작업 재사용이 기준이며 프로젝트 사이 재사용이 필수는 아님">
            <a:extLst xmlns:a="http://schemas.openxmlformats.org/drawingml/2006/main">
              <a:ext uri="{FF2B5EF4-FFF2-40B4-BE49-F238E27FC236}">
                <a16:creationId xmlns:a16="http://schemas.microsoft.com/office/drawing/2014/main" id="{727D2EBE-5B52-45BE-B045-E784677BE72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별도 Memory 후보 없음 · 다음 작업 재사용이 기준이며 프로젝트 사이 재사용이 필수는 아님</a:t>
            </a:r>
          </a:p>
        </p:txBody>
      </p:sp>
      <p:sp>
        <p:nvSpPr>
          <p:cNvPr id="7" name="">
            <a:extLst xmlns:a="http://schemas.openxmlformats.org/drawingml/2006/main">
              <a:ext uri="{FF2B5EF4-FFF2-40B4-BE49-F238E27FC236}">
                <a16:creationId xmlns:a16="http://schemas.microsoft.com/office/drawing/2014/main" id="{210E9994-11A1-4E08-9FF9-61A40015FC16}"/>
              </a:ext>
            </a:extLst>
          </p:cNvPr>
          <p:cNvSpPr>
            <a:spLocks xmlns:a="http://schemas.openxmlformats.org/drawingml/2006/main" noGrp="1"/>
          </p:cNvSpPr>
          <p:nvPr/>
        </p:nvSpPr>
        <p:spPr>
          <a:xfrm xmlns:a="http://schemas.openxmlformats.org/drawingml/2006/main">
            <a:off x="60960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재발견 비용">
            <a:extLst xmlns:a="http://schemas.openxmlformats.org/drawingml/2006/main">
              <a:ext uri="{FF2B5EF4-FFF2-40B4-BE49-F238E27FC236}">
                <a16:creationId xmlns:a16="http://schemas.microsoft.com/office/drawing/2014/main" id="{148D0481-3AF6-4EF1-AA69-193BDD9B1296}"/>
              </a:ext>
            </a:extLst>
          </p:cNvPr>
          <p:cNvSpPr>
            <a:spLocks xmlns:a="http://schemas.openxmlformats.org/drawingml/2006/main" noGrp="1"/>
          </p:cNvSpPr>
          <p:nvPr/>
        </p:nvSpPr>
        <p:spPr>
          <a:xfrm xmlns:a="http://schemas.openxmlformats.org/drawingml/2006/main">
            <a:off x="70485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재발견 비용</a:t>
            </a:r>
          </a:p>
        </p:txBody>
      </p:sp>
      <p:sp>
        <p:nvSpPr>
          <p:cNvPr id="9" name="">
            <a:extLst xmlns:a="http://schemas.openxmlformats.org/drawingml/2006/main">
              <a:ext uri="{FF2B5EF4-FFF2-40B4-BE49-F238E27FC236}">
                <a16:creationId xmlns:a16="http://schemas.microsoft.com/office/drawing/2014/main" id="{C2E31EA8-49AC-45DC-B410-3565892BDD27}"/>
              </a:ext>
            </a:extLst>
          </p:cNvPr>
          <p:cNvSpPr>
            <a:spLocks xmlns:a="http://schemas.openxmlformats.org/drawingml/2006/main" noGrp="1"/>
          </p:cNvSpPr>
          <p:nvPr/>
        </p:nvSpPr>
        <p:spPr>
          <a:xfrm xmlns:a="http://schemas.openxmlformats.org/drawingml/2006/main">
            <a:off x="340995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다음 작업 재사용">
            <a:extLst xmlns:a="http://schemas.openxmlformats.org/drawingml/2006/main">
              <a:ext uri="{FF2B5EF4-FFF2-40B4-BE49-F238E27FC236}">
                <a16:creationId xmlns:a16="http://schemas.microsoft.com/office/drawing/2014/main" id="{5CEE9C00-F6E5-4BF6-83A5-CB1DF1A35EB5}"/>
              </a:ext>
            </a:extLst>
          </p:cNvPr>
          <p:cNvSpPr>
            <a:spLocks xmlns:a="http://schemas.openxmlformats.org/drawingml/2006/main" noGrp="1"/>
          </p:cNvSpPr>
          <p:nvPr/>
        </p:nvSpPr>
        <p:spPr>
          <a:xfrm xmlns:a="http://schemas.openxmlformats.org/drawingml/2006/main">
            <a:off x="350520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작업 재사용</a:t>
            </a:r>
          </a:p>
        </p:txBody>
      </p:sp>
      <p:sp>
        <p:nvSpPr>
          <p:cNvPr id="11" name="">
            <a:extLst xmlns:a="http://schemas.openxmlformats.org/drawingml/2006/main">
              <a:ext uri="{FF2B5EF4-FFF2-40B4-BE49-F238E27FC236}">
                <a16:creationId xmlns:a16="http://schemas.microsoft.com/office/drawing/2014/main" id="{6F9B087F-8B1C-4786-B72D-067A3BBF93BE}"/>
              </a:ext>
            </a:extLst>
          </p:cNvPr>
          <p:cNvSpPr>
            <a:spLocks xmlns:a="http://schemas.openxmlformats.org/drawingml/2006/main" noGrp="1"/>
          </p:cNvSpPr>
          <p:nvPr/>
        </p:nvSpPr>
        <p:spPr>
          <a:xfrm xmlns:a="http://schemas.openxmlformats.org/drawingml/2006/main">
            <a:off x="621030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출처·적용 범위">
            <a:extLst xmlns:a="http://schemas.openxmlformats.org/drawingml/2006/main">
              <a:ext uri="{FF2B5EF4-FFF2-40B4-BE49-F238E27FC236}">
                <a16:creationId xmlns:a16="http://schemas.microsoft.com/office/drawing/2014/main" id="{7FA9AA38-75ED-4DD5-A465-F4A795F0A531}"/>
              </a:ext>
            </a:extLst>
          </p:cNvPr>
          <p:cNvSpPr>
            <a:spLocks xmlns:a="http://schemas.openxmlformats.org/drawingml/2006/main" noGrp="1"/>
          </p:cNvSpPr>
          <p:nvPr/>
        </p:nvSpPr>
        <p:spPr>
          <a:xfrm xmlns:a="http://schemas.openxmlformats.org/drawingml/2006/main">
            <a:off x="630555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출처·적용 범위</a:t>
            </a:r>
          </a:p>
        </p:txBody>
      </p:sp>
      <p:sp>
        <p:nvSpPr>
          <p:cNvPr id="13" name="">
            <a:extLst xmlns:a="http://schemas.openxmlformats.org/drawingml/2006/main">
              <a:ext uri="{FF2B5EF4-FFF2-40B4-BE49-F238E27FC236}">
                <a16:creationId xmlns:a16="http://schemas.microsoft.com/office/drawing/2014/main" id="{3CF9154C-8D65-4A77-8C2B-2EFF2AD28265}"/>
              </a:ext>
            </a:extLst>
          </p:cNvPr>
          <p:cNvSpPr>
            <a:spLocks xmlns:a="http://schemas.openxmlformats.org/drawingml/2006/main" noGrp="1"/>
          </p:cNvSpPr>
          <p:nvPr/>
        </p:nvSpPr>
        <p:spPr>
          <a:xfrm xmlns:a="http://schemas.openxmlformats.org/drawingml/2006/main">
            <a:off x="901065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갱신·무효화 조건">
            <a:extLst xmlns:a="http://schemas.openxmlformats.org/drawingml/2006/main">
              <a:ext uri="{FF2B5EF4-FFF2-40B4-BE49-F238E27FC236}">
                <a16:creationId xmlns:a16="http://schemas.microsoft.com/office/drawing/2014/main" id="{733F08CD-9AFC-4F26-AFBB-020BE3AC1908}"/>
              </a:ext>
            </a:extLst>
          </p:cNvPr>
          <p:cNvSpPr>
            <a:spLocks xmlns:a="http://schemas.openxmlformats.org/drawingml/2006/main" noGrp="1"/>
          </p:cNvSpPr>
          <p:nvPr/>
        </p:nvSpPr>
        <p:spPr>
          <a:xfrm xmlns:a="http://schemas.openxmlformats.org/drawingml/2006/main">
            <a:off x="910590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갱신·무효화 조건</a:t>
            </a:r>
          </a:p>
        </p:txBody>
      </p:sp>
      <p:sp>
        <p:nvSpPr>
          <p:cNvPr id="15" name="">
            <a:extLst xmlns:a="http://schemas.openxmlformats.org/drawingml/2006/main">
              <a:ext uri="{FF2B5EF4-FFF2-40B4-BE49-F238E27FC236}">
                <a16:creationId xmlns:a16="http://schemas.microsoft.com/office/drawing/2014/main" id="{7F3C7375-393A-42F8-8040-0657F8F55742}"/>
              </a:ext>
            </a:extLst>
          </p:cNvPr>
          <p:cNvSpPr>
            <a:spLocks xmlns:a="http://schemas.openxmlformats.org/drawingml/2006/main" noGrp="1"/>
          </p:cNvSpPr>
          <p:nvPr/>
        </p:nvSpPr>
        <p:spPr>
          <a:xfrm xmlns:a="http://schemas.openxmlformats.org/drawingml/2006/main">
            <a:off x="609600" y="2705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rop의 끝 좌표 제외">
            <a:extLst xmlns:a="http://schemas.openxmlformats.org/drawingml/2006/main">
              <a:ext uri="{FF2B5EF4-FFF2-40B4-BE49-F238E27FC236}">
                <a16:creationId xmlns:a16="http://schemas.microsoft.com/office/drawing/2014/main" id="{35A1BC2F-C815-45E5-A5C8-81BF0DB9984C}"/>
              </a:ext>
            </a:extLst>
          </p:cNvPr>
          <p:cNvSpPr>
            <a:spLocks xmlns:a="http://schemas.openxmlformats.org/drawingml/2006/main" noGrp="1"/>
          </p:cNvSpPr>
          <p:nvPr/>
        </p:nvSpPr>
        <p:spPr>
          <a:xfrm xmlns:a="http://schemas.openxmlformats.org/drawingml/2006/main">
            <a:off x="609600" y="2781300"/>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crop의 끝 좌표 제외</a:t>
            </a:r>
          </a:p>
        </p:txBody>
      </p:sp>
      <p:sp>
        <p:nvSpPr>
          <p:cNvPr id="17" name="">
            <a:extLst xmlns:a="http://schemas.openxmlformats.org/drawingml/2006/main">
              <a:ext uri="{FF2B5EF4-FFF2-40B4-BE49-F238E27FC236}">
                <a16:creationId xmlns:a16="http://schemas.microsoft.com/office/drawing/2014/main" id="{8D2BE41E-D224-40B7-8139-932897226761}"/>
              </a:ext>
            </a:extLst>
          </p:cNvPr>
          <p:cNvSpPr>
            <a:spLocks xmlns:a="http://schemas.openxmlformats.org/drawingml/2006/main" noGrp="1"/>
          </p:cNvSpPr>
          <p:nvPr/>
        </p:nvSpPr>
        <p:spPr>
          <a:xfrm xmlns:a="http://schemas.openxmlformats.org/drawingml/2006/main">
            <a:off x="5448300" y="2895600"/>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코드 · 이미지 명세 문서">
            <a:extLst xmlns:a="http://schemas.openxmlformats.org/drawingml/2006/main">
              <a:ext uri="{FF2B5EF4-FFF2-40B4-BE49-F238E27FC236}">
                <a16:creationId xmlns:a16="http://schemas.microsoft.com/office/drawing/2014/main" id="{652FFA4A-2ED4-4691-8DA6-3483F629EB0E}"/>
              </a:ext>
            </a:extLst>
          </p:cNvPr>
          <p:cNvSpPr>
            <a:spLocks xmlns:a="http://schemas.openxmlformats.org/drawingml/2006/main" noGrp="1"/>
          </p:cNvSpPr>
          <p:nvPr/>
        </p:nvSpPr>
        <p:spPr>
          <a:xfrm xmlns:a="http://schemas.openxmlformats.org/drawingml/2006/main">
            <a:off x="6191250" y="2781300"/>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코드 · 이미지 명세 문서</a:t>
            </a:r>
          </a:p>
        </p:txBody>
      </p:sp>
      <p:sp>
        <p:nvSpPr>
          <p:cNvPr id="19" name="">
            <a:extLst xmlns:a="http://schemas.openxmlformats.org/drawingml/2006/main">
              <a:ext uri="{FF2B5EF4-FFF2-40B4-BE49-F238E27FC236}">
                <a16:creationId xmlns:a16="http://schemas.microsoft.com/office/drawing/2014/main" id="{17C3BA92-F39C-46FC-9BB4-BF17C73062E1}"/>
              </a:ext>
            </a:extLst>
          </p:cNvPr>
          <p:cNvSpPr>
            <a:spLocks xmlns:a="http://schemas.openxmlformats.org/drawingml/2006/main" noGrp="1"/>
          </p:cNvSpPr>
          <p:nvPr/>
        </p:nvSpPr>
        <p:spPr>
          <a:xfrm xmlns:a="http://schemas.openxmlformats.org/drawingml/2006/main">
            <a:off x="609600" y="3267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모듈이 이어지는 순서">
            <a:extLst xmlns:a="http://schemas.openxmlformats.org/drawingml/2006/main">
              <a:ext uri="{FF2B5EF4-FFF2-40B4-BE49-F238E27FC236}">
                <a16:creationId xmlns:a16="http://schemas.microsoft.com/office/drawing/2014/main" id="{0490E013-F136-43FF-ACEE-C57847F844B4}"/>
              </a:ext>
            </a:extLst>
          </p:cNvPr>
          <p:cNvSpPr>
            <a:spLocks xmlns:a="http://schemas.openxmlformats.org/drawingml/2006/main" noGrp="1"/>
          </p:cNvSpPr>
          <p:nvPr/>
        </p:nvSpPr>
        <p:spPr>
          <a:xfrm xmlns:a="http://schemas.openxmlformats.org/drawingml/2006/main">
            <a:off x="609600" y="3343275"/>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모듈이 이어지는 순서</a:t>
            </a:r>
          </a:p>
        </p:txBody>
      </p:sp>
      <p:sp>
        <p:nvSpPr>
          <p:cNvPr id="21" name="">
            <a:extLst xmlns:a="http://schemas.openxmlformats.org/drawingml/2006/main">
              <a:ext uri="{FF2B5EF4-FFF2-40B4-BE49-F238E27FC236}">
                <a16:creationId xmlns:a16="http://schemas.microsoft.com/office/drawing/2014/main" id="{B60A04A9-54D2-4389-9763-D9DF584B9F43}"/>
              </a:ext>
            </a:extLst>
          </p:cNvPr>
          <p:cNvSpPr>
            <a:spLocks xmlns:a="http://schemas.openxmlformats.org/drawingml/2006/main" noGrp="1"/>
          </p:cNvSpPr>
          <p:nvPr/>
        </p:nvSpPr>
        <p:spPr>
          <a:xfrm xmlns:a="http://schemas.openxmlformats.org/drawingml/2006/main">
            <a:off x="5448300" y="345757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architecture.md">
            <a:extLst xmlns:a="http://schemas.openxmlformats.org/drawingml/2006/main">
              <a:ext uri="{FF2B5EF4-FFF2-40B4-BE49-F238E27FC236}">
                <a16:creationId xmlns:a16="http://schemas.microsoft.com/office/drawing/2014/main" id="{1845405C-1374-4216-B109-D07D0D24C66F}"/>
              </a:ext>
            </a:extLst>
          </p:cNvPr>
          <p:cNvSpPr>
            <a:spLocks xmlns:a="http://schemas.openxmlformats.org/drawingml/2006/main" noGrp="1"/>
          </p:cNvSpPr>
          <p:nvPr/>
        </p:nvSpPr>
        <p:spPr>
          <a:xfrm xmlns:a="http://schemas.openxmlformats.org/drawingml/2006/main">
            <a:off x="6191250" y="334327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architecture.md</a:t>
            </a:r>
          </a:p>
        </p:txBody>
      </p:sp>
      <p:sp>
        <p:nvSpPr>
          <p:cNvPr id="23" name="">
            <a:extLst xmlns:a="http://schemas.openxmlformats.org/drawingml/2006/main">
              <a:ext uri="{FF2B5EF4-FFF2-40B4-BE49-F238E27FC236}">
                <a16:creationId xmlns:a16="http://schemas.microsoft.com/office/drawing/2014/main" id="{2463A8E7-8E1F-4883-ADBE-7C3C0B9BF42D}"/>
              </a:ext>
            </a:extLst>
          </p:cNvPr>
          <p:cNvSpPr>
            <a:spLocks xmlns:a="http://schemas.openxmlformats.org/drawingml/2006/main" noGrp="1"/>
          </p:cNvSpPr>
          <p:nvPr/>
        </p:nvSpPr>
        <p:spPr>
          <a:xfrm xmlns:a="http://schemas.openxmlformats.org/drawingml/2006/main">
            <a:off x="609600" y="38290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성능 조사·검증 방법">
            <a:extLst xmlns:a="http://schemas.openxmlformats.org/drawingml/2006/main">
              <a:ext uri="{FF2B5EF4-FFF2-40B4-BE49-F238E27FC236}">
                <a16:creationId xmlns:a16="http://schemas.microsoft.com/office/drawing/2014/main" id="{3E58A868-AD72-4F4E-8462-074B2DFAD47D}"/>
              </a:ext>
            </a:extLst>
          </p:cNvPr>
          <p:cNvSpPr>
            <a:spLocks xmlns:a="http://schemas.openxmlformats.org/drawingml/2006/main" noGrp="1"/>
          </p:cNvSpPr>
          <p:nvPr/>
        </p:nvSpPr>
        <p:spPr>
          <a:xfrm xmlns:a="http://schemas.openxmlformats.org/drawingml/2006/main">
            <a:off x="609600" y="3905250"/>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조사·검증 방법</a:t>
            </a:r>
          </a:p>
        </p:txBody>
      </p:sp>
      <p:sp>
        <p:nvSpPr>
          <p:cNvPr id="25" name="">
            <a:extLst xmlns:a="http://schemas.openxmlformats.org/drawingml/2006/main">
              <a:ext uri="{FF2B5EF4-FFF2-40B4-BE49-F238E27FC236}">
                <a16:creationId xmlns:a16="http://schemas.microsoft.com/office/drawing/2014/main" id="{9211E59E-99A5-4F37-94A3-2D0665B4B39E}"/>
              </a:ext>
            </a:extLst>
          </p:cNvPr>
          <p:cNvSpPr>
            <a:spLocks xmlns:a="http://schemas.openxmlformats.org/drawingml/2006/main" noGrp="1"/>
          </p:cNvSpPr>
          <p:nvPr/>
        </p:nvSpPr>
        <p:spPr>
          <a:xfrm xmlns:a="http://schemas.openxmlformats.org/drawingml/2006/main">
            <a:off x="5448300" y="4019550"/>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Repository Skill">
            <a:extLst xmlns:a="http://schemas.openxmlformats.org/drawingml/2006/main">
              <a:ext uri="{FF2B5EF4-FFF2-40B4-BE49-F238E27FC236}">
                <a16:creationId xmlns:a16="http://schemas.microsoft.com/office/drawing/2014/main" id="{185EBAFD-7584-4BD3-8E94-0B452BEC0DF6}"/>
              </a:ext>
            </a:extLst>
          </p:cNvPr>
          <p:cNvSpPr>
            <a:spLocks xmlns:a="http://schemas.openxmlformats.org/drawingml/2006/main" noGrp="1"/>
          </p:cNvSpPr>
          <p:nvPr/>
        </p:nvSpPr>
        <p:spPr>
          <a:xfrm xmlns:a="http://schemas.openxmlformats.org/drawingml/2006/main">
            <a:off x="6191250" y="3905250"/>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Repository Skill</a:t>
            </a:r>
          </a:p>
        </p:txBody>
      </p:sp>
      <p:sp>
        <p:nvSpPr>
          <p:cNvPr id="27" name="">
            <a:extLst xmlns:a="http://schemas.openxmlformats.org/drawingml/2006/main">
              <a:ext uri="{FF2B5EF4-FFF2-40B4-BE49-F238E27FC236}">
                <a16:creationId xmlns:a16="http://schemas.microsoft.com/office/drawing/2014/main" id="{4C44AFF4-C2B0-4B8C-9BC2-2A552C41995F}"/>
              </a:ext>
            </a:extLst>
          </p:cNvPr>
          <p:cNvSpPr>
            <a:spLocks xmlns:a="http://schemas.openxmlformats.org/drawingml/2006/main" noGrp="1"/>
          </p:cNvSpPr>
          <p:nvPr/>
        </p:nvSpPr>
        <p:spPr>
          <a:xfrm xmlns:a="http://schemas.openxmlformats.org/drawingml/2006/main">
            <a:off x="609600" y="4391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이번 실행의 측정값">
            <a:extLst xmlns:a="http://schemas.openxmlformats.org/drawingml/2006/main">
              <a:ext uri="{FF2B5EF4-FFF2-40B4-BE49-F238E27FC236}">
                <a16:creationId xmlns:a16="http://schemas.microsoft.com/office/drawing/2014/main" id="{E4B3F3ED-D724-48E5-B23D-E620F78CAF63}"/>
              </a:ext>
            </a:extLst>
          </p:cNvPr>
          <p:cNvSpPr>
            <a:spLocks xmlns:a="http://schemas.openxmlformats.org/drawingml/2006/main" noGrp="1"/>
          </p:cNvSpPr>
          <p:nvPr/>
        </p:nvSpPr>
        <p:spPr>
          <a:xfrm xmlns:a="http://schemas.openxmlformats.org/drawingml/2006/main">
            <a:off x="609600" y="4467225"/>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이번 실행의 측정값</a:t>
            </a:r>
          </a:p>
        </p:txBody>
      </p:sp>
      <p:sp>
        <p:nvSpPr>
          <p:cNvPr id="29" name="">
            <a:extLst xmlns:a="http://schemas.openxmlformats.org/drawingml/2006/main">
              <a:ext uri="{FF2B5EF4-FFF2-40B4-BE49-F238E27FC236}">
                <a16:creationId xmlns:a16="http://schemas.microsoft.com/office/drawing/2014/main" id="{686FC4AD-956D-4DB5-AB72-0DC53C97B108}"/>
              </a:ext>
            </a:extLst>
          </p:cNvPr>
          <p:cNvSpPr>
            <a:spLocks xmlns:a="http://schemas.openxmlformats.org/drawingml/2006/main" noGrp="1"/>
          </p:cNvSpPr>
          <p:nvPr/>
        </p:nvSpPr>
        <p:spPr>
          <a:xfrm xmlns:a="http://schemas.openxmlformats.org/drawingml/2006/main">
            <a:off x="5448300" y="458152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날짜가 있는 Trial 기록 · Git 이력">
            <a:extLst xmlns:a="http://schemas.openxmlformats.org/drawingml/2006/main">
              <a:ext uri="{FF2B5EF4-FFF2-40B4-BE49-F238E27FC236}">
                <a16:creationId xmlns:a16="http://schemas.microsoft.com/office/drawing/2014/main" id="{413D2311-0936-4C45-BEC7-9B17BC0BF762}"/>
              </a:ext>
            </a:extLst>
          </p:cNvPr>
          <p:cNvSpPr>
            <a:spLocks xmlns:a="http://schemas.openxmlformats.org/drawingml/2006/main" noGrp="1"/>
          </p:cNvSpPr>
          <p:nvPr/>
        </p:nvSpPr>
        <p:spPr>
          <a:xfrm xmlns:a="http://schemas.openxmlformats.org/drawingml/2006/main">
            <a:off x="6191250" y="446722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날짜가 있는 Trial 기록 · Git 이력</a:t>
            </a:r>
          </a:p>
        </p:txBody>
      </p:sp>
      <p:sp>
        <p:nvSpPr>
          <p:cNvPr id="31" name="이번 사례: 원래 출처를 유지하고, 별도 Memory는 추가하지 않았다">
            <a:extLst xmlns:a="http://schemas.openxmlformats.org/drawingml/2006/main">
              <a:ext uri="{FF2B5EF4-FFF2-40B4-BE49-F238E27FC236}">
                <a16:creationId xmlns:a16="http://schemas.microsoft.com/office/drawing/2014/main" id="{834F84A6-E8C7-4771-8C96-B1E8856B9020}"/>
              </a:ext>
            </a:extLst>
          </p:cNvPr>
          <p:cNvSpPr>
            <a:spLocks xmlns:a="http://schemas.openxmlformats.org/drawingml/2006/main" noGrp="1"/>
          </p:cNvSpPr>
          <p:nvPr/>
        </p:nvSpPr>
        <p:spPr>
          <a:xfrm xmlns:a="http://schemas.openxmlformats.org/drawingml/2006/main">
            <a:off x="609600" y="52863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사례: 원래 출처를 유지하고, 별도 Memory는 추가하지 않았다</a:t>
            </a:r>
          </a:p>
        </p:txBody>
      </p:sp>
      <p:sp>
        <p:nvSpPr>
          <p:cNvPr id="32" name="Legacy module connection">
            <a:extLst xmlns:a="http://schemas.openxmlformats.org/drawingml/2006/main">
              <a:ext uri="{FF2B5EF4-FFF2-40B4-BE49-F238E27FC236}">
                <a16:creationId xmlns:a16="http://schemas.microsoft.com/office/drawing/2014/main" id="{90728AFC-DFF5-4302-9C49-EA2A1CF76F1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1807645"/>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Minimum Effective Harness의 근거를 회수">
            <a:extLst xmlns:a="http://schemas.openxmlformats.org/drawingml/2006/main">
              <a:ext uri="{FF2B5EF4-FFF2-40B4-BE49-F238E27FC236}">
                <a16:creationId xmlns:a16="http://schemas.microsoft.com/office/drawing/2014/main" id="{1B44DB3F-1D5A-4745-BA56-418CFDA578D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Minimum Effective Harness의 근거를 회수</a:t>
            </a:r>
          </a:p>
        </p:txBody>
      </p:sp>
      <p:sp>
        <p:nvSpPr>
          <p:cNvPr id="2" name="S63">
            <a:extLst xmlns:a="http://schemas.openxmlformats.org/drawingml/2006/main">
              <a:ext uri="{FF2B5EF4-FFF2-40B4-BE49-F238E27FC236}">
                <a16:creationId xmlns:a16="http://schemas.microsoft.com/office/drawing/2014/main" id="{142769D7-2786-4633-B2EA-B0A501FB816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이번 사례에서 실제로 사용한 구조">
            <a:extLst xmlns:a="http://schemas.openxmlformats.org/drawingml/2006/main">
              <a:ext uri="{FF2B5EF4-FFF2-40B4-BE49-F238E27FC236}">
                <a16:creationId xmlns:a16="http://schemas.microsoft.com/office/drawing/2014/main" id="{7221ED20-100C-4E23-8541-D0937E20ECE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사례에서 실제로 사용한 구조</a:t>
            </a:r>
          </a:p>
        </p:txBody>
      </p:sp>
      <p:sp>
        <p:nvSpPr>
          <p:cNvPr id="4" name="">
            <a:extLst xmlns:a="http://schemas.openxmlformats.org/drawingml/2006/main">
              <a:ext uri="{FF2B5EF4-FFF2-40B4-BE49-F238E27FC236}">
                <a16:creationId xmlns:a16="http://schemas.microsoft.com/office/drawing/2014/main" id="{8B75CE8A-6710-4638-AC6F-9ED8FA4698F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점검 · 보존된 기록과 교육용 책임 구분을 연결">
            <a:extLst xmlns:a="http://schemas.openxmlformats.org/drawingml/2006/main">
              <a:ext uri="{FF2B5EF4-FFF2-40B4-BE49-F238E27FC236}">
                <a16:creationId xmlns:a16="http://schemas.microsoft.com/office/drawing/2014/main" id="{30BAC844-1CCB-4BFD-9022-43FEA21535A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점검 · 보존된 기록과 교육용 책임 구분을 연결</a:t>
            </a:r>
          </a:p>
        </p:txBody>
      </p:sp>
      <p:sp>
        <p:nvSpPr>
          <p:cNvPr id="6" name="Subagent·별도 Memory는 추가하지 않음 · 보편적 최적 구성이나 기능 수 우위에 대한 주장이 아님">
            <a:extLst xmlns:a="http://schemas.openxmlformats.org/drawingml/2006/main">
              <a:ext uri="{FF2B5EF4-FFF2-40B4-BE49-F238E27FC236}">
                <a16:creationId xmlns:a16="http://schemas.microsoft.com/office/drawing/2014/main" id="{42775D6F-5C25-41D0-9029-7E569782369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보편적 최적 구성이나 기능 수 우위에 대한 주장이 아님</a:t>
            </a:r>
          </a:p>
        </p:txBody>
      </p:sp>
      <p:sp>
        <p:nvSpPr>
          <p:cNvPr id="7" name="">
            <a:extLst xmlns:a="http://schemas.openxmlformats.org/drawingml/2006/main">
              <a:ext uri="{FF2B5EF4-FFF2-40B4-BE49-F238E27FC236}">
                <a16:creationId xmlns:a16="http://schemas.microsoft.com/office/drawing/2014/main" id="{6915C558-50A2-47D4-AAD9-6D286035CBAC}"/>
              </a:ext>
            </a:extLst>
          </p:cNvPr>
          <p:cNvSpPr>
            <a:spLocks xmlns:a="http://schemas.openxmlformats.org/drawingml/2006/main" noGrp="1"/>
          </p:cNvSpPr>
          <p:nvPr/>
        </p:nvSpPr>
        <p:spPr>
          <a:xfrm xmlns:a="http://schemas.openxmlformats.org/drawingml/2006/main">
            <a:off x="609600" y="2124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현재 목표·범위">
            <a:extLst xmlns:a="http://schemas.openxmlformats.org/drawingml/2006/main">
              <a:ext uri="{FF2B5EF4-FFF2-40B4-BE49-F238E27FC236}">
                <a16:creationId xmlns:a16="http://schemas.microsoft.com/office/drawing/2014/main" id="{A710730F-052F-4DB6-8530-EF6F1D88A2AA}"/>
              </a:ext>
            </a:extLst>
          </p:cNvPr>
          <p:cNvSpPr>
            <a:spLocks xmlns:a="http://schemas.openxmlformats.org/drawingml/2006/main" noGrp="1"/>
          </p:cNvSpPr>
          <p:nvPr/>
        </p:nvSpPr>
        <p:spPr>
          <a:xfrm xmlns:a="http://schemas.openxmlformats.org/drawingml/2006/main">
            <a:off x="609600" y="2286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현재 목표·범위</a:t>
            </a:r>
          </a:p>
        </p:txBody>
      </p:sp>
      <p:sp>
        <p:nvSpPr>
          <p:cNvPr id="9" name="">
            <a:extLst xmlns:a="http://schemas.openxmlformats.org/drawingml/2006/main">
              <a:ext uri="{FF2B5EF4-FFF2-40B4-BE49-F238E27FC236}">
                <a16:creationId xmlns:a16="http://schemas.microsoft.com/office/drawing/2014/main" id="{EC6F1E39-E662-4CE5-9A32-4D7ABD3F5859}"/>
              </a:ext>
            </a:extLst>
          </p:cNvPr>
          <p:cNvSpPr>
            <a:spLocks xmlns:a="http://schemas.openxmlformats.org/drawingml/2006/main" noGrp="1"/>
          </p:cNvSpPr>
          <p:nvPr/>
        </p:nvSpPr>
        <p:spPr>
          <a:xfrm xmlns:a="http://schemas.openxmlformats.org/drawingml/2006/main">
            <a:off x="5486400" y="2419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밝기 통계 조사 요청">
            <a:extLst xmlns:a="http://schemas.openxmlformats.org/drawingml/2006/main">
              <a:ext uri="{FF2B5EF4-FFF2-40B4-BE49-F238E27FC236}">
                <a16:creationId xmlns:a16="http://schemas.microsoft.com/office/drawing/2014/main" id="{9989BDA2-65EA-4190-AFA1-C60F9914477B}"/>
              </a:ext>
            </a:extLst>
          </p:cNvPr>
          <p:cNvSpPr>
            <a:spLocks xmlns:a="http://schemas.openxmlformats.org/drawingml/2006/main" noGrp="1"/>
          </p:cNvSpPr>
          <p:nvPr/>
        </p:nvSpPr>
        <p:spPr>
          <a:xfrm xmlns:a="http://schemas.openxmlformats.org/drawingml/2006/main">
            <a:off x="6191250" y="2286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밝기 통계 조사 요청</a:t>
            </a:r>
          </a:p>
        </p:txBody>
      </p:sp>
      <p:sp>
        <p:nvSpPr>
          <p:cNvPr id="11" name="">
            <a:extLst xmlns:a="http://schemas.openxmlformats.org/drawingml/2006/main">
              <a:ext uri="{FF2B5EF4-FFF2-40B4-BE49-F238E27FC236}">
                <a16:creationId xmlns:a16="http://schemas.microsoft.com/office/drawing/2014/main" id="{2A8B9821-593A-4750-A4FE-9A8AC46E0C1A}"/>
              </a:ext>
            </a:extLst>
          </p:cNvPr>
          <p:cNvSpPr>
            <a:spLocks xmlns:a="http://schemas.openxmlformats.org/drawingml/2006/main" noGrp="1"/>
          </p:cNvSpPr>
          <p:nvPr/>
        </p:nvSpPr>
        <p:spPr>
          <a:xfrm xmlns:a="http://schemas.openxmlformats.org/drawingml/2006/main">
            <a:off x="609600" y="2886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참고할 명세·안내">
            <a:extLst xmlns:a="http://schemas.openxmlformats.org/drawingml/2006/main">
              <a:ext uri="{FF2B5EF4-FFF2-40B4-BE49-F238E27FC236}">
                <a16:creationId xmlns:a16="http://schemas.microsoft.com/office/drawing/2014/main" id="{06715B9B-878E-4208-949E-D59639D91AD7}"/>
              </a:ext>
            </a:extLst>
          </p:cNvPr>
          <p:cNvSpPr>
            <a:spLocks xmlns:a="http://schemas.openxmlformats.org/drawingml/2006/main" noGrp="1"/>
          </p:cNvSpPr>
          <p:nvPr/>
        </p:nvSpPr>
        <p:spPr>
          <a:xfrm xmlns:a="http://schemas.openxmlformats.org/drawingml/2006/main">
            <a:off x="609600" y="3048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참고할 명세·안내</a:t>
            </a:r>
          </a:p>
        </p:txBody>
      </p:sp>
      <p:sp>
        <p:nvSpPr>
          <p:cNvPr id="13" name="">
            <a:extLst xmlns:a="http://schemas.openxmlformats.org/drawingml/2006/main">
              <a:ext uri="{FF2B5EF4-FFF2-40B4-BE49-F238E27FC236}">
                <a16:creationId xmlns:a16="http://schemas.microsoft.com/office/drawing/2014/main" id="{AFCEAC0C-47AD-4DE1-A235-4516AF7C6C39}"/>
              </a:ext>
            </a:extLst>
          </p:cNvPr>
          <p:cNvSpPr>
            <a:spLocks xmlns:a="http://schemas.openxmlformats.org/drawingml/2006/main" noGrp="1"/>
          </p:cNvSpPr>
          <p:nvPr/>
        </p:nvSpPr>
        <p:spPr>
          <a:xfrm xmlns:a="http://schemas.openxmlformats.org/drawingml/2006/main">
            <a:off x="5486400" y="3181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AGENTS.md + 상세 문서">
            <a:extLst xmlns:a="http://schemas.openxmlformats.org/drawingml/2006/main">
              <a:ext uri="{FF2B5EF4-FFF2-40B4-BE49-F238E27FC236}">
                <a16:creationId xmlns:a16="http://schemas.microsoft.com/office/drawing/2014/main" id="{6BA97908-1BA2-4F2F-A0F1-F95B1747E91C}"/>
              </a:ext>
            </a:extLst>
          </p:cNvPr>
          <p:cNvSpPr>
            <a:spLocks xmlns:a="http://schemas.openxmlformats.org/drawingml/2006/main" noGrp="1"/>
          </p:cNvSpPr>
          <p:nvPr/>
        </p:nvSpPr>
        <p:spPr>
          <a:xfrm xmlns:a="http://schemas.openxmlformats.org/drawingml/2006/main">
            <a:off x="6191250" y="3048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AGENTS.md + 상세 문서</a:t>
            </a:r>
          </a:p>
        </p:txBody>
      </p:sp>
      <p:sp>
        <p:nvSpPr>
          <p:cNvPr id="15" name="">
            <a:extLst xmlns:a="http://schemas.openxmlformats.org/drawingml/2006/main">
              <a:ext uri="{FF2B5EF4-FFF2-40B4-BE49-F238E27FC236}">
                <a16:creationId xmlns:a16="http://schemas.microsoft.com/office/drawing/2014/main" id="{14C20987-DD0B-4432-8893-CAD96BBD56FF}"/>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다시 쓸 수행 방법">
            <a:extLst xmlns:a="http://schemas.openxmlformats.org/drawingml/2006/main">
              <a:ext uri="{FF2B5EF4-FFF2-40B4-BE49-F238E27FC236}">
                <a16:creationId xmlns:a16="http://schemas.microsoft.com/office/drawing/2014/main" id="{09865C49-EFAE-4019-9A9A-AD3807679CE3}"/>
              </a:ext>
            </a:extLst>
          </p:cNvPr>
          <p:cNvSpPr>
            <a:spLocks xmlns:a="http://schemas.openxmlformats.org/drawingml/2006/main" noGrp="1"/>
          </p:cNvSpPr>
          <p:nvPr/>
        </p:nvSpPr>
        <p:spPr>
          <a:xfrm xmlns:a="http://schemas.openxmlformats.org/drawingml/2006/main">
            <a:off x="609600" y="3810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다시 쓸 수행 방법</a:t>
            </a:r>
          </a:p>
        </p:txBody>
      </p:sp>
      <p:sp>
        <p:nvSpPr>
          <p:cNvPr id="17" name="">
            <a:extLst xmlns:a="http://schemas.openxmlformats.org/drawingml/2006/main">
              <a:ext uri="{FF2B5EF4-FFF2-40B4-BE49-F238E27FC236}">
                <a16:creationId xmlns:a16="http://schemas.microsoft.com/office/drawing/2014/main" id="{5AF261FD-29DE-45E4-AA77-7CE93B4F3E6F}"/>
              </a:ext>
            </a:extLst>
          </p:cNvPr>
          <p:cNvSpPr>
            <a:spLocks xmlns:a="http://schemas.openxmlformats.org/drawingml/2006/main" noGrp="1"/>
          </p:cNvSpPr>
          <p:nvPr/>
        </p:nvSpPr>
        <p:spPr>
          <a:xfrm xmlns:a="http://schemas.openxmlformats.org/drawingml/2006/main">
            <a:off x="5486400" y="3943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graypipe-performance Skill">
            <a:extLst xmlns:a="http://schemas.openxmlformats.org/drawingml/2006/main">
              <a:ext uri="{FF2B5EF4-FFF2-40B4-BE49-F238E27FC236}">
                <a16:creationId xmlns:a16="http://schemas.microsoft.com/office/drawing/2014/main" id="{7285A1E5-AD11-4D0D-9739-6DACAFE73A25}"/>
              </a:ext>
            </a:extLst>
          </p:cNvPr>
          <p:cNvSpPr>
            <a:spLocks xmlns:a="http://schemas.openxmlformats.org/drawingml/2006/main" noGrp="1"/>
          </p:cNvSpPr>
          <p:nvPr/>
        </p:nvSpPr>
        <p:spPr>
          <a:xfrm xmlns:a="http://schemas.openxmlformats.org/drawingml/2006/main">
            <a:off x="6191250" y="3810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graypipe-performance Skill</a:t>
            </a:r>
          </a:p>
        </p:txBody>
      </p:sp>
      <p:sp>
        <p:nvSpPr>
          <p:cNvPr id="19" name="">
            <a:extLst xmlns:a="http://schemas.openxmlformats.org/drawingml/2006/main">
              <a:ext uri="{FF2B5EF4-FFF2-40B4-BE49-F238E27FC236}">
                <a16:creationId xmlns:a16="http://schemas.microsoft.com/office/drawing/2014/main" id="{D4D99437-A1D8-447A-9002-BD3C9737A06C}"/>
              </a:ext>
            </a:extLst>
          </p:cNvPr>
          <p:cNvSpPr>
            <a:spLocks xmlns:a="http://schemas.openxmlformats.org/drawingml/2006/main" noGrp="1"/>
          </p:cNvSpPr>
          <p:nvPr/>
        </p:nvSpPr>
        <p:spPr>
          <a:xfrm xmlns:a="http://schemas.openxmlformats.org/drawingml/2006/main">
            <a:off x="609600" y="4410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변경을 판단할 근거">
            <a:extLst xmlns:a="http://schemas.openxmlformats.org/drawingml/2006/main">
              <a:ext uri="{FF2B5EF4-FFF2-40B4-BE49-F238E27FC236}">
                <a16:creationId xmlns:a16="http://schemas.microsoft.com/office/drawing/2014/main" id="{84012E90-DB19-456D-B82E-94B6B42C117F}"/>
              </a:ext>
            </a:extLst>
          </p:cNvPr>
          <p:cNvSpPr>
            <a:spLocks xmlns:a="http://schemas.openxmlformats.org/drawingml/2006/main" noGrp="1"/>
          </p:cNvSpPr>
          <p:nvPr/>
        </p:nvSpPr>
        <p:spPr>
          <a:xfrm xmlns:a="http://schemas.openxmlformats.org/drawingml/2006/main">
            <a:off x="609600" y="4572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변경을 판단할 근거</a:t>
            </a:r>
          </a:p>
        </p:txBody>
      </p:sp>
      <p:sp>
        <p:nvSpPr>
          <p:cNvPr id="21" name="">
            <a:extLst xmlns:a="http://schemas.openxmlformats.org/drawingml/2006/main">
              <a:ext uri="{FF2B5EF4-FFF2-40B4-BE49-F238E27FC236}">
                <a16:creationId xmlns:a16="http://schemas.microsoft.com/office/drawing/2014/main" id="{73E89BF8-58A4-42DB-B800-29FE71FCCD4C}"/>
              </a:ext>
            </a:extLst>
          </p:cNvPr>
          <p:cNvSpPr>
            <a:spLocks xmlns:a="http://schemas.openxmlformats.org/drawingml/2006/main" noGrp="1"/>
          </p:cNvSpPr>
          <p:nvPr/>
        </p:nvSpPr>
        <p:spPr>
          <a:xfrm xmlns:a="http://schemas.openxmlformats.org/drawingml/2006/main">
            <a:off x="5486400" y="4705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테스트 + benchmark + 실행 환경">
            <a:extLst xmlns:a="http://schemas.openxmlformats.org/drawingml/2006/main">
              <a:ext uri="{FF2B5EF4-FFF2-40B4-BE49-F238E27FC236}">
                <a16:creationId xmlns:a16="http://schemas.microsoft.com/office/drawing/2014/main" id="{1D392C00-7FBE-4C3B-A93B-547BF58CA7EA}"/>
              </a:ext>
            </a:extLst>
          </p:cNvPr>
          <p:cNvSpPr>
            <a:spLocks xmlns:a="http://schemas.openxmlformats.org/drawingml/2006/main" noGrp="1"/>
          </p:cNvSpPr>
          <p:nvPr/>
        </p:nvSpPr>
        <p:spPr>
          <a:xfrm xmlns:a="http://schemas.openxmlformats.org/drawingml/2006/main">
            <a:off x="6191250" y="4572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테스트 + benchmark + 실행 환경</a:t>
            </a:r>
          </a:p>
        </p:txBody>
      </p:sp>
      <p:sp>
        <p:nvSpPr>
          <p:cNvPr id="23" name="현재 문제와 확인 요구에 맞춰 구성한 작업 환경">
            <a:extLst xmlns:a="http://schemas.openxmlformats.org/drawingml/2006/main">
              <a:ext uri="{FF2B5EF4-FFF2-40B4-BE49-F238E27FC236}">
                <a16:creationId xmlns:a16="http://schemas.microsoft.com/office/drawing/2014/main" id="{AF30704C-DCB7-418C-BD02-883881313AB8}"/>
              </a:ext>
            </a:extLst>
          </p:cNvPr>
          <p:cNvSpPr>
            <a:spLocks xmlns:a="http://schemas.openxmlformats.org/drawingml/2006/main" noGrp="1"/>
          </p:cNvSpPr>
          <p:nvPr/>
        </p:nvSpPr>
        <p:spPr>
          <a:xfrm xmlns:a="http://schemas.openxmlformats.org/drawingml/2006/main">
            <a:off x="609600" y="542925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현재 문제와 확인 요구에 맞춰 구성한 작업 환경</a:t>
            </a:r>
          </a:p>
        </p:txBody>
      </p:sp>
      <p:sp>
        <p:nvSpPr>
          <p:cNvPr id="24" name="Legacy module connection">
            <a:extLst xmlns:a="http://schemas.openxmlformats.org/drawingml/2006/main">
              <a:ext uri="{FF2B5EF4-FFF2-40B4-BE49-F238E27FC236}">
                <a16:creationId xmlns:a16="http://schemas.microsoft.com/office/drawing/2014/main" id="{EF3C0303-3FE6-4181-9392-07BC668CEE5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55398397"/>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작업 방법과 실행·검증 환경을 하나로 연결">
            <a:extLst xmlns:a="http://schemas.openxmlformats.org/drawingml/2006/main">
              <a:ext uri="{FF2B5EF4-FFF2-40B4-BE49-F238E27FC236}">
                <a16:creationId xmlns:a16="http://schemas.microsoft.com/office/drawing/2014/main" id="{FE18F2D7-A415-4D39-A129-9AC7F26D450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방법과 실행·검증 환경을 하나로 연결</a:t>
            </a:r>
          </a:p>
        </p:txBody>
      </p:sp>
      <p:sp>
        <p:nvSpPr>
          <p:cNvPr id="2" name="S64">
            <a:extLst xmlns:a="http://schemas.openxmlformats.org/drawingml/2006/main">
              <a:ext uri="{FF2B5EF4-FFF2-40B4-BE49-F238E27FC236}">
                <a16:creationId xmlns:a16="http://schemas.microsoft.com/office/drawing/2014/main" id="{24A6F410-3604-4769-B54B-89102313AF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이 구성이 함께 작동하는 것이 Harness다">
            <a:extLst xmlns:a="http://schemas.openxmlformats.org/drawingml/2006/main">
              <a:ext uri="{FF2B5EF4-FFF2-40B4-BE49-F238E27FC236}">
                <a16:creationId xmlns:a16="http://schemas.microsoft.com/office/drawing/2014/main" id="{A8C85A04-8053-4035-9E82-F73EF4D8FDC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구성이 함께 작동하는 것이 Harness다</a:t>
            </a:r>
          </a:p>
        </p:txBody>
      </p:sp>
      <p:sp>
        <p:nvSpPr>
          <p:cNvPr id="4" name="">
            <a:extLst xmlns:a="http://schemas.openxmlformats.org/drawingml/2006/main">
              <a:ext uri="{FF2B5EF4-FFF2-40B4-BE49-F238E27FC236}">
                <a16:creationId xmlns:a16="http://schemas.microsoft.com/office/drawing/2014/main" id="{4369B9B8-9A69-457A-B243-780980B02EF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Harness 운영 모델 · 아래 관찰 구성은 STATE-04-PERF까지의 제한된 사례">
            <a:extLst xmlns:a="http://schemas.openxmlformats.org/drawingml/2006/main">
              <a:ext uri="{FF2B5EF4-FFF2-40B4-BE49-F238E27FC236}">
                <a16:creationId xmlns:a16="http://schemas.microsoft.com/office/drawing/2014/main" id="{3D908757-AAFE-43DE-A618-768D720297A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Harness 운영 모델 · 아래 관찰 구성은 STATE-04-PERF까지의 제한된 사례</a:t>
            </a:r>
          </a:p>
        </p:txBody>
      </p:sp>
      <p:sp>
        <p:nvSpPr>
          <p:cNvPr id="6" name="공식 제품 분류·보편적 필수 목록이 아님 · 특정 구성요소의 단독 성능 효과는 입증하지 않음">
            <a:extLst xmlns:a="http://schemas.openxmlformats.org/drawingml/2006/main">
              <a:ext uri="{FF2B5EF4-FFF2-40B4-BE49-F238E27FC236}">
                <a16:creationId xmlns:a16="http://schemas.microsoft.com/office/drawing/2014/main" id="{3A561CD4-6D28-452F-82EB-5454A8B6131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분류·보편적 필수 목록이 아님 · 특정 구성요소의 단독 성능 효과는 입증하지 않음</a:t>
            </a:r>
          </a:p>
        </p:txBody>
      </p:sp>
      <p:sp>
        <p:nvSpPr>
          <p:cNvPr id="7" name="">
            <a:extLst xmlns:a="http://schemas.openxmlformats.org/drawingml/2006/main">
              <a:ext uri="{FF2B5EF4-FFF2-40B4-BE49-F238E27FC236}">
                <a16:creationId xmlns:a16="http://schemas.microsoft.com/office/drawing/2014/main" id="{A6B0ADEC-6428-4D09-93CE-F57680DD0753}"/>
              </a:ext>
            </a:extLst>
          </p:cNvPr>
          <p:cNvSpPr>
            <a:spLocks xmlns:a="http://schemas.openxmlformats.org/drawingml/2006/main" noGrp="1"/>
          </p:cNvSpPr>
          <p:nvPr/>
        </p:nvSpPr>
        <p:spPr>
          <a:xfrm xmlns:a="http://schemas.openxmlformats.org/drawingml/2006/main">
            <a:off x="609600" y="1828800"/>
            <a:ext cx="10972800" cy="32099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프로젝트 작업 환경">
            <a:extLst xmlns:a="http://schemas.openxmlformats.org/drawingml/2006/main">
              <a:ext uri="{FF2B5EF4-FFF2-40B4-BE49-F238E27FC236}">
                <a16:creationId xmlns:a16="http://schemas.microsoft.com/office/drawing/2014/main" id="{3903C07F-7260-4229-B1A1-219073B99461}"/>
              </a:ext>
            </a:extLst>
          </p:cNvPr>
          <p:cNvSpPr>
            <a:spLocks xmlns:a="http://schemas.openxmlformats.org/drawingml/2006/main" noGrp="1"/>
          </p:cNvSpPr>
          <p:nvPr/>
        </p:nvSpPr>
        <p:spPr>
          <a:xfrm xmlns:a="http://schemas.openxmlformats.org/drawingml/2006/main">
            <a:off x="800100" y="1943100"/>
            <a:ext cx="10591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프로젝트 작업 환경</a:t>
            </a:r>
          </a:p>
        </p:txBody>
      </p:sp>
      <p:sp>
        <p:nvSpPr>
          <p:cNvPr id="9" name="">
            <a:extLst xmlns:a="http://schemas.openxmlformats.org/drawingml/2006/main">
              <a:ext uri="{FF2B5EF4-FFF2-40B4-BE49-F238E27FC236}">
                <a16:creationId xmlns:a16="http://schemas.microsoft.com/office/drawing/2014/main" id="{9DA1B229-AAF4-40D5-8B2A-1BB4894DE0A9}"/>
              </a:ext>
            </a:extLst>
          </p:cNvPr>
          <p:cNvSpPr>
            <a:spLocks xmlns:a="http://schemas.openxmlformats.org/drawingml/2006/main" noGrp="1"/>
          </p:cNvSpPr>
          <p:nvPr/>
        </p:nvSpPr>
        <p:spPr>
          <a:xfrm xmlns:a="http://schemas.openxmlformats.org/drawingml/2006/main">
            <a:off x="838200" y="2581275"/>
            <a:ext cx="2609850" cy="14001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0" name="목표·허용 범위">
            <a:extLst xmlns:a="http://schemas.openxmlformats.org/drawingml/2006/main">
              <a:ext uri="{FF2B5EF4-FFF2-40B4-BE49-F238E27FC236}">
                <a16:creationId xmlns:a16="http://schemas.microsoft.com/office/drawing/2014/main" id="{E0DFAAA1-77EE-420C-AAAB-EFACCD32F088}"/>
              </a:ext>
            </a:extLst>
          </p:cNvPr>
          <p:cNvSpPr>
            <a:spLocks xmlns:a="http://schemas.openxmlformats.org/drawingml/2006/main" noGrp="1"/>
          </p:cNvSpPr>
          <p:nvPr/>
        </p:nvSpPr>
        <p:spPr>
          <a:xfrm xmlns:a="http://schemas.openxmlformats.org/drawingml/2006/main">
            <a:off x="1009650" y="2695575"/>
            <a:ext cx="2266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목표·허용 범위</a:t>
            </a:r>
          </a:p>
        </p:txBody>
      </p:sp>
      <p:sp>
        <p:nvSpPr>
          <p:cNvPr id="11" name="개발자가 정한다">
            <a:extLst xmlns:a="http://schemas.openxmlformats.org/drawingml/2006/main">
              <a:ext uri="{FF2B5EF4-FFF2-40B4-BE49-F238E27FC236}">
                <a16:creationId xmlns:a16="http://schemas.microsoft.com/office/drawing/2014/main" id="{A02C682F-15CA-4B79-8D83-8F929BF9316A}"/>
              </a:ext>
            </a:extLst>
          </p:cNvPr>
          <p:cNvSpPr>
            <a:spLocks xmlns:a="http://schemas.openxmlformats.org/drawingml/2006/main" noGrp="1"/>
          </p:cNvSpPr>
          <p:nvPr/>
        </p:nvSpPr>
        <p:spPr>
          <a:xfrm xmlns:a="http://schemas.openxmlformats.org/drawingml/2006/main">
            <a:off x="1009650" y="3219450"/>
            <a:ext cx="22669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개발자가 정한다</a:t>
            </a:r>
          </a:p>
        </p:txBody>
      </p:sp>
      <p:sp>
        <p:nvSpPr>
          <p:cNvPr id="12" name="">
            <a:extLst xmlns:a="http://schemas.openxmlformats.org/drawingml/2006/main">
              <a:ext uri="{FF2B5EF4-FFF2-40B4-BE49-F238E27FC236}">
                <a16:creationId xmlns:a16="http://schemas.microsoft.com/office/drawing/2014/main" id="{C8FAB039-A47F-4906-9897-E7CB00BE1F8E}"/>
              </a:ext>
            </a:extLst>
          </p:cNvPr>
          <p:cNvSpPr>
            <a:spLocks xmlns:a="http://schemas.openxmlformats.org/drawingml/2006/main" noGrp="1"/>
          </p:cNvSpPr>
          <p:nvPr/>
        </p:nvSpPr>
        <p:spPr>
          <a:xfrm xmlns:a="http://schemas.openxmlformats.org/drawingml/2006/main">
            <a:off x="3609975" y="3076575"/>
            <a:ext cx="2762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B9EBE41-D7CF-4517-AE71-E54984E1DA7E}"/>
              </a:ext>
            </a:extLst>
          </p:cNvPr>
          <p:cNvSpPr>
            <a:spLocks xmlns:a="http://schemas.openxmlformats.org/drawingml/2006/main" noGrp="1"/>
          </p:cNvSpPr>
          <p:nvPr/>
        </p:nvSpPr>
        <p:spPr>
          <a:xfrm xmlns:a="http://schemas.openxmlformats.org/drawingml/2006/main">
            <a:off x="4133850" y="2581275"/>
            <a:ext cx="3590925" cy="1400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Agent의 수행 방법">
            <a:extLst xmlns:a="http://schemas.openxmlformats.org/drawingml/2006/main">
              <a:ext uri="{FF2B5EF4-FFF2-40B4-BE49-F238E27FC236}">
                <a16:creationId xmlns:a16="http://schemas.microsoft.com/office/drawing/2014/main" id="{6EB7D05A-0967-49BC-AA96-5080164C11ED}"/>
              </a:ext>
            </a:extLst>
          </p:cNvPr>
          <p:cNvSpPr>
            <a:spLocks xmlns:a="http://schemas.openxmlformats.org/drawingml/2006/main" noGrp="1"/>
          </p:cNvSpPr>
          <p:nvPr/>
        </p:nvSpPr>
        <p:spPr>
          <a:xfrm xmlns:a="http://schemas.openxmlformats.org/drawingml/2006/main">
            <a:off x="4305300" y="2695575"/>
            <a:ext cx="32480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Agent의 수행 방법</a:t>
            </a:r>
          </a:p>
        </p:txBody>
      </p:sp>
      <p:sp>
        <p:nvSpPr>
          <p:cNvPr id="15" name="조사 → 판단 → 변경">
            <a:extLst xmlns:a="http://schemas.openxmlformats.org/drawingml/2006/main">
              <a:ext uri="{FF2B5EF4-FFF2-40B4-BE49-F238E27FC236}">
                <a16:creationId xmlns:a16="http://schemas.microsoft.com/office/drawing/2014/main" id="{4C7C2087-0CC2-4068-A843-828BBE64F424}"/>
              </a:ext>
            </a:extLst>
          </p:cNvPr>
          <p:cNvSpPr>
            <a:spLocks xmlns:a="http://schemas.openxmlformats.org/drawingml/2006/main" noGrp="1"/>
          </p:cNvSpPr>
          <p:nvPr/>
        </p:nvSpPr>
        <p:spPr>
          <a:xfrm xmlns:a="http://schemas.openxmlformats.org/drawingml/2006/main">
            <a:off x="4305300" y="3219450"/>
            <a:ext cx="32480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 판단 → 변경</a:t>
            </a:r>
          </a:p>
        </p:txBody>
      </p:sp>
      <p:sp>
        <p:nvSpPr>
          <p:cNvPr id="16" name="">
            <a:extLst xmlns:a="http://schemas.openxmlformats.org/drawingml/2006/main">
              <a:ext uri="{FF2B5EF4-FFF2-40B4-BE49-F238E27FC236}">
                <a16:creationId xmlns:a16="http://schemas.microsoft.com/office/drawing/2014/main" id="{69CACCCF-E12C-458D-810E-694D2C608A10}"/>
              </a:ext>
            </a:extLst>
          </p:cNvPr>
          <p:cNvSpPr>
            <a:spLocks xmlns:a="http://schemas.openxmlformats.org/drawingml/2006/main" noGrp="1"/>
          </p:cNvSpPr>
          <p:nvPr/>
        </p:nvSpPr>
        <p:spPr>
          <a:xfrm xmlns:a="http://schemas.openxmlformats.org/drawingml/2006/main">
            <a:off x="7886700" y="3076575"/>
            <a:ext cx="2762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BB4FC3D0-6786-4BC5-8691-DBB603CACA34}"/>
              </a:ext>
            </a:extLst>
          </p:cNvPr>
          <p:cNvSpPr>
            <a:spLocks xmlns:a="http://schemas.openxmlformats.org/drawingml/2006/main" noGrp="1"/>
          </p:cNvSpPr>
          <p:nvPr/>
        </p:nvSpPr>
        <p:spPr>
          <a:xfrm xmlns:a="http://schemas.openxmlformats.org/drawingml/2006/main">
            <a:off x="8410575" y="2581275"/>
            <a:ext cx="2943225" cy="14001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완료 근거·검토">
            <a:extLst xmlns:a="http://schemas.openxmlformats.org/drawingml/2006/main">
              <a:ext uri="{FF2B5EF4-FFF2-40B4-BE49-F238E27FC236}">
                <a16:creationId xmlns:a16="http://schemas.microsoft.com/office/drawing/2014/main" id="{A2388CDF-D53C-48EF-A625-79F3435BEA04}"/>
              </a:ext>
            </a:extLst>
          </p:cNvPr>
          <p:cNvSpPr>
            <a:spLocks xmlns:a="http://schemas.openxmlformats.org/drawingml/2006/main" noGrp="1"/>
          </p:cNvSpPr>
          <p:nvPr/>
        </p:nvSpPr>
        <p:spPr>
          <a:xfrm xmlns:a="http://schemas.openxmlformats.org/drawingml/2006/main">
            <a:off x="8582025" y="2695575"/>
            <a:ext cx="2600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근거·검토</a:t>
            </a:r>
          </a:p>
        </p:txBody>
      </p:sp>
      <p:sp>
        <p:nvSpPr>
          <p:cNvPr id="19" name="검증 결과를 확인">
            <a:extLst xmlns:a="http://schemas.openxmlformats.org/drawingml/2006/main">
              <a:ext uri="{FF2B5EF4-FFF2-40B4-BE49-F238E27FC236}">
                <a16:creationId xmlns:a16="http://schemas.microsoft.com/office/drawing/2014/main" id="{95944F89-D76E-45D4-B7FA-13A6343E02EB}"/>
              </a:ext>
            </a:extLst>
          </p:cNvPr>
          <p:cNvSpPr>
            <a:spLocks xmlns:a="http://schemas.openxmlformats.org/drawingml/2006/main" noGrp="1"/>
          </p:cNvSpPr>
          <p:nvPr/>
        </p:nvSpPr>
        <p:spPr>
          <a:xfrm xmlns:a="http://schemas.openxmlformats.org/drawingml/2006/main">
            <a:off x="8582025" y="3219450"/>
            <a:ext cx="26003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검증 결과를 확인</a:t>
            </a:r>
          </a:p>
        </p:txBody>
      </p:sp>
      <p:sp>
        <p:nvSpPr>
          <p:cNvPr id="20" name="Context·재사용 절차 + 실행 도구·입력·권한·측정 환경">
            <a:extLst xmlns:a="http://schemas.openxmlformats.org/drawingml/2006/main">
              <a:ext uri="{FF2B5EF4-FFF2-40B4-BE49-F238E27FC236}">
                <a16:creationId xmlns:a16="http://schemas.microsoft.com/office/drawing/2014/main" id="{FB3C95EC-AD3B-4562-AE82-E0364E382938}"/>
              </a:ext>
            </a:extLst>
          </p:cNvPr>
          <p:cNvSpPr>
            <a:spLocks xmlns:a="http://schemas.openxmlformats.org/drawingml/2006/main" noGrp="1"/>
          </p:cNvSpPr>
          <p:nvPr/>
        </p:nvSpPr>
        <p:spPr>
          <a:xfrm xmlns:a="http://schemas.openxmlformats.org/drawingml/2006/main">
            <a:off x="838200" y="4391025"/>
            <a:ext cx="10515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Context·재사용 절차 + 실행 도구·입력·권한·측정 환경</a:t>
            </a:r>
          </a:p>
        </p:txBody>
      </p:sp>
      <p:sp>
        <p:nvSpPr>
          <p:cNvPr id="21" name="관찰한 구성: AGENTS.md · docs · Skill · Tests · Benchmark">
            <a:extLst xmlns:a="http://schemas.openxmlformats.org/drawingml/2006/main">
              <a:ext uri="{FF2B5EF4-FFF2-40B4-BE49-F238E27FC236}">
                <a16:creationId xmlns:a16="http://schemas.microsoft.com/office/drawing/2014/main" id="{D5F31AE7-02B4-4E19-8495-2455E8F18F95}"/>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관찰한 구성: AGENTS.md · docs · Skill · Tests · Benchmark</a:t>
            </a:r>
          </a:p>
        </p:txBody>
      </p:sp>
      <p:sp>
        <p:nvSpPr>
          <p:cNvPr id="22" name="Legacy module connection">
            <a:extLst xmlns:a="http://schemas.openxmlformats.org/drawingml/2006/main">
              <a:ext uri="{FF2B5EF4-FFF2-40B4-BE49-F238E27FC236}">
                <a16:creationId xmlns:a16="http://schemas.microsoft.com/office/drawing/2014/main" id="{FF29E0F9-DCB4-4859-90C6-85FB24840DC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48990235"/>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결과를 해석할 환경을 함께 기록">
            <a:extLst xmlns:a="http://schemas.openxmlformats.org/drawingml/2006/main">
              <a:ext uri="{FF2B5EF4-FFF2-40B4-BE49-F238E27FC236}">
                <a16:creationId xmlns:a16="http://schemas.microsoft.com/office/drawing/2014/main" id="{CA817556-ACB7-4ED7-967E-44E0B3129C2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결과를 해석할 환경을 함께 기록</a:t>
            </a:r>
          </a:p>
        </p:txBody>
      </p:sp>
      <p:sp>
        <p:nvSpPr>
          <p:cNvPr id="2" name="S65">
            <a:extLst xmlns:a="http://schemas.openxmlformats.org/drawingml/2006/main">
              <a:ext uri="{FF2B5EF4-FFF2-40B4-BE49-F238E27FC236}">
                <a16:creationId xmlns:a16="http://schemas.microsoft.com/office/drawing/2014/main" id="{E97EB0D7-E715-4BB9-BB64-57D8DD26A70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같은 Repository라도 실행 조건은 다를 수 있다">
            <a:extLst xmlns:a="http://schemas.openxmlformats.org/drawingml/2006/main">
              <a:ext uri="{FF2B5EF4-FFF2-40B4-BE49-F238E27FC236}">
                <a16:creationId xmlns:a16="http://schemas.microsoft.com/office/drawing/2014/main" id="{F344C43A-834F-489E-983E-F54F269A422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Repository라도 실행 조건은 다를 수 있다</a:t>
            </a:r>
          </a:p>
        </p:txBody>
      </p:sp>
      <p:sp>
        <p:nvSpPr>
          <p:cNvPr id="4" name="">
            <a:extLst xmlns:a="http://schemas.openxmlformats.org/drawingml/2006/main">
              <a:ext uri="{FF2B5EF4-FFF2-40B4-BE49-F238E27FC236}">
                <a16:creationId xmlns:a16="http://schemas.microsoft.com/office/drawing/2014/main" id="{C621EF16-BB31-488D-86F8-F78EE3F8393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0067FA57-54C0-4C6A-8BC1-72321343535B}"/>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OBSERVED_META · TRIAL-006/007/008의 전역 지침·시작 경고 관찰을 예고 · 상세는 ">
            <a:extLst xmlns:a="http://schemas.openxmlformats.org/drawingml/2006/main">
              <a:ext uri="{FF2B5EF4-FFF2-40B4-BE49-F238E27FC236}">
                <a16:creationId xmlns:a16="http://schemas.microsoft.com/office/drawing/2014/main" id="{258FE127-F28C-4C04-9364-B3D6EF1E4CA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OBSERVED_META · TRIAL-006/007/008의 전역 지침·시작 경고 관찰을 예고 · 상세는 ACT 4</a:t>
            </a:r>
          </a:p>
        </p:txBody>
      </p:sp>
      <p:sp>
        <p:nvSpPr>
          <p:cNvPr id="7" name="경고는 실행 기여의 증거가 아님 · 전체 환경 목록·Hook/MCP 인과효과·현재 제품 동작은 미검증">
            <a:extLst xmlns:a="http://schemas.openxmlformats.org/drawingml/2006/main">
              <a:ext uri="{FF2B5EF4-FFF2-40B4-BE49-F238E27FC236}">
                <a16:creationId xmlns:a16="http://schemas.microsoft.com/office/drawing/2014/main" id="{806461BD-22FE-41F5-9CA8-918BB4FD4C9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경고는 실행 기여의 증거가 아님 · 전체 환경 목록·Hook/MCP 인과효과·현재 제품 동작은 미검증</a:t>
            </a:r>
          </a:p>
        </p:txBody>
      </p:sp>
      <p:sp>
        <p:nvSpPr>
          <p:cNvPr id="8" name="">
            <a:extLst xmlns:a="http://schemas.openxmlformats.org/drawingml/2006/main">
              <a:ext uri="{FF2B5EF4-FFF2-40B4-BE49-F238E27FC236}">
                <a16:creationId xmlns:a16="http://schemas.microsoft.com/office/drawing/2014/main" id="{89C62017-7DD3-4619-85F1-E80968A88A4E}"/>
              </a:ext>
            </a:extLst>
          </p:cNvPr>
          <p:cNvSpPr>
            <a:spLocks xmlns:a="http://schemas.openxmlformats.org/drawingml/2006/main" noGrp="1"/>
          </p:cNvSpPr>
          <p:nvPr/>
        </p:nvSpPr>
        <p:spPr>
          <a:xfrm xmlns:a="http://schemas.openxmlformats.org/drawingml/2006/main">
            <a:off x="609600" y="2257425"/>
            <a:ext cx="4248150" cy="22383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Repository 안">
            <a:extLst xmlns:a="http://schemas.openxmlformats.org/drawingml/2006/main">
              <a:ext uri="{FF2B5EF4-FFF2-40B4-BE49-F238E27FC236}">
                <a16:creationId xmlns:a16="http://schemas.microsoft.com/office/drawing/2014/main" id="{BFBD8BEF-1649-479E-8EF5-3A696B694CEF}"/>
              </a:ext>
            </a:extLst>
          </p:cNvPr>
          <p:cNvSpPr>
            <a:spLocks xmlns:a="http://schemas.openxmlformats.org/drawingml/2006/main" noGrp="1"/>
          </p:cNvSpPr>
          <p:nvPr/>
        </p:nvSpPr>
        <p:spPr>
          <a:xfrm xmlns:a="http://schemas.openxmlformats.org/drawingml/2006/main">
            <a:off x="781050" y="2371725"/>
            <a:ext cx="3905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Repository 안</a:t>
            </a:r>
          </a:p>
        </p:txBody>
      </p:sp>
      <p:sp>
        <p:nvSpPr>
          <p:cNvPr id="10" name="코드 · AGENTS.md&#10;상세 문서 · 재사용 Skill">
            <a:extLst xmlns:a="http://schemas.openxmlformats.org/drawingml/2006/main">
              <a:ext uri="{FF2B5EF4-FFF2-40B4-BE49-F238E27FC236}">
                <a16:creationId xmlns:a16="http://schemas.microsoft.com/office/drawing/2014/main" id="{48DC1180-AB14-4107-BBBD-098E1DDF3F6F}"/>
              </a:ext>
            </a:extLst>
          </p:cNvPr>
          <p:cNvSpPr>
            <a:spLocks xmlns:a="http://schemas.openxmlformats.org/drawingml/2006/main" noGrp="1"/>
          </p:cNvSpPr>
          <p:nvPr/>
        </p:nvSpPr>
        <p:spPr>
          <a:xfrm xmlns:a="http://schemas.openxmlformats.org/drawingml/2006/main">
            <a:off x="781050" y="2895600"/>
            <a:ext cx="390525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 · AGENTS.md</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상세 문서 · 재사용 Skill</a:t>
            </a:r>
          </a:p>
        </p:txBody>
      </p:sp>
      <p:sp>
        <p:nvSpPr>
          <p:cNvPr id="11" name="+">
            <a:extLst xmlns:a="http://schemas.openxmlformats.org/drawingml/2006/main">
              <a:ext uri="{FF2B5EF4-FFF2-40B4-BE49-F238E27FC236}">
                <a16:creationId xmlns:a16="http://schemas.microsoft.com/office/drawing/2014/main" id="{EF62E091-DD9F-4501-B6CB-8D86F1B9559D}"/>
              </a:ext>
            </a:extLst>
          </p:cNvPr>
          <p:cNvSpPr>
            <a:spLocks xmlns:a="http://schemas.openxmlformats.org/drawingml/2006/main" noGrp="1"/>
          </p:cNvSpPr>
          <p:nvPr/>
        </p:nvSpPr>
        <p:spPr>
          <a:xfrm xmlns:a="http://schemas.openxmlformats.org/drawingml/2006/main">
            <a:off x="5162550" y="3086100"/>
            <a:ext cx="47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a:t>
            </a:r>
          </a:p>
        </p:txBody>
      </p:sp>
      <p:sp>
        <p:nvSpPr>
          <p:cNvPr id="12" name="">
            <a:extLst xmlns:a="http://schemas.openxmlformats.org/drawingml/2006/main">
              <a:ext uri="{FF2B5EF4-FFF2-40B4-BE49-F238E27FC236}">
                <a16:creationId xmlns:a16="http://schemas.microsoft.com/office/drawing/2014/main" id="{0A43134B-CD53-4BC3-A7C3-B852B8711DE9}"/>
              </a:ext>
            </a:extLst>
          </p:cNvPr>
          <p:cNvSpPr>
            <a:spLocks xmlns:a="http://schemas.openxmlformats.org/drawingml/2006/main" noGrp="1"/>
          </p:cNvSpPr>
          <p:nvPr/>
        </p:nvSpPr>
        <p:spPr>
          <a:xfrm xmlns:a="http://schemas.openxmlformats.org/drawingml/2006/main">
            <a:off x="6096000" y="2257425"/>
            <a:ext cx="5486400" cy="22383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3" name="바깥에서 들어온 관찰">
            <a:extLst xmlns:a="http://schemas.openxmlformats.org/drawingml/2006/main">
              <a:ext uri="{FF2B5EF4-FFF2-40B4-BE49-F238E27FC236}">
                <a16:creationId xmlns:a16="http://schemas.microsoft.com/office/drawing/2014/main" id="{F07780FE-01CE-41AB-90AA-ED17BD5045B0}"/>
              </a:ext>
            </a:extLst>
          </p:cNvPr>
          <p:cNvSpPr>
            <a:spLocks xmlns:a="http://schemas.openxmlformats.org/drawingml/2006/main" noGrp="1"/>
          </p:cNvSpPr>
          <p:nvPr/>
        </p:nvSpPr>
        <p:spPr>
          <a:xfrm xmlns:a="http://schemas.openxmlformats.org/drawingml/2006/main">
            <a:off x="6267450" y="2371725"/>
            <a:ext cx="5143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바깥에서 들어온 관찰</a:t>
            </a:r>
          </a:p>
        </p:txBody>
      </p:sp>
      <p:sp>
        <p:nvSpPr>
          <p:cNvPr id="14" name="전역 지침·Skills의 포함&#10;Hook·MCP 초기화 경고">
            <a:extLst xmlns:a="http://schemas.openxmlformats.org/drawingml/2006/main">
              <a:ext uri="{FF2B5EF4-FFF2-40B4-BE49-F238E27FC236}">
                <a16:creationId xmlns:a16="http://schemas.microsoft.com/office/drawing/2014/main" id="{5BEB61E9-C27E-4435-8285-C765DA754C27}"/>
              </a:ext>
            </a:extLst>
          </p:cNvPr>
          <p:cNvSpPr>
            <a:spLocks xmlns:a="http://schemas.openxmlformats.org/drawingml/2006/main" noGrp="1"/>
          </p:cNvSpPr>
          <p:nvPr/>
        </p:nvSpPr>
        <p:spPr>
          <a:xfrm xmlns:a="http://schemas.openxmlformats.org/drawingml/2006/main">
            <a:off x="6267450" y="2895600"/>
            <a:ext cx="514350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전역 지침·Skills의 포함</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Hook·MCP 초기화 경고</a:t>
            </a:r>
          </a:p>
        </p:txBody>
      </p:sp>
      <p:sp>
        <p:nvSpPr>
          <p:cNvPr id="15" name="함께 남길 조건">
            <a:extLst xmlns:a="http://schemas.openxmlformats.org/drawingml/2006/main">
              <a:ext uri="{FF2B5EF4-FFF2-40B4-BE49-F238E27FC236}">
                <a16:creationId xmlns:a16="http://schemas.microsoft.com/office/drawing/2014/main" id="{2AE40554-2AF6-4CCE-8D5C-201C122FE862}"/>
              </a:ext>
            </a:extLst>
          </p:cNvPr>
          <p:cNvSpPr>
            <a:spLocks xmlns:a="http://schemas.openxmlformats.org/drawingml/2006/main" noGrp="1"/>
          </p:cNvSpPr>
          <p:nvPr/>
        </p:nvSpPr>
        <p:spPr>
          <a:xfrm xmlns:a="http://schemas.openxmlformats.org/drawingml/2006/main">
            <a:off x="609600" y="491490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함께 남길 조건</a:t>
            </a:r>
          </a:p>
        </p:txBody>
      </p:sp>
      <p:sp>
        <p:nvSpPr>
          <p:cNvPr id="16" name="적용 지침 · 모델/설정 · 권한 · OS/runtime">
            <a:extLst xmlns:a="http://schemas.openxmlformats.org/drawingml/2006/main">
              <a:ext uri="{FF2B5EF4-FFF2-40B4-BE49-F238E27FC236}">
                <a16:creationId xmlns:a16="http://schemas.microsoft.com/office/drawing/2014/main" id="{AAE883CC-06B4-40D9-80A2-9254839DD6C8}"/>
              </a:ext>
            </a:extLst>
          </p:cNvPr>
          <p:cNvSpPr>
            <a:spLocks xmlns:a="http://schemas.openxmlformats.org/drawingml/2006/main" noGrp="1"/>
          </p:cNvSpPr>
          <p:nvPr/>
        </p:nvSpPr>
        <p:spPr>
          <a:xfrm xmlns:a="http://schemas.openxmlformats.org/drawingml/2006/main">
            <a:off x="3105150" y="4914900"/>
            <a:ext cx="847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적용 지침 · 모델/설정 · 권한 · OS/runtime</a:t>
            </a:r>
          </a:p>
        </p:txBody>
      </p:sp>
      <p:sp>
        <p:nvSpPr>
          <p:cNvPr id="17" name="관찰한 흔적과, 결과에 영향을 줬다는 판단은 구분한다">
            <a:extLst xmlns:a="http://schemas.openxmlformats.org/drawingml/2006/main">
              <a:ext uri="{FF2B5EF4-FFF2-40B4-BE49-F238E27FC236}">
                <a16:creationId xmlns:a16="http://schemas.microsoft.com/office/drawing/2014/main" id="{407CBD51-0704-47B9-BEC7-C5091F9B0601}"/>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관찰한 흔적과, 결과에 영향을 줬다는 판단은 구분한다</a:t>
            </a:r>
          </a:p>
        </p:txBody>
      </p:sp>
      <p:sp>
        <p:nvSpPr>
          <p:cNvPr id="18" name="Legacy module connection">
            <a:extLst xmlns:a="http://schemas.openxmlformats.org/drawingml/2006/main">
              <a:ext uri="{FF2B5EF4-FFF2-40B4-BE49-F238E27FC236}">
                <a16:creationId xmlns:a16="http://schemas.microsoft.com/office/drawing/2014/main" id="{DD9D88B7-4EF2-4D3E-8A17-FB2A43B954F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521117483"/>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27773D21-6779-40FB-8090-76AFF61418F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66">
            <a:extLst xmlns:a="http://schemas.openxmlformats.org/drawingml/2006/main">
              <a:ext uri="{FF2B5EF4-FFF2-40B4-BE49-F238E27FC236}">
                <a16:creationId xmlns:a16="http://schemas.microsoft.com/office/drawing/2014/main" id="{E4401292-EFA6-4EA1-88B7-2B40BC3729D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우리 C++ 검사 작업에 옮겨 보면">
            <a:extLst xmlns:a="http://schemas.openxmlformats.org/drawingml/2006/main">
              <a:ext uri="{FF2B5EF4-FFF2-40B4-BE49-F238E27FC236}">
                <a16:creationId xmlns:a16="http://schemas.microsoft.com/office/drawing/2014/main" id="{8C3AF8F5-3113-4B81-8ADB-E6129CE756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C++ 검사 작업에 옮겨 보면</a:t>
            </a:r>
          </a:p>
        </p:txBody>
      </p:sp>
      <p:sp>
        <p:nvSpPr>
          <p:cNvPr id="4" name="">
            <a:extLst xmlns:a="http://schemas.openxmlformats.org/drawingml/2006/main">
              <a:ext uri="{FF2B5EF4-FFF2-40B4-BE49-F238E27FC236}">
                <a16:creationId xmlns:a16="http://schemas.microsoft.com/office/drawing/2014/main" id="{700FD775-0374-4FEA-B829-109560817F5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898968C3-A752-4A73-A127-D180E3BE4F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F14CDC5B-2F14-4EDE-9990-6F35B2EB1B6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밝기 통계에서 쓴 판단을, 같은 검사 파이프라인의 업무로">
            <a:extLst xmlns:a="http://schemas.openxmlformats.org/drawingml/2006/main">
              <a:ext uri="{FF2B5EF4-FFF2-40B4-BE49-F238E27FC236}">
                <a16:creationId xmlns:a16="http://schemas.microsoft.com/office/drawing/2014/main" id="{C41DB6A7-EA6B-45D5-BBE6-3A83329ECCE0}"/>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밝기 통계에서 쓴 판단을, 같은 검사 파이프라인의 업무로</a:t>
            </a:r>
          </a:p>
        </p:txBody>
      </p:sp>
      <p:pic>
        <p:nvPicPr>
          <p:cNvPr id="8" name="">
            <a:extLst xmlns:a="http://schemas.openxmlformats.org/drawingml/2006/main">
              <a:ext uri="{FF2B5EF4-FFF2-40B4-BE49-F238E27FC236}">
                <a16:creationId xmlns:a16="http://schemas.microsoft.com/office/drawing/2014/main" id="{179851E2-958C-4213-9A15-D0C59BCB3037}"/>
              </a:ext>
            </a:extLst>
          </p:cNvPr>
          <p:cNvPicPr>
            <a:picLocks xmlns:a="http://schemas.openxmlformats.org/drawingml/2006/main" noChangeAspect="1"/>
          </p:cNvPicPr>
          <p:nvPr/>
        </p:nvPicPr>
        <p:blipFill>
          <a:blip xmlns:r="http://schemas.openxmlformats.org/officeDocument/2006/relationships" xmlns:a="http://schemas.openxmlformats.org/drawingml/2006/main" r:embed="Rae87cbeb3cbb449b"/>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D0CD7F15-3819-465F-B0AE-A2AA9E2F9083}"/>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B6CB5E48-B5B1-4781-BCFB-1466D2BA364A}"/>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ACA56FCA-C51F-408D-A678-DF7D5F9D767A}"/>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7373A14D-2932-41C2-89CE-65FC32FC6240}"/>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지킬 명세">
            <a:extLst xmlns:a="http://schemas.openxmlformats.org/drawingml/2006/main">
              <a:ext uri="{FF2B5EF4-FFF2-40B4-BE49-F238E27FC236}">
                <a16:creationId xmlns:a16="http://schemas.microsoft.com/office/drawing/2014/main" id="{94C3924C-DE4E-4CE6-B851-D251FC50BF3F}"/>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지킬 명세</a:t>
            </a:r>
          </a:p>
        </p:txBody>
      </p:sp>
      <p:sp>
        <p:nvSpPr>
          <p:cNvPr id="14" name="ROI·픽셀값 명세&#10;빌드·하드웨어 조건">
            <a:extLst xmlns:a="http://schemas.openxmlformats.org/drawingml/2006/main">
              <a:ext uri="{FF2B5EF4-FFF2-40B4-BE49-F238E27FC236}">
                <a16:creationId xmlns:a16="http://schemas.microsoft.com/office/drawing/2014/main" id="{6602AF6A-8F80-45C2-AE8F-D7CDD71BFEF6}"/>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ROI·픽셀값 명세</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조건</a:t>
            </a:r>
          </a:p>
        </p:txBody>
      </p:sp>
      <p:sp>
        <p:nvSpPr>
          <p:cNvPr id="15" name="">
            <a:extLst xmlns:a="http://schemas.openxmlformats.org/drawingml/2006/main">
              <a:ext uri="{FF2B5EF4-FFF2-40B4-BE49-F238E27FC236}">
                <a16:creationId xmlns:a16="http://schemas.microsoft.com/office/drawing/2014/main" id="{44152DE4-786E-4D53-9F42-30AF458B0081}"/>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반복할 수행 방법">
            <a:extLst xmlns:a="http://schemas.openxmlformats.org/drawingml/2006/main">
              <a:ext uri="{FF2B5EF4-FFF2-40B4-BE49-F238E27FC236}">
                <a16:creationId xmlns:a16="http://schemas.microsoft.com/office/drawing/2014/main" id="{A592DF7B-D63E-47B2-8DF6-9D0BE965C0AE}"/>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반복할 수행 방법</a:t>
            </a:r>
          </a:p>
        </p:txBody>
      </p:sp>
      <p:sp>
        <p:nvSpPr>
          <p:cNvPr id="17" name="기준선·해당 경로 조사&#10;변경·동일 조건 비교">
            <a:extLst xmlns:a="http://schemas.openxmlformats.org/drawingml/2006/main">
              <a:ext uri="{FF2B5EF4-FFF2-40B4-BE49-F238E27FC236}">
                <a16:creationId xmlns:a16="http://schemas.microsoft.com/office/drawing/2014/main" id="{B1C1BC20-761E-420F-A4E6-06C9851CDB81}"/>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기준선·해당 경로 조사</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변경·동일 조건 비교</a:t>
            </a:r>
          </a:p>
        </p:txBody>
      </p:sp>
      <p:sp>
        <p:nvSpPr>
          <p:cNvPr id="18" name="">
            <a:extLst xmlns:a="http://schemas.openxmlformats.org/drawingml/2006/main">
              <a:ext uri="{FF2B5EF4-FFF2-40B4-BE49-F238E27FC236}">
                <a16:creationId xmlns:a16="http://schemas.microsoft.com/office/drawing/2014/main" id="{B7536D05-3401-4319-A251-BBFE8FC8153B}"/>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완료를 판단할 근거">
            <a:extLst xmlns:a="http://schemas.openxmlformats.org/drawingml/2006/main">
              <a:ext uri="{FF2B5EF4-FFF2-40B4-BE49-F238E27FC236}">
                <a16:creationId xmlns:a16="http://schemas.microsoft.com/office/drawing/2014/main" id="{DB3857E0-6208-497A-AAF0-A9CA8530A3EA}"/>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완료를 판단할 근거</a:t>
            </a:r>
          </a:p>
        </p:txBody>
      </p:sp>
      <p:sp>
        <p:nvSpPr>
          <p:cNvPr id="20" name="동작·회귀·통합 검증&#10;성능 측정 결과">
            <a:extLst xmlns:a="http://schemas.openxmlformats.org/drawingml/2006/main">
              <a:ext uri="{FF2B5EF4-FFF2-40B4-BE49-F238E27FC236}">
                <a16:creationId xmlns:a16="http://schemas.microsoft.com/office/drawing/2014/main" id="{ED9FD2D1-00FA-495F-A89F-D06C9CE123A0}"/>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동작·회귀·통합 검증</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성능 측정 결과</a:t>
            </a:r>
          </a:p>
        </p:txBody>
      </p:sp>
      <p:sp>
        <p:nvSpPr>
          <p:cNvPr id="21" name="기준선 측정 → 경로 조사 → 변경 → 회귀 확인">
            <a:extLst xmlns:a="http://schemas.openxmlformats.org/drawingml/2006/main">
              <a:ext uri="{FF2B5EF4-FFF2-40B4-BE49-F238E27FC236}">
                <a16:creationId xmlns:a16="http://schemas.microsoft.com/office/drawing/2014/main" id="{115BD914-029B-4A50-A247-F20A4013621A}"/>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기준선 측정 → 경로 조사 → 변경 → 회귀 확인</a:t>
            </a:r>
          </a:p>
        </p:txBody>
      </p:sp>
      <p:sp>
        <p:nvSpPr>
          <p:cNvPr id="22" name="Legacy module connection">
            <a:extLst xmlns:a="http://schemas.openxmlformats.org/drawingml/2006/main">
              <a:ext uri="{FF2B5EF4-FFF2-40B4-BE49-F238E27FC236}">
                <a16:creationId xmlns:a16="http://schemas.microsoft.com/office/drawing/2014/main" id="{45A48B67-5E29-49BC-86FE-92EDD0715A7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35214939"/>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필요한 구조와 유지할 책임을 되돌아보기">
            <a:extLst xmlns:a="http://schemas.openxmlformats.org/drawingml/2006/main">
              <a:ext uri="{FF2B5EF4-FFF2-40B4-BE49-F238E27FC236}">
                <a16:creationId xmlns:a16="http://schemas.microsoft.com/office/drawing/2014/main" id="{49FC0AB7-4176-4409-9BC7-AF0F3F415C3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필요한 구조와 유지할 책임을 되돌아보기</a:t>
            </a:r>
          </a:p>
        </p:txBody>
      </p:sp>
      <p:sp>
        <p:nvSpPr>
          <p:cNvPr id="2" name="S67">
            <a:extLst xmlns:a="http://schemas.openxmlformats.org/drawingml/2006/main">
              <a:ext uri="{FF2B5EF4-FFF2-40B4-BE49-F238E27FC236}">
                <a16:creationId xmlns:a16="http://schemas.microsoft.com/office/drawing/2014/main" id="{A637CA02-5B01-42F6-8746-9858B359C45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우리 팀의 반복 한 가지를 고르면">
            <a:extLst xmlns:a="http://schemas.openxmlformats.org/drawingml/2006/main">
              <a:ext uri="{FF2B5EF4-FFF2-40B4-BE49-F238E27FC236}">
                <a16:creationId xmlns:a16="http://schemas.microsoft.com/office/drawing/2014/main" id="{B26ECE13-D1C7-4B22-8FD5-9D392CE3865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팀의 반복 한 가지를 고르면</a:t>
            </a:r>
          </a:p>
        </p:txBody>
      </p:sp>
      <p:sp>
        <p:nvSpPr>
          <p:cNvPr id="4" name="">
            <a:extLst xmlns:a="http://schemas.openxmlformats.org/drawingml/2006/main">
              <a:ext uri="{FF2B5EF4-FFF2-40B4-BE49-F238E27FC236}">
                <a16:creationId xmlns:a16="http://schemas.microsoft.com/office/drawing/2014/main" id="{FB51E34A-9F8A-4B3E-9269-6C0732F5446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공유는 선택 · 실제 성공 STATE-04-PERF를 실패 사례로 재해석하지 않음">
            <a:extLst xmlns:a="http://schemas.openxmlformats.org/drawingml/2006/main">
              <a:ext uri="{FF2B5EF4-FFF2-40B4-BE49-F238E27FC236}">
                <a16:creationId xmlns:a16="http://schemas.microsoft.com/office/drawing/2014/main" id="{E6E7A97D-C52B-4450-B93E-D2D595C1535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성찰·공유는 선택 · 실제 성공 STATE-04-PERF를 실패 사례로 재해석하지 않음</a:t>
            </a:r>
          </a:p>
        </p:txBody>
      </p:sp>
      <p:sp>
        <p:nvSpPr>
          <p:cNvPr id="6" name="Subagent·Memory는 조건부 선택 · 다음 ACT의 프로젝트 변화는 별도의 가상 사례">
            <a:extLst xmlns:a="http://schemas.openxmlformats.org/drawingml/2006/main">
              <a:ext uri="{FF2B5EF4-FFF2-40B4-BE49-F238E27FC236}">
                <a16:creationId xmlns:a16="http://schemas.microsoft.com/office/drawing/2014/main" id="{ED6F6856-6763-4FE9-964D-B2A3BC04054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Subagent·Memory는 조건부 선택 · 다음 ACT의 프로젝트 변화는 별도의 가상 사례</a:t>
            </a:r>
          </a:p>
        </p:txBody>
      </p:sp>
      <p:sp>
        <p:nvSpPr>
          <p:cNvPr id="7" name="내 업무에서 먼저 정리할 반복은 무엇인가?">
            <a:extLst xmlns:a="http://schemas.openxmlformats.org/drawingml/2006/main">
              <a:ext uri="{FF2B5EF4-FFF2-40B4-BE49-F238E27FC236}">
                <a16:creationId xmlns:a16="http://schemas.microsoft.com/office/drawing/2014/main" id="{4CD300A5-A9CE-4EBB-9AAE-2F4CDF40A240}"/>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내 업무에서 먼저 정리할 반복은 무엇인가?</a:t>
            </a:r>
          </a:p>
        </p:txBody>
      </p:sp>
      <p:sp>
        <p:nvSpPr>
          <p:cNvPr id="8" name="">
            <a:extLst xmlns:a="http://schemas.openxmlformats.org/drawingml/2006/main">
              <a:ext uri="{FF2B5EF4-FFF2-40B4-BE49-F238E27FC236}">
                <a16:creationId xmlns:a16="http://schemas.microsoft.com/office/drawing/2014/main" id="{215C617B-6573-4DB4-BB0D-2CAA81C000A9}"/>
              </a:ext>
            </a:extLst>
          </p:cNvPr>
          <p:cNvSpPr>
            <a:spLocks xmlns:a="http://schemas.openxmlformats.org/drawingml/2006/main" noGrp="1"/>
          </p:cNvSpPr>
          <p:nvPr/>
        </p:nvSpPr>
        <p:spPr>
          <a:xfrm xmlns:a="http://schemas.openxmlformats.org/drawingml/2006/main">
            <a:off x="60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반복되는 정보">
            <a:extLst xmlns:a="http://schemas.openxmlformats.org/drawingml/2006/main">
              <a:ext uri="{FF2B5EF4-FFF2-40B4-BE49-F238E27FC236}">
                <a16:creationId xmlns:a16="http://schemas.microsoft.com/office/drawing/2014/main" id="{5BFA2636-58FD-46FF-A148-0DD33E8EAF2E}"/>
              </a:ext>
            </a:extLst>
          </p:cNvPr>
          <p:cNvSpPr>
            <a:spLocks xmlns:a="http://schemas.openxmlformats.org/drawingml/2006/main" noGrp="1"/>
          </p:cNvSpPr>
          <p:nvPr/>
        </p:nvSpPr>
        <p:spPr>
          <a:xfrm xmlns:a="http://schemas.openxmlformats.org/drawingml/2006/main">
            <a:off x="78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정보</a:t>
            </a:r>
          </a:p>
        </p:txBody>
      </p:sp>
      <p:sp>
        <p:nvSpPr>
          <p:cNvPr id="10" name="명세·기본 안내·상세 위치">
            <a:extLst xmlns:a="http://schemas.openxmlformats.org/drawingml/2006/main">
              <a:ext uri="{FF2B5EF4-FFF2-40B4-BE49-F238E27FC236}">
                <a16:creationId xmlns:a16="http://schemas.microsoft.com/office/drawing/2014/main" id="{CF66D424-F9CB-4537-BDB7-EDA6506866C7}"/>
              </a:ext>
            </a:extLst>
          </p:cNvPr>
          <p:cNvSpPr>
            <a:spLocks xmlns:a="http://schemas.openxmlformats.org/drawingml/2006/main" noGrp="1"/>
          </p:cNvSpPr>
          <p:nvPr/>
        </p:nvSpPr>
        <p:spPr>
          <a:xfrm xmlns:a="http://schemas.openxmlformats.org/drawingml/2006/main">
            <a:off x="78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명세·기본 안내·상세 위치</a:t>
            </a:r>
          </a:p>
        </p:txBody>
      </p:sp>
      <p:sp>
        <p:nvSpPr>
          <p:cNvPr id="11" name="">
            <a:extLst xmlns:a="http://schemas.openxmlformats.org/drawingml/2006/main">
              <a:ext uri="{FF2B5EF4-FFF2-40B4-BE49-F238E27FC236}">
                <a16:creationId xmlns:a16="http://schemas.microsoft.com/office/drawing/2014/main" id="{72DB2A6C-0A22-492A-9487-864AF051DDFB}"/>
              </a:ext>
            </a:extLst>
          </p:cNvPr>
          <p:cNvSpPr>
            <a:spLocks xmlns:a="http://schemas.openxmlformats.org/drawingml/2006/main" noGrp="1"/>
          </p:cNvSpPr>
          <p:nvPr/>
        </p:nvSpPr>
        <p:spPr>
          <a:xfrm xmlns:a="http://schemas.openxmlformats.org/drawingml/2006/main">
            <a:off x="4419600" y="2647950"/>
            <a:ext cx="3352800" cy="15811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2" name="반복되는 절차">
            <a:extLst xmlns:a="http://schemas.openxmlformats.org/drawingml/2006/main">
              <a:ext uri="{FF2B5EF4-FFF2-40B4-BE49-F238E27FC236}">
                <a16:creationId xmlns:a16="http://schemas.microsoft.com/office/drawing/2014/main" id="{643CF657-E3C5-4CA6-B614-AAD6A82F0803}"/>
              </a:ext>
            </a:extLst>
          </p:cNvPr>
          <p:cNvSpPr>
            <a:spLocks xmlns:a="http://schemas.openxmlformats.org/drawingml/2006/main" noGrp="1"/>
          </p:cNvSpPr>
          <p:nvPr/>
        </p:nvSpPr>
        <p:spPr>
          <a:xfrm xmlns:a="http://schemas.openxmlformats.org/drawingml/2006/main">
            <a:off x="459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절차</a:t>
            </a:r>
          </a:p>
        </p:txBody>
      </p:sp>
      <p:sp>
        <p:nvSpPr>
          <p:cNvPr id="13" name="조사·변경 판단·검증·보고">
            <a:extLst xmlns:a="http://schemas.openxmlformats.org/drawingml/2006/main">
              <a:ext uri="{FF2B5EF4-FFF2-40B4-BE49-F238E27FC236}">
                <a16:creationId xmlns:a16="http://schemas.microsoft.com/office/drawing/2014/main" id="{3CA902C4-839F-40F6-87A2-B796A177EC2F}"/>
              </a:ext>
            </a:extLst>
          </p:cNvPr>
          <p:cNvSpPr>
            <a:spLocks xmlns:a="http://schemas.openxmlformats.org/drawingml/2006/main" noGrp="1"/>
          </p:cNvSpPr>
          <p:nvPr/>
        </p:nvSpPr>
        <p:spPr>
          <a:xfrm xmlns:a="http://schemas.openxmlformats.org/drawingml/2006/main">
            <a:off x="459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조사·변경 판단·검증·보고</a:t>
            </a:r>
          </a:p>
        </p:txBody>
      </p:sp>
      <p:sp>
        <p:nvSpPr>
          <p:cNvPr id="14" name="">
            <a:extLst xmlns:a="http://schemas.openxmlformats.org/drawingml/2006/main">
              <a:ext uri="{FF2B5EF4-FFF2-40B4-BE49-F238E27FC236}">
                <a16:creationId xmlns:a16="http://schemas.microsoft.com/office/drawing/2014/main" id="{15C4F2A0-2E48-4A8D-BA1D-E7BECFCB5AB6}"/>
              </a:ext>
            </a:extLst>
          </p:cNvPr>
          <p:cNvSpPr>
            <a:spLocks xmlns:a="http://schemas.openxmlformats.org/drawingml/2006/main" noGrp="1"/>
          </p:cNvSpPr>
          <p:nvPr/>
        </p:nvSpPr>
        <p:spPr>
          <a:xfrm xmlns:a="http://schemas.openxmlformats.org/drawingml/2006/main">
            <a:off x="822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매번 필요한 근거">
            <a:extLst xmlns:a="http://schemas.openxmlformats.org/drawingml/2006/main">
              <a:ext uri="{FF2B5EF4-FFF2-40B4-BE49-F238E27FC236}">
                <a16:creationId xmlns:a16="http://schemas.microsoft.com/office/drawing/2014/main" id="{373D8447-8444-4249-A80C-7308DFEA8DBD}"/>
              </a:ext>
            </a:extLst>
          </p:cNvPr>
          <p:cNvSpPr>
            <a:spLocks xmlns:a="http://schemas.openxmlformats.org/drawingml/2006/main" noGrp="1"/>
          </p:cNvSpPr>
          <p:nvPr/>
        </p:nvSpPr>
        <p:spPr>
          <a:xfrm xmlns:a="http://schemas.openxmlformats.org/drawingml/2006/main">
            <a:off x="840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매번 필요한 근거</a:t>
            </a:r>
          </a:p>
        </p:txBody>
      </p:sp>
      <p:sp>
        <p:nvSpPr>
          <p:cNvPr id="16" name="테스트·측정 조건·검토 결과">
            <a:extLst xmlns:a="http://schemas.openxmlformats.org/drawingml/2006/main">
              <a:ext uri="{FF2B5EF4-FFF2-40B4-BE49-F238E27FC236}">
                <a16:creationId xmlns:a16="http://schemas.microsoft.com/office/drawing/2014/main" id="{4F98EC00-23F5-46C0-8D14-F6680584CCF1}"/>
              </a:ext>
            </a:extLst>
          </p:cNvPr>
          <p:cNvSpPr>
            <a:spLocks xmlns:a="http://schemas.openxmlformats.org/drawingml/2006/main" noGrp="1"/>
          </p:cNvSpPr>
          <p:nvPr/>
        </p:nvSpPr>
        <p:spPr>
          <a:xfrm xmlns:a="http://schemas.openxmlformats.org/drawingml/2006/main">
            <a:off x="840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테스트·측정 조건·검토 결과</a:t>
            </a:r>
          </a:p>
        </p:txBody>
      </p:sp>
      <p:sp>
        <p:nvSpPr>
          <p:cNvPr id="17" name="어디에 두고, 누가 검토하고 갱신할까?">
            <a:extLst xmlns:a="http://schemas.openxmlformats.org/drawingml/2006/main">
              <a:ext uri="{FF2B5EF4-FFF2-40B4-BE49-F238E27FC236}">
                <a16:creationId xmlns:a16="http://schemas.microsoft.com/office/drawing/2014/main" id="{9A6A9232-0F9A-4BE9-B662-C5423AC0E853}"/>
              </a:ext>
            </a:extLst>
          </p:cNvPr>
          <p:cNvSpPr>
            <a:spLocks xmlns:a="http://schemas.openxmlformats.org/drawingml/2006/main" noGrp="1"/>
          </p:cNvSpPr>
          <p:nvPr/>
        </p:nvSpPr>
        <p:spPr>
          <a:xfrm xmlns:a="http://schemas.openxmlformats.org/drawingml/2006/main">
            <a:off x="609600" y="46386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어디에 두고, 누가 검토하고 갱신할까?</a:t>
            </a:r>
          </a:p>
        </p:txBody>
      </p:sp>
      <p:sp>
        <p:nvSpPr>
          <p:cNvPr id="18" name="다음 질문: 프로젝트가 바뀌면 이 방법을 어떻게 점검할까?">
            <a:extLst xmlns:a="http://schemas.openxmlformats.org/drawingml/2006/main">
              <a:ext uri="{FF2B5EF4-FFF2-40B4-BE49-F238E27FC236}">
                <a16:creationId xmlns:a16="http://schemas.microsoft.com/office/drawing/2014/main" id="{C910A157-368F-4151-AB75-81E6D22557AE}"/>
              </a:ext>
            </a:extLst>
          </p:cNvPr>
          <p:cNvSpPr>
            <a:spLocks xmlns:a="http://schemas.openxmlformats.org/drawingml/2006/main" noGrp="1"/>
          </p:cNvSpPr>
          <p:nvPr/>
        </p:nvSpPr>
        <p:spPr>
          <a:xfrm xmlns:a="http://schemas.openxmlformats.org/drawingml/2006/main">
            <a:off x="609600" y="53530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질문: 프로젝트가 바뀌면 이 방법을 어떻게 점검할까?</a:t>
            </a:r>
          </a:p>
        </p:txBody>
      </p:sp>
      <p:sp>
        <p:nvSpPr>
          <p:cNvPr id="19" name="Legacy module connection">
            <a:extLst xmlns:a="http://schemas.openxmlformats.org/drawingml/2006/main">
              <a:ext uri="{FF2B5EF4-FFF2-40B4-BE49-F238E27FC236}">
                <a16:creationId xmlns:a16="http://schemas.microsoft.com/office/drawing/2014/main" id="{4EF447B7-A281-4E03-9C74-7461FF53874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00685238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2026-10-22T11:35:16.3310000Z</dcterms:created>
  <dcterms:modified xsi:type="dcterms:W3CDTF">2026-10-22T11:35:16.3310000Z</dcterms:modified>
</coreProperties>
</file>