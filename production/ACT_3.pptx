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58b015f3a6e4227" /><Relationship Type="http://schemas.openxmlformats.org/officeDocument/2006/relationships/extended-properties" Target="/docProps/app.xml" Id="R911fb398ffbc46ba" /><Relationship Type="http://schemas.openxmlformats.org/officeDocument/2006/relationships/officeDocument" Target="/ppt/presentation.xml" Id="R97f62b8ab4c144ec" /></Relationships>
</file>

<file path=ppt/presentation.xml><?xml version="1.0" encoding="utf-8"?>
<p:presentation xmlns:p="http://schemas.openxmlformats.org/presentationml/2006/main">
  <p:sldMasterIdLst>
    <p:sldMasterId xmlns:r="http://schemas.openxmlformats.org/officeDocument/2006/relationships" id="2147483648" r:id="Rbde636f9c87243c2"/>
  </p:sldMasterIdLst>
  <p:notesMasterIdLst>
    <p:notesMasterId xmlns:r="http://schemas.openxmlformats.org/officeDocument/2006/relationships" r:id="Rd7563c261ae04e41"/>
  </p:notesMasterIdLst>
  <p:sldIdLst>
    <p:sldId xmlns:r="http://schemas.openxmlformats.org/officeDocument/2006/relationships" id="256" r:id="R982c5f82fef14de8"/>
    <p:sldId xmlns:r="http://schemas.openxmlformats.org/officeDocument/2006/relationships" id="257" r:id="Rcebebe0404774bc4"/>
    <p:sldId xmlns:r="http://schemas.openxmlformats.org/officeDocument/2006/relationships" id="258" r:id="R4e66229b6ce4428f"/>
    <p:sldId xmlns:r="http://schemas.openxmlformats.org/officeDocument/2006/relationships" id="259" r:id="R61a1f40f07174dcb"/>
    <p:sldId xmlns:r="http://schemas.openxmlformats.org/officeDocument/2006/relationships" id="260" r:id="R983c8afe4bae4998"/>
    <p:sldId xmlns:r="http://schemas.openxmlformats.org/officeDocument/2006/relationships" id="261" r:id="Ra48da38966214766"/>
    <p:sldId xmlns:r="http://schemas.openxmlformats.org/officeDocument/2006/relationships" id="262" r:id="Rb0e75c6a212145ae"/>
    <p:sldId xmlns:r="http://schemas.openxmlformats.org/officeDocument/2006/relationships" id="263" r:id="R5ee18f5c382a439d"/>
    <p:sldId xmlns:r="http://schemas.openxmlformats.org/officeDocument/2006/relationships" id="264" r:id="Ra06779fa2c2b48ad"/>
    <p:sldId xmlns:r="http://schemas.openxmlformats.org/officeDocument/2006/relationships" id="265" r:id="R7f4e9b3eb4ad4d7b"/>
    <p:sldId xmlns:r="http://schemas.openxmlformats.org/officeDocument/2006/relationships" id="266" r:id="R0abae8dcc8c74a5c"/>
    <p:sldId xmlns:r="http://schemas.openxmlformats.org/officeDocument/2006/relationships" id="267" r:id="Rd53644ab561c48dd"/>
    <p:sldId xmlns:r="http://schemas.openxmlformats.org/officeDocument/2006/relationships" id="268" r:id="Rc4f8ad292c074f8a"/>
    <p:sldId xmlns:r="http://schemas.openxmlformats.org/officeDocument/2006/relationships" id="269" r:id="Rfa671c6181ed401e"/>
    <p:sldId xmlns:r="http://schemas.openxmlformats.org/officeDocument/2006/relationships" id="270" r:id="R527108a002d54d20"/>
    <p:sldId xmlns:r="http://schemas.openxmlformats.org/officeDocument/2006/relationships" id="271" r:id="R8eb684bd380047d3"/>
    <p:sldId xmlns:r="http://schemas.openxmlformats.org/officeDocument/2006/relationships" id="272" r:id="R77ae13fa8b694d87"/>
    <p:sldId xmlns:r="http://schemas.openxmlformats.org/officeDocument/2006/relationships" id="273" r:id="R46cb7a3202ce4e0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2be3827f98f4d74" /><Relationship Type="http://schemas.openxmlformats.org/officeDocument/2006/relationships/slideMaster" Target="/ppt/slideMasters/slideMaster1.xml" Id="Rbde636f9c87243c2" /><Relationship Type="http://schemas.openxmlformats.org/officeDocument/2006/relationships/notesMaster" Target="/ppt/notesMasters/notesMaster1.xml" Id="Rd7563c261ae04e41" /><Relationship Type="http://schemas.openxmlformats.org/officeDocument/2006/relationships/presProps" Target="/ppt/presProps.xml" Id="R1b2bea5c1f264ca6" /><Relationship Type="http://schemas.openxmlformats.org/officeDocument/2006/relationships/tableStyles" Target="/ppt/tableStyles.xml" Id="Re405b12dbd85441c" /><Relationship Type="http://schemas.openxmlformats.org/officeDocument/2006/relationships/slide" Target="/ppt/slides/slide1.xml" Id="R982c5f82fef14de8" /><Relationship Type="http://schemas.openxmlformats.org/officeDocument/2006/relationships/slide" Target="/ppt/slides/slide2.xml" Id="Rcebebe0404774bc4" /><Relationship Type="http://schemas.openxmlformats.org/officeDocument/2006/relationships/slide" Target="/ppt/slides/slide3.xml" Id="R4e66229b6ce4428f" /><Relationship Type="http://schemas.openxmlformats.org/officeDocument/2006/relationships/slide" Target="/ppt/slides/slide4.xml" Id="R61a1f40f07174dcb" /><Relationship Type="http://schemas.openxmlformats.org/officeDocument/2006/relationships/slide" Target="/ppt/slides/slide5.xml" Id="R983c8afe4bae4998" /><Relationship Type="http://schemas.openxmlformats.org/officeDocument/2006/relationships/slide" Target="/ppt/slides/slide6.xml" Id="Ra48da38966214766" /><Relationship Type="http://schemas.openxmlformats.org/officeDocument/2006/relationships/slide" Target="/ppt/slides/slide7.xml" Id="Rb0e75c6a212145ae" /><Relationship Type="http://schemas.openxmlformats.org/officeDocument/2006/relationships/slide" Target="/ppt/slides/slide8.xml" Id="R5ee18f5c382a439d" /><Relationship Type="http://schemas.openxmlformats.org/officeDocument/2006/relationships/slide" Target="/ppt/slides/slide9.xml" Id="Ra06779fa2c2b48ad" /><Relationship Type="http://schemas.openxmlformats.org/officeDocument/2006/relationships/slide" Target="/ppt/slides/slide10.xml" Id="R7f4e9b3eb4ad4d7b" /><Relationship Type="http://schemas.openxmlformats.org/officeDocument/2006/relationships/slide" Target="/ppt/slides/slide11.xml" Id="R0abae8dcc8c74a5c" /><Relationship Type="http://schemas.openxmlformats.org/officeDocument/2006/relationships/slide" Target="/ppt/slides/slide12.xml" Id="Rd53644ab561c48dd" /><Relationship Type="http://schemas.openxmlformats.org/officeDocument/2006/relationships/slide" Target="/ppt/slides/slide13.xml" Id="Rc4f8ad292c074f8a" /><Relationship Type="http://schemas.openxmlformats.org/officeDocument/2006/relationships/slide" Target="/ppt/slides/slide14.xml" Id="Rfa671c6181ed401e" /><Relationship Type="http://schemas.openxmlformats.org/officeDocument/2006/relationships/slide" Target="/ppt/slides/slide15.xml" Id="R527108a002d54d20" /><Relationship Type="http://schemas.openxmlformats.org/officeDocument/2006/relationships/slide" Target="/ppt/slides/slide16.xml" Id="R8eb684bd380047d3" /><Relationship Type="http://schemas.openxmlformats.org/officeDocument/2006/relationships/slide" Target="/ppt/slides/slide17.xml" Id="R77ae13fa8b694d87" /><Relationship Type="http://schemas.openxmlformats.org/officeDocument/2006/relationships/slide" Target="/ppt/slides/slide18.xml" Id="R46cb7a3202ce4e0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1473badad0b4a8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22b5a0cd1904b55" /><Relationship Type="http://schemas.openxmlformats.org/officeDocument/2006/relationships/notesMaster" Target="/ppt/notesMasters/notesMaster1.xml" Id="R5b37ba1d8d404a9a" /></Relationships>
</file>

<file path=ppt/notesSlides/_rels/notesSlide2.xml.rels>&#65279;<?xml version="1.0" encoding="utf-8"?><Relationships xmlns="http://schemas.openxmlformats.org/package/2006/relationships"><Relationship Type="http://schemas.openxmlformats.org/officeDocument/2006/relationships/slide" Target="/ppt/slides/slide2.xml" Id="R4da700d12662477f" /><Relationship Type="http://schemas.openxmlformats.org/officeDocument/2006/relationships/notesMaster" Target="/ppt/notesMasters/notesMaster1.xml" Id="Ra64c76770a5841fb" /></Relationships>
</file>

<file path=ppt/notesSlides/_rels/notesSlide3.xml.rels>&#65279;<?xml version="1.0" encoding="utf-8"?><Relationships xmlns="http://schemas.openxmlformats.org/package/2006/relationships"><Relationship Type="http://schemas.openxmlformats.org/officeDocument/2006/relationships/slide" Target="/ppt/slides/slide3.xml" Id="R2cbb23fbded74155" /><Relationship Type="http://schemas.openxmlformats.org/officeDocument/2006/relationships/notesMaster" Target="/ppt/notesMasters/notesMaster1.xml" Id="R924adf6dfc0d4d75" /></Relationships>
</file>

<file path=ppt/notesSlides/_rels/notesSlide4.xml.rels>&#65279;<?xml version="1.0" encoding="utf-8"?><Relationships xmlns="http://schemas.openxmlformats.org/package/2006/relationships"><Relationship Type="http://schemas.openxmlformats.org/officeDocument/2006/relationships/slide" Target="/ppt/slides/slide4.xml" Id="R81ebdaff29d545c0" /><Relationship Type="http://schemas.openxmlformats.org/officeDocument/2006/relationships/notesMaster" Target="/ppt/notesMasters/notesMaster1.xml" Id="R4acc42d15baa4f29" /></Relationships>
</file>

<file path=ppt/notesSlides/_rels/notesSlide5.xml.rels>&#65279;<?xml version="1.0" encoding="utf-8"?><Relationships xmlns="http://schemas.openxmlformats.org/package/2006/relationships"><Relationship Type="http://schemas.openxmlformats.org/officeDocument/2006/relationships/slide" Target="/ppt/slides/slide5.xml" Id="R0bc876b524204848" /><Relationship Type="http://schemas.openxmlformats.org/officeDocument/2006/relationships/notesMaster" Target="/ppt/notesMasters/notesMaster1.xml" Id="R2ec9e6bd1d354f01" /></Relationships>
</file>

<file path=ppt/notesSlides/_rels/notesSlide6.xml.rels>&#65279;<?xml version="1.0" encoding="utf-8"?><Relationships xmlns="http://schemas.openxmlformats.org/package/2006/relationships"><Relationship Type="http://schemas.openxmlformats.org/officeDocument/2006/relationships/slide" Target="/ppt/slides/slide6.xml" Id="R24a1ce9645574bb2" /><Relationship Type="http://schemas.openxmlformats.org/officeDocument/2006/relationships/notesMaster" Target="/ppt/notesMasters/notesMaster1.xml" Id="Rfb0d9d0ac9d74ef9" /></Relationships>
</file>

<file path=ppt/notesSlides/_rels/notesSlide7.xml.rels>&#65279;<?xml version="1.0" encoding="utf-8"?><Relationships xmlns="http://schemas.openxmlformats.org/package/2006/relationships"><Relationship Type="http://schemas.openxmlformats.org/officeDocument/2006/relationships/slide" Target="/ppt/slides/slide7.xml" Id="R5ef559ed7f554f99" /><Relationship Type="http://schemas.openxmlformats.org/officeDocument/2006/relationships/notesMaster" Target="/ppt/notesMasters/notesMaster1.xml" Id="Rb103f87302d94afb" /></Relationships>
</file>

<file path=ppt/notesSlides/_rels/notesSlide8.xml.rels>&#65279;<?xml version="1.0" encoding="utf-8"?><Relationships xmlns="http://schemas.openxmlformats.org/package/2006/relationships"><Relationship Type="http://schemas.openxmlformats.org/officeDocument/2006/relationships/slide" Target="/ppt/slides/slide8.xml" Id="R20430a06819441a5" /><Relationship Type="http://schemas.openxmlformats.org/officeDocument/2006/relationships/notesMaster" Target="/ppt/notesMasters/notesMaster1.xml" Id="Ra4467f90b4444295" /></Relationships>
</file>

<file path=ppt/notesSlides/_rels/notesSlide9.xml.rels>&#65279;<?xml version="1.0" encoding="utf-8"?><Relationships xmlns="http://schemas.openxmlformats.org/package/2006/relationships"><Relationship Type="http://schemas.openxmlformats.org/officeDocument/2006/relationships/slide" Target="/ppt/slides/slide9.xml" Id="R3100cfc96fc44874" /><Relationship Type="http://schemas.openxmlformats.org/officeDocument/2006/relationships/notesMaster" Target="/ppt/notesMasters/notesMaster1.xml" Id="R56c594a5d5674dd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7f1ea7b905e4f99" /><Relationship Type="http://schemas.openxmlformats.org/officeDocument/2006/relationships/notesMaster" Target="/ppt/notesMasters/notesMaster1.xml" Id="R80cba7d26d5c4a4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8d179749e264d8f" /><Relationship Type="http://schemas.openxmlformats.org/officeDocument/2006/relationships/notesMaster" Target="/ppt/notesMasters/notesMaster1.xml" Id="R6eb8b0d8e5aa453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0799b54a562427a" /><Relationship Type="http://schemas.openxmlformats.org/officeDocument/2006/relationships/notesMaster" Target="/ppt/notesMasters/notesMaster1.xml" Id="R18afd8517a2b4ed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c3a3e1d50814c90" /><Relationship Type="http://schemas.openxmlformats.org/officeDocument/2006/relationships/notesMaster" Target="/ppt/notesMasters/notesMaster1.xml" Id="R2a972f4798d5459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40dc2d63d534561" /><Relationship Type="http://schemas.openxmlformats.org/officeDocument/2006/relationships/notesMaster" Target="/ppt/notesMasters/notesMaster1.xml" Id="R6c17ab4d4b704f3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748b7ff6fc34085" /><Relationship Type="http://schemas.openxmlformats.org/officeDocument/2006/relationships/notesMaster" Target="/ppt/notesMasters/notesMaster1.xml" Id="R879e4f886b7a4ab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cb28857cc7744ef" /><Relationship Type="http://schemas.openxmlformats.org/officeDocument/2006/relationships/notesMaster" Target="/ppt/notesMasters/notesMaster1.xml" Id="R484e4c2a9b8c43e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201f4d536464a17" /><Relationship Type="http://schemas.openxmlformats.org/officeDocument/2006/relationships/notesMaster" Target="/ppt/notesMasters/notesMaster1.xml" Id="Rd340e19a3bf54c1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3f295131be64157" /><Relationship Type="http://schemas.openxmlformats.org/officeDocument/2006/relationships/notesMaster" Target="/ppt/notesMasters/notesMaster1.xml" Id="Rf8c452526592430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서로 다른 Performance Task, 반복되는 절차</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production/preview/act3/S39.png와 production/preview/full/S39.png다.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Project 사실과 작업 절차는 다르다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S40 또는 `production/preview/act3/S40.png`다.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Task, Context, Workflow의 역할</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S40의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42에서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S41 또는 `production/preview/act3/S41.png`다.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반복 절차를 Skill로 옮길 수 있을까?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43에서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S42 또는 `production/preview/act3/S42.png`다.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Skill을 어떻게 발견하고 호출할까?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S43 또는 `production/preview/act3/S43.png`다.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절차의 책임이 Prompt에서 Repository로 이동</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S44 또는 `production/preview/act3/S44.png`다.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답을 담지 않는 Workflow</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S45 또는 `production/preview/act3/S45.png`다.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측정으로 후보를 고르다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S47의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S47에서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S46 또는 `production/preview/act3/S46.png`다.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Working Harness Success</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S47 및 `production/preview/act3/S47.png`의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S47 또는 `production/preview/act3/S47.png`다.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이 작업에 Subagent가 필요했을까?</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Subagent를 고려할 조건</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무엇이 다시 찾기 어려운 지식인가?</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Memory는 재발견 비용으로 판단</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Minimum Effective Harness</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53–55에서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Harness는 작업 환경 설계다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55에서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Repository 밖의 환경도 결과에 영향을 준다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S54 또는 `production/preview/act3/S54.png`의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Engineering Pattern은 C++에도 전이된다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production/preview/act3/S55.png와 production/preview/full/S55.png다.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필요한 구조부터 질문하기</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19a4465edd5468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b69aad34bd5459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308b11084824fd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33b79d90b1e4a1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5f1e6d696d649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a49dd2c21a94d8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9CBCC2F-2536-435E-91FF-11C385A3AF5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7455519-5A3E-42A3-89E8-52884F127DC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8E20AE9-25A9-4306-B919-9CE6DAACE3D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7774203-CB39-4700-A9F5-2DD1AA90226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F9F23F4-8403-430F-8352-D4633153B37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9A79C05-C89A-4391-AA1B-6C8D04D02B7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7508903-690F-4EA7-8377-DC3EE750A97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FEC1053-57BD-4B4E-9A54-7A45F32D32B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5D6BEA8-F356-44F8-B97F-24E0172274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6E164AC-BE19-45FB-83C4-F22C29E31D7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e349cce32554ce1" /><Relationship Type="http://schemas.openxmlformats.org/officeDocument/2006/relationships/slideLayout" Target="/ppt/slideLayouts/slideLayout1.xml" Id="R6cb50a6119d44548" /><Relationship Type="http://schemas.openxmlformats.org/officeDocument/2006/relationships/slideLayout" Target="/ppt/slideLayouts/slideLayout2.xml" Id="R05cebe7d1eb642ba" /><Relationship Type="http://schemas.openxmlformats.org/officeDocument/2006/relationships/slideLayout" Target="/ppt/slideLayouts/slideLayout3.xml" Id="R0fee4e39f6594850" /><Relationship Type="http://schemas.openxmlformats.org/officeDocument/2006/relationships/slideLayout" Target="/ppt/slideLayouts/slideLayout4.xml" Id="R8f984d6a26854f54" /><Relationship Type="http://schemas.openxmlformats.org/officeDocument/2006/relationships/slideLayout" Target="/ppt/slideLayouts/slideLayout5.xml" Id="Rece2c3176cb145bc" /><Relationship Type="http://schemas.openxmlformats.org/officeDocument/2006/relationships/slideLayout" Target="/ppt/slideLayouts/slideLayout6.xml" Id="R06e26dde65714a7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cb50a6119d44548"/>
    <p:sldLayoutId xmlns:r="http://schemas.openxmlformats.org/officeDocument/2006/relationships" id="2147483650" r:id="R05cebe7d1eb642ba"/>
    <p:sldLayoutId xmlns:r="http://schemas.openxmlformats.org/officeDocument/2006/relationships" id="2147483651" r:id="R0fee4e39f6594850"/>
    <p:sldLayoutId xmlns:r="http://schemas.openxmlformats.org/officeDocument/2006/relationships" id="2147483652" r:id="R8f984d6a26854f54"/>
    <p:sldLayoutId xmlns:r="http://schemas.openxmlformats.org/officeDocument/2006/relationships" id="2147483653" r:id="Rece2c3176cb145bc"/>
    <p:sldLayoutId xmlns:r="http://schemas.openxmlformats.org/officeDocument/2006/relationships" id="2147483654" r:id="R06e26dde65714a7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0d1ca61c2fc4c9d" /><Relationship Type="http://schemas.openxmlformats.org/officeDocument/2006/relationships/image" Target="/ppt/media/image.png" Id="R55955cb46df8485d" /><Relationship Type="http://schemas.openxmlformats.org/officeDocument/2006/relationships/image" Target="/ppt/media/image2.png" Id="Rc2607b9c63614b1e" /><Relationship Type="http://schemas.openxmlformats.org/officeDocument/2006/relationships/image" Target="/ppt/media/image3.png" Id="Rea4f4469a7924cd8" /><Relationship Type="http://schemas.openxmlformats.org/officeDocument/2006/relationships/image" Target="/ppt/media/image4.png" Id="R4f9fa48d6cd24192" /><Relationship Type="http://schemas.openxmlformats.org/officeDocument/2006/relationships/notesSlide" Target="/ppt/notesSlides/notesSlide1.xml" Id="R62b72b72a6274f2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28a82da2bfb4691" /><Relationship Type="http://schemas.openxmlformats.org/officeDocument/2006/relationships/notesSlide" Target="/ppt/notesSlides/notesSlide2.xml" Id="R972b491d86ab4f4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20023e1fd734597" /><Relationship Type="http://schemas.openxmlformats.org/officeDocument/2006/relationships/notesSlide" Target="/ppt/notesSlides/notesSlide3.xml" Id="Rbbf7c24fbb98456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e94ca95a87e4e75" /><Relationship Type="http://schemas.openxmlformats.org/officeDocument/2006/relationships/notesSlide" Target="/ppt/notesSlides/notesSlide4.xml" Id="Rb05cd018487249a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5fd1c19336e42a9" /><Relationship Type="http://schemas.openxmlformats.org/officeDocument/2006/relationships/notesSlide" Target="/ppt/notesSlides/notesSlide5.xml" Id="Ra52b97199bf141f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25e59bff9ce463e" /><Relationship Type="http://schemas.openxmlformats.org/officeDocument/2006/relationships/notesSlide" Target="/ppt/notesSlides/notesSlide6.xml" Id="Rda0074faa18741e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3e915158a514405" /><Relationship Type="http://schemas.openxmlformats.org/officeDocument/2006/relationships/notesSlide" Target="/ppt/notesSlides/notesSlide7.xml" Id="Rc1701e896c1a470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580a5bc04d84c93" /><Relationship Type="http://schemas.openxmlformats.org/officeDocument/2006/relationships/notesSlide" Target="/ppt/notesSlides/notesSlide8.xml" Id="R59d40373d59940b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95e8658baff4069" /><Relationship Type="http://schemas.openxmlformats.org/officeDocument/2006/relationships/chart" Target="/ppt/slides/charts/chart1.xml" Id="Rf60a4f61ec234ee8" /><Relationship Type="http://schemas.openxmlformats.org/officeDocument/2006/relationships/notesSlide" Target="/ppt/notesSlides/notesSlide9.xml" Id="R8a22f0ef07b6460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67d29c8b64a463f" /><Relationship Type="http://schemas.openxmlformats.org/officeDocument/2006/relationships/notesSlide" Target="/ppt/notesSlides/notesSlide10.xml" Id="Rf776f86fb52d468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c6d6168db414736" /><Relationship Type="http://schemas.openxmlformats.org/officeDocument/2006/relationships/notesSlide" Target="/ppt/notesSlides/notesSlide11.xml" Id="R12e9027e45554ff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902d3ff12514ed8" /><Relationship Type="http://schemas.openxmlformats.org/officeDocument/2006/relationships/notesSlide" Target="/ppt/notesSlides/notesSlide12.xml" Id="Rc7cb8765d0554b9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0eb587ea7af4b22" /><Relationship Type="http://schemas.openxmlformats.org/officeDocument/2006/relationships/notesSlide" Target="/ppt/notesSlides/notesSlide13.xml" Id="Rbd42d411afda469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91693c445434754" /><Relationship Type="http://schemas.openxmlformats.org/officeDocument/2006/relationships/notesSlide" Target="/ppt/notesSlides/notesSlide14.xml" Id="Ra667f8319c4048d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14c322949694f39" /><Relationship Type="http://schemas.openxmlformats.org/officeDocument/2006/relationships/notesSlide" Target="/ppt/notesSlides/notesSlide15.xml" Id="R84320105892c40e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38839681b3c4b6e" /><Relationship Type="http://schemas.openxmlformats.org/officeDocument/2006/relationships/notesSlide" Target="/ppt/notesSlides/notesSlide16.xml" Id="R753a51aeb99a4bb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f776f322fb64b32" /><Relationship Type="http://schemas.openxmlformats.org/officeDocument/2006/relationships/image" Target="/ppt/media/image5.png" Id="R989707e19e5e4f87" /><Relationship Type="http://schemas.openxmlformats.org/officeDocument/2006/relationships/notesSlide" Target="/ppt/notesSlides/notesSlide17.xml" Id="Re1a538be3c1c4a2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e299445e3f24542" /><Relationship Type="http://schemas.openxmlformats.org/officeDocument/2006/relationships/notesSlide" Target="/ppt/notesSlides/notesSlide18.xml" Id="Reace171f4473430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12BE263F-A335-4D12-9804-D7D3AF8257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39">
            <a:extLst xmlns:a="http://schemas.openxmlformats.org/drawingml/2006/main">
              <a:ext uri="{FF2B5EF4-FFF2-40B4-BE49-F238E27FC236}">
                <a16:creationId xmlns:a16="http://schemas.microsoft.com/office/drawing/2014/main" id="{776DB5D7-41EC-40C5-B02E-B1B19E484D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서로 다른 Performance Task,&#10;반복되는 절차">
            <a:extLst xmlns:a="http://schemas.openxmlformats.org/drawingml/2006/main">
              <a:ext uri="{FF2B5EF4-FFF2-40B4-BE49-F238E27FC236}">
                <a16:creationId xmlns:a16="http://schemas.microsoft.com/office/drawing/2014/main" id="{E908FCF7-2B90-4147-ADF3-337BFE35C63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F22BB2BF-2DCC-4E36-B29F-E1ACBE3EF7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F27447D2-9B52-426A-B53E-A05F6D0139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4BD73760-4240-4BB8-B1A6-63BC4FAE79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4BA00923-BDC3-4BC0-BCE1-79FC00138202}"/>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DA50F2EE-D702-4A89-BF13-6B35F5C85397}"/>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1A54C578-51A0-4D5C-8AFF-0A04E50E41BC}"/>
              </a:ext>
            </a:extLst>
          </p:cNvPr>
          <p:cNvPicPr>
            <a:picLocks xmlns:a="http://schemas.openxmlformats.org/drawingml/2006/main" noChangeAspect="1"/>
          </p:cNvPicPr>
          <p:nvPr/>
        </p:nvPicPr>
        <p:blipFill>
          <a:blip xmlns:r="http://schemas.openxmlformats.org/officeDocument/2006/relationships" xmlns:a="http://schemas.openxmlformats.org/drawingml/2006/main" r:embed="R55955cb46df8485d"/>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9D6299EE-7903-43DB-89AE-F53F19E32DE5}"/>
              </a:ext>
            </a:extLst>
          </p:cNvPr>
          <p:cNvPicPr>
            <a:picLocks xmlns:a="http://schemas.openxmlformats.org/drawingml/2006/main" noChangeAspect="1"/>
          </p:cNvPicPr>
          <p:nvPr/>
        </p:nvPicPr>
        <p:blipFill>
          <a:blip xmlns:r="http://schemas.openxmlformats.org/officeDocument/2006/relationships" xmlns:a="http://schemas.openxmlformats.org/drawingml/2006/main" r:embed="Rc2607b9c63614b1e"/>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0085F7F6-D290-4D30-BBBF-94FCBBEADEE3}"/>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4995E3D1-B131-4B4F-8D4B-1F610BF405B8}"/>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FB8CD805-64F3-4D8B-B6E8-6DB7E9426AA6}"/>
              </a:ext>
            </a:extLst>
          </p:cNvPr>
          <p:cNvPicPr>
            <a:picLocks xmlns:a="http://schemas.openxmlformats.org/drawingml/2006/main" noChangeAspect="1"/>
          </p:cNvPicPr>
          <p:nvPr/>
        </p:nvPicPr>
        <p:blipFill>
          <a:blip xmlns:r="http://schemas.openxmlformats.org/officeDocument/2006/relationships" xmlns:a="http://schemas.openxmlformats.org/drawingml/2006/main" r:embed="Rea4f4469a7924cd8"/>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10F4FA1B-9B63-4CAA-8265-E46DE25B47D8}"/>
              </a:ext>
            </a:extLst>
          </p:cNvPr>
          <p:cNvPicPr>
            <a:picLocks xmlns:a="http://schemas.openxmlformats.org/drawingml/2006/main" noChangeAspect="1"/>
          </p:cNvPicPr>
          <p:nvPr/>
        </p:nvPicPr>
        <p:blipFill>
          <a:blip xmlns:r="http://schemas.openxmlformats.org/officeDocument/2006/relationships" xmlns:a="http://schemas.openxmlformats.org/drawingml/2006/main" r:embed="R4f9fa48d6cd24192"/>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53A2724C-5908-4F9E-A364-CA477A3E35CE}"/>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9F6DA18D-E7C6-44BC-8EBB-722349690F6F}"/>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E680EB64-B10F-40AD-86BA-4FC3FF444F5D}"/>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6928C121-8F85-42D7-A677-1D8645AA646D}"/>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15454701-C903-4CE5-AFD1-8EBD7F3C2320}"/>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F144DC7D-63E3-4DDB-9538-0ADFBECF94B6}"/>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CAEA746F-0A6D-4EBF-9C8F-30FBF7451044}"/>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66FAADA9-770C-40F3-8D64-AF79DD8AC417}"/>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DF9E42A5-3E83-4C3A-9440-482B88AE2A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208622827"/>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C53D3D23-650A-4D23-8A46-CFBF98EEED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0">
            <a:extLst xmlns:a="http://schemas.openxmlformats.org/drawingml/2006/main">
              <a:ext uri="{FF2B5EF4-FFF2-40B4-BE49-F238E27FC236}">
                <a16:creationId xmlns:a16="http://schemas.microsoft.com/office/drawing/2014/main" id="{2B90640F-80D1-4A8B-89ED-AAC1527E16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Project 사실과 작업 절차는 다르다">
            <a:extLst xmlns:a="http://schemas.openxmlformats.org/drawingml/2006/main">
              <a:ext uri="{FF2B5EF4-FFF2-40B4-BE49-F238E27FC236}">
                <a16:creationId xmlns:a16="http://schemas.microsoft.com/office/drawing/2014/main" id="{96D35D41-FE6A-4AE9-A66F-CE3A9D4127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099AA262-8623-46D3-8E08-92512CE020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BBC14674-7618-4277-B0CE-D6F5E80BB2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BA51C482-D9C9-413E-ACD7-43F5794865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F89EC5F9-1B2D-4979-8E5D-1732420C75D5}"/>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B33BF727-F881-424D-815A-01C16C2ACE35}"/>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EA2EAC98-4188-4C04-8A8F-A421D017F654}"/>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B70CE2BE-61BC-400C-9E09-6A5F488F9493}"/>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748FD520-4EC1-42FC-9488-5BDFA29423B8}"/>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15C57C0A-2F17-4602-A8E0-DCC1A6101272}"/>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B119330A-1473-4B9E-B0EF-F8A8E64199A4}"/>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682077CB-7451-4A27-A5DA-CCD9F2ECD5FF}"/>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674B4026-170C-4A6A-96DE-BDC6CA914A5A}"/>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4C3FC5F8-A225-45CE-9869-35DB12A5CBDB}"/>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CE7EDE55-9892-46F9-92C0-E89D3B797C7C}"/>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A5318F6B-92A9-4B6B-84D1-F7C91A5E4C6F}"/>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A556A8DC-9583-42D9-826A-96E7EC40B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24239484"/>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51832CC9-C376-4542-AEAA-E4E7DEB122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1">
            <a:extLst xmlns:a="http://schemas.openxmlformats.org/drawingml/2006/main">
              <a:ext uri="{FF2B5EF4-FFF2-40B4-BE49-F238E27FC236}">
                <a16:creationId xmlns:a16="http://schemas.microsoft.com/office/drawing/2014/main" id="{3359FEE5-7AE3-407A-95CF-E3F2E1EFB6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Context, Workflow의 역할">
            <a:extLst xmlns:a="http://schemas.openxmlformats.org/drawingml/2006/main">
              <a:ext uri="{FF2B5EF4-FFF2-40B4-BE49-F238E27FC236}">
                <a16:creationId xmlns:a16="http://schemas.microsoft.com/office/drawing/2014/main" id="{246601F5-9D83-4241-B12C-5915111C2E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E7E65801-1D5E-4EC1-BDBC-48B99F919C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47D692E7-7EC6-44BF-95BA-5C8D5CF812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04C8EBFC-A5CE-4A2A-9109-B5078C8652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636F359C-4848-40BA-A273-B1CA066363D8}"/>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260FDCFE-612D-415C-BA0C-CD78F61E5719}"/>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289D6101-DB15-4D21-BB3E-E97456BE9899}"/>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470340D0-2BC6-4B93-AC01-8AA132419BFD}"/>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C6C080FF-AC61-4F30-A32D-0F6ADDBF9FD8}"/>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E7A32C16-4BB2-4493-B527-4A5E9C567722}"/>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CF280A26-A5EA-4262-AACA-354FE7C5C7D4}"/>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E81C633A-7764-4D67-BD57-C14FEDD6AF6D}"/>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C40E3DD9-6916-4AF0-8FE8-00F0050D7B22}"/>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517799B1-DF4E-44A7-9B09-8EA570EF76AE}"/>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CE2C2EB2-80EF-4A0B-A020-215CB7EA3F71}"/>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F20C8E41-C91F-427F-B608-EE5BFF6E5661}"/>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8DA34115-8D56-44C6-A97B-B476B431F9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88912888"/>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4AC7167D-094D-4D5F-80EF-78C8741882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42">
            <a:extLst xmlns:a="http://schemas.openxmlformats.org/drawingml/2006/main">
              <a:ext uri="{FF2B5EF4-FFF2-40B4-BE49-F238E27FC236}">
                <a16:creationId xmlns:a16="http://schemas.microsoft.com/office/drawing/2014/main" id="{7C8D256D-A51F-4D4A-AC11-DC34962A88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반복 절차를 Skill로 옮길 수 있을까?">
            <a:extLst xmlns:a="http://schemas.openxmlformats.org/drawingml/2006/main">
              <a:ext uri="{FF2B5EF4-FFF2-40B4-BE49-F238E27FC236}">
                <a16:creationId xmlns:a16="http://schemas.microsoft.com/office/drawing/2014/main" id="{CF34A4DC-EDD5-4D7A-9497-12E9CE7575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65593E56-9994-409D-9D6A-4306484DAE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05679BF5-F557-4AE7-9A30-ADC80AC03C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FDBDB122-4CD0-43F2-AAA4-F67BE45F0D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82EFADB0-20A5-4377-847D-B5DBB756D3A6}"/>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7D78D645-096D-4CD8-8CD7-56FBC54F112A}"/>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8069B20C-0C62-49D3-90CB-4FB8BA622E3B}"/>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758FC2D-C06B-43DA-9A8D-C01E25B04533}"/>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C9231084-8D83-4B71-BB96-CDD1191330F1}"/>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1E0D6240-ADF3-43D8-9B47-E247A551C345}"/>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6C9C1FB8-AAB4-4ADC-AC2D-C8813303A836}"/>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DDB17A13-CE2D-4820-8738-8E83F3CCD192}"/>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D19BD63D-6001-49EC-9769-63E9E18E5EA2}"/>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7761E376-51EE-4E21-AE3B-ABCFC2EBECC8}"/>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152E8FAA-6D91-4F3A-A356-982530A6760F}"/>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A0EA5102-23F7-4023-958A-503C1C11AE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78832855"/>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36964A49-6754-4CC8-8613-BC0587373F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43">
            <a:extLst xmlns:a="http://schemas.openxmlformats.org/drawingml/2006/main">
              <a:ext uri="{FF2B5EF4-FFF2-40B4-BE49-F238E27FC236}">
                <a16:creationId xmlns:a16="http://schemas.microsoft.com/office/drawing/2014/main" id="{1E617383-1B2F-4648-996C-5A988091BD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Skill을 어떻게 발견하고 호출할까?">
            <a:extLst xmlns:a="http://schemas.openxmlformats.org/drawingml/2006/main">
              <a:ext uri="{FF2B5EF4-FFF2-40B4-BE49-F238E27FC236}">
                <a16:creationId xmlns:a16="http://schemas.microsoft.com/office/drawing/2014/main" id="{22F0CA99-5282-4668-9D17-6DCF859CA9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AB6EC50A-BDDF-4442-BEBC-D9753F9A0A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A7E6CCD9-19AE-4F78-8D99-66FCC6EF32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F4F7ACCC-9839-4BC6-9402-F07E3A69CF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F1D6843A-6885-4447-ADFD-25F464C8C71F}"/>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935F3349-B75F-40AD-A8AB-323202252D8A}"/>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56B8E4F0-607F-45A3-BAA6-7796C7E984F7}"/>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BE3AF4BC-BF5B-494D-9BB7-0BB51C0BE16A}"/>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96F96F63-1C25-4F33-9C9D-CEFD1A30C601}"/>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3DAAA08B-A640-495F-A304-BC2D953C61B5}"/>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A363B4CC-D204-4795-A768-C16E6BD2E543}"/>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D36430D0-C4CA-454C-A77F-8E09D6A05477}"/>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51496904-CBB4-43C4-9B66-6DBE9311B80A}"/>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BBB9C34A-4A50-4F6E-A31F-63FB7B00C8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39447001"/>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AC328C34-2311-4D98-994D-3F6997FE8B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44">
            <a:extLst xmlns:a="http://schemas.openxmlformats.org/drawingml/2006/main">
              <a:ext uri="{FF2B5EF4-FFF2-40B4-BE49-F238E27FC236}">
                <a16:creationId xmlns:a16="http://schemas.microsoft.com/office/drawing/2014/main" id="{17BA3203-D2CE-4BE8-8980-0BEEB5F5F3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절차의 책임이 Prompt에서&#10;Repository로 이동">
            <a:extLst xmlns:a="http://schemas.openxmlformats.org/drawingml/2006/main">
              <a:ext uri="{FF2B5EF4-FFF2-40B4-BE49-F238E27FC236}">
                <a16:creationId xmlns:a16="http://schemas.microsoft.com/office/drawing/2014/main" id="{38BCBD9C-C54F-4A47-A96E-668E96F47AA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F6C41EF8-CB13-45BA-948A-B2A63F5FCC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F19C0C38-B61E-4082-8CCD-FAC2936ED8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BACAE944-5563-4EB7-8E76-A8122494D7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FAD4B7BA-77EF-4037-A536-2133DC6A49DA}"/>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FFEE76EF-8A6C-4E82-956F-1D8574A4DDCB}"/>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B56D81BF-0821-4A34-9177-A4ACEF59A7A7}"/>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D781EED4-153B-43F7-B1DA-837DDB54AAD2}"/>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03778149-C743-4EC4-96C6-42D42DC2A7A5}"/>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C2F9B30F-96D8-4704-B9F3-EC360788A9AA}"/>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5FD6B506-50F4-45D6-BA0E-8062E5283B44}"/>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6733412C-65ED-44FB-81AC-5D1705062106}"/>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FD44374A-7679-4D97-BEEA-87827D28B3EE}"/>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85EB88A8-53F9-416F-914B-8CA9D6DA757A}"/>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65B3DFA2-C94D-497C-A2F2-C3581DEA3B39}"/>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2C0745EC-E8F6-465C-B626-2F5F552B85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4681306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F8448EC8-4AE4-481C-B240-3077AE1798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45">
            <a:extLst xmlns:a="http://schemas.openxmlformats.org/drawingml/2006/main">
              <a:ext uri="{FF2B5EF4-FFF2-40B4-BE49-F238E27FC236}">
                <a16:creationId xmlns:a16="http://schemas.microsoft.com/office/drawing/2014/main" id="{FB6A41FA-2104-4557-B1B0-CC13160F97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답을 담지 않는 Workflow">
            <a:extLst xmlns:a="http://schemas.openxmlformats.org/drawingml/2006/main">
              <a:ext uri="{FF2B5EF4-FFF2-40B4-BE49-F238E27FC236}">
                <a16:creationId xmlns:a16="http://schemas.microsoft.com/office/drawing/2014/main" id="{D51096D8-FBEB-4880-BA6E-B4AD50BE87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C6C9BA55-4B4A-4E0E-BD34-F8A5516D5E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5DB58C16-6A56-4CD7-B3F4-BB647DF239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1945F057-A98A-40D5-806E-FDB89A939A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816C45A2-CBDB-47E2-AA1D-276C08EE2EC3}"/>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2B0633B1-CCEE-4BC2-8E27-5C6CEF2135CC}"/>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1CBA5944-4D83-4BBF-909A-F506AF456987}"/>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B776804A-F7F0-4AD7-82F4-FC106128781E}"/>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466BF3CC-86E9-4A10-B9D0-6010DEAB2FA5}"/>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732A8DDA-8190-4FF4-8CC0-BDBD635EDA49}"/>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885EC1BD-879F-4CA1-86D3-A1CF134588F1}"/>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9B5B623D-2C14-4119-8B5C-C08783C929CF}"/>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34EA9995-0246-4849-8D81-7DF73FD4926B}"/>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565C7A9E-279A-42B6-AA1C-09FB970960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923857236"/>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156F18AE-47C4-43C3-9924-CA718FFFAE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46">
            <a:extLst xmlns:a="http://schemas.openxmlformats.org/drawingml/2006/main">
              <a:ext uri="{FF2B5EF4-FFF2-40B4-BE49-F238E27FC236}">
                <a16:creationId xmlns:a16="http://schemas.microsoft.com/office/drawing/2014/main" id="{EB5140B2-E1C0-4DC0-B5CB-3CABD172F7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측정으로 후보를 고르다">
            <a:extLst xmlns:a="http://schemas.openxmlformats.org/drawingml/2006/main">
              <a:ext uri="{FF2B5EF4-FFF2-40B4-BE49-F238E27FC236}">
                <a16:creationId xmlns:a16="http://schemas.microsoft.com/office/drawing/2014/main" id="{9CE96F5D-EB2F-4BC6-A3A1-9D057BDD62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8D9E8410-FEBB-4196-B64D-34963E03F7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E935FF66-DB28-4965-8830-5E250A2E12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C4FCFBE8-B839-4EB4-B323-068CF2898E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0AAE6095-84FD-4196-AE0D-CC42F93F37D8}"/>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8BFA9D71-BBED-4A02-9A95-E62B0B39AAE2}"/>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2BFCCF27-7EC5-4068-AF3E-0C5BAD429E2E}"/>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55165497-C7E0-41C4-A557-0D1BDB3428E0}"/>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36E185A5-83AB-4215-AC3C-2F15803E32BF}"/>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05FE617E-5413-4DC9-A8BA-AFF169FB34A9}"/>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5C7958CD-D524-4999-A4D6-826DCD277B9B}"/>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09286316-AD17-46B9-B56B-6D102EFC6EC4}"/>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7B02BFBD-10E1-4DC0-98BB-1513A969AFE5}"/>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6E0CF345-F69F-4414-82A8-64724B48650D}"/>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D1D4F634-D66C-4AFC-A579-70816C0A4F3A}"/>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7AE5D3B3-20BC-44F4-891A-88C28FFC8A04}"/>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B6145556-9BF4-4C8E-B577-055D991C97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397160093"/>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6075E422-D0C6-45EE-83C1-4888DADD58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47">
            <a:extLst xmlns:a="http://schemas.openxmlformats.org/drawingml/2006/main">
              <a:ext uri="{FF2B5EF4-FFF2-40B4-BE49-F238E27FC236}">
                <a16:creationId xmlns:a16="http://schemas.microsoft.com/office/drawing/2014/main" id="{4EB83E5E-05D8-48B6-9E28-EEFE013DCF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Working Harness Success">
            <a:extLst xmlns:a="http://schemas.openxmlformats.org/drawingml/2006/main">
              <a:ext uri="{FF2B5EF4-FFF2-40B4-BE49-F238E27FC236}">
                <a16:creationId xmlns:a16="http://schemas.microsoft.com/office/drawing/2014/main" id="{8838DFA4-F3AC-498A-8750-D38ECD9C02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23A77E13-66D2-4207-9B60-CF5E9920E0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23E82ADE-867F-464E-9390-B0E556B2DF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C589259F-A9A7-43D4-AD19-3611E92B4A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11E8D4EC-19ED-41C7-8F03-D04BCAB7814C}"/>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E7D5A51F-49D1-4C4E-ABA8-33FC6B3C50F2}"/>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FEB2ED88-D97F-408E-B5D7-542F130F199C}"/>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CD309704-2A2F-4AEF-8E4B-9CE632AF7680}"/>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f60a4f61ec234ee8"/>
          </a:graphicData>
        </a:graphic>
      </p:graphicFrame>
      <p:sp>
        <p:nvSpPr>
          <p:cNvPr id="11" name="">
            <a:extLst xmlns:a="http://schemas.openxmlformats.org/drawingml/2006/main">
              <a:ext uri="{FF2B5EF4-FFF2-40B4-BE49-F238E27FC236}">
                <a16:creationId xmlns:a16="http://schemas.microsoft.com/office/drawing/2014/main" id="{148A37E3-EC0F-4329-83C7-3D8B429C97B3}"/>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56B051AB-E2B4-4E9F-8500-E8CDFA776FE2}"/>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DE1276BC-AFD9-4BBF-AA0B-4436ADD3D168}"/>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C5FA930E-963C-438A-A97C-79425CF4D0BB}"/>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703008A7-B493-4949-A3F8-A0BC59AE1D59}"/>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F0411605-7F70-4A69-8AD0-498DF026E507}"/>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F26B70F8-BEC2-4B3C-ACD0-69FE4059A8FC}"/>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3FE38C1F-347D-42E5-B646-832C5837BBED}"/>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38849D0B-8662-4967-A3BF-47B9C95EBA82}"/>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19A145DD-EC02-4FF1-89A6-638EBE6003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94145451"/>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79AB2F1D-37D1-4447-8707-E35043308C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48">
            <a:extLst xmlns:a="http://schemas.openxmlformats.org/drawingml/2006/main">
              <a:ext uri="{FF2B5EF4-FFF2-40B4-BE49-F238E27FC236}">
                <a16:creationId xmlns:a16="http://schemas.microsoft.com/office/drawing/2014/main" id="{05FC82BD-B8E7-422D-BD29-DDA28885E2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이 작업에 Subagent가 필요했을까?">
            <a:extLst xmlns:a="http://schemas.openxmlformats.org/drawingml/2006/main">
              <a:ext uri="{FF2B5EF4-FFF2-40B4-BE49-F238E27FC236}">
                <a16:creationId xmlns:a16="http://schemas.microsoft.com/office/drawing/2014/main" id="{9A36F222-A043-46BA-B0F2-7F08438A42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2FB4548F-C375-4C3C-A41D-609A9B6CE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35DA34E6-7660-498A-9167-CF9EECDB70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2C889DCE-97C4-4F76-8145-B4C71ABEC0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D27E8F48-A8B5-41C5-8E3A-7C2F9E247DD1}"/>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9D8149F1-53B1-4357-9791-83F3CBE9930A}"/>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494DB605-F9A0-45DC-8191-DA9684E5076E}"/>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2659CE96-AFEE-4B35-9D5B-58097405609A}"/>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FD64857-1EC4-458F-B35D-0D0063382A08}"/>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D5D4F453-B43D-4004-A29E-C758DD093D7B}"/>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7927E651-D9AC-433E-916F-2EBB752EEE77}"/>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1ECEFB8A-06F8-4461-969D-9253BCF7D32B}"/>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6B4325D-CB64-4792-84BC-06D09C6FC678}"/>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B0AD24BA-4FFF-4E2E-8E2E-E54F7B349D44}"/>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EBB5DFC2-241F-4F6B-B954-70F0B0F57E5E}"/>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80B52A5D-83ED-4B89-ABF4-F1FC5E2DB07A}"/>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5802E377-2184-4E5D-A4FC-D999BD476E32}"/>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1648EEE4-EE7B-4629-A1B0-AA2CFFB4F8C4}"/>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538B1102-6C7B-420C-807B-D1889873C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9944511"/>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1CA58913-5B33-4050-8462-354600F6E7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49">
            <a:extLst xmlns:a="http://schemas.openxmlformats.org/drawingml/2006/main">
              <a:ext uri="{FF2B5EF4-FFF2-40B4-BE49-F238E27FC236}">
                <a16:creationId xmlns:a16="http://schemas.microsoft.com/office/drawing/2014/main" id="{5D9A68D7-557E-449D-B2D7-8E144E8321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Subagent를 고려할 조건">
            <a:extLst xmlns:a="http://schemas.openxmlformats.org/drawingml/2006/main">
              <a:ext uri="{FF2B5EF4-FFF2-40B4-BE49-F238E27FC236}">
                <a16:creationId xmlns:a16="http://schemas.microsoft.com/office/drawing/2014/main" id="{93E65E33-6513-4C0D-807D-6109B2829B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B1F3221C-B4FC-45A4-8AAA-70FD7784AB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33DA5347-16BF-4C4E-AC52-76108B4A4C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956DC74C-B34C-40AA-9DBA-EC9D695FEB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573BD92E-0B0D-4B24-88DE-B857E1049DD3}"/>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079F82F2-F438-4475-9D4F-2B220D74F638}"/>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F7EB9FFD-504D-43F5-9441-779E16A5E58A}"/>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2F01455C-790E-4E9E-895C-BFBB27DE9546}"/>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038CE97C-C8C9-4D79-97EF-FCB98529E2FF}"/>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AD642EB8-8690-4A08-9BD1-0E49E8EC6A53}"/>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299FDA99-4241-496F-B2B0-9E7A4E3CB582}"/>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45CB6D5D-5E82-464A-8C7A-4D75231B75F1}"/>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471C0DC5-3C87-49FC-981A-05D4DBBBA8F3}"/>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E031841C-81F2-472C-B5C6-73E91EE0BA3C}"/>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9B24C8F4-F0E1-4005-8EF5-6D74E2E774BF}"/>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5B21F73F-26C8-469E-B09C-6B02A84C9068}"/>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E4FAECB2-F4CC-4460-93C4-4B31C3F2E1AB}"/>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0F2634C2-3ED4-4C73-8BD8-95393DF56A86}"/>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F80D1451-BE3C-4B84-A0ED-C683DBB7F378}"/>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A0226452-F303-4858-88B3-FBC4CE3C3DB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04901167"/>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76A6857F-BA02-4516-A18E-E9E469FC84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0">
            <a:extLst xmlns:a="http://schemas.openxmlformats.org/drawingml/2006/main">
              <a:ext uri="{FF2B5EF4-FFF2-40B4-BE49-F238E27FC236}">
                <a16:creationId xmlns:a16="http://schemas.microsoft.com/office/drawing/2014/main" id="{1982F28C-EEB2-4067-9E93-7DD204CE0C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무엇이 다시 찾기 어려운 지식인가?">
            <a:extLst xmlns:a="http://schemas.openxmlformats.org/drawingml/2006/main">
              <a:ext uri="{FF2B5EF4-FFF2-40B4-BE49-F238E27FC236}">
                <a16:creationId xmlns:a16="http://schemas.microsoft.com/office/drawing/2014/main" id="{6F75F7E9-D78D-4253-BA41-B26C9C725D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33AAF471-0BF7-4798-B2E4-42C6DCE47C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65EE9E83-1EA4-4067-8D5F-E5787F7219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4C3CC7E4-4CD6-4DC3-9E29-ECA8179DE9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BAB5A480-86F5-4134-8729-240B3630E643}"/>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2DD09807-DBBD-4F82-A19D-ECDDD49FACFC}"/>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8980B382-5189-42FB-A670-F8B4990D1DE6}"/>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F9ACDCAD-1CAE-4C5E-A0C1-45E4A026572E}"/>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9628FE45-F68B-4184-B0E4-7B9998EC03A6}"/>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92BC0EEB-A635-4C08-91B4-DD6BCB22AC87}"/>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5722D6EB-C25B-41C6-B766-D93514AA5B0C}"/>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6FC5B3AB-893C-4DEF-B0DB-A563485C6B74}"/>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3A2C8FD9-3E76-4E3C-A9FC-70853496017A}"/>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346CF1CD-C322-4C10-A88A-E57EDD1916E0}"/>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76EC31D8-B112-47FA-9741-AB1C0E38FA89}"/>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51F28F8C-89DF-4FAD-8899-BB88940B02EC}"/>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DD0412CE-C7D6-49AA-93DF-6D923041EE4E}"/>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5DA50018-7CB0-43E2-924F-16A4E074CCCD}"/>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1D5A3CC4-ABBD-4A51-AFD5-A84757B148E6}"/>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D9B84D4E-85EF-497E-B17B-DD915FE3EBF9}"/>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B13729D7-6BDD-4C94-B4A7-BF7777055B07}"/>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919F12FC-A805-4538-A2E8-14D480278EDE}"/>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6214BD25-A1A4-42E5-AC9A-F2BF291AF7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566648"/>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EFC19211-AEFF-40C6-B479-5CFF6AD479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1">
            <a:extLst xmlns:a="http://schemas.openxmlformats.org/drawingml/2006/main">
              <a:ext uri="{FF2B5EF4-FFF2-40B4-BE49-F238E27FC236}">
                <a16:creationId xmlns:a16="http://schemas.microsoft.com/office/drawing/2014/main" id="{DB67CE3E-70E3-467E-B885-A3F9D46EA7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Memory는 재발견 비용으로 판단">
            <a:extLst xmlns:a="http://schemas.openxmlformats.org/drawingml/2006/main">
              <a:ext uri="{FF2B5EF4-FFF2-40B4-BE49-F238E27FC236}">
                <a16:creationId xmlns:a16="http://schemas.microsoft.com/office/drawing/2014/main" id="{E16F39A4-566F-4895-9061-652B3E434C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5A28EB60-235A-4B0C-B0C3-EF2440FF9B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247710A0-3982-4AB8-893C-A548436775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653AAF5C-39A9-4AC4-BFEA-EEB38B5C46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CD7808A7-D5DD-47ED-93AE-5C90921158B2}"/>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BF6DD052-D8C9-45F9-8A1C-0170EFF3981F}"/>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93F9D6CE-1EDA-492E-AEAB-58A8A8A0EEDE}"/>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C7BB3060-F7DB-456E-BE90-71AC20D9D512}"/>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1EA2E8A3-5B44-4704-BF0D-A481FB1FA4B2}"/>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572C701E-DDD4-455F-8A1B-97C09697C050}"/>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DC894DDB-5754-44B0-96B6-B4C9EE3D2DD4}"/>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4B04E873-3907-4329-B2A9-94BA4092011A}"/>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8DE8F33D-A454-446D-A40F-1B5DEEF9893E}"/>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BA02CAF7-EF93-4408-ACD4-640E5C1454A2}"/>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6BC06945-7E44-4C05-8B4F-D175922284D1}"/>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009129C2-0D30-49EF-83F3-C166A07DB7E5}"/>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06C49C99-E114-4321-AC03-9DFCCE715F9E}"/>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4877CCF1-BC8E-427A-842A-E2A61A91FCF4}"/>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64E1DBED-EB00-49D3-9E18-C5065E86BF6D}"/>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B7038FE1-7114-4B87-B2B8-C9B1B541C990}"/>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5E67C5D0-B25E-4319-B432-45322E32E9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433068"/>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7F172BFC-E8D2-4446-BA30-09C948E028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52">
            <a:extLst xmlns:a="http://schemas.openxmlformats.org/drawingml/2006/main">
              <a:ext uri="{FF2B5EF4-FFF2-40B4-BE49-F238E27FC236}">
                <a16:creationId xmlns:a16="http://schemas.microsoft.com/office/drawing/2014/main" id="{356882CA-23B5-4851-B9B7-91325B4799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Minimum Effective Harness">
            <a:extLst xmlns:a="http://schemas.openxmlformats.org/drawingml/2006/main">
              <a:ext uri="{FF2B5EF4-FFF2-40B4-BE49-F238E27FC236}">
                <a16:creationId xmlns:a16="http://schemas.microsoft.com/office/drawing/2014/main" id="{AF8AD574-80C1-43DD-BF32-DF2F0CA5DD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F4E8B9BF-69D3-4685-9021-B060641BA4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2652FB84-5FCF-41CC-B9DC-869EA74C80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13ED7F27-E348-4DDD-8351-E02B2428BD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683EBF60-F7CF-47CE-B7FB-32C3B1C9C182}"/>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10AB7B5F-E038-4056-9B4C-2B97A54386D0}"/>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311A0D94-5FF1-4364-9538-81A704392367}"/>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6FA120AB-C4EC-4FB0-83F4-BE36E3934E78}"/>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B7DBBD84-970D-44A9-B866-CE1CCDAF351B}"/>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35084F29-236E-4924-92D5-6816DEC2B1E2}"/>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3A385DDA-CBC6-4A94-B722-5A2982BF7B3A}"/>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0627B537-AC21-4032-86BF-72034CD07BE3}"/>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0968A41A-4F57-4D5B-B418-1DEBB2ED29D6}"/>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F3B32BF3-8093-4A3B-A2A3-91149606680F}"/>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AC2CBD41-DEFA-4779-8E3C-E00969ABE790}"/>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A187296F-78D6-4E44-9756-53B5ACCD4C53}"/>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E2031AB3-FDDF-4DA0-BF79-C350025F8D27}"/>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800131F1-0A01-4540-B270-44DDA109DD48}"/>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A9FF3665-F84E-46AC-B3FB-BC46477AA0ED}"/>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1F84D4B0-CC61-49B2-92E9-F1C922F6D098}"/>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B49F04D8-C9C9-4643-A637-0BE0A43BFF63}"/>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946BAC6B-2D26-4866-89F7-C7FB159F7E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3786144"/>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0929C9AE-05B2-40F3-BD99-AAE13A99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53">
            <a:extLst xmlns:a="http://schemas.openxmlformats.org/drawingml/2006/main">
              <a:ext uri="{FF2B5EF4-FFF2-40B4-BE49-F238E27FC236}">
                <a16:creationId xmlns:a16="http://schemas.microsoft.com/office/drawing/2014/main" id="{7BA4AA73-6A09-4D31-B44E-8D5A6574BB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Harness는 작업 환경 설계다">
            <a:extLst xmlns:a="http://schemas.openxmlformats.org/drawingml/2006/main">
              <a:ext uri="{FF2B5EF4-FFF2-40B4-BE49-F238E27FC236}">
                <a16:creationId xmlns:a16="http://schemas.microsoft.com/office/drawing/2014/main" id="{F230BBB0-EFAB-4125-B554-66574FC67D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9C12B6F8-5DFF-4A11-AA74-E8E89E12D5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5785A12F-727B-4941-8046-AE1B1ADB97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1129F7DF-C1D4-41F6-BFA5-F65FCAFA7C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3C5EAE9D-844A-417D-A17F-500B1FD5DDCF}"/>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6C3ED3F6-3D80-43FC-AED1-1E87FEE51B00}"/>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DFB7A2E0-D34E-4FE4-91CD-3FE6923209F2}"/>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07BEA9C4-FA02-46FD-BFB2-97620960B85D}"/>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C458DE51-F180-4562-808F-4789EB74EFA0}"/>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41860C3E-CEA0-4EA0-82E9-371B37B6C86A}"/>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612899E-B286-4B9C-B5CD-053109E5A304}"/>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92B729C-0121-4FAA-9043-54BA6E02D2BE}"/>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847DC06A-3650-436D-B03F-5B9B69011742}"/>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B5050B7F-C58C-490E-910A-06DBDC3F9B1F}"/>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6FADD04B-5952-4557-9C8F-96912D4FD583}"/>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584C963E-6D6F-4719-A638-11887D3365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25836936"/>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8138AD38-4706-42E0-8B50-069F944607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54">
            <a:extLst xmlns:a="http://schemas.openxmlformats.org/drawingml/2006/main">
              <a:ext uri="{FF2B5EF4-FFF2-40B4-BE49-F238E27FC236}">
                <a16:creationId xmlns:a16="http://schemas.microsoft.com/office/drawing/2014/main" id="{BBC581A3-F845-4221-96A6-6E4806EC0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Repository 밖의 환경도 결과에 영향을 준다">
            <a:extLst xmlns:a="http://schemas.openxmlformats.org/drawingml/2006/main">
              <a:ext uri="{FF2B5EF4-FFF2-40B4-BE49-F238E27FC236}">
                <a16:creationId xmlns:a16="http://schemas.microsoft.com/office/drawing/2014/main" id="{B274992E-8D00-4F33-9359-01E363D045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31297F8F-B821-4209-9266-19324DAE3B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01F8C96-9E49-4C5C-AC62-640C5734D5B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4634C970-DC58-4F87-9BE5-250ECEA35B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CD4FF4F4-A864-489E-B92A-C7462592D2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29B9F2B0-460E-4452-BA15-239CA2943F4E}"/>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99E3CCA3-A6CE-4785-83DC-44C7CD86E734}"/>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EE1BABD4-48F9-418B-83D1-BCD277A037DA}"/>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D035E976-E62F-4C17-8DA3-395396E60A86}"/>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A596C018-BA0D-40DF-91D9-A6579FB5AE5D}"/>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0793DE0E-B729-46D8-BF33-C87A833C6C0A}"/>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AA1B57E1-9A80-4C56-A586-9EC60B0D79DE}"/>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E36484E9-80C4-4075-AE7A-7DD3A2726025}"/>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DD9FF1B2-4361-4FC0-A56A-BF180E275BDF}"/>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FFA1D06F-C374-4C90-917F-0463D1EDD83F}"/>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EE37ED69-6C58-4607-9E12-ABB2BA133584}"/>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ABCFDD8E-DEE6-4FA5-8130-8ED4026EEAC0}"/>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706BB01E-5844-42F8-821E-C4D15A027606}"/>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F428216F-C1F4-47C4-9294-9877D731F4D0}"/>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31F39B62-8E6F-4040-845A-79AB583917F7}"/>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4B631013-5E8F-485A-93F9-72705CB28A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304422981"/>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7B5A79CC-8974-4E0F-8962-4B013929C2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55">
            <a:extLst xmlns:a="http://schemas.openxmlformats.org/drawingml/2006/main">
              <a:ext uri="{FF2B5EF4-FFF2-40B4-BE49-F238E27FC236}">
                <a16:creationId xmlns:a16="http://schemas.microsoft.com/office/drawing/2014/main" id="{AFAC0BAA-DC82-4E26-9A2C-5AF9F35B20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Engineering Pattern은 C++에도 전이된다">
            <a:extLst xmlns:a="http://schemas.openxmlformats.org/drawingml/2006/main">
              <a:ext uri="{FF2B5EF4-FFF2-40B4-BE49-F238E27FC236}">
                <a16:creationId xmlns:a16="http://schemas.microsoft.com/office/drawing/2014/main" id="{9DA15CBB-66D0-45DB-9F37-F44B6480E2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8254D944-6A1E-4C26-A9EE-971024E19E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8117F81F-229A-499B-A86A-2C6F838C89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9B208C99-EA31-4573-BA47-CDB9417D8A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3DB749B7-2139-4099-A837-F8447F66B4B6}"/>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B9161D63-90A1-483E-8267-1F84477B2406}"/>
              </a:ext>
            </a:extLst>
          </p:cNvPr>
          <p:cNvPicPr>
            <a:picLocks xmlns:a="http://schemas.openxmlformats.org/drawingml/2006/main" noChangeAspect="1"/>
          </p:cNvPicPr>
          <p:nvPr/>
        </p:nvPicPr>
        <p:blipFill>
          <a:blip xmlns:r="http://schemas.openxmlformats.org/officeDocument/2006/relationships" xmlns:a="http://schemas.openxmlformats.org/drawingml/2006/main" r:embed="R989707e19e5e4f87"/>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5335C72B-CA6E-4B77-86B9-0F39148B84CF}"/>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D7677742-6E57-4992-8B84-4F65526BD084}"/>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62F632E1-679F-4DD9-8414-0F6BE0D7FC98}"/>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977D038C-0B4F-4F9C-B7A3-33A733054866}"/>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AE8806C3-C10D-4853-922B-78E17ACDBFFD}"/>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DC05B629-92C0-4344-9760-7F2B82C864C2}"/>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BC288EEE-63D0-4186-8D44-2D8F0EF51EB7}"/>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7A7D581E-04F1-4512-8056-4FF5CB981B9C}"/>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3AB5BB4C-C51C-4926-B933-EF78EBEEFA41}"/>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E7DC4F32-1F3D-466A-B806-A823602E940D}"/>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6BB35F4C-C787-4662-9A5C-D1426671F71D}"/>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139845A6-6B72-439B-A09A-31BD864E2E51}"/>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A4B9BAB7-FBB1-4531-8C5E-514179A5E987}"/>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2E6FE565-DFF2-46F0-A8F7-9F777E66FC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12386047"/>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DEA5D6CD-9091-4138-A970-376F8CEBE9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56">
            <a:extLst xmlns:a="http://schemas.openxmlformats.org/drawingml/2006/main">
              <a:ext uri="{FF2B5EF4-FFF2-40B4-BE49-F238E27FC236}">
                <a16:creationId xmlns:a16="http://schemas.microsoft.com/office/drawing/2014/main" id="{B2DA455A-ED50-439D-9350-8844AC912E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필요한 구조부터 질문하기">
            <a:extLst xmlns:a="http://schemas.openxmlformats.org/drawingml/2006/main">
              <a:ext uri="{FF2B5EF4-FFF2-40B4-BE49-F238E27FC236}">
                <a16:creationId xmlns:a16="http://schemas.microsoft.com/office/drawing/2014/main" id="{C46F7ABA-5D3C-4A8F-9C00-7D45266B49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6B183F58-924B-4E65-88A9-34FC7D8C17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65E736A7-DA43-4773-87D0-DF93773496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3E184435-7C83-480B-87CD-56D8E4399D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59BED5D9-B0A6-40C0-9857-F1F16151F5AE}"/>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8DB1A8F5-61F4-4820-A136-03E05011912B}"/>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D81D0FB9-F066-4BF0-BF89-15BB79BEE4A6}"/>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B0F547BD-7D7B-4153-82DB-F7B9B7F869D2}"/>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D5850EBE-F0D0-4A72-A945-6AC905C6CD10}"/>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B98F1C3B-AC73-43A1-BEB1-04F4A4B2684C}"/>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94812C84-DD75-4ADE-961E-B77A58B84828}"/>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68C5087E-0EA4-430F-B7E1-CF401898BD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046841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2026-10-21T12:43:21.4110000Z</dcterms:created>
  <dcterms:modified xsi:type="dcterms:W3CDTF">2026-10-21T12:43:21.4110000Z</dcterms:modified>
</coreProperties>
</file>