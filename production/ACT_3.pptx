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a4ebbcb72bb4a8a" /><Relationship Type="http://schemas.openxmlformats.org/officeDocument/2006/relationships/extended-properties" Target="/docProps/app.xml" Id="R0555af7525a34977" /><Relationship Type="http://schemas.openxmlformats.org/officeDocument/2006/relationships/officeDocument" Target="/ppt/presentation.xml" Id="R7840b3d1abe04e84" /></Relationships>
</file>

<file path=ppt/presentation.xml><?xml version="1.0" encoding="utf-8"?>
<p:presentation xmlns:p="http://schemas.openxmlformats.org/presentationml/2006/main">
  <p:sldMasterIdLst>
    <p:sldMasterId xmlns:r="http://schemas.openxmlformats.org/officeDocument/2006/relationships" id="2147483648" r:id="Rfb1a372ec37341b3"/>
  </p:sldMasterIdLst>
  <p:notesMasterIdLst>
    <p:notesMasterId xmlns:r="http://schemas.openxmlformats.org/officeDocument/2006/relationships" r:id="R821054b40ddc4322"/>
  </p:notesMasterIdLst>
  <p:sldIdLst>
    <p:sldId xmlns:r="http://schemas.openxmlformats.org/officeDocument/2006/relationships" id="256" r:id="Rda0cc5caa5f24e6b"/>
    <p:sldId xmlns:r="http://schemas.openxmlformats.org/officeDocument/2006/relationships" id="257" r:id="R37428d58abb6414c"/>
    <p:sldId xmlns:r="http://schemas.openxmlformats.org/officeDocument/2006/relationships" id="258" r:id="Redd112dbffa54a9f"/>
    <p:sldId xmlns:r="http://schemas.openxmlformats.org/officeDocument/2006/relationships" id="259" r:id="R582d1abc888c4592"/>
    <p:sldId xmlns:r="http://schemas.openxmlformats.org/officeDocument/2006/relationships" id="260" r:id="R228b31135f414e4c"/>
    <p:sldId xmlns:r="http://schemas.openxmlformats.org/officeDocument/2006/relationships" id="261" r:id="R78ef821862e840d3"/>
    <p:sldId xmlns:r="http://schemas.openxmlformats.org/officeDocument/2006/relationships" id="262" r:id="Ree301dc89990475f"/>
    <p:sldId xmlns:r="http://schemas.openxmlformats.org/officeDocument/2006/relationships" id="263" r:id="R73dc6757ede54242"/>
    <p:sldId xmlns:r="http://schemas.openxmlformats.org/officeDocument/2006/relationships" id="264" r:id="R7c2abf4a9103461e"/>
    <p:sldId xmlns:r="http://schemas.openxmlformats.org/officeDocument/2006/relationships" id="265" r:id="R0b7cf858485540b6"/>
    <p:sldId xmlns:r="http://schemas.openxmlformats.org/officeDocument/2006/relationships" id="266" r:id="R664c8aed226d43dd"/>
    <p:sldId xmlns:r="http://schemas.openxmlformats.org/officeDocument/2006/relationships" id="267" r:id="R8ec67e9ed5494c3e"/>
    <p:sldId xmlns:r="http://schemas.openxmlformats.org/officeDocument/2006/relationships" id="268" r:id="R00ee887fb03d4bdc"/>
    <p:sldId xmlns:r="http://schemas.openxmlformats.org/officeDocument/2006/relationships" id="269" r:id="R1418ea9ebcdb4f1f"/>
    <p:sldId xmlns:r="http://schemas.openxmlformats.org/officeDocument/2006/relationships" id="270" r:id="Re09ca7957cb941d2"/>
    <p:sldId xmlns:r="http://schemas.openxmlformats.org/officeDocument/2006/relationships" id="271" r:id="Re190d3a55a754bb4"/>
    <p:sldId xmlns:r="http://schemas.openxmlformats.org/officeDocument/2006/relationships" id="272" r:id="Rb7b8c5c896654708"/>
    <p:sldId xmlns:r="http://schemas.openxmlformats.org/officeDocument/2006/relationships" id="273" r:id="R6cd9b997e98f461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4472f7bdf3f4dfc" /><Relationship Type="http://schemas.openxmlformats.org/officeDocument/2006/relationships/slideMaster" Target="/ppt/slideMasters/slideMaster1.xml" Id="Rfb1a372ec37341b3" /><Relationship Type="http://schemas.openxmlformats.org/officeDocument/2006/relationships/notesMaster" Target="/ppt/notesMasters/notesMaster1.xml" Id="R821054b40ddc4322" /><Relationship Type="http://schemas.openxmlformats.org/officeDocument/2006/relationships/presProps" Target="/ppt/presProps.xml" Id="Re87c08c2cc384001" /><Relationship Type="http://schemas.openxmlformats.org/officeDocument/2006/relationships/tableStyles" Target="/ppt/tableStyles.xml" Id="Rac75a7d0383c4d7a" /><Relationship Type="http://schemas.openxmlformats.org/officeDocument/2006/relationships/slide" Target="/ppt/slides/slide1.xml" Id="Rda0cc5caa5f24e6b" /><Relationship Type="http://schemas.openxmlformats.org/officeDocument/2006/relationships/slide" Target="/ppt/slides/slide2.xml" Id="R37428d58abb6414c" /><Relationship Type="http://schemas.openxmlformats.org/officeDocument/2006/relationships/slide" Target="/ppt/slides/slide3.xml" Id="Redd112dbffa54a9f" /><Relationship Type="http://schemas.openxmlformats.org/officeDocument/2006/relationships/slide" Target="/ppt/slides/slide4.xml" Id="R582d1abc888c4592" /><Relationship Type="http://schemas.openxmlformats.org/officeDocument/2006/relationships/slide" Target="/ppt/slides/slide5.xml" Id="R228b31135f414e4c" /><Relationship Type="http://schemas.openxmlformats.org/officeDocument/2006/relationships/slide" Target="/ppt/slides/slide6.xml" Id="R78ef821862e840d3" /><Relationship Type="http://schemas.openxmlformats.org/officeDocument/2006/relationships/slide" Target="/ppt/slides/slide7.xml" Id="Ree301dc89990475f" /><Relationship Type="http://schemas.openxmlformats.org/officeDocument/2006/relationships/slide" Target="/ppt/slides/slide8.xml" Id="R73dc6757ede54242" /><Relationship Type="http://schemas.openxmlformats.org/officeDocument/2006/relationships/slide" Target="/ppt/slides/slide9.xml" Id="R7c2abf4a9103461e" /><Relationship Type="http://schemas.openxmlformats.org/officeDocument/2006/relationships/slide" Target="/ppt/slides/slide10.xml" Id="R0b7cf858485540b6" /><Relationship Type="http://schemas.openxmlformats.org/officeDocument/2006/relationships/slide" Target="/ppt/slides/slide11.xml" Id="R664c8aed226d43dd" /><Relationship Type="http://schemas.openxmlformats.org/officeDocument/2006/relationships/slide" Target="/ppt/slides/slide12.xml" Id="R8ec67e9ed5494c3e" /><Relationship Type="http://schemas.openxmlformats.org/officeDocument/2006/relationships/slide" Target="/ppt/slides/slide13.xml" Id="R00ee887fb03d4bdc" /><Relationship Type="http://schemas.openxmlformats.org/officeDocument/2006/relationships/slide" Target="/ppt/slides/slide14.xml" Id="R1418ea9ebcdb4f1f" /><Relationship Type="http://schemas.openxmlformats.org/officeDocument/2006/relationships/slide" Target="/ppt/slides/slide15.xml" Id="Re09ca7957cb941d2" /><Relationship Type="http://schemas.openxmlformats.org/officeDocument/2006/relationships/slide" Target="/ppt/slides/slide16.xml" Id="Re190d3a55a754bb4" /><Relationship Type="http://schemas.openxmlformats.org/officeDocument/2006/relationships/slide" Target="/ppt/slides/slide17.xml" Id="Rb7b8c5c896654708" /><Relationship Type="http://schemas.openxmlformats.org/officeDocument/2006/relationships/slide" Target="/ppt/slides/slide18.xml" Id="R6cd9b997e98f461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cdff4be834d409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a2a4bcde0d47de" /><Relationship Type="http://schemas.openxmlformats.org/officeDocument/2006/relationships/notesMaster" Target="/ppt/notesMasters/notesMaster1.xml" Id="Rbcb399157d4e469d" /></Relationships>
</file>

<file path=ppt/notesSlides/_rels/notesSlide2.xml.rels>&#65279;<?xml version="1.0" encoding="utf-8"?><Relationships xmlns="http://schemas.openxmlformats.org/package/2006/relationships"><Relationship Type="http://schemas.openxmlformats.org/officeDocument/2006/relationships/slide" Target="/ppt/slides/slide2.xml" Id="R7b1b582e0d3f4d64" /><Relationship Type="http://schemas.openxmlformats.org/officeDocument/2006/relationships/notesMaster" Target="/ppt/notesMasters/notesMaster1.xml" Id="Rdcd554014fd64690" /></Relationships>
</file>

<file path=ppt/notesSlides/_rels/notesSlide3.xml.rels>&#65279;<?xml version="1.0" encoding="utf-8"?><Relationships xmlns="http://schemas.openxmlformats.org/package/2006/relationships"><Relationship Type="http://schemas.openxmlformats.org/officeDocument/2006/relationships/slide" Target="/ppt/slides/slide3.xml" Id="Ra81a6be53310470b" /><Relationship Type="http://schemas.openxmlformats.org/officeDocument/2006/relationships/notesMaster" Target="/ppt/notesMasters/notesMaster1.xml" Id="Re623d3dd30524b6c" /></Relationships>
</file>

<file path=ppt/notesSlides/_rels/notesSlide4.xml.rels>&#65279;<?xml version="1.0" encoding="utf-8"?><Relationships xmlns="http://schemas.openxmlformats.org/package/2006/relationships"><Relationship Type="http://schemas.openxmlformats.org/officeDocument/2006/relationships/slide" Target="/ppt/slides/slide4.xml" Id="R0279559d7ce24e5c" /><Relationship Type="http://schemas.openxmlformats.org/officeDocument/2006/relationships/notesMaster" Target="/ppt/notesMasters/notesMaster1.xml" Id="Re6dde34653b9406c" /></Relationships>
</file>

<file path=ppt/notesSlides/_rels/notesSlide5.xml.rels>&#65279;<?xml version="1.0" encoding="utf-8"?><Relationships xmlns="http://schemas.openxmlformats.org/package/2006/relationships"><Relationship Type="http://schemas.openxmlformats.org/officeDocument/2006/relationships/slide" Target="/ppt/slides/slide5.xml" Id="Rf84be20654814d65" /><Relationship Type="http://schemas.openxmlformats.org/officeDocument/2006/relationships/notesMaster" Target="/ppt/notesMasters/notesMaster1.xml" Id="Rd88150a3582d46b4" /></Relationships>
</file>

<file path=ppt/notesSlides/_rels/notesSlide6.xml.rels>&#65279;<?xml version="1.0" encoding="utf-8"?><Relationships xmlns="http://schemas.openxmlformats.org/package/2006/relationships"><Relationship Type="http://schemas.openxmlformats.org/officeDocument/2006/relationships/slide" Target="/ppt/slides/slide6.xml" Id="Ra193aa3f176c4864" /><Relationship Type="http://schemas.openxmlformats.org/officeDocument/2006/relationships/notesMaster" Target="/ppt/notesMasters/notesMaster1.xml" Id="R2a2fdc8d3ff441f6" /></Relationships>
</file>

<file path=ppt/notesSlides/_rels/notesSlide7.xml.rels>&#65279;<?xml version="1.0" encoding="utf-8"?><Relationships xmlns="http://schemas.openxmlformats.org/package/2006/relationships"><Relationship Type="http://schemas.openxmlformats.org/officeDocument/2006/relationships/slide" Target="/ppt/slides/slide7.xml" Id="Ra2969be944e84a54" /><Relationship Type="http://schemas.openxmlformats.org/officeDocument/2006/relationships/notesMaster" Target="/ppt/notesMasters/notesMaster1.xml" Id="R5944f016832d4f47" /></Relationships>
</file>

<file path=ppt/notesSlides/_rels/notesSlide8.xml.rels>&#65279;<?xml version="1.0" encoding="utf-8"?><Relationships xmlns="http://schemas.openxmlformats.org/package/2006/relationships"><Relationship Type="http://schemas.openxmlformats.org/officeDocument/2006/relationships/slide" Target="/ppt/slides/slide8.xml" Id="Rec0411df89544cbd" /><Relationship Type="http://schemas.openxmlformats.org/officeDocument/2006/relationships/notesMaster" Target="/ppt/notesMasters/notesMaster1.xml" Id="R88384eed2bbe45bb" /></Relationships>
</file>

<file path=ppt/notesSlides/_rels/notesSlide9.xml.rels>&#65279;<?xml version="1.0" encoding="utf-8"?><Relationships xmlns="http://schemas.openxmlformats.org/package/2006/relationships"><Relationship Type="http://schemas.openxmlformats.org/officeDocument/2006/relationships/slide" Target="/ppt/slides/slide9.xml" Id="Ra57099187cbf4421" /><Relationship Type="http://schemas.openxmlformats.org/officeDocument/2006/relationships/notesMaster" Target="/ppt/notesMasters/notesMaster1.xml" Id="R3b4137d444c8460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64053925e8042f8" /><Relationship Type="http://schemas.openxmlformats.org/officeDocument/2006/relationships/notesMaster" Target="/ppt/notesMasters/notesMaster1.xml" Id="R5adbc20f042a426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a0b18c48fb946e8" /><Relationship Type="http://schemas.openxmlformats.org/officeDocument/2006/relationships/notesMaster" Target="/ppt/notesMasters/notesMaster1.xml" Id="Rd1af0d4c59ed482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72dbcc74f9e4f33" /><Relationship Type="http://schemas.openxmlformats.org/officeDocument/2006/relationships/notesMaster" Target="/ppt/notesMasters/notesMaster1.xml" Id="R2229e8e0c44246b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4b5a2b8cd684a97" /><Relationship Type="http://schemas.openxmlformats.org/officeDocument/2006/relationships/notesMaster" Target="/ppt/notesMasters/notesMaster1.xml" Id="R44cae6612749470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5dfa87c3e704314" /><Relationship Type="http://schemas.openxmlformats.org/officeDocument/2006/relationships/notesMaster" Target="/ppt/notesMasters/notesMaster1.xml" Id="Rdf866b99b7ba4fb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a21c1cccb4546a0" /><Relationship Type="http://schemas.openxmlformats.org/officeDocument/2006/relationships/notesMaster" Target="/ppt/notesMasters/notesMaster1.xml" Id="R9615518a47634b0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18998da03124b4e" /><Relationship Type="http://schemas.openxmlformats.org/officeDocument/2006/relationships/notesMaster" Target="/ppt/notesMasters/notesMaster1.xml" Id="R9ddc5cfb3eb84d2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3681e03dfa14c86" /><Relationship Type="http://schemas.openxmlformats.org/officeDocument/2006/relationships/notesMaster" Target="/ppt/notesMasters/notesMaster1.xml" Id="R387852b1a3a6446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2747b2453f8496d" /><Relationship Type="http://schemas.openxmlformats.org/officeDocument/2006/relationships/notesMaster" Target="/ppt/notesMasters/notesMaster1.xml" Id="Re9ad14da2642406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서로 다른 Performance Task, 반복되는 절차</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production/preview/act3/S37.png와 production/preview/full/S37.png다.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Project 사실과 작업 절차는 다르다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S38 또는 `production/preview/act3/S38.png`다.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Task, Context, Workflow의 역할</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S38의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40에서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S39 또는 `production/preview/act3/S39.png`다.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반복 절차를 Skill로 옮길 수 있을까?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41에서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S40 또는 `production/preview/act3/S40.png`다.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Skill을 어떻게 발견하고 호출할까?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S41 또는 `production/preview/act3/S41.png`다.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절차의 책임이 Prompt에서 Repository로 이동</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S42 또는 `production/preview/act3/S42.png`다.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답을 담지 않는 Workflow</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S43 또는 `production/preview/act3/S43.png`다.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측정으로 후보를 고르다</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S45의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S45에서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S44 또는 `production/preview/act3/S44.png`다.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Working Harness Success</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S45 및 `production/preview/act3/S45.png`의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S45 또는 `production/preview/act3/S45.png`다.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이 작업에 Subagent가 필요했을까?</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S46 또는 `production/preview/act3/S46.png`다.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Subagent를 고려할 조건</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S47 또는 `production/preview/act3/S47.png`다.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무엇이 다시 찾기 어려운 지식인가?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Memory는 재발견 비용으로 판단</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Minimum Effective Harness</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51–53에서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Harness는 작업 환경 설계다</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53에서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Repository 밖의 환경도 결과에 영향을 준다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S52 또는 `production/preview/act3/S52.png`의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Engineering Pattern은 C++에도 전이된다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production/preview/act3/S53.png와 production/preview/full/S53.png다.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필요한 구조부터 질문하기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96abca1ea5e44a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5277c9f0b746f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10d424814d1438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68efe2ea3584f1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15c830ccc0b4b6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13829164d114f3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948C864-1569-4813-9AF9-881E6E90D9B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073134E-BFCC-4B9A-9D6B-20561F82B12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7D64F83-10D3-4B0E-AD89-27A87A39589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585252D-A187-47AF-8E9D-0C5F5E67791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B80DA40-59CD-4B8F-89C1-9AF2D903211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99892BC-F0AD-4667-A6B3-B0EFF782866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DCCFEF3-C57F-4722-B105-63FC045EB9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3A42FDE-0314-4412-9BCE-5E725F0D5CE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79A5FB6-37FC-4096-A00B-C4B25DEB2D2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BEE500C-E790-4B44-B17B-E21DCB028C1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eb19cc01da74353" /><Relationship Type="http://schemas.openxmlformats.org/officeDocument/2006/relationships/slideLayout" Target="/ppt/slideLayouts/slideLayout1.xml" Id="Ra35c402a4e864ebd" /><Relationship Type="http://schemas.openxmlformats.org/officeDocument/2006/relationships/slideLayout" Target="/ppt/slideLayouts/slideLayout2.xml" Id="R8ddade8872794f1d" /><Relationship Type="http://schemas.openxmlformats.org/officeDocument/2006/relationships/slideLayout" Target="/ppt/slideLayouts/slideLayout3.xml" Id="R59948371e45645e0" /><Relationship Type="http://schemas.openxmlformats.org/officeDocument/2006/relationships/slideLayout" Target="/ppt/slideLayouts/slideLayout4.xml" Id="R7156d3744d7b411d" /><Relationship Type="http://schemas.openxmlformats.org/officeDocument/2006/relationships/slideLayout" Target="/ppt/slideLayouts/slideLayout5.xml" Id="R7b3006c856c940dd" /><Relationship Type="http://schemas.openxmlformats.org/officeDocument/2006/relationships/slideLayout" Target="/ppt/slideLayouts/slideLayout6.xml" Id="R356c2b911096454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35c402a4e864ebd"/>
    <p:sldLayoutId xmlns:r="http://schemas.openxmlformats.org/officeDocument/2006/relationships" id="2147483650" r:id="R8ddade8872794f1d"/>
    <p:sldLayoutId xmlns:r="http://schemas.openxmlformats.org/officeDocument/2006/relationships" id="2147483651" r:id="R59948371e45645e0"/>
    <p:sldLayoutId xmlns:r="http://schemas.openxmlformats.org/officeDocument/2006/relationships" id="2147483652" r:id="R7156d3744d7b411d"/>
    <p:sldLayoutId xmlns:r="http://schemas.openxmlformats.org/officeDocument/2006/relationships" id="2147483653" r:id="R7b3006c856c940dd"/>
    <p:sldLayoutId xmlns:r="http://schemas.openxmlformats.org/officeDocument/2006/relationships" id="2147483654" r:id="R356c2b911096454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a5dfa71e9af487e" /><Relationship Type="http://schemas.openxmlformats.org/officeDocument/2006/relationships/image" Target="/ppt/media/image.png" Id="Rb841067e24c54d25" /><Relationship Type="http://schemas.openxmlformats.org/officeDocument/2006/relationships/image" Target="/ppt/media/image2.png" Id="R10c29f570f654337" /><Relationship Type="http://schemas.openxmlformats.org/officeDocument/2006/relationships/image" Target="/ppt/media/image3.png" Id="Rb25ef00ab3454d58" /><Relationship Type="http://schemas.openxmlformats.org/officeDocument/2006/relationships/image" Target="/ppt/media/image4.png" Id="R982e8999bc4c4957" /><Relationship Type="http://schemas.openxmlformats.org/officeDocument/2006/relationships/notesSlide" Target="/ppt/notesSlides/notesSlide1.xml" Id="Rcb66f93c3fa2424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246c6b547244101" /><Relationship Type="http://schemas.openxmlformats.org/officeDocument/2006/relationships/notesSlide" Target="/ppt/notesSlides/notesSlide2.xml" Id="R1aa83e581fc04aa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fbfe6d7640e4ac3" /><Relationship Type="http://schemas.openxmlformats.org/officeDocument/2006/relationships/notesSlide" Target="/ppt/notesSlides/notesSlide3.xml" Id="Re416e81660ad417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bae581bddf948d8" /><Relationship Type="http://schemas.openxmlformats.org/officeDocument/2006/relationships/notesSlide" Target="/ppt/notesSlides/notesSlide4.xml" Id="R6e9f7488ef0d459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728b4f16a6b45e0" /><Relationship Type="http://schemas.openxmlformats.org/officeDocument/2006/relationships/notesSlide" Target="/ppt/notesSlides/notesSlide5.xml" Id="R39727b8e07fa4fa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f66d13021a0468f" /><Relationship Type="http://schemas.openxmlformats.org/officeDocument/2006/relationships/notesSlide" Target="/ppt/notesSlides/notesSlide6.xml" Id="Rd231fdde2b21480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9e38ff4277b4b3a" /><Relationship Type="http://schemas.openxmlformats.org/officeDocument/2006/relationships/notesSlide" Target="/ppt/notesSlides/notesSlide7.xml" Id="R310af9851694452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09319fb79b3408e" /><Relationship Type="http://schemas.openxmlformats.org/officeDocument/2006/relationships/notesSlide" Target="/ppt/notesSlides/notesSlide8.xml" Id="R05ec1ec54b3041f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58673d6a7224118" /><Relationship Type="http://schemas.openxmlformats.org/officeDocument/2006/relationships/chart" Target="/ppt/slides/charts/chart1.xml" Id="R7f4607bba38a42a1" /><Relationship Type="http://schemas.openxmlformats.org/officeDocument/2006/relationships/notesSlide" Target="/ppt/notesSlides/notesSlide9.xml" Id="R29dbbabdcf3c435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0163ff31e3943e5" /><Relationship Type="http://schemas.openxmlformats.org/officeDocument/2006/relationships/notesSlide" Target="/ppt/notesSlides/notesSlide10.xml" Id="R273ab4a84be84a2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ec6ce4b41344840" /><Relationship Type="http://schemas.openxmlformats.org/officeDocument/2006/relationships/notesSlide" Target="/ppt/notesSlides/notesSlide11.xml" Id="Rf2dfc6063d374ea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2f0d59b000f40fe" /><Relationship Type="http://schemas.openxmlformats.org/officeDocument/2006/relationships/notesSlide" Target="/ppt/notesSlides/notesSlide12.xml" Id="R109d6a20e5744bb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03cbb8af05f4f78" /><Relationship Type="http://schemas.openxmlformats.org/officeDocument/2006/relationships/notesSlide" Target="/ppt/notesSlides/notesSlide13.xml" Id="Re34616858bbc402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0eeecd6e1c64eda" /><Relationship Type="http://schemas.openxmlformats.org/officeDocument/2006/relationships/notesSlide" Target="/ppt/notesSlides/notesSlide14.xml" Id="Rd8ae635ff8c14f2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2e438b2e26842af" /><Relationship Type="http://schemas.openxmlformats.org/officeDocument/2006/relationships/notesSlide" Target="/ppt/notesSlides/notesSlide15.xml" Id="R25b2c7f662c544f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b4b09692f3614c6a" /><Relationship Type="http://schemas.openxmlformats.org/officeDocument/2006/relationships/notesSlide" Target="/ppt/notesSlides/notesSlide16.xml" Id="Rb3afb6d23cde40b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95d6eb64c4645e1" /><Relationship Type="http://schemas.openxmlformats.org/officeDocument/2006/relationships/image" Target="/ppt/media/image5.png" Id="Rfda4f53191f64d5a" /><Relationship Type="http://schemas.openxmlformats.org/officeDocument/2006/relationships/notesSlide" Target="/ppt/notesSlides/notesSlide17.xml" Id="R3285f0542b39460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43dd02f8a284b45" /><Relationship Type="http://schemas.openxmlformats.org/officeDocument/2006/relationships/notesSlide" Target="/ppt/notesSlides/notesSlide18.xml" Id="R5acd9028fbb743a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FEF8CEE6-7D2F-4180-B89C-7F79F1FEC1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37">
            <a:extLst xmlns:a="http://schemas.openxmlformats.org/drawingml/2006/main">
              <a:ext uri="{FF2B5EF4-FFF2-40B4-BE49-F238E27FC236}">
                <a16:creationId xmlns:a16="http://schemas.microsoft.com/office/drawing/2014/main" id="{8AA76909-D218-4DDF-BE4E-93CD447AB7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서로 다른 Performance Task,&#10;반복되는 절차">
            <a:extLst xmlns:a="http://schemas.openxmlformats.org/drawingml/2006/main">
              <a:ext uri="{FF2B5EF4-FFF2-40B4-BE49-F238E27FC236}">
                <a16:creationId xmlns:a16="http://schemas.microsoft.com/office/drawing/2014/main" id="{3EB24EA2-FF38-4740-9532-13028D6B717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CA7EF392-F47D-44E5-AFC7-2BE87AE147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5CDC3402-FFD2-46E1-B03F-2DC5428FA9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4807B550-627D-45D6-8BA0-6CEEEA7518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C74267A1-2E19-4891-86AF-42203439DAF0}"/>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25AD4BF7-FD55-470F-869B-4203260E9416}"/>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884EBA1D-4E1C-4127-ADD3-8E5E300DD686}"/>
              </a:ext>
            </a:extLst>
          </p:cNvPr>
          <p:cNvPicPr>
            <a:picLocks xmlns:a="http://schemas.openxmlformats.org/drawingml/2006/main" noChangeAspect="1"/>
          </p:cNvPicPr>
          <p:nvPr/>
        </p:nvPicPr>
        <p:blipFill>
          <a:blip xmlns:r="http://schemas.openxmlformats.org/officeDocument/2006/relationships" xmlns:a="http://schemas.openxmlformats.org/drawingml/2006/main" r:embed="Rb841067e24c54d25"/>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A9D0A8F6-A8D5-4305-8DCA-2FE6DC8FBC97}"/>
              </a:ext>
            </a:extLst>
          </p:cNvPr>
          <p:cNvPicPr>
            <a:picLocks xmlns:a="http://schemas.openxmlformats.org/drawingml/2006/main" noChangeAspect="1"/>
          </p:cNvPicPr>
          <p:nvPr/>
        </p:nvPicPr>
        <p:blipFill>
          <a:blip xmlns:r="http://schemas.openxmlformats.org/officeDocument/2006/relationships" xmlns:a="http://schemas.openxmlformats.org/drawingml/2006/main" r:embed="R10c29f570f654337"/>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6C973AFF-FAB6-488E-B2FE-44B5E318A181}"/>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216EDCB6-05E4-42DC-BCC9-33C40B8E6CF1}"/>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B8E9EB76-CC5C-4FFB-A842-9FEE041FD875}"/>
              </a:ext>
            </a:extLst>
          </p:cNvPr>
          <p:cNvPicPr>
            <a:picLocks xmlns:a="http://schemas.openxmlformats.org/drawingml/2006/main" noChangeAspect="1"/>
          </p:cNvPicPr>
          <p:nvPr/>
        </p:nvPicPr>
        <p:blipFill>
          <a:blip xmlns:r="http://schemas.openxmlformats.org/officeDocument/2006/relationships" xmlns:a="http://schemas.openxmlformats.org/drawingml/2006/main" r:embed="Rb25ef00ab3454d58"/>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18CC4383-A328-417F-A9F7-08CB59CD3FB1}"/>
              </a:ext>
            </a:extLst>
          </p:cNvPr>
          <p:cNvPicPr>
            <a:picLocks xmlns:a="http://schemas.openxmlformats.org/drawingml/2006/main" noChangeAspect="1"/>
          </p:cNvPicPr>
          <p:nvPr/>
        </p:nvPicPr>
        <p:blipFill>
          <a:blip xmlns:r="http://schemas.openxmlformats.org/officeDocument/2006/relationships" xmlns:a="http://schemas.openxmlformats.org/drawingml/2006/main" r:embed="R982e8999bc4c4957"/>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562E8DA4-92BC-4DF8-AF63-D4C0A75D9C12}"/>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570E0C3A-64E7-4B60-B4A9-8EC41488BAF0}"/>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1D5767F9-C5D9-46C9-9A2A-E4828E0CF446}"/>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1BB17933-D4E3-4A03-A23A-B87A9228D303}"/>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A1A8CE89-B6BC-4BA5-8870-15D07E8D4902}"/>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D83269BB-7F93-419E-B840-CBD729C04AE2}"/>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358E0FB5-4C71-4433-A67E-E0BBE89B6AF4}"/>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11F9B0E8-7065-402E-A024-EF2DB9B50436}"/>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CE5A50D6-56AD-44BF-A9F5-DE213696F7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48628529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EC1719A5-0018-4683-ACA0-26F6BAECF6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38">
            <a:extLst xmlns:a="http://schemas.openxmlformats.org/drawingml/2006/main">
              <a:ext uri="{FF2B5EF4-FFF2-40B4-BE49-F238E27FC236}">
                <a16:creationId xmlns:a16="http://schemas.microsoft.com/office/drawing/2014/main" id="{3BD0E1AE-B256-42A4-8CCC-64BD9AD223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Project 사실과 작업 절차는 다르다">
            <a:extLst xmlns:a="http://schemas.openxmlformats.org/drawingml/2006/main">
              <a:ext uri="{FF2B5EF4-FFF2-40B4-BE49-F238E27FC236}">
                <a16:creationId xmlns:a16="http://schemas.microsoft.com/office/drawing/2014/main" id="{FD3D19E3-967E-4B67-8A20-AD4DC5C0FF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725659B3-8D8F-4CCD-9B65-75C156C781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6143E389-13CA-4156-9D9A-FB20955737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308C0CF2-DE80-4DA3-96BB-C3ED1CF7B36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6186D6FD-3926-4995-BDCE-B7BCA1303D00}"/>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30F98CF7-85CD-4A41-ADBB-DD210E41423E}"/>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C76A9FF2-DEE6-4A89-9712-442D6D94BA1D}"/>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5451E42B-1F7E-4AF4-BAED-6034F24666AB}"/>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6B8B2910-FC4A-4710-8A17-716B5FE16DBB}"/>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55BCC2ED-2BC8-4224-81B8-BA3C1A75E5A7}"/>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F0A2FBC1-7DD8-4B1D-A852-36E6CB4F52B0}"/>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72AD85C8-257B-4985-805C-6188806D8629}"/>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F5E16FFB-54BC-4637-9F91-807D1027A683}"/>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C8EC4BC5-6BF4-43B4-B285-F7B131CD3763}"/>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5C2A7062-0FA2-45C7-BB5A-A1DB92F317BB}"/>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A9EB4F62-21BF-4CC6-9A91-B43FDC32B805}"/>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91862619-3B8D-4303-9B2E-85619FBDB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42189947"/>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550A73B9-020F-410B-961A-CB10A47872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39">
            <a:extLst xmlns:a="http://schemas.openxmlformats.org/drawingml/2006/main">
              <a:ext uri="{FF2B5EF4-FFF2-40B4-BE49-F238E27FC236}">
                <a16:creationId xmlns:a16="http://schemas.microsoft.com/office/drawing/2014/main" id="{E495212B-C818-4BAF-BA3C-A283F45A60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Task, Context, Workflow의 역할">
            <a:extLst xmlns:a="http://schemas.openxmlformats.org/drawingml/2006/main">
              <a:ext uri="{FF2B5EF4-FFF2-40B4-BE49-F238E27FC236}">
                <a16:creationId xmlns:a16="http://schemas.microsoft.com/office/drawing/2014/main" id="{DB79F585-A61D-4C0D-9A90-B549DBA0157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668279AC-BDD5-489F-AC27-BFADC375EF8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2F792A66-1321-426C-817E-81975FE021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CCA015BA-055C-4221-A87F-5B0890EB4F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07E51DFD-79E2-4E0A-937C-D0CEE0C87545}"/>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5A214BA0-D42F-48ED-BA7C-290F5254CE60}"/>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53CD95F5-C8AD-4674-A0F0-69557EB431B1}"/>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43402A3B-8B7B-4050-AE3E-1828757CE00D}"/>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78294412-1EB8-41C8-915F-0A134867C04E}"/>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85198046-6424-430E-A162-9AA5F0FC3EBB}"/>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D8FBC5DC-6E17-40BB-AB20-32D8D6DB23AC}"/>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61B5E20A-6CCA-4A9E-8300-4DBD5296021C}"/>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1FA17E6E-D665-4BDB-97C0-2FF13BFC0AF1}"/>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7DD6BA93-9CC2-4C39-AFAD-C3F6653EA59F}"/>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7BE99AC3-D596-4A88-864F-50B50C43517A}"/>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452F14D5-75F5-42EB-8CD5-7A51814CF802}"/>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CC35077B-B03A-4074-88CC-5A5D176238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32388495"/>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9E97A58D-FD9B-40B2-8CB7-F819E5007F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40">
            <a:extLst xmlns:a="http://schemas.openxmlformats.org/drawingml/2006/main">
              <a:ext uri="{FF2B5EF4-FFF2-40B4-BE49-F238E27FC236}">
                <a16:creationId xmlns:a16="http://schemas.microsoft.com/office/drawing/2014/main" id="{B4686DEC-CBF7-4647-8ACB-497523CD7A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반복 절차를 Skill로 옮길 수 있을까?">
            <a:extLst xmlns:a="http://schemas.openxmlformats.org/drawingml/2006/main">
              <a:ext uri="{FF2B5EF4-FFF2-40B4-BE49-F238E27FC236}">
                <a16:creationId xmlns:a16="http://schemas.microsoft.com/office/drawing/2014/main" id="{6A2A06D2-2280-4F43-BC02-86CB53493E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8D1E7861-DCDE-42E9-A51E-84FB249FAD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A6D4FFD1-F12A-470B-BF41-374F0A880B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4B14BBA6-5B10-430E-942B-5E27ABED0B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9EAC3FFD-D9BF-4AD9-BD06-342ACA87DFE3}"/>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FBD8950B-4EF6-4054-B4C9-2E4560D1418F}"/>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E350A3F8-25B5-4FF5-BA9A-12A76142AF0F}"/>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2AC7A018-1B02-49B2-9FA7-AB91F098DDD2}"/>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CBC61AAD-470D-418F-9DCA-A5BADC1E3C65}"/>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E432EA6C-4165-4410-B9B1-57527B3FAEED}"/>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BA76ECC0-0893-46AE-965A-088CA58D6BDA}"/>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F742C92A-DAD1-4F7F-BF85-C634AA447683}"/>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A5AB913B-A0F2-46DF-89A9-DFFD8CA6C64F}"/>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82C4EBD4-2D72-45B0-8074-26DD0860DBE7}"/>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05BB035B-3AB3-47B3-B93E-093EE7040704}"/>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3DCCC848-9647-4F23-A480-A9D9F9A0D6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2945071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328291B5-7281-4BFF-A538-F10A3A7C66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41">
            <a:extLst xmlns:a="http://schemas.openxmlformats.org/drawingml/2006/main">
              <a:ext uri="{FF2B5EF4-FFF2-40B4-BE49-F238E27FC236}">
                <a16:creationId xmlns:a16="http://schemas.microsoft.com/office/drawing/2014/main" id="{F051C06C-F175-457B-A734-B977073B7F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Skill을 어떻게 발견하고 호출할까?">
            <a:extLst xmlns:a="http://schemas.openxmlformats.org/drawingml/2006/main">
              <a:ext uri="{FF2B5EF4-FFF2-40B4-BE49-F238E27FC236}">
                <a16:creationId xmlns:a16="http://schemas.microsoft.com/office/drawing/2014/main" id="{CEA7B891-3A9F-4E52-9D77-3E2EFC6B96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ED43D2ED-C643-4172-8491-0E909A43E1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84BB5DF1-5B51-4F84-978B-EE54FFB3DE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43A08128-4A51-4E3A-B2FD-74C0FB31DE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5EF52714-DC7E-4B69-87A3-F10D238EDB44}"/>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3B65CD11-83AF-454F-8883-FC765425CF9B}"/>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D47683C2-9B4C-417D-9746-A915D21D92F4}"/>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52B8FD10-3C98-4555-A457-CF436DC95D86}"/>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6E8EEA3E-DCE4-479E-B5E2-AA269A9672B1}"/>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58DC9F89-01A7-40FE-AF5A-BE68442FB41B}"/>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952F6B4B-4BEC-4C2B-96F9-DBB72EE21D40}"/>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D4901C42-BDD5-406D-B75C-DE5A1457B17E}"/>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A226A2A3-D123-400E-BAD8-B65FDC4BFE2D}"/>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ADF5DC4E-0C90-4B5D-AA3D-3324BCED8E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6376637"/>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4217FB9B-8022-40B3-AAB9-C424C955FE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42">
            <a:extLst xmlns:a="http://schemas.openxmlformats.org/drawingml/2006/main">
              <a:ext uri="{FF2B5EF4-FFF2-40B4-BE49-F238E27FC236}">
                <a16:creationId xmlns:a16="http://schemas.microsoft.com/office/drawing/2014/main" id="{DAA4E025-04C8-4243-9F53-554C35D9D7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절차의 책임이 Prompt에서&#10;Repository로 이동">
            <a:extLst xmlns:a="http://schemas.openxmlformats.org/drawingml/2006/main">
              <a:ext uri="{FF2B5EF4-FFF2-40B4-BE49-F238E27FC236}">
                <a16:creationId xmlns:a16="http://schemas.microsoft.com/office/drawing/2014/main" id="{D9A7519D-E3DE-4A88-A729-D2BC828BAE1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630C92C7-8C9B-46E6-8A64-43C583774D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304AE949-2FDC-4182-9ED0-89115BAF083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8E37D97A-38CA-4F26-B591-7FE0060FE6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9B910AA8-0547-4ED8-BBBD-8D5096E6664E}"/>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752922A8-EA53-4BA1-9949-A55F9731FE10}"/>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B06534B7-8E56-4F28-911F-F5AE661C1C3D}"/>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F536C730-27C8-4705-ADC9-3FAE604C5789}"/>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C8FFBB3A-53B2-48CE-8645-31F5CAEF3A07}"/>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2B4EE9D2-A405-47AE-84D3-215DC666102A}"/>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492527EB-67E2-43AE-8A61-E74B92DBEBDA}"/>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3D8C7431-BE75-4B6F-AA9F-DDAB1FE5D286}"/>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8C1F347C-3116-4E7E-83FC-4F74FDC2CABF}"/>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62882E51-4FA6-461A-805D-8E14118066CA}"/>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16668184-3F43-430D-90BA-AF545EF68CF5}"/>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6E882EF2-6EC4-4783-A12D-99E1D14F8B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6357133"/>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91DDD60B-414B-46B3-91A0-C362F05FA1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43">
            <a:extLst xmlns:a="http://schemas.openxmlformats.org/drawingml/2006/main">
              <a:ext uri="{FF2B5EF4-FFF2-40B4-BE49-F238E27FC236}">
                <a16:creationId xmlns:a16="http://schemas.microsoft.com/office/drawing/2014/main" id="{76832DDD-DF58-4EB2-83AF-F76A2CC0F3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답을 담지 않는 Workflow">
            <a:extLst xmlns:a="http://schemas.openxmlformats.org/drawingml/2006/main">
              <a:ext uri="{FF2B5EF4-FFF2-40B4-BE49-F238E27FC236}">
                <a16:creationId xmlns:a16="http://schemas.microsoft.com/office/drawing/2014/main" id="{93131386-A466-4D9C-9455-2BBD02B77B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F9369957-FF64-46A0-852E-3939DDA5FC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F750A682-1558-4C0F-825E-B2985F6B0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CD12B87E-D3B6-4F09-A04A-79FC2D863A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43898F88-EB1D-467E-9A3D-4C61A7049323}"/>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BD1DEE13-AF6A-48DF-AF08-879903FF018E}"/>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8371FB8C-ABEF-4CD0-96F0-EF11F52C581D}"/>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A1F721AB-BE40-44D0-A9E2-7DA63B703A83}"/>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54FBF6A8-321F-442D-9B55-98F75DD708AB}"/>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75FAB9FE-AD57-4419-9F7E-5EEE1C6F9BF3}"/>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73EBDD27-EDD1-40F2-8724-126DA96393B9}"/>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ACCEC00D-2666-4898-9153-53B4804861A2}"/>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F636252E-FDE6-49A4-9AFD-0D132D12520B}"/>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AA1DD996-D361-46F2-983C-444D3DFF15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84072546"/>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6C65C617-C6F8-448E-8EE7-9A8E1B415A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44">
            <a:extLst xmlns:a="http://schemas.openxmlformats.org/drawingml/2006/main">
              <a:ext uri="{FF2B5EF4-FFF2-40B4-BE49-F238E27FC236}">
                <a16:creationId xmlns:a16="http://schemas.microsoft.com/office/drawing/2014/main" id="{6922F0EA-5D70-405F-AF03-AB24C1D436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측정으로 후보를 고르다">
            <a:extLst xmlns:a="http://schemas.openxmlformats.org/drawingml/2006/main">
              <a:ext uri="{FF2B5EF4-FFF2-40B4-BE49-F238E27FC236}">
                <a16:creationId xmlns:a16="http://schemas.microsoft.com/office/drawing/2014/main" id="{493186B8-6717-415A-8235-A9D512C4A3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42B62F68-77E5-4382-A6FF-717629189A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0F78E7CC-B39F-4A22-8FEA-34E642C83F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B1620C70-CE1B-4A66-954C-121EA422CE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5B20E3E7-EC3B-4B85-B64E-A12D3A05D071}"/>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32553311-BB28-4416-9CF1-68DDCBB14DA2}"/>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96696A4B-BFA6-4FC1-A1C8-CC69DC9CE342}"/>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DEFF3D31-154E-4762-A055-84CD1BF4DF90}"/>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DE38AAB2-92DC-491D-8924-8F7B45CFC8F1}"/>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6F6742DE-417A-4402-8150-08A3419C954D}"/>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956BFC20-195A-433A-A8EB-6D3BB850FB7B}"/>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59B87392-C6E6-4277-BA44-99ABD43E164D}"/>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EF70CFCD-49EF-4960-A29C-E2F787F9E3A2}"/>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6D89F838-E9DF-4B8B-BE80-88A3FF094DE2}"/>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AA88FB57-46C5-4E97-9F44-D3E120141538}"/>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941B782D-0D43-4E4F-AF01-12D66CFA0204}"/>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7B696826-9D14-41BD-A749-EA243F009A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32584256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8AF586BF-9212-4B07-AC1E-AE71F375BD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45">
            <a:extLst xmlns:a="http://schemas.openxmlformats.org/drawingml/2006/main">
              <a:ext uri="{FF2B5EF4-FFF2-40B4-BE49-F238E27FC236}">
                <a16:creationId xmlns:a16="http://schemas.microsoft.com/office/drawing/2014/main" id="{E506FB8A-7021-4308-9F97-E44B045F88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Working Harness Success">
            <a:extLst xmlns:a="http://schemas.openxmlformats.org/drawingml/2006/main">
              <a:ext uri="{FF2B5EF4-FFF2-40B4-BE49-F238E27FC236}">
                <a16:creationId xmlns:a16="http://schemas.microsoft.com/office/drawing/2014/main" id="{5536170B-F6BF-4216-A803-1FD579613E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734FE0C1-0927-4044-8595-181F71EA35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5E244787-1E75-4D2C-9939-A86ABD00A7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97BF20C6-09A5-43B5-92CC-B8B5C6F8B3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9CA3343F-E4C7-41FF-B4DB-5C93566A2440}"/>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2A98E6F8-25B1-4180-A4AF-04C7E4611BF5}"/>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2CED5183-A7B8-4490-A13A-A608BCF824E6}"/>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0E2C0A7E-C8F4-4C90-AEFC-21977464C1AF}"/>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7f4607bba38a42a1"/>
          </a:graphicData>
        </a:graphic>
      </p:graphicFrame>
      <p:sp>
        <p:nvSpPr>
          <p:cNvPr id="11" name="">
            <a:extLst xmlns:a="http://schemas.openxmlformats.org/drawingml/2006/main">
              <a:ext uri="{FF2B5EF4-FFF2-40B4-BE49-F238E27FC236}">
                <a16:creationId xmlns:a16="http://schemas.microsoft.com/office/drawing/2014/main" id="{B66D7DA4-5C82-4E87-8E6E-0B5FFED399B1}"/>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C383B54A-F78C-4FAF-82E2-C378B92E96B0}"/>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82F01563-9A27-45E9-B510-1E225F0A4DCC}"/>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8C4AA26E-CD96-40B6-8262-83B0D62FC1A2}"/>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FE439948-FF98-4A6E-B997-D665DACF5649}"/>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B51633C1-BDA0-44DC-81A4-B7291A9363E3}"/>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D781DD6E-AC1E-4B26-B78C-6AEA40A29D95}"/>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FA7A5F34-6D58-4F9C-AB7C-529EE32AE36F}"/>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E759E541-3593-4EE9-B6E3-4E639141BFAA}"/>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A7C50FA5-2F89-45A3-8778-E2BFD029AB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291957005"/>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43F07FA6-986D-4436-96B1-1FAE160377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46">
            <a:extLst xmlns:a="http://schemas.openxmlformats.org/drawingml/2006/main">
              <a:ext uri="{FF2B5EF4-FFF2-40B4-BE49-F238E27FC236}">
                <a16:creationId xmlns:a16="http://schemas.microsoft.com/office/drawing/2014/main" id="{0C3DE134-F0FE-426E-84E7-D811965CFE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이 작업에 Subagent가 필요했을까?">
            <a:extLst xmlns:a="http://schemas.openxmlformats.org/drawingml/2006/main">
              <a:ext uri="{FF2B5EF4-FFF2-40B4-BE49-F238E27FC236}">
                <a16:creationId xmlns:a16="http://schemas.microsoft.com/office/drawing/2014/main" id="{B61C5398-B35C-41A8-8FAD-21276F5DD4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0E1B0DB7-00D3-4738-A1DC-1CEC4D94EB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C1A5CE6B-AE46-4AA1-8B9C-56318AD9E4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5BB3A244-DFAB-4525-AD80-504D47C72D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469EA3BC-1F40-4A21-ABEF-196440A75CF6}"/>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EEDACBDC-E476-46A2-B309-DE8BECF6B110}"/>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4FDBDABA-1D37-4ACC-A3D3-112E9C67D593}"/>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D164024C-626C-4669-B6C5-6B26E031467A}"/>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976F6C3-9CF7-4B21-89A2-0D9B26A20033}"/>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AB0ADF15-4A4F-4847-A781-9DFC95843A19}"/>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E933D993-1BE5-43C5-A408-5A243F6BDF46}"/>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3FEC5E05-36BE-493A-B1DE-A80CD445B770}"/>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5F4ED53-4A18-4D50-94A6-A2B51F3FFC8D}"/>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11C6A659-D96A-4BE7-8EC8-75B6B6FE16D2}"/>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EC697284-FC42-4EBC-902E-28D1328D6C26}"/>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C8D800FE-66F6-41C9-8B88-041C5821216B}"/>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9C2108A0-19F9-4616-AA77-00E7BF5C724F}"/>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38605390-CBD7-4C29-8FE6-118BCE005B4C}"/>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3F65F1EA-FC25-48C6-9782-A8D158D88D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23835033"/>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23CE83A4-911A-4BE3-ABDC-1F5B4D550A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47">
            <a:extLst xmlns:a="http://schemas.openxmlformats.org/drawingml/2006/main">
              <a:ext uri="{FF2B5EF4-FFF2-40B4-BE49-F238E27FC236}">
                <a16:creationId xmlns:a16="http://schemas.microsoft.com/office/drawing/2014/main" id="{EF7A9C6C-F64A-4A9E-BF7B-7F601C2435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Subagent를 고려할 조건">
            <a:extLst xmlns:a="http://schemas.openxmlformats.org/drawingml/2006/main">
              <a:ext uri="{FF2B5EF4-FFF2-40B4-BE49-F238E27FC236}">
                <a16:creationId xmlns:a16="http://schemas.microsoft.com/office/drawing/2014/main" id="{2DBB06AF-5314-4FBD-946B-DA073C9FD0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60985001-1511-445F-BB6C-8D56660762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841FCD38-97E4-4166-BAC8-DEA1C329F8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F93EA430-3693-4368-949B-4B097C580E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BF78D400-FE46-47A4-8698-589062E8DD08}"/>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F301C6FF-D792-47BC-9678-D2841C23C730}"/>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92BD8DE1-298D-4473-B863-8A127B1E2C08}"/>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2FB49C7B-E51D-4E6E-95BA-4B14DA7C9D2B}"/>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36404521-AE1F-42AC-8A6D-6224E0346372}"/>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DCBC9F50-C8EC-47B1-8058-5BDCE6E13E52}"/>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9495C462-CE6E-491D-99C9-76B6B076122F}"/>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10DF05AC-1667-4873-BEDE-7C41D846E494}"/>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08741D4E-8F0A-4EF6-86D8-426598154262}"/>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9EB2C996-44F1-4B5D-BFE7-C16B354F7762}"/>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1CE396F9-466E-4315-81E5-109CBCA5D70D}"/>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C5F76570-E65B-448C-B5B1-88C5541613F4}"/>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5D9943ED-EE9E-4EDC-B9B9-D38A3259D851}"/>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F89FF29D-8BEB-4639-B9BF-A4FA56492FBA}"/>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42D92FEF-16BA-4154-B1D7-EC584D638817}"/>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B2681BDE-A85F-4DCE-865C-0F7CF0D9DC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26682521"/>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A988D68F-1DA0-49BA-9139-BAAC0B3342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48">
            <a:extLst xmlns:a="http://schemas.openxmlformats.org/drawingml/2006/main">
              <a:ext uri="{FF2B5EF4-FFF2-40B4-BE49-F238E27FC236}">
                <a16:creationId xmlns:a16="http://schemas.microsoft.com/office/drawing/2014/main" id="{DE401B88-8705-4DF8-A24F-88ECC65B6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무엇이 다시 찾기 어려운 지식인가?">
            <a:extLst xmlns:a="http://schemas.openxmlformats.org/drawingml/2006/main">
              <a:ext uri="{FF2B5EF4-FFF2-40B4-BE49-F238E27FC236}">
                <a16:creationId xmlns:a16="http://schemas.microsoft.com/office/drawing/2014/main" id="{F7328A58-ED85-45DD-9BF3-E5FD0AF154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7A920BE6-428C-4444-AB1D-7840B40E23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07EDD5AD-09EC-44BA-A562-3E1404C40C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D71ACFE8-47F5-40C8-A954-1B06BE161E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C3210C86-1F33-4EDC-B74A-E220F62E11D9}"/>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3562916B-F53A-483E-ABD4-7F9A460E8B88}"/>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59C5F7A0-4519-4E1C-85E7-A980D51774EA}"/>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FDED5AA7-BF92-4417-AE57-4086BDB1FDA2}"/>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BD6649BE-3079-4D4F-BAFF-7390184855F6}"/>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4F414697-F99F-492B-ADB3-3E962179A92D}"/>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78C4EA1A-67F4-4A6B-BB0A-CB363B5C2785}"/>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8313E7B8-33BB-4D26-8127-DFDA19AD8E6B}"/>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99734330-F681-45CE-986A-B1728B11FAD3}"/>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3C6A8743-74DD-46FD-B2C9-30C31A5EE6AB}"/>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C3554EBB-4647-48EB-A760-17070CC3B636}"/>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5A78E9D9-B32A-4CF7-B403-9E7C362B4CCE}"/>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3B0A79DC-CA63-4047-8FF3-EDEED653233D}"/>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42C81575-87B8-461B-B872-968AB69D11A2}"/>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61286327-46BD-4502-B809-2EF1C8F526FB}"/>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EE77BFE3-618D-432E-8335-221F91E20814}"/>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BFDB24D2-A8B3-4493-AC5A-736FA8886149}"/>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87B63A49-68DD-407C-9000-2F6942D346A0}"/>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BE032B04-0DEE-4D0B-8F34-3EBEF003FE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85744594"/>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9C8FC412-A873-473C-AAF2-0A9831E93C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49">
            <a:extLst xmlns:a="http://schemas.openxmlformats.org/drawingml/2006/main">
              <a:ext uri="{FF2B5EF4-FFF2-40B4-BE49-F238E27FC236}">
                <a16:creationId xmlns:a16="http://schemas.microsoft.com/office/drawing/2014/main" id="{79FFC654-D1D6-4313-A97C-E5FAE250E9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Memory는 재발견 비용으로 판단">
            <a:extLst xmlns:a="http://schemas.openxmlformats.org/drawingml/2006/main">
              <a:ext uri="{FF2B5EF4-FFF2-40B4-BE49-F238E27FC236}">
                <a16:creationId xmlns:a16="http://schemas.microsoft.com/office/drawing/2014/main" id="{5130015D-ACA3-4B9D-B838-599D28E54A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71E7835D-EC55-4AF0-A6A2-3F47BB1935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D21EE608-E722-43F2-8228-BA635DBED5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AB87548F-B30E-45BF-839B-053F4F9413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3544D852-1AC2-4191-89EC-5D0C55E8A982}"/>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A1F519A8-F9FE-49DD-BC9E-B9E98AD9F226}"/>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3A14C134-0B81-4514-B044-ECD32D898126}"/>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ADFB625F-5BE6-4486-B220-1411C20BAD42}"/>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BC9E5A8C-7D19-498C-9D60-3BA16D27E1D9}"/>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59EBAD4D-FD5B-484C-ACAA-5DB502CA1158}"/>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CC2083C8-07AB-471A-8ED3-0C9050E681EC}"/>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D32CDE70-DA4A-44F3-97D3-FAC3B40B409D}"/>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06D4A921-F239-4E9A-B3DF-EFC07B92AEB0}"/>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7FDA1D05-59B9-4294-8B49-E5C4FA211C10}"/>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08E1D641-4723-4EFD-838F-F915682914E0}"/>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5852B1D5-B0CF-41E6-88E8-E58DCB32EE91}"/>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8ADE2105-45DB-4D45-A0F4-24BB4E28F1CC}"/>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5862CCF6-75A5-427C-8386-6A9B8ADA1602}"/>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9C10E137-7DD2-406B-8135-3ECC80911828}"/>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2A09986D-1783-4D98-8E7C-3D7F21721310}"/>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E15EC3B9-F70F-4456-8860-38F852029F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97627597"/>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C1FDD773-091A-4311-9169-755E8C38F6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50">
            <a:extLst xmlns:a="http://schemas.openxmlformats.org/drawingml/2006/main">
              <a:ext uri="{FF2B5EF4-FFF2-40B4-BE49-F238E27FC236}">
                <a16:creationId xmlns:a16="http://schemas.microsoft.com/office/drawing/2014/main" id="{A3A63606-D3C6-4BA1-83DB-CBF6FC17B9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Minimum Effective Harness">
            <a:extLst xmlns:a="http://schemas.openxmlformats.org/drawingml/2006/main">
              <a:ext uri="{FF2B5EF4-FFF2-40B4-BE49-F238E27FC236}">
                <a16:creationId xmlns:a16="http://schemas.microsoft.com/office/drawing/2014/main" id="{8DD08623-97B1-4FDB-825D-8C678F3CD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E70EB8AA-E18D-4268-B30C-7B0162F64B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0814F7A8-9037-4433-936C-33FF22923E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8CBEA11E-FEB1-40FB-A8CD-E5A286E9B0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3BBE2ED2-4149-4B3F-AC32-413D049011AC}"/>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E6951AF2-DE35-406C-93F2-3A7BDB1CDEC7}"/>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6CC33DEE-45C2-4255-8152-38CFF796ADEA}"/>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56C5A1FE-0616-4312-8467-D5D28394FE7D}"/>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4BDD2031-BBE1-43E6-B0C9-DD601A971310}"/>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11682CC3-17D2-413C-8665-999B707F4FE6}"/>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A3CC19DA-3298-48D7-A73C-C8C3C6BC861E}"/>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41318AC0-68AC-4FCA-A52E-89C526BB2C81}"/>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FC9ED1FD-AC41-4F9B-8771-7D115A751102}"/>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22562EBE-89BA-4AFF-B5D6-157F4F2751A6}"/>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5F07D5D3-37FA-47DC-A633-3F2AFCA7B0BF}"/>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DD915870-DB20-4F5B-A25F-7E0B750060C8}"/>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212D753A-72E0-4C85-945A-6A7E23416A9D}"/>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21F34F78-5CCF-49BE-8547-94A9AFF76486}"/>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9C9A6F64-FEC7-4ECD-B40C-398BD72790A9}"/>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2AAB673A-84DF-4158-86D4-7D7ACE2D072E}"/>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F2D8A192-D20E-4A7D-989E-B9AED216F4DC}"/>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672244D9-93CF-4878-81B2-2258D66768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03224663"/>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ED467ABF-52DD-4182-BB96-98109C3151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51">
            <a:extLst xmlns:a="http://schemas.openxmlformats.org/drawingml/2006/main">
              <a:ext uri="{FF2B5EF4-FFF2-40B4-BE49-F238E27FC236}">
                <a16:creationId xmlns:a16="http://schemas.microsoft.com/office/drawing/2014/main" id="{C86AE15D-909F-4177-8719-2AAE745EF8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Harness는 작업 환경 설계다">
            <a:extLst xmlns:a="http://schemas.openxmlformats.org/drawingml/2006/main">
              <a:ext uri="{FF2B5EF4-FFF2-40B4-BE49-F238E27FC236}">
                <a16:creationId xmlns:a16="http://schemas.microsoft.com/office/drawing/2014/main" id="{3BA18125-64F1-4D94-95C5-2A4DCB9878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D59FD7EC-6ED0-4D42-8ECB-BCBE258B6F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119B3C13-05DF-41E6-94A3-4350E766D6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57EA27FC-AC7A-4373-90DA-27479E2EA3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A1C2DF89-B366-418D-B76E-041935BACE97}"/>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EB0E0F5F-8D18-4BA5-ADA8-EC0F951C1562}"/>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2ADE794C-E91B-4B5C-9F53-5EC10F6A00D1}"/>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568C0840-54C9-45AF-9769-898EFAFE93B1}"/>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1BC8DFA2-1E0A-4A9F-BAF9-1FF879A49763}"/>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A2D687D9-087C-4D62-950E-937F26C802EE}"/>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8CAA03A-3434-44E6-94F6-92D3D7C4896E}"/>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EFB6135-78BF-4D3F-AFCF-B087F5FAEFB2}"/>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885E5998-3AE0-4506-BBFB-6DD4E3884970}"/>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2D94F1AD-F8AC-4601-9822-BBC6A6DB1D85}"/>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4D67A4ED-E472-4865-A798-618128C47ED5}"/>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B8D505A9-1939-4C95-96DE-268F0EEB7C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30269966"/>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3234510B-7F10-48B2-A38A-5C332D31AE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52">
            <a:extLst xmlns:a="http://schemas.openxmlformats.org/drawingml/2006/main">
              <a:ext uri="{FF2B5EF4-FFF2-40B4-BE49-F238E27FC236}">
                <a16:creationId xmlns:a16="http://schemas.microsoft.com/office/drawing/2014/main" id="{E12F0278-4863-4987-A626-A4E0A406EC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Repository 밖의 환경도 결과에 영향을 준다">
            <a:extLst xmlns:a="http://schemas.openxmlformats.org/drawingml/2006/main">
              <a:ext uri="{FF2B5EF4-FFF2-40B4-BE49-F238E27FC236}">
                <a16:creationId xmlns:a16="http://schemas.microsoft.com/office/drawing/2014/main" id="{92D7DAD4-ADD9-4622-B1AF-EF7A01F4BD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C656FEDB-4FFA-4828-A1BE-B4F5A13131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828A738-7E4E-4931-83BA-38E32FB910E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995B7236-203E-4836-9DBC-103F702C8F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927D5C86-9AAB-4F5E-9E4D-55A7DCF282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FD81E66E-0FC5-476B-B7F0-A3200F6C91D1}"/>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D44AD88B-4F72-4EC9-AE9D-45C7EEABAC96}"/>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D6971B26-B007-4579-BF4F-754EB0556B11}"/>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419B5B5F-AA3A-4742-963E-732379DF9B11}"/>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F4EDD01D-74BF-4E40-9A89-E44CD3331051}"/>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7BEDD46D-F9BB-4939-8A0E-89DCA362637D}"/>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7E34FBF2-3A21-44CD-81EE-A567352C7422}"/>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E6FFFCD2-FDF4-4804-8CB5-AA1EA7E981A0}"/>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DC00D090-EC4B-448B-9244-B164EE49BCF6}"/>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DE9056F7-91BC-47C8-A154-DCDCD2747ACF}"/>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36126BA3-1DCF-4B13-867D-05B9B86C6C47}"/>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C93CB70D-7966-442A-8F5A-591843E8E65B}"/>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6E258086-9E12-4B5E-924C-5D441CE8170D}"/>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9C3C814F-5C5C-4E81-B26D-CC936293217A}"/>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1168679D-9B7D-4796-9DCA-8BB221AD084E}"/>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B3730653-766F-4FD9-8C74-F35D74F8B1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801122771"/>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160FE1F4-BB40-423E-8FAF-8CABA82434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53">
            <a:extLst xmlns:a="http://schemas.openxmlformats.org/drawingml/2006/main">
              <a:ext uri="{FF2B5EF4-FFF2-40B4-BE49-F238E27FC236}">
                <a16:creationId xmlns:a16="http://schemas.microsoft.com/office/drawing/2014/main" id="{0CD3B9C9-6724-4B1D-BAEE-C61A3FE781E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Engineering Pattern은 C++에도 전이된다">
            <a:extLst xmlns:a="http://schemas.openxmlformats.org/drawingml/2006/main">
              <a:ext uri="{FF2B5EF4-FFF2-40B4-BE49-F238E27FC236}">
                <a16:creationId xmlns:a16="http://schemas.microsoft.com/office/drawing/2014/main" id="{B2B541A5-A487-47C0-A842-C5CCF0127B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52A1392C-73BD-42DA-9F7A-A886A336A7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2D3B1809-657C-4D27-A2C0-F7F1D35316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8C13C90E-3838-4BB7-93AF-9E90D349F7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1E4BC935-2D2B-4B56-8FC0-71B40E54B17F}"/>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4E9B50D7-BB32-4C4E-8648-06410708FA47}"/>
              </a:ext>
            </a:extLst>
          </p:cNvPr>
          <p:cNvPicPr>
            <a:picLocks xmlns:a="http://schemas.openxmlformats.org/drawingml/2006/main" noChangeAspect="1"/>
          </p:cNvPicPr>
          <p:nvPr/>
        </p:nvPicPr>
        <p:blipFill>
          <a:blip xmlns:r="http://schemas.openxmlformats.org/officeDocument/2006/relationships" xmlns:a="http://schemas.openxmlformats.org/drawingml/2006/main" r:embed="Rfda4f53191f64d5a"/>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DB7A05ED-009C-47D7-8F61-E128CB39326B}"/>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E8413549-FCE0-4E28-B3F2-D4927A833212}"/>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1A5D4D19-7EBC-4C74-A965-71509D0E1942}"/>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1E858D01-D0D9-4386-B53E-0CBB8A5D9DC4}"/>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0EE6D03D-BB1F-4C6B-9DF7-917E72DA3482}"/>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D6FA61B4-8B37-4708-AA26-A89329F982E2}"/>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CC7B6FFA-C864-4968-8D58-27D16B900B07}"/>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4F0C6B39-C00A-4B99-8EF2-00026339B9C6}"/>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781CB397-33BB-4DB5-A503-A8EDDDB103BC}"/>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398F1FE4-EDC2-4BB7-97ED-8B3F948ED4A7}"/>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A669FFEC-3B5A-49FB-AED7-BA7C6D4AD99A}"/>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B1044EC0-8953-4354-87DD-8403529718CA}"/>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4155DD3F-B4AB-4D31-9F05-8452D1959CC1}"/>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DBCA5E86-A533-4D80-B027-5D8C796607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2744689"/>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7A592FDA-4A3E-46AD-BB63-F0C8622AA1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54">
            <a:extLst xmlns:a="http://schemas.openxmlformats.org/drawingml/2006/main">
              <a:ext uri="{FF2B5EF4-FFF2-40B4-BE49-F238E27FC236}">
                <a16:creationId xmlns:a16="http://schemas.microsoft.com/office/drawing/2014/main" id="{EAB6944F-A162-44DB-9B7B-6498E6CED2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필요한 구조부터 질문하기">
            <a:extLst xmlns:a="http://schemas.openxmlformats.org/drawingml/2006/main">
              <a:ext uri="{FF2B5EF4-FFF2-40B4-BE49-F238E27FC236}">
                <a16:creationId xmlns:a16="http://schemas.microsoft.com/office/drawing/2014/main" id="{C4B98AAC-3A8F-48ED-BE68-B377915675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3EE84E8C-9A71-4A0C-943F-C228EF9856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A235B7BA-3BEB-4872-8B29-0F9722ABA7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F0DB2B74-887C-4D21-B59F-C71FCB56D0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1EF49660-8270-4509-8D7C-E1E375B54463}"/>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174A215E-8E78-4A03-8380-DD905FD69294}"/>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FB32C546-DD2E-4455-B47C-B89CDF822D2B}"/>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106E8AE6-12C5-4B36-8F35-2E09F8DB5E02}"/>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755131D3-B75F-440A-A5AB-5B78EB71755C}"/>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E6047137-865F-4455-A66B-BBAB2E4B7225}"/>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EF7E8E52-1938-4BB9-B752-CF53201B427A}"/>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776235B9-5336-4255-8430-AEC5F99CBF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5410579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2026-10-21T11:24:28.9650000Z</dcterms:created>
  <dcterms:modified xsi:type="dcterms:W3CDTF">2026-10-21T11:24:28.9650000Z</dcterms:modified>
</coreProperties>
</file>