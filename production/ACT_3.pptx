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43194192d394c6b" /><Relationship Type="http://schemas.openxmlformats.org/officeDocument/2006/relationships/extended-properties" Target="/docProps/app.xml" Id="Rbb5ab97d9cc040e1" /><Relationship Type="http://schemas.openxmlformats.org/officeDocument/2006/relationships/officeDocument" Target="/ppt/presentation.xml" Id="R0537714686d342fe" /></Relationships>
</file>

<file path=ppt/presentation.xml><?xml version="1.0" encoding="utf-8"?>
<p:presentation xmlns:p="http://schemas.openxmlformats.org/presentationml/2006/main">
  <p:sldMasterIdLst>
    <p:sldMasterId xmlns:r="http://schemas.openxmlformats.org/officeDocument/2006/relationships" id="2147483648" r:id="R4716bb2bba40427a"/>
  </p:sldMasterIdLst>
  <p:notesMasterIdLst>
    <p:notesMasterId xmlns:r="http://schemas.openxmlformats.org/officeDocument/2006/relationships" r:id="R39a74543d63a4f6f"/>
  </p:notesMasterIdLst>
  <p:sldIdLst>
    <p:sldId xmlns:r="http://schemas.openxmlformats.org/officeDocument/2006/relationships" id="256" r:id="R844812a104584f9e"/>
    <p:sldId xmlns:r="http://schemas.openxmlformats.org/officeDocument/2006/relationships" id="257" r:id="R588a71818c044c7c"/>
    <p:sldId xmlns:r="http://schemas.openxmlformats.org/officeDocument/2006/relationships" id="258" r:id="R6135b95ba5f64c2d"/>
    <p:sldId xmlns:r="http://schemas.openxmlformats.org/officeDocument/2006/relationships" id="259" r:id="Rbf0d3ebe742b4210"/>
    <p:sldId xmlns:r="http://schemas.openxmlformats.org/officeDocument/2006/relationships" id="260" r:id="R6e770010b7f4475e"/>
    <p:sldId xmlns:r="http://schemas.openxmlformats.org/officeDocument/2006/relationships" id="261" r:id="R3c250089fd4940c6"/>
    <p:sldId xmlns:r="http://schemas.openxmlformats.org/officeDocument/2006/relationships" id="262" r:id="R267bd4ce72004c03"/>
    <p:sldId xmlns:r="http://schemas.openxmlformats.org/officeDocument/2006/relationships" id="263" r:id="R6f00a49446fa4f7a"/>
    <p:sldId xmlns:r="http://schemas.openxmlformats.org/officeDocument/2006/relationships" id="264" r:id="R907710953db74b7a"/>
    <p:sldId xmlns:r="http://schemas.openxmlformats.org/officeDocument/2006/relationships" id="265" r:id="R6d1ab09e843d4d7e"/>
    <p:sldId xmlns:r="http://schemas.openxmlformats.org/officeDocument/2006/relationships" id="266" r:id="R7ecd2e33db7342bc"/>
    <p:sldId xmlns:r="http://schemas.openxmlformats.org/officeDocument/2006/relationships" id="267" r:id="R23fbb54fa09f4f72"/>
    <p:sldId xmlns:r="http://schemas.openxmlformats.org/officeDocument/2006/relationships" id="268" r:id="R20f7d7154e4a4d4d"/>
    <p:sldId xmlns:r="http://schemas.openxmlformats.org/officeDocument/2006/relationships" id="269" r:id="R519e9e391bd74cb1"/>
    <p:sldId xmlns:r="http://schemas.openxmlformats.org/officeDocument/2006/relationships" id="270" r:id="R7186029bb0554996"/>
    <p:sldId xmlns:r="http://schemas.openxmlformats.org/officeDocument/2006/relationships" id="271" r:id="R7e905673fe314e6b"/>
    <p:sldId xmlns:r="http://schemas.openxmlformats.org/officeDocument/2006/relationships" id="272" r:id="R93f84267ce2c468a"/>
    <p:sldId xmlns:r="http://schemas.openxmlformats.org/officeDocument/2006/relationships" id="273" r:id="R76da22239eb2474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0f380e04b41450d" /><Relationship Type="http://schemas.openxmlformats.org/officeDocument/2006/relationships/slideMaster" Target="/ppt/slideMasters/slideMaster1.xml" Id="R4716bb2bba40427a" /><Relationship Type="http://schemas.openxmlformats.org/officeDocument/2006/relationships/notesMaster" Target="/ppt/notesMasters/notesMaster1.xml" Id="R39a74543d63a4f6f" /><Relationship Type="http://schemas.openxmlformats.org/officeDocument/2006/relationships/presProps" Target="/ppt/presProps.xml" Id="R527425ec99724cb9" /><Relationship Type="http://schemas.openxmlformats.org/officeDocument/2006/relationships/tableStyles" Target="/ppt/tableStyles.xml" Id="R7f9e6ab220264d94" /><Relationship Type="http://schemas.openxmlformats.org/officeDocument/2006/relationships/slide" Target="/ppt/slides/slide1.xml" Id="R844812a104584f9e" /><Relationship Type="http://schemas.openxmlformats.org/officeDocument/2006/relationships/slide" Target="/ppt/slides/slide2.xml" Id="R588a71818c044c7c" /><Relationship Type="http://schemas.openxmlformats.org/officeDocument/2006/relationships/slide" Target="/ppt/slides/slide3.xml" Id="R6135b95ba5f64c2d" /><Relationship Type="http://schemas.openxmlformats.org/officeDocument/2006/relationships/slide" Target="/ppt/slides/slide4.xml" Id="Rbf0d3ebe742b4210" /><Relationship Type="http://schemas.openxmlformats.org/officeDocument/2006/relationships/slide" Target="/ppt/slides/slide5.xml" Id="R6e770010b7f4475e" /><Relationship Type="http://schemas.openxmlformats.org/officeDocument/2006/relationships/slide" Target="/ppt/slides/slide6.xml" Id="R3c250089fd4940c6" /><Relationship Type="http://schemas.openxmlformats.org/officeDocument/2006/relationships/slide" Target="/ppt/slides/slide7.xml" Id="R267bd4ce72004c03" /><Relationship Type="http://schemas.openxmlformats.org/officeDocument/2006/relationships/slide" Target="/ppt/slides/slide8.xml" Id="R6f00a49446fa4f7a" /><Relationship Type="http://schemas.openxmlformats.org/officeDocument/2006/relationships/slide" Target="/ppt/slides/slide9.xml" Id="R907710953db74b7a" /><Relationship Type="http://schemas.openxmlformats.org/officeDocument/2006/relationships/slide" Target="/ppt/slides/slide10.xml" Id="R6d1ab09e843d4d7e" /><Relationship Type="http://schemas.openxmlformats.org/officeDocument/2006/relationships/slide" Target="/ppt/slides/slide11.xml" Id="R7ecd2e33db7342bc" /><Relationship Type="http://schemas.openxmlformats.org/officeDocument/2006/relationships/slide" Target="/ppt/slides/slide12.xml" Id="R23fbb54fa09f4f72" /><Relationship Type="http://schemas.openxmlformats.org/officeDocument/2006/relationships/slide" Target="/ppt/slides/slide13.xml" Id="R20f7d7154e4a4d4d" /><Relationship Type="http://schemas.openxmlformats.org/officeDocument/2006/relationships/slide" Target="/ppt/slides/slide14.xml" Id="R519e9e391bd74cb1" /><Relationship Type="http://schemas.openxmlformats.org/officeDocument/2006/relationships/slide" Target="/ppt/slides/slide15.xml" Id="R7186029bb0554996" /><Relationship Type="http://schemas.openxmlformats.org/officeDocument/2006/relationships/slide" Target="/ppt/slides/slide16.xml" Id="R7e905673fe314e6b" /><Relationship Type="http://schemas.openxmlformats.org/officeDocument/2006/relationships/slide" Target="/ppt/slides/slide17.xml" Id="R93f84267ce2c468a" /><Relationship Type="http://schemas.openxmlformats.org/officeDocument/2006/relationships/slide" Target="/ppt/slides/slide18.xml" Id="R76da22239eb247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5e7fd29606944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13fb57f8724571" /><Relationship Type="http://schemas.openxmlformats.org/officeDocument/2006/relationships/notesMaster" Target="/ppt/notesMasters/notesMaster1.xml" Id="R4582a51d06dc45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0c75aad43c4997" /><Relationship Type="http://schemas.openxmlformats.org/officeDocument/2006/relationships/notesMaster" Target="/ppt/notesMasters/notesMaster1.xml" Id="R955614bce2df4f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69bcc5adf5424f" /><Relationship Type="http://schemas.openxmlformats.org/officeDocument/2006/relationships/notesMaster" Target="/ppt/notesMasters/notesMaster1.xml" Id="Raf57bc3d4ce04e5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e869b02307407f" /><Relationship Type="http://schemas.openxmlformats.org/officeDocument/2006/relationships/notesMaster" Target="/ppt/notesMasters/notesMaster1.xml" Id="R179a31c3dffa4a24" /></Relationships>
</file>

<file path=ppt/notesSlides/_rels/notesSlide5.xml.rels>&#65279;<?xml version="1.0" encoding="utf-8"?><Relationships xmlns="http://schemas.openxmlformats.org/package/2006/relationships"><Relationship Type="http://schemas.openxmlformats.org/officeDocument/2006/relationships/slide" Target="/ppt/slides/slide5.xml" Id="R7271fda6fcf94675" /><Relationship Type="http://schemas.openxmlformats.org/officeDocument/2006/relationships/notesMaster" Target="/ppt/notesMasters/notesMaster1.xml" Id="Rc4e65c67ed8441f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88bea98c1504689" /><Relationship Type="http://schemas.openxmlformats.org/officeDocument/2006/relationships/notesMaster" Target="/ppt/notesMasters/notesMaster1.xml" Id="R56cb4968fe6545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57890b54b7c2465e" /><Relationship Type="http://schemas.openxmlformats.org/officeDocument/2006/relationships/notesMaster" Target="/ppt/notesMasters/notesMaster1.xml" Id="Reba04a15a93d40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f4cc13d547e41ec" /><Relationship Type="http://schemas.openxmlformats.org/officeDocument/2006/relationships/notesMaster" Target="/ppt/notesMasters/notesMaster1.xml" Id="Rd0a4528b1a414c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6da2f2b7694885" /><Relationship Type="http://schemas.openxmlformats.org/officeDocument/2006/relationships/notesMaster" Target="/ppt/notesMasters/notesMaster1.xml" Id="R75fea9a897514a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7aedc4ddc94007" /><Relationship Type="http://schemas.openxmlformats.org/officeDocument/2006/relationships/notesMaster" Target="/ppt/notesMasters/notesMaster1.xml" Id="Rdab4e94f3c384e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f9c074f4d24e14" /><Relationship Type="http://schemas.openxmlformats.org/officeDocument/2006/relationships/notesMaster" Target="/ppt/notesMasters/notesMaster1.xml" Id="Rd296ab38ad4848a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346918aacd4040" /><Relationship Type="http://schemas.openxmlformats.org/officeDocument/2006/relationships/notesMaster" Target="/ppt/notesMasters/notesMaster1.xml" Id="Radd26fa2527744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f0cf5f5511d4765" /><Relationship Type="http://schemas.openxmlformats.org/officeDocument/2006/relationships/notesMaster" Target="/ppt/notesMasters/notesMaster1.xml" Id="R680282056c5d46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7b923e28ff9487d" /><Relationship Type="http://schemas.openxmlformats.org/officeDocument/2006/relationships/notesMaster" Target="/ppt/notesMasters/notesMaster1.xml" Id="R1060e3b47ad0427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00557d5765b4cf6" /><Relationship Type="http://schemas.openxmlformats.org/officeDocument/2006/relationships/notesMaster" Target="/ppt/notesMasters/notesMaster1.xml" Id="Rbaacc50e369e4a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885433b39cd46b3" /><Relationship Type="http://schemas.openxmlformats.org/officeDocument/2006/relationships/notesMaster" Target="/ppt/notesMasters/notesMaster1.xml" Id="Raeb34bf23409413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a3135f03b249b1" /><Relationship Type="http://schemas.openxmlformats.org/officeDocument/2006/relationships/notesMaster" Target="/ppt/notesMasters/notesMaster1.xml" Id="R8d5073cba32f409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65718a3d49242d4" /><Relationship Type="http://schemas.openxmlformats.org/officeDocument/2006/relationships/notesMaster" Target="/ppt/notesMasters/notesMaster1.xml" Id="R6224f657eeaa455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2346ab1f9a48a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55521d22d284b1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82f02a1e6f0443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14fcef9f428483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c8419cd8a99422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2846fc6966540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EB1E0B-92E1-4E31-A7D4-BB83048126B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7B2BAE3-90B1-46B9-A1F9-E5A6E99FA11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98AD127-4EBE-45CE-AB7D-0DA3A30B3A5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8FA0509-4B37-40BF-8EB9-59A1CD6F3E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5D963BB-26B1-4D44-997F-33C7CDFE90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817AFE1-DCAF-47A5-BBDD-9BA53A32F3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4AC635A-2EA2-42B1-8024-059146022AE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D5F095A-5BE4-4B92-BE25-F83AB3180BF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6FBCEC-DD86-4611-9D94-E0EA855A2C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6B9D50-6DA5-496A-A70C-DCA60AAA325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076091f100f4ea2" /><Relationship Type="http://schemas.openxmlformats.org/officeDocument/2006/relationships/slideLayout" Target="/ppt/slideLayouts/slideLayout1.xml" Id="R145a3656b7ef4000" /><Relationship Type="http://schemas.openxmlformats.org/officeDocument/2006/relationships/slideLayout" Target="/ppt/slideLayouts/slideLayout2.xml" Id="R5664ed4a7dd64c25" /><Relationship Type="http://schemas.openxmlformats.org/officeDocument/2006/relationships/slideLayout" Target="/ppt/slideLayouts/slideLayout3.xml" Id="Rb1a985688eea48ed" /><Relationship Type="http://schemas.openxmlformats.org/officeDocument/2006/relationships/slideLayout" Target="/ppt/slideLayouts/slideLayout4.xml" Id="R0054234cad32469b" /><Relationship Type="http://schemas.openxmlformats.org/officeDocument/2006/relationships/slideLayout" Target="/ppt/slideLayouts/slideLayout5.xml" Id="Rf580abb52b8440ce" /><Relationship Type="http://schemas.openxmlformats.org/officeDocument/2006/relationships/slideLayout" Target="/ppt/slideLayouts/slideLayout6.xml" Id="Rd533b678fd084d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45a3656b7ef4000"/>
    <p:sldLayoutId xmlns:r="http://schemas.openxmlformats.org/officeDocument/2006/relationships" id="2147483650" r:id="R5664ed4a7dd64c25"/>
    <p:sldLayoutId xmlns:r="http://schemas.openxmlformats.org/officeDocument/2006/relationships" id="2147483651" r:id="Rb1a985688eea48ed"/>
    <p:sldLayoutId xmlns:r="http://schemas.openxmlformats.org/officeDocument/2006/relationships" id="2147483652" r:id="R0054234cad32469b"/>
    <p:sldLayoutId xmlns:r="http://schemas.openxmlformats.org/officeDocument/2006/relationships" id="2147483653" r:id="Rf580abb52b8440ce"/>
    <p:sldLayoutId xmlns:r="http://schemas.openxmlformats.org/officeDocument/2006/relationships" id="2147483654" r:id="Rd533b678fd084d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5e7cf4144e44a38" /><Relationship Type="http://schemas.openxmlformats.org/officeDocument/2006/relationships/image" Target="/ppt/media/image.png" Id="Rdf0c145fcdc94161" /><Relationship Type="http://schemas.openxmlformats.org/officeDocument/2006/relationships/image" Target="/ppt/media/image2.png" Id="R3fa61dc5b9cc452b" /><Relationship Type="http://schemas.openxmlformats.org/officeDocument/2006/relationships/image" Target="/ppt/media/image3.png" Id="R35262e443569442f" /><Relationship Type="http://schemas.openxmlformats.org/officeDocument/2006/relationships/image" Target="/ppt/media/image4.png" Id="R8c44e7c580bd4552" /><Relationship Type="http://schemas.openxmlformats.org/officeDocument/2006/relationships/notesSlide" Target="/ppt/notesSlides/notesSlide1.xml" Id="Ra989c284b3dd452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51ae824693f4cd3" /><Relationship Type="http://schemas.openxmlformats.org/officeDocument/2006/relationships/notesSlide" Target="/ppt/notesSlides/notesSlide2.xml" Id="R2f0dfbccd21149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af148de55034e7e" /><Relationship Type="http://schemas.openxmlformats.org/officeDocument/2006/relationships/notesSlide" Target="/ppt/notesSlides/notesSlide3.xml" Id="Rcfe7592794b94c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6fbaf38675f473d" /><Relationship Type="http://schemas.openxmlformats.org/officeDocument/2006/relationships/notesSlide" Target="/ppt/notesSlides/notesSlide4.xml" Id="Rc76cf01dcb6244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fde4cd336fe4326" /><Relationship Type="http://schemas.openxmlformats.org/officeDocument/2006/relationships/notesSlide" Target="/ppt/notesSlides/notesSlide5.xml" Id="R549b2584b05248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929a6d2eb91480c" /><Relationship Type="http://schemas.openxmlformats.org/officeDocument/2006/relationships/notesSlide" Target="/ppt/notesSlides/notesSlide6.xml" Id="R01109c5fc25c45d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be2af5abd5047a9" /><Relationship Type="http://schemas.openxmlformats.org/officeDocument/2006/relationships/notesSlide" Target="/ppt/notesSlides/notesSlide7.xml" Id="R01ad47a8849548c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2f5325004634de6" /><Relationship Type="http://schemas.openxmlformats.org/officeDocument/2006/relationships/notesSlide" Target="/ppt/notesSlides/notesSlide8.xml" Id="R41f7cf6e488d49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c0c447848114a50" /><Relationship Type="http://schemas.openxmlformats.org/officeDocument/2006/relationships/chart" Target="/ppt/slides/charts/chart1.xml" Id="R7950eafffab7499e" /><Relationship Type="http://schemas.openxmlformats.org/officeDocument/2006/relationships/notesSlide" Target="/ppt/notesSlides/notesSlide9.xml" Id="Rf0964c9e90b447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059fd21fe89413c" /><Relationship Type="http://schemas.openxmlformats.org/officeDocument/2006/relationships/notesSlide" Target="/ppt/notesSlides/notesSlide10.xml" Id="Re61b862b255d43b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c83fdc50f4a4c51" /><Relationship Type="http://schemas.openxmlformats.org/officeDocument/2006/relationships/notesSlide" Target="/ppt/notesSlides/notesSlide11.xml" Id="R886536b550cb49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cc5aa6f22344765" /><Relationship Type="http://schemas.openxmlformats.org/officeDocument/2006/relationships/notesSlide" Target="/ppt/notesSlides/notesSlide12.xml" Id="R35ebb0efda5b483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85763a207b744c2" /><Relationship Type="http://schemas.openxmlformats.org/officeDocument/2006/relationships/notesSlide" Target="/ppt/notesSlides/notesSlide13.xml" Id="R74b2fc06b1c7495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5e28eb44acf48b2" /><Relationship Type="http://schemas.openxmlformats.org/officeDocument/2006/relationships/notesSlide" Target="/ppt/notesSlides/notesSlide14.xml" Id="R2ef94c5bdd23407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969c0fa77224f2e" /><Relationship Type="http://schemas.openxmlformats.org/officeDocument/2006/relationships/notesSlide" Target="/ppt/notesSlides/notesSlide15.xml" Id="R7bef37cd88ce41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f0d619b15a34b89" /><Relationship Type="http://schemas.openxmlformats.org/officeDocument/2006/relationships/notesSlide" Target="/ppt/notesSlides/notesSlide16.xml" Id="R08c96b593400441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8fbdaab702e4734" /><Relationship Type="http://schemas.openxmlformats.org/officeDocument/2006/relationships/image" Target="/ppt/media/image5.png" Id="R718341cd3aeb4188" /><Relationship Type="http://schemas.openxmlformats.org/officeDocument/2006/relationships/notesSlide" Target="/ppt/notesSlides/notesSlide17.xml" Id="R1f508dac8acd4b6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59ae1d71a8c4f9c" /><Relationship Type="http://schemas.openxmlformats.org/officeDocument/2006/relationships/notesSlide" Target="/ppt/notesSlides/notesSlide18.xml" Id="Rb3da2ce52058400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24D746F5-439A-48B6-8494-085FA95F78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97BD371F-E6E1-4DC3-A71E-AC016777CA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A4CB1DF1-3619-4FFB-844C-27E6AEB58F1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63632BA7-FBD0-4FA9-9F92-038C787A3B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EA10C6ED-5955-4D62-B10B-185DE5C548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26186B2C-A115-478C-AFAA-B2012BF859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D86D5904-EF83-4C49-BA0C-C20609B365AB}"/>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363FF965-2A95-4AF7-87BF-4C69FB63940A}"/>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9CCAD3CE-7189-4A36-8148-2489457CDC77}"/>
              </a:ext>
            </a:extLst>
          </p:cNvPr>
          <p:cNvPicPr>
            <a:picLocks xmlns:a="http://schemas.openxmlformats.org/drawingml/2006/main" noChangeAspect="1"/>
          </p:cNvPicPr>
          <p:nvPr/>
        </p:nvPicPr>
        <p:blipFill>
          <a:blip xmlns:r="http://schemas.openxmlformats.org/officeDocument/2006/relationships" xmlns:a="http://schemas.openxmlformats.org/drawingml/2006/main" r:embed="Rdf0c145fcdc94161"/>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506F10BE-B3F7-420A-A9EC-FEF2046C7EF7}"/>
              </a:ext>
            </a:extLst>
          </p:cNvPr>
          <p:cNvPicPr>
            <a:picLocks xmlns:a="http://schemas.openxmlformats.org/drawingml/2006/main" noChangeAspect="1"/>
          </p:cNvPicPr>
          <p:nvPr/>
        </p:nvPicPr>
        <p:blipFill>
          <a:blip xmlns:r="http://schemas.openxmlformats.org/officeDocument/2006/relationships" xmlns:a="http://schemas.openxmlformats.org/drawingml/2006/main" r:embed="R3fa61dc5b9cc452b"/>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D500EEE7-6F82-4A66-8DCE-19DE490403EF}"/>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818E6018-FD04-4DD1-A008-EB9BFBBC267F}"/>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CB03A6EC-24F1-4B33-914A-D9DC087CC832}"/>
              </a:ext>
            </a:extLst>
          </p:cNvPr>
          <p:cNvPicPr>
            <a:picLocks xmlns:a="http://schemas.openxmlformats.org/drawingml/2006/main" noChangeAspect="1"/>
          </p:cNvPicPr>
          <p:nvPr/>
        </p:nvPicPr>
        <p:blipFill>
          <a:blip xmlns:r="http://schemas.openxmlformats.org/officeDocument/2006/relationships" xmlns:a="http://schemas.openxmlformats.org/drawingml/2006/main" r:embed="R35262e443569442f"/>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CBDE9179-A002-48A7-B466-35BD4C8C8AF7}"/>
              </a:ext>
            </a:extLst>
          </p:cNvPr>
          <p:cNvPicPr>
            <a:picLocks xmlns:a="http://schemas.openxmlformats.org/drawingml/2006/main" noChangeAspect="1"/>
          </p:cNvPicPr>
          <p:nvPr/>
        </p:nvPicPr>
        <p:blipFill>
          <a:blip xmlns:r="http://schemas.openxmlformats.org/officeDocument/2006/relationships" xmlns:a="http://schemas.openxmlformats.org/drawingml/2006/main" r:embed="R8c44e7c580bd4552"/>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77F59315-5F90-4699-A186-C28F548C3B2A}"/>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958861C9-9253-4261-8B23-DE5B075BA654}"/>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EC75BBD8-8410-4F64-B82E-3823C4D6AE0E}"/>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F306AC28-6771-434C-ABCC-FFD438BFFE01}"/>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DD47A673-99D8-46D5-8F2B-41D5C52781C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9FD6B312-0AC3-420E-86AE-AF86DA4F23C0}"/>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FFFF173B-57AE-4BE6-9907-543ECF51AAFD}"/>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3FD76558-AAC2-4006-AB26-6D11AC1B8748}"/>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00A1F73B-2770-4980-ACF6-59505895DC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09328891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A4137654-0719-4C98-B35E-907FE9AE0C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D5461016-0AB4-406B-9640-8E158C3865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E449130C-1DCE-4B04-A7A1-C95975D31E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275D6C6F-00C1-49C5-8CC3-27F579CB73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B4AD65CB-BE0E-4BE8-AA40-1FF7C25317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1782845F-368B-4D94-94D7-E9D5977650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B31F5C96-0280-44C4-93B9-1DE5427A2BC8}"/>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27E4AC14-CCF2-4253-8284-11BF2861BA63}"/>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F84EB1F8-CF9C-41AF-ABB7-27F333DBA417}"/>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BDF0F36-60C3-48AC-BBF0-DE18FDAECE9A}"/>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2A956925-FC6F-420C-A95B-4C7D74654D30}"/>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0561A186-627A-49C5-954C-F36C82E6645C}"/>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B698783C-6F73-480F-B643-1B9C89C9CD77}"/>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334B1D82-EFFA-448E-B2F1-349D23322AC1}"/>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43BC7030-FE74-4683-B08B-E32F69EE5066}"/>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7CB8CC0F-BA13-4621-B06B-1B315E265F28}"/>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C29ECEA9-7286-4EE7-A4D1-927F417B9288}"/>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82C0792F-9C3B-4913-A08F-643E2D7F7DCA}"/>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0F679D4C-515C-4825-9435-6180262ACE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0140585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25F6AB46-31D0-4AE0-9908-13839615AB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1C3C0388-220C-4C4C-BD7F-D647F91AE5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323B2AC1-55DB-464E-830D-04D8BED3FB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567D5DE4-5DF0-4A55-BAD9-13125FC177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B5570A53-BA28-4712-9EDC-CF7DF9D995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28274E77-1221-42FF-B2D2-08C7A1ACF9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36370F91-E5CC-4A7F-BA4E-4ADE03FD2591}"/>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0F64EE0A-DA8C-42F3-BB87-169168A856DC}"/>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46066086-5DFF-4FFD-B9C6-CE1ABBF3195B}"/>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40FE1DA7-490A-493E-A3E6-63FFA516F435}"/>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B3EBAEC8-55A6-439F-A735-74E820F4D10E}"/>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723A9B16-04B3-4FCB-AF36-03E30F4C2E6F}"/>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A850B2EC-A3FE-40C6-A9BF-C139946A199D}"/>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C2D668A8-6302-4729-81A5-AD0AB86EA2A0}"/>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B335518F-A6CE-41A1-99AB-5DD4184454FE}"/>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95AF877A-6B4C-4F5A-9C31-E407351F458D}"/>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B1B27EAE-378C-4E85-AE2A-8FD9C631454F}"/>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B0EBC8CB-AB2C-46A2-A267-355273BB62B9}"/>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DBAB6A9A-ADAF-436C-9CD1-B4F25BBE65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3512924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0FB5479E-99EF-46B7-B784-79250C8D1C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27939BE7-189E-4D7E-8816-0C2470B50F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5FD27E3E-73FB-4435-8B4B-2491F3EB8B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29C43ECD-E41D-4B64-AACA-23951388FB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CA792877-7C64-476E-A9A6-2877609C3F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BCC8DA25-0223-4040-AB9F-EB9FA91A30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72FC2531-37E4-4011-A03E-1DBA85B72602}"/>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8AA9DE92-4CDE-4C41-B703-4B25A48066FE}"/>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38AB539D-C956-4C62-8514-2FC66CA6DA96}"/>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4E27687-6E10-4C1C-B1C9-9001C450825A}"/>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7E621BE6-B66E-4B83-B088-363B810964C7}"/>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1AC8D9B7-649F-4F5E-AB0D-ECED3D9397D6}"/>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05334C76-659F-4FD6-B623-3EFC3C8423E1}"/>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E9B410B7-AA4D-45D5-AF01-ED0A9BABC78C}"/>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67474DCF-A6DF-4964-8CE7-E94FE61F6E0C}"/>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8BD50098-D0CD-46D5-AEC2-6E335C647C9F}"/>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10CEBACE-FA47-42B1-B29E-EEA7A7D38A2C}"/>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2F579015-C998-4BD7-A1BA-B630797429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7983763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28A02755-E6F0-4BF2-94FF-E46D17376D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EAB3425D-1823-4582-805B-67F687B588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A2DE93D3-5D00-4C99-9CEF-75565EC76B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10DDF581-4BA2-42AA-A626-92E99A14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4AF44C61-4AC8-499F-940A-62D3FCE5C1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FA112E13-3434-40E8-AB19-3A9C47DCB9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6B30D660-C76E-4741-B33A-44DEEBF3E903}"/>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B1B00714-DD6E-4792-8E0A-97D237069EB0}"/>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95B606D7-C0FB-43B5-B312-AE03C763D38C}"/>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038664F8-1947-492F-9E28-535B4CDCC2F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58940A15-D8A9-4B33-9023-BF850C830CCC}"/>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D36B2A49-E867-4DBC-BBF6-13CF4496A1A4}"/>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02B7DEA9-400A-40B2-B463-C1FEEE30175F}"/>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6DBB3ED0-E348-429D-A9A7-69EF94CBE23C}"/>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C71A66BD-EDE9-4A07-B0F4-510215A3E094}"/>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326A08A4-04BD-4A17-AE3B-2E1E3F47C0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565727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6395ED0E-D1F0-488C-99CD-15DA168C75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744FC54E-7339-47D1-A1F5-B1F0E56F6E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DF15602C-CC41-48BD-85F6-90A3D1CCC07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7C27CF1D-2B40-4291-AB9A-33C2E84609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B77B511C-600A-4837-9603-FCF70C6D43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DB23BB90-F76B-4EDC-948A-2E57954E19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DEF5755B-5145-4030-8240-D1383CDB9D5F}"/>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B6E5CB8F-67EA-4DC6-8528-61A5516BF442}"/>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B475992B-64AE-4861-A5FB-382DA3934487}"/>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00FC531-E7ED-45A9-916A-6801F9A3C0E3}"/>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4933B07B-6435-4DDF-BF0C-75E30A1137EC}"/>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E3A45CBF-6927-46BB-AA50-C980433F7038}"/>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945BB6B5-960D-47EA-92B4-2595BBCA7B0A}"/>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89233B4B-70A0-43BA-86B3-A0702ABCD2CF}"/>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999B2305-2FE8-46CB-92EC-CDC394A1B1A4}"/>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EE014D28-FBA7-4B1B-8B6B-27F8E7CC2C68}"/>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486D4F99-E142-4E1B-82BF-20E0415D2E1B}"/>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EB971E9C-6B19-4A47-95C2-9AF82B597E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0557641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FAAA0921-C515-41F2-A5F4-E0DC5EDF80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EE6FA638-2CEE-45BA-A554-B7F6C2F6BF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9180BE13-F2A2-4076-B4E3-8BBC39D1C8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6D5662E-FBDC-49C3-9EAF-88DC4444B5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8E74C27E-C371-4110-B07E-7EE9281DAC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179F2962-E564-4101-A8B4-B08AD60BB2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B9B1C203-B85C-4445-9C8D-C65E2D19E3EC}"/>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67B4D249-6111-4961-A41A-5C7A905A61FF}"/>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5205DD89-B57C-4C17-999C-950738C80EFC}"/>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69123B21-08EF-4E15-A717-106D4E69D281}"/>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4F9A5DFB-F016-475C-9BB1-0F400630931C}"/>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8CCCB934-B62D-430C-85BA-97D840B6D9FA}"/>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69516063-70CA-442B-B26C-593107D9F70E}"/>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A0AE3222-E7D8-4C02-A8C7-A92E06D01565}"/>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B2BB6B9D-F0E7-4F0A-8751-969EAA357E62}"/>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E660C52B-0B88-425A-A665-6D89D31231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3732043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CEADF3F1-7075-4123-A63D-66A03C7093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02063306-3194-4A04-95FD-D28561F9AB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D16D0DC6-0583-435E-AC7C-0AF493EE63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5218BDF2-A5D5-4A83-A6F2-5E6A37A345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CD269899-C972-448D-B0CB-7F9BBA51FF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F30CED76-5A88-488A-A7BF-686BCCDEEF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80DC7600-1441-4CBF-87AF-148CCE0FC02B}"/>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2DD79926-7048-48DC-95E2-48C1F1D1D054}"/>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04ADFF75-C0C1-44DC-A574-E6ED857C57EA}"/>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5F4F6A69-9E75-43F6-BC92-A4FA4424AC40}"/>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90F3E9C5-A8C8-46D8-A245-0FD3952126F4}"/>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4F8532E4-A79E-4BF7-A388-9B4EBA75C2B7}"/>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6C082E87-5B0B-4642-A3BB-455629FC5C4C}"/>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5623D8FF-D2A9-44C7-BC47-E3CF350C0A5E}"/>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6EB95E29-06B3-4A0A-95A5-1C68A3B9253E}"/>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10FBA5AE-D7AB-44C3-8EA5-399212E440DE}"/>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D8541244-FA3D-4671-A4CB-B45F6120482E}"/>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F139FA24-2B55-465E-9FCF-72B3BC906937}"/>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CC8ED114-BAF5-40A5-ADD7-E4B838CC5E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12611136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4543B0B2-C1BB-4D01-A88B-9278E5C81F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5C652649-2C12-4F84-9F39-10D8C3DE51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73984B46-24B9-4878-8313-79643E80E5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11586C41-C4FB-434F-974C-F6BA64022E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87503A23-8A11-42DC-B142-A1A437B273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FC79BB8F-8A11-4BD3-BFBC-CEB4B0C8B8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65F8454E-65C9-47F0-81DF-4102D5CE8123}"/>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2E5D4138-83B3-4E48-9F86-4C69639F39AE}"/>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256A1835-CDD5-410D-92D5-5CA51F1B4903}"/>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5C23EE44-EBDE-41EE-8491-0864E8380AC9}"/>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7950eafffab7499e"/>
          </a:graphicData>
        </a:graphic>
      </p:graphicFrame>
      <p:sp>
        <p:nvSpPr>
          <p:cNvPr id="11" name="">
            <a:extLst xmlns:a="http://schemas.openxmlformats.org/drawingml/2006/main">
              <a:ext uri="{FF2B5EF4-FFF2-40B4-BE49-F238E27FC236}">
                <a16:creationId xmlns:a16="http://schemas.microsoft.com/office/drawing/2014/main" id="{69B0C404-72C1-4FD6-B9A0-A2F4E1F8E66B}"/>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A350724F-827C-4C77-85DA-34924A566926}"/>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CD988830-02E0-49D2-8018-BCD0CFC202B9}"/>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8AC4A007-5359-4236-9A0F-B845C5E97DAB}"/>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391B85E3-88B4-4574-8CF4-2ACA1047C45D}"/>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4EAC77DB-D3DF-44E6-8BE1-1D5DE2A47D05}"/>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29C8C8BC-2BA4-47F1-BE5D-8540F292F9D7}"/>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93300A4D-D1C0-4342-AB77-3445321D5C0F}"/>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7DAC8710-F97F-4797-B0D2-2FA8C835C47A}"/>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BDA07655-C1BF-4A7E-8B24-7671EC2AA8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65811545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59702BA9-8210-4DB8-9E69-A569ED07F3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FDF47AD4-AEE5-4CC9-8D67-FA9C76BF63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A0B47617-744E-42F3-ABCA-99B7341465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87E5B37C-BEAB-4B6C-B7E4-5401FC8998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12FD5023-8287-4AA0-8D5E-61195CA86F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798EFB4A-8DFA-491D-83DB-AE61AA2C1B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A7F8D774-4877-4BCC-8D31-79C8E0059355}"/>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96AFF367-A636-4D7A-A8BA-28FDC920674B}"/>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54569CE9-EB61-4166-B3CC-9596FBA9877C}"/>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B347E6A9-5077-4C2F-9D26-A9F38F41E965}"/>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076D6B-DCC8-4CAD-9172-54868A7F1E4C}"/>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FB431DE8-83E7-4D88-8669-79E1CAB14BA8}"/>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B962A69F-83BE-4E14-BD61-C9604CF4E298}"/>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1145DF18-079B-4993-83B1-FDEFBD15C3F4}"/>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33EDBD4-FF49-46C4-800D-887DFAE15F58}"/>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789C24DB-1AEA-4EF8-8795-9D748C833F1A}"/>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2E7D21FE-91F5-4D20-BED8-6C92BD3C64D6}"/>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3A30A863-ADE8-437B-8ACC-96E709085E1D}"/>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5F4FA7FE-59A4-44BC-9FD8-FC6A34BA9D31}"/>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66C45F4C-0E89-426C-BB18-EC98B7DD5655}"/>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0963666F-FD22-4319-AE48-C032EC2959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408926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0138B0B8-B247-4E04-8C60-37077D4418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49737D6D-75A9-4B4E-8512-FD44F82CB3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D5FC7DD8-2739-426E-BBB7-879FF342FC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420323F8-8EBE-4F93-B2A5-5D9A9258DD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B6504FF5-EAA0-4FAB-80BB-BDF9525DD2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1ACEC3D2-6AA9-48A2-B0AF-33A12BBFC6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5E7C4D62-4712-443E-A46A-44DC3043A11E}"/>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1125344A-2856-4929-8AAF-D8A47CF4CB9F}"/>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BBA6A2C8-81CC-4827-9851-ACECDF61C88D}"/>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00F2BD7C-BC74-47F8-B3A3-6937AFE7A31D}"/>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4C61597E-04FA-4FE4-A5B8-C0636F894418}"/>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6338650C-5D5B-4541-9F3D-47876101EE31}"/>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58F865EC-9B81-4124-8012-919A71A7914C}"/>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2EC271FE-945F-43DA-9647-E68FA238D739}"/>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C5B84BBC-1DA5-4F1B-AB92-BE8BE40307A0}"/>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896372B0-3DD5-49FF-80A2-9F44700007EE}"/>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8AC030FF-563E-4ACF-B15D-E3E9D535B3BE}"/>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F200A08A-70C2-4DBB-A951-4A291B3F42DA}"/>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1303B892-71B6-40D3-B6FB-DCC7B27D111D}"/>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4B676BB-3707-4CE1-88E9-A91FEA168C21}"/>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3F6CE313-DD84-456C-BE16-D0B35FA64BAD}"/>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1D2F81A7-0D61-44A0-B5C0-909BFDF91E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4514442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3AFF1D9F-83F9-49AC-82E9-485F3C8216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37A0DB0E-4F8B-49E5-845D-B862FDD474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05DA33EC-7E28-4C7D-AFB0-DE36E0BA9A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16685689-31BD-4D96-B7D9-94FAE0DE89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5409BB74-6496-4E40-8392-6B6F4BA1F9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2B6CD828-A97F-4648-9D8E-DE30213699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414E7A0B-2F2C-43AD-B104-4434E27775D9}"/>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24892D9F-0BB1-4F1E-9B2F-CD5826C31E89}"/>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5554E938-EABB-49BB-B516-9B6CB9D065DD}"/>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AB33BBD0-BB8A-44F0-A642-DC1235A130C6}"/>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E8A9AEBF-DB60-4DC3-A308-5AEAD77153B1}"/>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AF3A071E-6CFA-48A3-9FA0-7599558AD7E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A5B2A743-1FD4-46D9-99B8-E680A4B50A57}"/>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9F9662F6-7391-4E11-85EE-A8F236DE9718}"/>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22858327-4DFF-4B9C-A024-9D2682E561A3}"/>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5CBC6EA8-97C4-49E1-84C9-7A296EAE78D7}"/>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44BDD1A3-7214-4C7C-AC8B-A04043752FD0}"/>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241488FB-EFE9-4A14-800E-C5186A060C0C}"/>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5828F561-DB2E-4C12-9A97-6C27A5D6A844}"/>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F929D852-0248-44CA-B398-4FF61319647F}"/>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612D1B51-03F2-4C46-A15E-46BD884FA99D}"/>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6761454B-3529-4BCA-A34A-DD3FBB8F0FE7}"/>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88A9B998-E1F3-4780-9CAA-F60288739F3D}"/>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DFA9AD1E-67FC-4CA5-B3EF-6E639F714AEE}"/>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5CD9D095-1E68-43E9-BB66-BAD941D2F0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195897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6A584CB8-71A1-46BF-877E-1E87ADEE0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34B1E1D7-4704-4350-A2FD-FF3F920779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AB20CB2E-AA86-4621-8011-3EC2E505B8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46F808EB-2049-48E3-912F-071D47262C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66681D12-8896-4A56-87EC-72C57A1CEB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69B09C38-529F-40C6-AC53-60E8EFCB91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C057816-0FE8-416A-BCD2-F093AF8D6E28}"/>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0E4ABBFF-9D16-4664-9D06-CF33E20133B0}"/>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FCEE253C-527D-4EC9-9D06-3B1A03D284DB}"/>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2449D198-F6A1-4A84-B3C5-1F8CE88E0E58}"/>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9FEF3789-EDE6-4396-A9A2-42FF94C500EB}"/>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9626897-4EFE-4F86-95F6-106E5161183D}"/>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7168C623-7203-4709-920F-0A8ED358FCCC}"/>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3E3226A1-3411-4A6A-AAF7-D24CB3904905}"/>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0A979E0F-720B-4C2E-A73A-3979CC05A0DF}"/>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B88CCB9E-F636-48D4-AD54-720D3AA3BD23}"/>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A4031509-74AE-4A36-A874-56D407C24079}"/>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BB9612D8-8590-4F62-AD37-CCAE057E1747}"/>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B918FD1F-3AB4-4F96-B4DB-08196EEC46C9}"/>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33F65CD8-3407-4FDF-AAD6-3F99D5EB5077}"/>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72F87120-D050-4F4C-AEF0-FC29FCCBBB64}"/>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EE060D00-F2CA-46D7-9CBB-EF6E8B201B1C}"/>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033CA22E-81CA-4F51-89D8-076DF74E52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002618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86D6208B-66E6-4009-A926-27C696915E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40570BCD-A068-4E29-A114-E6E49F71D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02997DDA-CC36-4B23-B9C0-67384B2C7D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17D83BAD-0E6F-4072-9BBD-FB64C4AB99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78AC8590-E4B0-4980-9134-698016A854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9A9E7303-6840-4C6F-B970-F5DFF419E4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F95561C4-DEA9-40B4-93DB-C186B3C8D7E7}"/>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397B4F50-5C91-4A15-BD9E-6A6170F58FCC}"/>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34F0C6A8-D910-4A1B-9943-1B18C21DDAA6}"/>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AE5B50D0-2D57-4275-BCD9-FD746B46CFFC}"/>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C5DF8D61-78A3-4DF1-8837-8EF2A1249096}"/>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B365F1BD-0EBA-49AB-9440-684ECF73A49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46B77396-8693-4E03-88BA-61637735D4A2}"/>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71E49C69-BCF7-4D76-8128-828D1F542D55}"/>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46131EEE-E7B9-4FE8-B64A-7176CD1BFAA6}"/>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00D90AC1-BE84-4730-A24F-859757C605E0}"/>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8E709B1E-ADDF-4D7C-ACD8-5921B3AAFD83}"/>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813D09CC-2849-4DE0-92C5-1EF01E3FB3F0}"/>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E810E4DA-62EA-47C2-87BF-951F2ED7CB33}"/>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E0C23D85-7CBB-477D-9429-28B99ED4A72B}"/>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8A36FDBB-0771-41F9-A469-34273E1BABF3}"/>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51FAE0F9-BCD8-47F9-89D7-607D986B998C}"/>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35892951-C62D-4AB3-9514-03B8967E95BE}"/>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2FF3E352-4A07-4550-839D-143B44420B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920943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E82E7214-19A2-4FAB-97C2-237A438F20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A3878354-6396-46F8-8D0D-D9B39AECD2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9FAD43E7-9C88-42EA-A57E-DEF6601C8C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DE5DD699-3BB7-4064-AB0C-9030C24196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106BA422-EB2B-418A-82FE-8EA42F63AA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E976D055-CA80-4E51-8A8D-1107DBED17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776FC650-8E50-470D-B9E6-51A6480577CB}"/>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18A4F0FC-9CFD-4B56-9262-9517379AC740}"/>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5E872624-A148-459B-9472-CA3D2F498EBF}"/>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AE762704-E189-4696-9E70-2875D9D1A663}"/>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359B82B0-7748-4317-80AB-94ED4E1182E4}"/>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3B20CB6D-6A66-4134-ABEE-9536E2D2B6F3}"/>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43F4C09-735E-47AC-B6A6-5087BA11C792}"/>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5CFE1CD-FCB5-4DE7-9EAF-18B6F72B234A}"/>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6F4C95C2-2C54-4279-9911-275DE2AF731A}"/>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ABD9639F-14C5-4A26-BCA3-DFBC5A025141}"/>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52D7364E-38A0-4605-8F1D-985326FEAB1E}"/>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70BCEC81-65B1-4BA2-8C99-1BC370CB1F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947950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AA1B5F16-FE16-49E4-A459-47C7F8EDCE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F9279BAA-83CA-4ACE-9984-B80AEBBA0A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405FB8BD-34D1-43C2-A812-12BD7F9759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C4C9AFCA-3FE2-4565-B317-925A3BD59A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33E1EB1-086C-4091-969A-EAD38F2F5A3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EF30738D-2D2C-41B8-BDE2-E6E8D3B6BD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76CCC6E6-A979-4077-B9E3-06C54124E3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AA96A48D-9F58-4C22-8F39-FDA59F2E6E7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23628323-4396-4EA4-96E6-0D6E0E793E61}"/>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8F522B73-425F-478C-B45F-C7A38470CEA9}"/>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D8066032-4235-4EF2-97F1-BB52609F1B52}"/>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7BF73BDC-F96A-4F36-9AEE-031705E3968A}"/>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17CB20B5-3FE5-46A0-AAE6-893D5C9C673C}"/>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9146197C-C703-433D-A477-772685CC32DB}"/>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26C8CEE9-A368-4A67-A2BA-F8E506027014}"/>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F71060B6-0F36-4BD0-9061-186FDCEA5E87}"/>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FDFE890C-3905-406E-ACBC-60B273B49431}"/>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BAD4E22B-8862-41ED-BD8F-5572C38972C2}"/>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911B389C-6FC0-48B7-A19F-F057D7EE0CC6}"/>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FA20E35B-94C4-4623-8487-2139347181DD}"/>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D905F301-614F-4BCA-9648-C7B661ED264C}"/>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896837A2-0459-4915-94CC-29EC0AA3B475}"/>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BF5AE291-CB97-479D-BDE8-B7C2F0A16C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3775043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C8E185EB-FBA0-4B3D-8304-AF14F0F8B1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D757F28C-2CCD-4C2A-B9ED-707005E00B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278664A5-7B4D-405E-BEC7-FC55977CDF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FA64F204-5496-4317-8D08-526CE071A1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F402F669-F50C-4A98-99E7-30463467C0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490E9162-81E3-46EC-9744-03514CD776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45C6F547-D6B7-41F1-89C3-657134BB5479}"/>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1413FCFC-73DE-42A0-85B3-451D2F07C998}"/>
              </a:ext>
            </a:extLst>
          </p:cNvPr>
          <p:cNvPicPr>
            <a:picLocks xmlns:a="http://schemas.openxmlformats.org/drawingml/2006/main" noChangeAspect="1"/>
          </p:cNvPicPr>
          <p:nvPr/>
        </p:nvPicPr>
        <p:blipFill>
          <a:blip xmlns:r="http://schemas.openxmlformats.org/officeDocument/2006/relationships" xmlns:a="http://schemas.openxmlformats.org/drawingml/2006/main" r:embed="R718341cd3aeb4188"/>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947247E7-438B-4E37-85F2-59FC00579BB5}"/>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00153BA0-C087-4E9F-8A2C-3BFBF7E36F06}"/>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6B0B822-1C2F-45E1-A2DE-D2CF80B53DE3}"/>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259EDBF6-68D2-4D8A-A70E-4643A7D624C5}"/>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974A975A-E848-421A-B4D6-152C83741C94}"/>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83BD4148-BD10-4C82-9459-7B9FC0D6A74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FD7ED825-F5FC-436B-85C8-46D626C60B13}"/>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CCC90B26-A35E-4262-A664-90F02712CC2A}"/>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D29BFBC2-5017-4520-BC19-19D249655535}"/>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DAB67A13-D0F0-430B-BC30-4420C9AE53C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CFFF00DD-370A-44DF-9F40-1099DE585FB4}"/>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607DB1FB-41F5-4795-800E-F808081445CD}"/>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7B8F457B-E844-4964-8B15-CC48CB5F80CD}"/>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789C577B-EEDD-4D33-BE2E-CB0AFB8A21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809939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6119D969-FD16-45D2-AA48-6400F8C2C1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C63B7922-B6D1-4D85-A4AB-DE58DF1E85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3D3C8D30-2201-43AB-B0F6-F3594BDB85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7870F246-197D-4FAA-B9D7-DFD05F8AAF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DD4F8681-1799-45C3-BC86-00362170EB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4E43DE44-48AC-45C2-90AB-E3D87203AF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B770D4F1-0BCF-4851-9A59-9AA5823EE48A}"/>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0D6F4F90-EFBE-49DD-9AC0-B1CFC85BDAE4}"/>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D930C922-AF7F-4500-AFF6-970800E3CF64}"/>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F353A39A-F8A6-4E16-82C8-5C0CA487DC5A}"/>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99E9A37A-6966-43D8-B37C-6A4CBB4F51AE}"/>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3831B97A-AE1C-412A-8211-5E6587EB6B5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F270FFAC-A2D9-41F3-8EA7-5838AE9E361A}"/>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83D1C51D-1D2D-4DEF-84C9-E3F796DC2B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70476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2026-10-21T13:40:39.2060000Z</dcterms:created>
  <dcterms:modified xsi:type="dcterms:W3CDTF">2026-10-21T13:40:39.2060000Z</dcterms:modified>
</coreProperties>
</file>