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bebf17384c9403e" /><Relationship Type="http://schemas.openxmlformats.org/officeDocument/2006/relationships/extended-properties" Target="/docProps/app.xml" Id="R2f56841cf6954e25" /><Relationship Type="http://schemas.openxmlformats.org/officeDocument/2006/relationships/officeDocument" Target="/ppt/presentation.xml" Id="R7eac567a1a18411f" /></Relationships>
</file>

<file path=ppt/presentation.xml><?xml version="1.0" encoding="utf-8"?>
<p:presentation xmlns:p="http://schemas.openxmlformats.org/presentationml/2006/main">
  <p:sldMasterIdLst>
    <p:sldMasterId xmlns:r="http://schemas.openxmlformats.org/officeDocument/2006/relationships" id="2147483648" r:id="Rdba71725588843dd"/>
  </p:sldMasterIdLst>
  <p:notesMasterIdLst>
    <p:notesMasterId xmlns:r="http://schemas.openxmlformats.org/officeDocument/2006/relationships" r:id="R8757940bcefd42b2"/>
  </p:notesMasterIdLst>
  <p:sldIdLst>
    <p:sldId xmlns:r="http://schemas.openxmlformats.org/officeDocument/2006/relationships" id="256" r:id="R1ab3085d54a34d56"/>
    <p:sldId xmlns:r="http://schemas.openxmlformats.org/officeDocument/2006/relationships" id="257" r:id="R30f4dfca09224ef6"/>
    <p:sldId xmlns:r="http://schemas.openxmlformats.org/officeDocument/2006/relationships" id="258" r:id="R0f3c8cf0221a44f4"/>
    <p:sldId xmlns:r="http://schemas.openxmlformats.org/officeDocument/2006/relationships" id="259" r:id="R6301f3b1bafe4a19"/>
    <p:sldId xmlns:r="http://schemas.openxmlformats.org/officeDocument/2006/relationships" id="260" r:id="Rb339e1ddd5824ff8"/>
    <p:sldId xmlns:r="http://schemas.openxmlformats.org/officeDocument/2006/relationships" id="261" r:id="R48a5e7d41c854416"/>
    <p:sldId xmlns:r="http://schemas.openxmlformats.org/officeDocument/2006/relationships" id="262" r:id="Rafe0ec2cbbfa40d1"/>
    <p:sldId xmlns:r="http://schemas.openxmlformats.org/officeDocument/2006/relationships" id="263" r:id="R37751405d1ec4fde"/>
    <p:sldId xmlns:r="http://schemas.openxmlformats.org/officeDocument/2006/relationships" id="264" r:id="Rb244fdd8aa6942fb"/>
    <p:sldId xmlns:r="http://schemas.openxmlformats.org/officeDocument/2006/relationships" id="265" r:id="Rfc153d541def4c25"/>
    <p:sldId xmlns:r="http://schemas.openxmlformats.org/officeDocument/2006/relationships" id="266" r:id="R0a9b7fe1eadd4fac"/>
    <p:sldId xmlns:r="http://schemas.openxmlformats.org/officeDocument/2006/relationships" id="267" r:id="Rcfb09ea332f14806"/>
    <p:sldId xmlns:r="http://schemas.openxmlformats.org/officeDocument/2006/relationships" id="268" r:id="Ra19fc203f79046ca"/>
    <p:sldId xmlns:r="http://schemas.openxmlformats.org/officeDocument/2006/relationships" id="269" r:id="R0d0e03f2eea44b16"/>
    <p:sldId xmlns:r="http://schemas.openxmlformats.org/officeDocument/2006/relationships" id="270" r:id="Rf24b2263137b4770"/>
    <p:sldId xmlns:r="http://schemas.openxmlformats.org/officeDocument/2006/relationships" id="271" r:id="Rabacb3f1384a4506"/>
    <p:sldId xmlns:r="http://schemas.openxmlformats.org/officeDocument/2006/relationships" id="272" r:id="Rb0e3f6a3a7f94cf6"/>
    <p:sldId xmlns:r="http://schemas.openxmlformats.org/officeDocument/2006/relationships" id="273" r:id="Rd12f36af220d4a39"/>
    <p:sldId xmlns:r="http://schemas.openxmlformats.org/officeDocument/2006/relationships" id="274" r:id="R096efccf31644e32"/>
    <p:sldId xmlns:r="http://schemas.openxmlformats.org/officeDocument/2006/relationships" id="275" r:id="Rcd6797094a024c2f"/>
    <p:sldId xmlns:r="http://schemas.openxmlformats.org/officeDocument/2006/relationships" id="276" r:id="Ra6b3fccd79e5408c"/>
    <p:sldId xmlns:r="http://schemas.openxmlformats.org/officeDocument/2006/relationships" id="277" r:id="Rbb28f9b3f2dc42fd"/>
    <p:sldId xmlns:r="http://schemas.openxmlformats.org/officeDocument/2006/relationships" id="278" r:id="Rfa50a1a7263b494b"/>
    <p:sldId xmlns:r="http://schemas.openxmlformats.org/officeDocument/2006/relationships" id="279" r:id="R213ae0d05ff449d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e0939f03b6435a" /><Relationship Type="http://schemas.openxmlformats.org/officeDocument/2006/relationships/slideMaster" Target="/ppt/slideMasters/slideMaster1.xml" Id="Rdba71725588843dd" /><Relationship Type="http://schemas.openxmlformats.org/officeDocument/2006/relationships/notesMaster" Target="/ppt/notesMasters/notesMaster1.xml" Id="R8757940bcefd42b2" /><Relationship Type="http://schemas.openxmlformats.org/officeDocument/2006/relationships/presProps" Target="/ppt/presProps.xml" Id="R2df45cb65b0142aa" /><Relationship Type="http://schemas.openxmlformats.org/officeDocument/2006/relationships/tableStyles" Target="/ppt/tableStyles.xml" Id="R1bd1230089ca4ec1" /><Relationship Type="http://schemas.openxmlformats.org/officeDocument/2006/relationships/slide" Target="/ppt/slides/slide1.xml" Id="R1ab3085d54a34d56" /><Relationship Type="http://schemas.openxmlformats.org/officeDocument/2006/relationships/slide" Target="/ppt/slides/slide2.xml" Id="R30f4dfca09224ef6" /><Relationship Type="http://schemas.openxmlformats.org/officeDocument/2006/relationships/slide" Target="/ppt/slides/slide3.xml" Id="R0f3c8cf0221a44f4" /><Relationship Type="http://schemas.openxmlformats.org/officeDocument/2006/relationships/slide" Target="/ppt/slides/slide4.xml" Id="R6301f3b1bafe4a19" /><Relationship Type="http://schemas.openxmlformats.org/officeDocument/2006/relationships/slide" Target="/ppt/slides/slide5.xml" Id="Rb339e1ddd5824ff8" /><Relationship Type="http://schemas.openxmlformats.org/officeDocument/2006/relationships/slide" Target="/ppt/slides/slide6.xml" Id="R48a5e7d41c854416" /><Relationship Type="http://schemas.openxmlformats.org/officeDocument/2006/relationships/slide" Target="/ppt/slides/slide7.xml" Id="Rafe0ec2cbbfa40d1" /><Relationship Type="http://schemas.openxmlformats.org/officeDocument/2006/relationships/slide" Target="/ppt/slides/slide8.xml" Id="R37751405d1ec4fde" /><Relationship Type="http://schemas.openxmlformats.org/officeDocument/2006/relationships/slide" Target="/ppt/slides/slide9.xml" Id="Rb244fdd8aa6942fb" /><Relationship Type="http://schemas.openxmlformats.org/officeDocument/2006/relationships/slide" Target="/ppt/slides/slide10.xml" Id="Rfc153d541def4c25" /><Relationship Type="http://schemas.openxmlformats.org/officeDocument/2006/relationships/slide" Target="/ppt/slides/slide11.xml" Id="R0a9b7fe1eadd4fac" /><Relationship Type="http://schemas.openxmlformats.org/officeDocument/2006/relationships/slide" Target="/ppt/slides/slide12.xml" Id="Rcfb09ea332f14806" /><Relationship Type="http://schemas.openxmlformats.org/officeDocument/2006/relationships/slide" Target="/ppt/slides/slide13.xml" Id="Ra19fc203f79046ca" /><Relationship Type="http://schemas.openxmlformats.org/officeDocument/2006/relationships/slide" Target="/ppt/slides/slide14.xml" Id="R0d0e03f2eea44b16" /><Relationship Type="http://schemas.openxmlformats.org/officeDocument/2006/relationships/slide" Target="/ppt/slides/slide15.xml" Id="Rf24b2263137b4770" /><Relationship Type="http://schemas.openxmlformats.org/officeDocument/2006/relationships/slide" Target="/ppt/slides/slide16.xml" Id="Rabacb3f1384a4506" /><Relationship Type="http://schemas.openxmlformats.org/officeDocument/2006/relationships/slide" Target="/ppt/slides/slide17.xml" Id="Rb0e3f6a3a7f94cf6" /><Relationship Type="http://schemas.openxmlformats.org/officeDocument/2006/relationships/slide" Target="/ppt/slides/slide18.xml" Id="Rd12f36af220d4a39" /><Relationship Type="http://schemas.openxmlformats.org/officeDocument/2006/relationships/slide" Target="/ppt/slides/slide19.xml" Id="R096efccf31644e32" /><Relationship Type="http://schemas.openxmlformats.org/officeDocument/2006/relationships/slide" Target="/ppt/slides/slide20.xml" Id="Rcd6797094a024c2f" /><Relationship Type="http://schemas.openxmlformats.org/officeDocument/2006/relationships/slide" Target="/ppt/slides/slide21.xml" Id="Ra6b3fccd79e5408c" /><Relationship Type="http://schemas.openxmlformats.org/officeDocument/2006/relationships/slide" Target="/ppt/slides/slide22.xml" Id="Rbb28f9b3f2dc42fd" /><Relationship Type="http://schemas.openxmlformats.org/officeDocument/2006/relationships/slide" Target="/ppt/slides/slide23.xml" Id="Rfa50a1a7263b494b" /><Relationship Type="http://schemas.openxmlformats.org/officeDocument/2006/relationships/slide" Target="/ppt/slides/slide24.xml" Id="R213ae0d05ff449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da3c7dffa7451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6f535c81804cd9" /><Relationship Type="http://schemas.openxmlformats.org/officeDocument/2006/relationships/notesMaster" Target="/ppt/notesMasters/notesMaster1.xml" Id="Rb4c0508c4b9247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041ae5569d421d" /><Relationship Type="http://schemas.openxmlformats.org/officeDocument/2006/relationships/notesMaster" Target="/ppt/notesMasters/notesMaster1.xml" Id="R347ec10140de43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63acd595c0450a" /><Relationship Type="http://schemas.openxmlformats.org/officeDocument/2006/relationships/notesMaster" Target="/ppt/notesMasters/notesMaster1.xml" Id="R0e987a9323ef46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f7d34aa9a54188" /><Relationship Type="http://schemas.openxmlformats.org/officeDocument/2006/relationships/notesMaster" Target="/ppt/notesMasters/notesMaster1.xml" Id="R4a77de62632840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6fee600b2944c4" /><Relationship Type="http://schemas.openxmlformats.org/officeDocument/2006/relationships/notesMaster" Target="/ppt/notesMasters/notesMaster1.xml" Id="R111a24117e3546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a562d8b3614f07" /><Relationship Type="http://schemas.openxmlformats.org/officeDocument/2006/relationships/notesMaster" Target="/ppt/notesMasters/notesMaster1.xml" Id="Rb98c12bc8e4b44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1e56ecc1dd43b7" /><Relationship Type="http://schemas.openxmlformats.org/officeDocument/2006/relationships/notesMaster" Target="/ppt/notesMasters/notesMaster1.xml" Id="R9fe367e3509d42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7ac72e827e4d99" /><Relationship Type="http://schemas.openxmlformats.org/officeDocument/2006/relationships/notesMaster" Target="/ppt/notesMasters/notesMaster1.xml" Id="R889f70c5b27347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2a2db8610f4db2" /><Relationship Type="http://schemas.openxmlformats.org/officeDocument/2006/relationships/notesMaster" Target="/ppt/notesMasters/notesMaster1.xml" Id="R38eb7dac30ab45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81ad99a57b4a60" /><Relationship Type="http://schemas.openxmlformats.org/officeDocument/2006/relationships/notesMaster" Target="/ppt/notesMasters/notesMaster1.xml" Id="Rdf3f8d64edf347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e6994428230417c" /><Relationship Type="http://schemas.openxmlformats.org/officeDocument/2006/relationships/notesMaster" Target="/ppt/notesMasters/notesMaster1.xml" Id="Rfc355eee2dc840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d287845a8b348e3" /><Relationship Type="http://schemas.openxmlformats.org/officeDocument/2006/relationships/notesMaster" Target="/ppt/notesMasters/notesMaster1.xml" Id="R8f674785da81480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950f623d884268" /><Relationship Type="http://schemas.openxmlformats.org/officeDocument/2006/relationships/notesMaster" Target="/ppt/notesMasters/notesMaster1.xml" Id="Rc6f07797931f460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628cbd3c80f4fd8" /><Relationship Type="http://schemas.openxmlformats.org/officeDocument/2006/relationships/notesMaster" Target="/ppt/notesMasters/notesMaster1.xml" Id="R924a8ef69b1d4b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2c5fd1dfe44cbd" /><Relationship Type="http://schemas.openxmlformats.org/officeDocument/2006/relationships/notesMaster" Target="/ppt/notesMasters/notesMaster1.xml" Id="Rd68c5c4aee0244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2411b329924fe7" /><Relationship Type="http://schemas.openxmlformats.org/officeDocument/2006/relationships/notesMaster" Target="/ppt/notesMasters/notesMaster1.xml" Id="R322f84a232c94c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a95b33578a4474" /><Relationship Type="http://schemas.openxmlformats.org/officeDocument/2006/relationships/notesMaster" Target="/ppt/notesMasters/notesMaster1.xml" Id="Rb01664fc6e554e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4f94299ecac40dc" /><Relationship Type="http://schemas.openxmlformats.org/officeDocument/2006/relationships/notesMaster" Target="/ppt/notesMasters/notesMaster1.xml" Id="Ra0c46ce03c93493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b8bcfa9a26c4213" /><Relationship Type="http://schemas.openxmlformats.org/officeDocument/2006/relationships/notesMaster" Target="/ppt/notesMasters/notesMaster1.xml" Id="R12cebdba340e4e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d6782a175d46fa" /><Relationship Type="http://schemas.openxmlformats.org/officeDocument/2006/relationships/notesMaster" Target="/ppt/notesMasters/notesMaster1.xml" Id="R3ad4c5a205844f8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79fb21993e94f1e" /><Relationship Type="http://schemas.openxmlformats.org/officeDocument/2006/relationships/notesMaster" Target="/ppt/notesMasters/notesMaster1.xml" Id="R7e33b188040347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18f45c4b1ad4b16" /><Relationship Type="http://schemas.openxmlformats.org/officeDocument/2006/relationships/notesMaster" Target="/ppt/notesMasters/notesMaster1.xml" Id="Rdf25b45ce4344f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742899c7d94252" /><Relationship Type="http://schemas.openxmlformats.org/officeDocument/2006/relationships/notesMaster" Target="/ppt/notesMasters/notesMaster1.xml" Id="R5ddb9daf6e0f44a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5b3e98fa90a4c72" /><Relationship Type="http://schemas.openxmlformats.org/officeDocument/2006/relationships/notesMaster" Target="/ppt/notesMasters/notesMaster1.xml" Id="R896667933cf246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총92분, 전체402분이다.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S72–S73를 연다. 제품이나 새 명령을 실행하지 않는다.</a:t>
            </a:r>
          </a:p>
          <a:p xmlns:a="http://schemas.openxmlformats.org/drawingml/2006/main">
            <a:r>
              <a:t>마지막 연결은 다음 프로젝트에서도 사용할 기반의 가치다. 실행 조건의 세부는 S74–S78에서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S72–S73은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만든 Harness를 다음 프로젝트의 기반으로</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S71의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S72 또는 production/preview/full/S72.png.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공통 기반에 프로젝트 기준을 연결한다</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S74의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S73 또는 production/preview/full/S73.png.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S73의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작업 중 사람이 보정할 일이 생긴다면?</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요청은 보정해도, 공통 지침은 그대로다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다음 작업에서도 같은 보정이 반복된다면?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반복 보정을 개선으로 잇는 기록</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S93–S97에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보정을 되풀이하지 않으려면?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S80으로 이동한다. S81에서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S80을 거쳐 S81의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S80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b72d29214d44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187f893d2c468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916ef353e34d3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dfa71bf4c44a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e8f702c81445b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82c46ae809447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670A0E-DA6E-4F57-95D9-FA414D247BA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0558BDB-33BE-4672-8451-B670F3EDF59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DCAD020-B57F-4C47-991B-D03BBCFFA25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1BB440-A8F1-40E9-B8C8-D9F04884FA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A7AE75-7772-426C-83ED-461AB37D1C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BAE3639-49A2-477B-BB55-83A79DB848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8358709-C83C-4569-88B0-32BE41685C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F64EC18-212D-4887-8DFB-0DA71705E5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AFB05D-D500-41F4-9FFB-C1F15AEBFD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8EC1A39-0E79-4761-9732-E29A6E4224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3a1ebf84764e9e" /><Relationship Type="http://schemas.openxmlformats.org/officeDocument/2006/relationships/slideLayout" Target="/ppt/slideLayouts/slideLayout1.xml" Id="Rb85faed917f04de8" /><Relationship Type="http://schemas.openxmlformats.org/officeDocument/2006/relationships/slideLayout" Target="/ppt/slideLayouts/slideLayout2.xml" Id="R297fdcce1cc3434e" /><Relationship Type="http://schemas.openxmlformats.org/officeDocument/2006/relationships/slideLayout" Target="/ppt/slideLayouts/slideLayout3.xml" Id="R9c7371925d4047a0" /><Relationship Type="http://schemas.openxmlformats.org/officeDocument/2006/relationships/slideLayout" Target="/ppt/slideLayouts/slideLayout4.xml" Id="Ra92800731c6c4a8d" /><Relationship Type="http://schemas.openxmlformats.org/officeDocument/2006/relationships/slideLayout" Target="/ppt/slideLayouts/slideLayout5.xml" Id="R26be7ef11c304b74" /><Relationship Type="http://schemas.openxmlformats.org/officeDocument/2006/relationships/slideLayout" Target="/ppt/slideLayouts/slideLayout6.xml" Id="Ra8c183f36d7844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5faed917f04de8"/>
    <p:sldLayoutId xmlns:r="http://schemas.openxmlformats.org/officeDocument/2006/relationships" id="2147483650" r:id="R297fdcce1cc3434e"/>
    <p:sldLayoutId xmlns:r="http://schemas.openxmlformats.org/officeDocument/2006/relationships" id="2147483651" r:id="R9c7371925d4047a0"/>
    <p:sldLayoutId xmlns:r="http://schemas.openxmlformats.org/officeDocument/2006/relationships" id="2147483652" r:id="Ra92800731c6c4a8d"/>
    <p:sldLayoutId xmlns:r="http://schemas.openxmlformats.org/officeDocument/2006/relationships" id="2147483653" r:id="R26be7ef11c304b74"/>
    <p:sldLayoutId xmlns:r="http://schemas.openxmlformats.org/officeDocument/2006/relationships" id="2147483654" r:id="Ra8c183f36d7844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5225f068a14b3e" /><Relationship Type="http://schemas.openxmlformats.org/officeDocument/2006/relationships/notesSlide" Target="/ppt/notesSlides/notesSlide1.xml" Id="Rb01b9124ae9a46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7acffa606046ab" /><Relationship Type="http://schemas.openxmlformats.org/officeDocument/2006/relationships/image" Target="/ppt/media/image.png" Id="Ra64f37b9bfff4cf6" /><Relationship Type="http://schemas.openxmlformats.org/officeDocument/2006/relationships/image" Target="/ppt/media/image2.png" Id="R157caae3391a4c3b" /><Relationship Type="http://schemas.openxmlformats.org/officeDocument/2006/relationships/notesSlide" Target="/ppt/notesSlides/notesSlide2.xml" Id="Ree9e2115467045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7a10c769ada421a" /><Relationship Type="http://schemas.openxmlformats.org/officeDocument/2006/relationships/notesSlide" Target="/ppt/notesSlides/notesSlide3.xml" Id="R2f77158efe8a4e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073349a9df48af" /><Relationship Type="http://schemas.openxmlformats.org/officeDocument/2006/relationships/notesSlide" Target="/ppt/notesSlides/notesSlide4.xml" Id="R5edf7b44347843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21fbc4ca554128" /><Relationship Type="http://schemas.openxmlformats.org/officeDocument/2006/relationships/notesSlide" Target="/ppt/notesSlides/notesSlide5.xml" Id="R884452aade164d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81bc6847f1e4364" /><Relationship Type="http://schemas.openxmlformats.org/officeDocument/2006/relationships/notesSlide" Target="/ppt/notesSlides/notesSlide6.xml" Id="R3f0d9f87d7e043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87145f5d0a34bf3" /><Relationship Type="http://schemas.openxmlformats.org/officeDocument/2006/relationships/notesSlide" Target="/ppt/notesSlides/notesSlide7.xml" Id="R1e4ee44e5f7c42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326e05ddf21480f" /><Relationship Type="http://schemas.openxmlformats.org/officeDocument/2006/relationships/notesSlide" Target="/ppt/notesSlides/notesSlide8.xml" Id="R9f10102921794f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b832807af034d73" /><Relationship Type="http://schemas.openxmlformats.org/officeDocument/2006/relationships/notesSlide" Target="/ppt/notesSlides/notesSlide9.xml" Id="R22bb666e3ce643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c0a8e8646d480b" /><Relationship Type="http://schemas.openxmlformats.org/officeDocument/2006/relationships/chart" Target="/ppt/slides/charts/chart1.xml" Id="R2ba83aee6d7e4a92" /><Relationship Type="http://schemas.openxmlformats.org/officeDocument/2006/relationships/notesSlide" Target="/ppt/notesSlides/notesSlide10.xml" Id="Re726856a5aa941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7e1849cb472464b" /><Relationship Type="http://schemas.openxmlformats.org/officeDocument/2006/relationships/notesSlide" Target="/ppt/notesSlides/notesSlide11.xml" Id="Rdc1825ec1dc049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fdeb3ed8ad14eda" /><Relationship Type="http://schemas.openxmlformats.org/officeDocument/2006/relationships/notesSlide" Target="/ppt/notesSlides/notesSlide12.xml" Id="R22d02d7fee5f4cd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0ffd07db9d54fc9" /><Relationship Type="http://schemas.openxmlformats.org/officeDocument/2006/relationships/notesSlide" Target="/ppt/notesSlides/notesSlide13.xml" Id="Rd9ec2f9cc6454af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a5c861febe74bc4" /><Relationship Type="http://schemas.openxmlformats.org/officeDocument/2006/relationships/notesSlide" Target="/ppt/notesSlides/notesSlide14.xml" Id="Rbde3c15217314d2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0d97f83e18a44e4" /><Relationship Type="http://schemas.openxmlformats.org/officeDocument/2006/relationships/notesSlide" Target="/ppt/notesSlides/notesSlide15.xml" Id="R38bbb12fd61b46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91c026029ce4788" /><Relationship Type="http://schemas.openxmlformats.org/officeDocument/2006/relationships/notesSlide" Target="/ppt/notesSlides/notesSlide16.xml" Id="Rc226cf6795c64e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8c014f1e9da4613" /><Relationship Type="http://schemas.openxmlformats.org/officeDocument/2006/relationships/notesSlide" Target="/ppt/notesSlides/notesSlide17.xml" Id="R8158bfe96a5c465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e034b9e40a04d70" /><Relationship Type="http://schemas.openxmlformats.org/officeDocument/2006/relationships/notesSlide" Target="/ppt/notesSlides/notesSlide18.xml" Id="R9478a4c119c04ac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b7dc3bb51cd40fa" /><Relationship Type="http://schemas.openxmlformats.org/officeDocument/2006/relationships/notesSlide" Target="/ppt/notesSlides/notesSlide19.xml" Id="R502b3253c91c4e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9b525beeaa64872" /><Relationship Type="http://schemas.openxmlformats.org/officeDocument/2006/relationships/notesSlide" Target="/ppt/notesSlides/notesSlide20.xml" Id="R6ba9566a8dce41a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7fddb3046384b8b" /><Relationship Type="http://schemas.openxmlformats.org/officeDocument/2006/relationships/notesSlide" Target="/ppt/notesSlides/notesSlide21.xml" Id="R4986c6c4d8ca43d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99caffc686342bb" /><Relationship Type="http://schemas.openxmlformats.org/officeDocument/2006/relationships/notesSlide" Target="/ppt/notesSlides/notesSlide22.xml" Id="R8e8ea1c2d27a42d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5b0a0e9c49c4b96" /><Relationship Type="http://schemas.openxmlformats.org/officeDocument/2006/relationships/notesSlide" Target="/ppt/notesSlides/notesSlide23.xml" Id="Rc367759fd1134cc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b02ce843ef54974" /><Relationship Type="http://schemas.openxmlformats.org/officeDocument/2006/relationships/notesSlide" Target="/ppt/notesSlides/notesSlide24.xml" Id="R85782e42caf0475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B0A2C82-B990-4ECF-8423-C29C53F0332A}"/>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CB5BA515-A511-4C25-A9DF-6352151658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A3DCCCDA-DF79-4DD4-94CA-218910FD185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DE01A78B-9DCF-44EA-A68F-49D9D487AADB}"/>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B81F27CE-0316-48A3-9AE5-92F9C86BDBA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14340695-1BF4-4224-BDBD-CF878F45B06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135E090-4D1E-41F3-8907-7E9E8F0DD6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4129606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F2AAD3D7-5477-46F2-AB3B-BD986A5D2E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083EE701-CB72-4219-A2E8-9AD1B8BA17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E36F421E-6906-4B91-96A3-319732D13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29B2F52-7E35-42A5-85E3-01CD9AB120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8E031F55-E739-48CA-812E-3E86012DA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76A398F-A3BC-4577-9ACE-1BC215A532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924C360-B421-4B8F-A003-E28DC6F55A96}"/>
              </a:ext>
            </a:extLst>
          </p:cNvPr>
          <p:cNvPicPr>
            <a:picLocks xmlns:a="http://schemas.openxmlformats.org/drawingml/2006/main" noChangeAspect="1"/>
          </p:cNvPicPr>
          <p:nvPr/>
        </p:nvPicPr>
        <p:blipFill>
          <a:blip xmlns:r="http://schemas.openxmlformats.org/officeDocument/2006/relationships" xmlns:a="http://schemas.openxmlformats.org/drawingml/2006/main" r:embed="Ra64f37b9bfff4cf6"/>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0E6272D-EEBF-4486-8257-061A565361E3}"/>
              </a:ext>
            </a:extLst>
          </p:cNvPr>
          <p:cNvPicPr>
            <a:picLocks xmlns:a="http://schemas.openxmlformats.org/drawingml/2006/main" noChangeAspect="1"/>
          </p:cNvPicPr>
          <p:nvPr/>
        </p:nvPicPr>
        <p:blipFill>
          <a:blip xmlns:r="http://schemas.openxmlformats.org/officeDocument/2006/relationships" xmlns:a="http://schemas.openxmlformats.org/drawingml/2006/main" r:embed="R157caae3391a4c3b"/>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3684960C-B587-4314-8FDA-EF5369C8A850}"/>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8FE8394F-8B3C-4E15-BECC-C38559166195}"/>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5C47DAA-EBDB-4970-A24C-F5469013FC3F}"/>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EF4E106-0404-43CE-A29E-592B6B402A20}"/>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3BBFAA0-F859-4302-9C79-565D742FB070}"/>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76FD9397-D901-4E3B-8630-08E0CDC8DE4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8BC4457-B3E2-4116-AA08-967E9294FE1D}"/>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A0F1D468-E370-4176-9E96-86DDF25D2FEB}"/>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9424E94-240C-43CD-81FB-DEDB74B4306D}"/>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76D965D-F9AE-4990-A693-FE8B9D2E43DE}"/>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0BC14752-4455-46B0-AC39-B3B960D4D09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DE1A318-39CE-4E08-A92E-E844A7DBD6B4}"/>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DEAF0FE8-3ADD-4280-A831-8E2E05728F8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B037680D-1377-4985-BAE2-738CA143B9C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6910EDB1-B0B3-41B6-B441-268BDD0EA7DA}"/>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CE78D63-D81E-4302-813C-AED42B341F7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4C0EFD4-3E37-49F0-A32C-65910F7F1DF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27040B0-682D-4C3E-813C-577624864533}"/>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7A72C562-A7D6-4C97-9230-8ADEFAA9B7EE}"/>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5A7F89DD-915D-4EE0-A71D-96881CB27E72}"/>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BA2A239-3E5F-4B40-A240-A32ACA7FEE06}"/>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2713F2F7-5314-4D72-8732-FF0EEA6FC8D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FAED1171-DDFA-4EA1-9189-71E1DEEF1F7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043CC2D2-3958-43DE-BABC-7B552F5D7E0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6D5370D-83DF-4CB7-93A0-C7339C5068F6}"/>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BACC53D6-BD13-4899-BAA6-FA288DC19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1180917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CF5DBAA2-9D5A-4928-9264-35257CDE3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3998FCDB-DDCA-42DD-AD43-B74EE9A87A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32DF96AE-594B-45A9-994C-D7E67FB7E8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4DBAE02-BC4C-4145-BE81-1D68EF7054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7B7A34F1-220D-4A36-B924-C5F00018FE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311B991B-C6DE-43AF-8EBC-8E9EE71D41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D9A39DFD-AE41-4963-8553-7DC946CDB00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4629CDC0-7F7D-4BA5-AECD-4977B0D4088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CC066CE-91B2-4AA6-BFB0-FDEFC5F068D6}"/>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FC1C616A-D66E-43C5-9F70-9EFEDB91172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598C25BC-28E8-41A6-BA63-29BE0573177C}"/>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CEB01D28-D3A8-4D00-9BD4-AE67B0641F69}"/>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D3C0A1D-C9D0-4B9D-BFA2-91AD05AE17C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4C80193-8E08-4DAD-9F07-BECC3BA2C74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213BE17E-FA6B-40DC-8F8C-46341D558DF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253557DB-4878-46E6-A600-68F0E56C367D}"/>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65C874B2-A518-456A-9BAC-168A188136A0}"/>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12D8808-8A32-410F-B4DC-EEA151F5DE7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9F77A3D9-4447-4ADD-8CDA-DD4B16B993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31909EDD-1BE9-42F6-A383-B7D584D097B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9ACF6CD-73E8-4030-BE81-62D5073869C0}"/>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F25228-F3DB-4EC8-81CC-244D9FE33E4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33820ADA-4F7E-48A2-AA4B-821067EAC1E1}"/>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F6D1E4C-9A0C-4415-A0DF-90C118A8C71F}"/>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4257B3A8-03A8-4A36-BB50-E21D8B921E8B}"/>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1265D88-5969-4B2A-86F0-D13F2E89F79B}"/>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F8B3253C-9DFD-4956-91A3-DABCF1722DDD}"/>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72153A8-0C1F-4D09-B149-1B079A98CCAF}"/>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50EC76E-053F-4A25-B3BF-A9EF7B7EF2D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A88096EE-B9B2-4C69-84C3-700D347E4A7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4774FC12-A6BC-4E81-B5E7-E64A59C5075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03C1D64E-16F2-4358-94A6-0B360D5DE008}"/>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ACD3E8C-6C50-4410-9760-299D260DBCD4}"/>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8862C5E-D0E7-4EF6-9CA6-6C9A8B49EAF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6C2D025-7D35-4C70-8B29-00A97DA8955D}"/>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22A5BD0C-37A2-4D8B-AC6E-F04354C6468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0B33E912-47A4-4071-A123-6C225DCA155D}"/>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644C0EE-3411-4A0F-970B-D5ACE181F83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04AECBBA-A74E-4C45-B440-15D7AD6AF6E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ACB30750-2BD1-4BE0-ADB3-7F2FE39AFBF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CD89E9D0-FF3A-4ADE-996D-67BEAF09025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84842FEA-DE21-4D39-9957-7701805B39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22585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EAB89378-C145-43A9-BF4C-694D799888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52B0F11-A916-4E62-BBBD-3CC860C0D1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5AAF1CEE-3F12-461B-8C6E-272E758CDE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0FCAD3FF-CFD0-4D7F-911B-056EC2A77B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5557BF4D-8BCC-48D4-87A6-749EB62BA1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BFED56FC-3D8A-4EE1-9EA2-BC00B28F4F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CF18AAB-8817-4BBD-A5FB-4059BA0855EB}"/>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95EC8BAF-73C0-4C37-BB9D-F3308EAE744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B6964DBD-DE5A-4254-91DF-DD1E911C2B4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ABDD904-F8AC-4DF7-90EA-DA299AC0D3BF}"/>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8B7362-C132-45A8-B84F-A4F23426BE6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12FF4377-67A1-4C6C-A1FB-EA45F9A7DD48}"/>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CF5D523-8411-4E2A-AD5F-553E0FAFF2A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A8FB8812-0B43-4287-80A7-09457C943537}"/>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807955F5-CA04-460F-8076-7BB75E0F85C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8D6D79A2-7EE8-489D-94D6-B69B739F3DAC}"/>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46806D1A-41D5-40C1-91C0-4740CB9DF204}"/>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2F3804A-1BD0-4ECC-B9F6-1B0A9C323E6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4007918-1A14-4711-8E11-1C7537D653DC}"/>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01AB908-7208-4A96-A574-3279CC751C3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64A8147-1D6E-4BFE-980D-EC27BDADB52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7A2478E7-BCF6-4895-9776-EAEF97B9D4D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D135869-9699-4598-8330-2EB17FE37D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1269442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4C0630C-8912-41DB-AB1A-983E68B991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3DD00C20-CF3E-46B0-B95F-E00B3E76A0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30CD042F-75E4-4D3B-ACD2-260EA2351A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BAC7399E-B240-491C-960F-FBF342A104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D55CA0D-3450-4D4D-8378-797E6589D2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2DD23A61-1EF6-4356-A722-C74707A1AA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E7A5783-2410-4CDE-8325-6F6683A4671C}"/>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2BD79FD-BBEB-41FF-AEEB-C2E9090AF74A}"/>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029FB5EB-1A06-4C7A-BE15-48E28157ADD1}"/>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81E122E5-CE2E-4075-ADB0-1BE16D8607AA}"/>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C3D6CE8-DC16-4AC9-A557-A6EB4BF687B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9030C3A-1549-4D35-B330-0DF770CFDADB}"/>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89E2BB29-1AE3-41DA-9A03-88B39F8B52F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EA7A3BE0-D292-44EC-A18B-8E1C2498099D}"/>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58B294FE-53E0-48D7-8D3B-B871C460DC15}"/>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FF4B8CCB-D47C-4AE1-A115-57920391D5C9}"/>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D838A886-C3BA-46BC-945B-F4C4E151C31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21091A3A-F108-44E3-B9A1-6455C783FC36}"/>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919DE86A-FC3A-4B97-8902-2BAF27EDE27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96B935CF-326C-4085-A6CE-78C09700650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2385B260-FAD0-4177-AA01-356DF4F943D6}"/>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9E9C8CD8-5FF3-458B-B7A2-F6EAC93029C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F5E1086-4D03-4BE0-8E13-97DD800DEAA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59E804BE-798C-41F6-AB6F-BDE2AF577BB5}"/>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4431672-D05F-49A6-AE05-60E6A0FFFC60}"/>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1501015E-B0C6-45CC-BDC0-0B409BF30DE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25097D44-C342-4280-A1D6-62A6C6BE7B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680550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2C236C0-E26F-4F3E-967A-B92D67ACB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44E8A45E-AC98-45E0-A9BA-7C0E294DF7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F75A34E2-76BF-4C4B-A442-C8D9E4825C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F6D8E6E2-BF8C-42F3-8C70-102985B915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68E2F98B-FE78-4E74-93EA-51386CBC2C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5B17C11-B7AF-4D46-89C9-CC17AFA19E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0792338A-4698-4715-BFAA-D11D3DA84C1B}"/>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69096449-5740-4D49-9F0F-B73F6976AF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09F9A05D-5A62-4778-A45E-295E9311165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7863B982-83C9-4CD2-B920-33239AE10A8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FBB5445F-D513-4123-8CF9-FFCF46AD0C4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9B8480A7-45D4-4D0E-8859-6492EB1F7736}"/>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C645263-D834-4D49-968D-0814912ED387}"/>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55F3AAF5-4C4E-4805-956C-B38C457185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2759021F-AF52-463E-B4A0-606E44BE29F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1607158-F25E-4483-B149-CAC62C3D38D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AD469DA-330E-45D2-972B-B0582E0CEC0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D21BB8-EC87-4A60-897B-E347CAB9888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AD2CBB51-D867-4DA4-9F91-70758276ED2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FD6C823-FE18-45A4-A0C5-F184C9DE19F2}"/>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49E6DE37-6EC2-42EC-882E-57FC6F69D4A0}"/>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3898EFA-6D7B-4C31-B7AF-3E9979B1D7F2}"/>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151B2B4D-9766-458C-8257-B0A06967C7A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A455841A-26CA-4CA6-903B-987F169918F6}"/>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B1EF373-8A71-457D-B3AF-27C2E94229A2}"/>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2557871C-206E-46F9-AF68-DEDF9DD3A9BE}"/>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B3367E6-CA7E-4B86-9F4B-E276C71371A3}"/>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82553B1-26C1-4D4F-BF87-A330D659169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928E7EB6-FC9C-460F-B028-09930997BFF9}"/>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A09C7D27-29C1-4E7E-9420-61A1B43F968B}"/>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0950BE53-B8FA-42B1-9440-6518E9FC52AF}"/>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3124BD75-AAF2-4EFC-8AF1-2CCBBDBF59DE}"/>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3DDBA28-E9BE-46CB-B305-139893F788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309574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D0BE1B5-E65F-41A2-839C-3A5BC1559C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718CA02A-A87B-441E-993A-EA34A2D2C4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C37E2CC5-933A-4127-AB02-D974D87626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28D7D3F3-A94B-49F2-BDA9-7441DD4A69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1CB25332-6D76-4687-AB0D-37C5C3348F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F37CE5EB-D177-441C-9559-F7F68F7B74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94E66064-2ED5-49C9-AAB1-ED753BBA29D0}"/>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EC1E5CFD-20CB-4D40-8F51-F65EB9BC5C53}"/>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11C8DA9F-9C3C-4BD4-88AE-AC0E0C854887}"/>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DA63B89-2C74-46F3-8DA2-DA770F9EB0E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9FC64C0-2A05-44A8-A0A1-27D97EC1D56A}"/>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03BA33D-98BF-4AC2-8D2E-49E8FEA68C3D}"/>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B9464D5-A3F9-4717-B4AC-367C957C2DE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10F295C5-4729-4305-A7FA-EA9B7EB122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030918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BC846965-0CE3-4DAE-B662-9366D9C206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23FC26DE-3D51-4C85-90AB-37F5A47DDF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5C2C6B0B-4153-4FF2-B509-E3D390276A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7685B789-2EC1-41BE-9449-225A57065F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A2DDF39-EC91-447D-B08C-3F8D0A490C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A3F9512-BF07-42B3-89A4-E61A434D46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C03F4F3D-7A7D-45BD-8C2C-5C79FC69D81D}"/>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F443F794-96C3-49DF-B418-7AAFF4FC3FC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522D0B53-95B4-4183-B816-C0D2C572CD2C}"/>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F4FDF583-8DF7-4F80-B9A1-94CAF41C4543}"/>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B4B7DF9-23FD-4BF0-BE72-677F56D82A4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22AB3A2C-CB5D-4F90-A9AB-E077B50A746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08F693E-F931-4109-802E-96ECDAF25B9B}"/>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C80EBE4-9CFA-4FDD-A43D-050572C0EA0A}"/>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F2AB91FC-40E6-430A-A52C-C96B188E4C45}"/>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0A323732-053E-4B74-B2A9-6B1739BA38CE}"/>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EECA50F-59AC-4100-B2CB-D01A549B4952}"/>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DE622E83-1212-4E1E-AFD4-5016A4D9CC7A}"/>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F377D9C-3F62-4830-B0FC-453E27138647}"/>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D4C58DD3-C8FB-47DD-BD0C-FC89E06CAF8E}"/>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C8200C5D-792C-42CA-9CF3-5EA348E077B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04AED356-787A-4B88-B05B-318C49015096}"/>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9E75973-3482-4C13-BB7A-F65C3544296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66E9045-967B-4F75-B68F-18750B599FB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B128E953-7328-4A6C-8B52-32B1A5F7ADAE}"/>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C1181876-7454-465A-B8D2-5DADEABFCFFC}"/>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4C7DA221-297B-423D-8CB2-7625174A01A4}"/>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D4017CA-E0EC-4684-914E-8667DB4F380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12715A7E-B050-40FC-A574-18339D3E3B6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C6CB224-8CF1-45D6-99AB-047D878A7F14}"/>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760774EB-3C35-4CB1-9816-895448A479C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42DCE4B-0EF1-4BDE-B64D-D2DC01B1F928}"/>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2FDAA29C-27C1-474D-943C-156E7E4F3518}"/>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274276D7-9AF1-4E47-816D-D7605ABFEE9A}"/>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981036F-2DCE-4B36-A966-2B867147884C}"/>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E63C9C5-6541-4A86-97D7-B10212258A5A}"/>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67BB357-EA0A-49C5-A1ED-0CDD651154E1}"/>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4882562C-3995-432C-B0A1-678967F771F5}"/>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67F015A4-A5A9-4CC5-B792-99F9DB8B4E7F}"/>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52AA477F-D9D5-4A32-8CBE-7D4968821FD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63E4B7DA-553F-41C2-891C-3756A7B0D3C8}"/>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2BAE87F8-673B-4260-BFDA-57B501E38DAF}"/>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E5CF6E42-B5ED-4224-B105-4118B07BCD67}"/>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AFF9630E-C7D0-452C-A603-FDCACB7084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3395340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10944F58-AE25-41BD-BABB-8D474CFA62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289D3091-337A-410B-B2ED-18D50C2413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0EC07DF0-A7AE-4DE2-B6FF-7C6DA6B0EC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DCF6F276-21B8-4698-B4D2-B8A5CEEE32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984AB73E-6EB9-4A4F-95E2-F1DB694675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88462749-89C6-448E-B5BD-12AFDF9399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429F69BB-5716-4AD6-93D2-DAF54F9F440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978518A9-6D8A-45DD-BE7B-E154E304905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B22BF82A-5E11-4735-880C-2D7563FB1A8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B75C2431-1005-4EDB-9C67-5ED1F8D7A0BF}"/>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B2E6F89D-103B-44EB-B6BB-D3EF9F6D5970}"/>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37A06B52-9B0B-4BA3-94DD-D76C61371CA6}"/>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93FE84C5-2226-470F-8A52-7CF4B7A4B9A7}"/>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66191AD6-3032-4F02-B76D-706D82939860}"/>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34F7799A-7D75-4C54-AADB-200750A483E8}"/>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A6D01AA-7546-4B8E-9F2A-0C2FBADD82BA}"/>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7BB6A4BD-473D-44F3-ABA9-FCBD5A2ACEF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0647F21-0ABC-4D8B-B1E4-D9170B8DB57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CAC49FCF-3B89-45D3-B4B5-DE5761918397}"/>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33B00A93-4525-4CAC-8DC7-D6218631BD7F}"/>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12F6D3C7-05D1-4DDB-8914-C9934707A69E}"/>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79EAF71C-02AD-4C8E-B61F-8FE8CB29759F}"/>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BA6BE565-542E-40B2-BAD4-2657134B91D1}"/>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C128273A-B078-4843-ACCE-1912EF74BFB8}"/>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BEFC8C6E-5F79-4934-B600-7EF6D01C3E19}"/>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08AA1F4C-6300-43E8-8AA7-2AF04180D76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7FAB3AB9-467E-4513-BAAC-C46ECFFD183A}"/>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0B0279E4-8FA8-4110-84EB-75AE88E8A125}"/>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9660B485-0CCB-43AA-9D3F-191B558743C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C84EE1D8-BF88-4963-9C6A-B37398BD87A9}"/>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24728F12-F47B-488B-995C-786F58F0FF33}"/>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C06B27AA-1D71-4AEF-AD1E-7F2AD261D08C}"/>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7B7D7DD1-9ADA-4705-979F-6EEB76FD3295}"/>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3271D1-BE37-40B0-B2B1-588574FDA2FF}"/>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E3CCC2F5-DF50-4E9A-AF24-6AD7B68CE6E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B657B44-BA5B-4EDA-85CC-F565035D95F5}"/>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B254415A-3253-4B8B-86F1-41F64066154F}"/>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A92BFF6C-AB85-47B8-B97F-C2615A3FCEC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7688BAC7-4C69-4BAE-AB02-5604188E0A2C}"/>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59D95CA-143D-4CDE-92B0-1A6D14AC78B1}"/>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6DC29D1B-BA45-4E5C-B748-E01B3C7416A5}"/>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B00C6CC9-7BD9-4EF3-800A-3549E17B384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78E98D58-2B87-45AB-93DC-E91967DE0BBB}"/>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03C31B45-2362-4593-B157-0E8C03F88A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04C08A37-9BC4-4B92-B20E-E8A237B1FE4A}"/>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2227E084-6A16-483B-9EA9-0596DE1C64EE}"/>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FF536C8-C117-4521-9DE5-0EC814A2AE45}"/>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578AA5B5-CE6F-4D08-90D9-7D9DCA587B4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48FA7EF7-81BA-46EF-89D0-3C09C8286DEF}"/>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EA5584B-28B0-44A2-9D28-880790665419}"/>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53CC546E-7CD5-4C43-9886-D46A92C552DB}"/>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D1BD6440-D02D-4C7F-A997-E5887B573F07}"/>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D678BFCE-29E6-4FA4-B276-67A387F28E6B}"/>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C749D78F-6B19-47DE-92A4-09D0AC171793}"/>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C0C4DA6-3FFB-4846-B1E6-CC299F0E0D72}"/>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75D12EE2-4AB7-4C32-8D93-74313F295B9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BA4B0B21-5749-4B00-9CE3-1294F7518E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57139048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ACF6666-BC0B-42D6-AC39-C78AE75943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02AF59CE-2835-4DFF-9310-B0F6C9BEF6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1829F307-C300-43D1-8465-94813EDBE3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E716C1A5-C4DB-4EFF-B26B-923D24AECC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2ACBA9FC-16E7-4BD8-AC6E-8764F21F65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E335A6BE-D083-4489-8614-364C52A0F8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E42742D-0A1A-486B-9838-343091B71C9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EF15EA49-9640-42D7-A53B-A17FE1BA54D3}"/>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A50BBFC9-6408-4F8A-B9F6-545D19A59936}"/>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695260B-8F78-4546-BFF6-C331BBD7EC16}"/>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EBF69C65-360F-423D-8949-FA50398BB473}"/>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F26B2C-2DB3-4D1F-82BD-25D84CFFD630}"/>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3A94817-C11A-4455-8FE6-771642B41A2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D72C3E5-5409-4923-A238-538358623252}"/>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2ba83aee6d7e4a92"/>
          </a:graphicData>
        </a:graphic>
      </p:graphicFrame>
      <p:sp>
        <p:nvSpPr>
          <p:cNvPr id="15" name="Python 할당 피크">
            <a:extLst xmlns:a="http://schemas.openxmlformats.org/drawingml/2006/main">
              <a:ext uri="{FF2B5EF4-FFF2-40B4-BE49-F238E27FC236}">
                <a16:creationId xmlns:a16="http://schemas.microsoft.com/office/drawing/2014/main" id="{44A9CD08-A715-41E7-9DDD-C298D16B3685}"/>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300B7059-DAA4-4808-B0F6-2CDD5A0721E5}"/>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0AF86726-9A82-42CE-95D7-9DE7DBD551E5}"/>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76813DE3-7064-416B-BA7D-733E5EF9B3C0}"/>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18498224-8B84-4DA6-8F86-E360BBD57D83}"/>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9000C731-B168-443A-B8CA-6E033563C9C1}"/>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B51CFD61-EBDF-47A4-B92B-F580BCBCD259}"/>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1FB4FE13-714C-49C6-AE93-42D31727D78B}"/>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4F5ECD0D-6379-4F99-A7DE-CDBB30D9767F}"/>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414D1203-BC36-488A-B426-F62C0B22997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D921745-44C6-474F-9043-EDE54D3FF1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0057225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B22EBB32-6942-43B6-AE99-CF9916FDF6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04949F3A-9BC4-4802-87BE-083D4325B8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90B0CAB4-B161-46D9-B35F-EE27C352A8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A838159-01C1-4B22-9973-CD70BBC36B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F093EC67-3F60-4ED3-9BFC-643C4E6BFC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92BFCA02-B8E1-4167-83D0-633210D848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8E228EB8-B324-49BF-8F04-A52FD10AF61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90C4E4D8-E96F-4A3C-9B58-3FC0CAA69ED6}"/>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33ED5F26-2C59-4D7D-8A28-37A647554C79}"/>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215F2BEB-FC52-401C-AF78-6C8457E5A5C1}"/>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F6886A4-7E49-44CE-BB49-1F04FAE4E05B}"/>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E390ACA7-EAF4-4B15-8398-F8643589638E}"/>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C5788BBE-5B12-460A-BB85-6C166506D2C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997DC9E2-FA11-4914-B7DB-8A980B0F7A93}"/>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C240F937-D92D-439E-8E6D-B8305C937B5D}"/>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F1D15540-BBF0-413E-8BAD-65C66389DAA0}"/>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B94E8BB8-68DF-4943-92C5-4AEDDC5B8803}"/>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428EE555-E99D-4092-BAC9-359F1D8E2C93}"/>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591E7276-361A-416F-9102-148A9156E8CC}"/>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BE126C8-4C7C-451B-85F8-B44C7F9E8205}"/>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7CFACF9-2E99-48CF-AE20-61AD106C7C97}"/>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981A2657-94B7-4548-B0DA-0630E18EC936}"/>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CD50E211-03C4-4926-A80F-9C821A2D8F53}"/>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40FB031E-9258-4256-8106-DE36A86C326F}"/>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A458E2DF-5C56-402E-BF92-2C1E8BF6E1A9}"/>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33B29572-ED74-47F7-90BE-728FE4EFFE6A}"/>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4AA64BC-C633-4713-9E1E-DF458AD4CA99}"/>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84DEE94D-C42A-4F65-B868-0D0BD82B71BC}"/>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B15EB76-BF80-4EC3-A5EA-D0EE1EA7FEA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9FD086B4-495E-445E-AE89-EE6A3684CF72}"/>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057A79DF-AB40-4FBB-8460-979B1073451A}"/>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34F102F-C94A-41B2-A5E4-CEFD897BE23A}"/>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BA8C7E57-5424-45AB-8047-61CDD579FAC8}"/>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737EAF07-A567-4866-88C7-106E32C3ABC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1E4BCA33-2C09-4E9C-B7E9-E7464C555DF8}"/>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9C2A5489-6FF5-48AA-9DA9-D606390DD721}"/>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961CC056-80AD-4F81-8A11-18EA5CDAA1A3}"/>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6279940C-38C2-4083-9517-4990BE10FD8E}"/>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A18A1B69-4F3D-45C0-A619-3892A81FF58D}"/>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8B14B33A-22E6-4F0E-82F2-D227D61ABAC9}"/>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BD657B30-A80C-4314-83DD-71AD2AABF607}"/>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CFEFA33A-BBFA-4015-8C11-D044A90CBC0E}"/>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D01CA51-42D1-438C-9F3A-4D2686915812}"/>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A75E91BD-5E2A-4344-BAD5-603BB0BC151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26F5DAEE-4F82-4D88-97BB-076899377C37}"/>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487858F4-1A1A-440C-8C83-7425D202C10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28BD3181-ED8E-403A-B044-3AD55607328E}"/>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D839544-1F35-417E-9ECA-990E214E27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FF60F21-CCD3-45CC-9789-361FF8C54A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957821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2E2373F8-5379-4352-AFAF-039F3F35D8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143095D5-BA8D-44C1-A2D6-26176A269E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93D8BA24-744D-4E82-A9E1-4D6E7FF993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A38D9F55-6DA0-41CA-9592-496A759B68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A7A574F1-82EC-40D5-B54B-9F58C73F61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0F18B371-E1A3-4267-AF34-E086D0FA1A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4926BE6A-832F-454F-A252-3C14E08C34C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35682D6A-9B5F-4AF0-B5AE-71179C135182}"/>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B44AB36B-D851-4899-AF49-51A9699618B5}"/>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BF60DE4-E1A7-4362-8EE6-D1E2944F7501}"/>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74869BA1-EAED-447D-80AC-0339E65AA6E7}"/>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A9A505C-E35A-4B0E-88B0-5AC7F23BCE1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A518144C-ED22-42D0-97FF-C7C3CE1B6A41}"/>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82829268-27E4-46D6-9CB6-EB960BCB69E3}"/>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61481B48-816E-49E0-94DC-C73C0F46419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BBF1C5B8-3B4A-4C5E-AEF0-75152A387E94}"/>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13205314-4E07-43FE-8621-209B065B2BA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0B72EED6-95EE-4039-95F4-0A543FB813FA}"/>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685DF3C-668C-489C-B59D-4A2D97EDB20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86DB629A-71EA-4BE2-A649-718C7CE4E6B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62B4846-83D2-43EF-A1FE-E1EEE82D4E2C}"/>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BA1CA74-FE94-4904-9DE2-68437106EDB2}"/>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19D8C1F6-C8E6-46ED-A48E-58BFA60354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943436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81C16819-18FF-434B-9E85-8F06118908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62B3DD7B-E554-42FE-86BF-27DDD11DAA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2A84FE8C-FF1C-4ED1-8478-1B2C478197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EA4D735-2EFA-4B7D-BE39-A609A6F34A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69D95E9F-CF5C-4C66-BE45-C77F8A6A9B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3E707F8-1F73-4FE7-B212-C45860DB34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3BF0B739-6507-4A8F-A786-3E956EA62C2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48F45606-8822-47A6-87A5-7745AD919A5B}"/>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AA3EC21-86EC-4167-83AD-82E7A621DB5C}"/>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ACDC12F1-81B9-4843-B803-5E7FE44420E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B28D78F6-B029-4C32-B995-DC7EBAF1ED20}"/>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F152A5D-08B7-421C-8E4C-D028134FD30E}"/>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009C0026-58CB-442F-A2B5-D729E1E2993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8D2D1DC-CD98-453A-A0BE-9B0E1EC90E3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102BFBE3-D7E8-4420-82A7-58A92F45564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48E32CE-C5C1-4698-BD1B-2BBB8651A182}"/>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6EB77FB5-15AF-4D61-B91C-951D6E6C83D1}"/>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2C45AED3-EC5A-4882-B6B3-5084936AC821}"/>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DD2F471C-7186-4D53-B619-55EE68A5EBD1}"/>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10D10F69-7B68-43F5-9E17-1369D7CB8091}"/>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1DE624A9-4535-4AC4-97EC-49D2B4F7CF4B}"/>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89540D33-4471-4A74-89B3-C4D4701F4FFB}"/>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649ECE1B-FE4D-4D95-B4DE-48359F35E27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7504344-4DE9-416C-B8D1-5A3BFBE9267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DAA678E4-151B-42CF-9B71-D789A00266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813229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E68497EC-1A6F-4934-89FC-4D12BC7E08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088DB5D1-894A-4C5D-BFD5-7CAB9ADC24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B1796BA8-74DE-4D33-BD03-B34633E44C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B86CDFBE-DC38-40D7-A258-A967B6DE9B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89EC68BD-2173-482F-935A-0CAC506E19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B261C5F5-1429-4BAB-B4DE-74B6C92D0D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7642B20-754D-493F-AE1D-F1A525A0901D}"/>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25EB599-C044-4588-A4A6-DD0403B189ED}"/>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948CCEF4-507E-4BC8-B10B-F910343B4716}"/>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829E9CC0-7A07-4255-A678-4A55E3425CA5}"/>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9E7AC0BE-17B0-4B6E-B2A6-EAA0A13BD611}"/>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94A59F2C-7EAE-4976-9370-A7611C44C544}"/>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F1B52826-31E6-4D46-A40E-179AB3ADD6D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4B4BFE0E-562A-4DD2-B6F6-A92097F3217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3393F6A-C016-47E7-8AE2-DB4B8FF106E1}"/>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E7A423EB-DB4F-4BA7-B4CD-36B60AB2F0C9}"/>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844DCCE2-8D8B-4814-AC53-5C768D6919B1}"/>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8249A831-DE76-49B6-BD1C-1974FD367DF0}"/>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3FB0F97-2C3C-4DEF-A3F2-F394D2E4CF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EFA3D7EF-E0F3-42AC-9F9D-132EC6F82C78}"/>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5559DA22-4837-4F0E-9454-B070FBA286C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6F83AD46-7933-47C2-AEBC-5A9889092887}"/>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2ED355B-29AC-45A2-8542-EDA5973F91E2}"/>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1CFD0A18-42E7-42BE-A691-449D577664D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49A6AABF-D4C0-40C9-9568-000F1DF1CFE7}"/>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A4C82FC9-E0C4-4207-9003-0AE6A333209B}"/>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A0706A3-6627-47D4-92EF-31F9899C29D0}"/>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60DA585-F838-46AD-B751-F3583C4063B2}"/>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F1C4873E-D90E-4637-8875-909BE6C208E0}"/>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BB31DE75-1692-4CE8-AD06-5B1346A97E75}"/>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B3FF04C-1F49-4E99-AAFF-DA62FC32A0F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74B8B6D-0D22-4D42-B638-446E6DF9953B}"/>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562E8482-9D8B-48F2-AEFA-9DFC5E8C1C27}"/>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285025D6-3C32-4B6A-861B-30A6AF1CE179}"/>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7B476BAF-13D8-4736-B97A-7C47AD91D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550927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B965BE2F-E594-45C1-A6E3-F1AB794D4C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293F9D94-E52E-4BB0-8CB0-76FA70D3E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B69D6BD3-64BE-4867-B288-DBCE0CF92A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33DBA2E0-2833-4592-9BC6-06086DF2FE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7852F34C-8F9E-4F59-9437-345B83D082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A4C9E88A-B57E-4F98-AE80-9FC959DED1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D5056098-E513-4EE7-A96F-A7DEF495436C}"/>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60C67BA4-A7C7-403F-B2B4-007112B04186}"/>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F2055B46-9CE6-4B92-B482-47C1ABA90155}"/>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D1726DF6-A38B-4CF2-B7FE-BA8863EE415C}"/>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FF0A8CD9-7A14-4673-A0FD-08EB9C448DEF}"/>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67BFE931-CA06-4F9C-BCE6-E79B6DD68012}"/>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6170220C-6AAE-4DDA-B96A-CA705B250EE8}"/>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14047075-1811-46DA-8AC7-0075BA0BE7F6}"/>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4657CE67-23D8-4890-93F6-08FC543EEE65}"/>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91A4F33E-0D63-49FE-A22D-230E3E968D6E}"/>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A11D0376-6756-40D2-97B0-054A37A8338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E107300-077E-4253-B068-A32E74C8F939}"/>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5AF155E9-DF56-45D5-A262-FFB5FAEFE228}"/>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BE10F0CE-EA27-43DE-81EF-70E4D56ED6CB}"/>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95D59DF-648F-4C9E-8894-7AA4525C5AF0}"/>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60AE8463-9B09-483A-9974-A3DB317C14B5}"/>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45D419B-840D-448B-817B-E818D3409A58}"/>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5C27BDAD-D75F-4545-A29D-47C07F6E35C1}"/>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9F261EDA-FA65-4EA5-BAE7-F21993D9AEAE}"/>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9CF72602-DA82-41E2-8998-AF6AB26258E7}"/>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944AEAF-F66D-4BBD-B381-F7A9DF47C6BC}"/>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E41656B4-539F-441F-9835-37AC19AA818A}"/>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4AB1173D-8436-44AA-9430-073995C6B1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80149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5FA0B5F8-102C-4AE2-8896-0769C42BCC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0EEDA8CE-A31C-4937-9DA7-ECEF7DE3AF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8279A37B-D46D-4677-B569-A8F23F8E9A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DE44C300-5328-434D-9D20-1B1F4438FB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F4FB2C19-66C5-406C-8E67-4FE58A4298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7010BEEC-028B-4AE1-AB66-83B310E40D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E3298BC8-D8F1-41D5-B14C-1269221F8A5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3C2F58AD-B5AA-4562-A63B-9F6FD8C89B25}"/>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495CF2AC-A73F-4E3C-9160-878A5C7F34E0}"/>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FE91E030-0194-463B-B26A-50701A044386}"/>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F27F25B9-1CAD-4C81-86E5-4C0F98B7D0F0}"/>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FB54188F-7C7C-4BBB-8B4C-65B9CB47203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0BE538A4-3153-43C5-871A-533A7131F857}"/>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E01C73D-857E-4AF6-8236-8112CBECF2F8}"/>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9E00675D-E32B-4D02-830F-B975221F1211}"/>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E244F5DB-A5DC-4A59-9A81-21BCE337DF3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C79B47E1-EC46-4F51-AAA7-754ED716384F}"/>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9AF6D70C-9065-4B1A-BC66-BD3D1E9CCBA3}"/>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72291C3E-A965-4E48-A1D3-14E98829CB23}"/>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4E86B5BE-5E4F-4074-BB96-5BAA7155F8CA}"/>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B119267D-1C37-4308-90A9-9C1D2EBE8CC1}"/>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9EB98A1A-FCC3-4FD4-9A54-363FF45C6B16}"/>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B3EE7529-F4E6-42DC-BA64-5A8190716599}"/>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40C15DE4-1ACA-434B-BBCA-11982D4414C4}"/>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F3A46C0A-FE8C-410F-8FD8-DE60F67E3CF0}"/>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0C881018-4F90-4B09-A20F-5775AE6FE098}"/>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245678FC-1442-47B7-9F0B-6D88459E792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9023E11A-00BE-410B-9438-DCDA6BAC2E6E}"/>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1A646E07-E32B-4B25-98B8-A656E6CBF198}"/>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068C7A3B-6A59-42EC-B1F2-DFCAFA870B89}"/>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22027CDF-FC6D-43CF-BC7B-7AF6D86373BD}"/>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50A787E-59E0-442F-8465-EF9F29EBA4E1}"/>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4D29BA8A-30D2-4DDA-9DA8-7C7B9ABC6611}"/>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F65AD10B-0D84-4739-B32F-9F0E1AA554B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177EEB89-010C-4E90-8B4F-9C26B28AEC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305948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8BAED85A-45E3-4DD2-A36C-7F7020352E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2">
            <a:extLst xmlns:a="http://schemas.openxmlformats.org/drawingml/2006/main">
              <a:ext uri="{FF2B5EF4-FFF2-40B4-BE49-F238E27FC236}">
                <a16:creationId xmlns:a16="http://schemas.microsoft.com/office/drawing/2014/main" id="{32A6CBC7-F30C-4083-B405-A5D6D85153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만든 Harness를 다음 프로젝트의 기반으로">
            <a:extLst xmlns:a="http://schemas.openxmlformats.org/drawingml/2006/main">
              <a:ext uri="{FF2B5EF4-FFF2-40B4-BE49-F238E27FC236}">
                <a16:creationId xmlns:a16="http://schemas.microsoft.com/office/drawing/2014/main" id="{64882E9E-41AC-4480-AD11-31D69FE10A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D1879CA5-A43E-46ED-9F3A-81DA610023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081A6109-2798-4F23-8C25-52DD9896FD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999A555C-4865-46A9-913A-9BF254FDEA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E87614CE-C6E1-4938-91EA-DBA0C172243E}"/>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4EF6D935-7A8B-42C8-9084-0614119DE2A3}"/>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71E23523-14AF-409F-9E4C-7EFB775495AD}"/>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E84C05AF-6A22-4360-936C-CBF74193131E}"/>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5E39E09B-5B7E-426F-87B2-F11048BA3BE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846DD6-BD48-45B6-82F3-066B5EDD9D08}"/>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A31F0BBA-DBC2-4F0B-9AA8-2A6F1825C82A}"/>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42920000-D04C-4CC4-9696-CFFDBDC30ABE}"/>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137B4B2C-2F44-4208-8E45-B731A7AAC894}"/>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BD760F15-861E-4E97-8BC5-2E4D551C5101}"/>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AAC89A92-60E1-4253-B6BF-E4638D741A5D}"/>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C1CEAAF9-305A-4731-B216-E839AD672AE4}"/>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F0C18D85-2B05-4BA4-A063-D624BC92508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5918250-0A30-415A-9DE4-006A8657AD2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1F08C64A-5654-4EAC-9419-737BF300E57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00D71F29-EA61-405F-80EC-D7ABEF3428F2}"/>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33ECF2C6-CB4F-4A6D-B35E-6F09068F1C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601984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A535C064-A676-4362-9E4E-344D0879B5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3">
            <a:extLst xmlns:a="http://schemas.openxmlformats.org/drawingml/2006/main">
              <a:ext uri="{FF2B5EF4-FFF2-40B4-BE49-F238E27FC236}">
                <a16:creationId xmlns:a16="http://schemas.microsoft.com/office/drawing/2014/main" id="{5256FCE4-D1D8-4490-AC73-0669929E27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공통 기반에 프로젝트 기준을 연결한다">
            <a:extLst xmlns:a="http://schemas.openxmlformats.org/drawingml/2006/main">
              <a:ext uri="{FF2B5EF4-FFF2-40B4-BE49-F238E27FC236}">
                <a16:creationId xmlns:a16="http://schemas.microsoft.com/office/drawing/2014/main" id="{4DDFACDA-C458-41F2-884E-2F9B73F670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0E7D2FB0-08D4-44CE-8E5F-B1F9A664E2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56B50E6F-C0B1-4951-A720-DB838BBBE9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E5D968DD-E887-4027-826E-D884180429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309C34A3-1F40-477B-B9B2-5130B9E4A951}"/>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DCB0CD4-F991-47A8-B756-8EE782BC5B50}"/>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8559B276-2E88-45D1-A483-9CE9E0FC8F8E}"/>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4F84426E-C891-4EF4-82FD-1B7FAE78873E}"/>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9F0E4FFC-3554-4418-8AD1-E17A2A69CD26}"/>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5FE60CD1-13EC-4CED-89B9-8382CB2B294B}"/>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C16A6034-1879-4D4C-B7A3-976E031397A1}"/>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8561FD7F-44E3-4280-A3A1-E429CA96BD96}"/>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EB6F55F5-F8CD-4C0B-B427-624481B53DFE}"/>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58CFD72C-7203-41C7-98B4-34C3AE9D01A6}"/>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7E8E30E-6C80-437B-88B8-75F1B3934A35}"/>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9D121148-B70A-4AD9-8D62-3810BF87EB58}"/>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E026702E-3AA3-4BD4-B8F2-B2A6D1CB4D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772503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A44AADD5-230F-4013-8762-324629A51A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4">
            <a:extLst xmlns:a="http://schemas.openxmlformats.org/drawingml/2006/main">
              <a:ext uri="{FF2B5EF4-FFF2-40B4-BE49-F238E27FC236}">
                <a16:creationId xmlns:a16="http://schemas.microsoft.com/office/drawing/2014/main" id="{0008101E-67A9-4CD9-AEF5-A2D784F8CD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D3DC57F7-6DBD-4A3A-9295-9AF384E966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E647A752-46C7-4090-A5AE-652022F654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825431FE-1070-484B-BD94-97F88ADCF5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7670C592-94C4-436E-B138-7AA27C64FD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255A9EAD-2FD2-4C1B-9212-DDF96602F564}"/>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B5F6C0FB-BCBC-4DE6-AACC-F6FA7CD92C24}"/>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9EB91049-C7F9-4818-8A94-3128BC0C10C8}"/>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0FEF7370-94B3-4548-8409-5468B52AC97D}"/>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287AFEEB-E8DE-484A-9CFF-C9BDFE9314D8}"/>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4C54B3D2-0332-4ECC-83DD-6AE4AAE6A287}"/>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29C7D514-6F24-42F2-B082-2947E42D13BA}"/>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D66F3E72-ED3D-4B82-AEA9-562912C48B8B}"/>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6C494E20-4B33-4749-8F40-6B6192735890}"/>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53BCBFB3-5D73-4B85-99EF-1BB1A0AAC451}"/>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7FFAF524-E461-458C-831C-A6F24AE629B8}"/>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7759B25-88C0-4A95-A81B-DE822344C2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8586499"/>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8DC2A8FF-6ACA-49C0-9C33-C27617EB7F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5">
            <a:extLst xmlns:a="http://schemas.openxmlformats.org/drawingml/2006/main">
              <a:ext uri="{FF2B5EF4-FFF2-40B4-BE49-F238E27FC236}">
                <a16:creationId xmlns:a16="http://schemas.microsoft.com/office/drawing/2014/main" id="{22695FE1-7ED4-4088-80B7-55F9E1ED69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작업 중 사람이 보정할 일이 생긴다면?">
            <a:extLst xmlns:a="http://schemas.openxmlformats.org/drawingml/2006/main">
              <a:ext uri="{FF2B5EF4-FFF2-40B4-BE49-F238E27FC236}">
                <a16:creationId xmlns:a16="http://schemas.microsoft.com/office/drawing/2014/main" id="{BC6583C9-4B9C-42B6-B9D1-BE52B4126F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DBC20CFB-70A0-4F97-B4A6-B5AA71A280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5EDF96B4-0E4A-4F9B-8B5F-5F18FA6775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1C60C71C-2022-4FEA-BA06-6D3A37A47F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CB07B2D6-651F-4496-A2F1-390CDFC4A29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52A73194-1123-483D-95CF-FD563733DB43}"/>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11C0441C-DB84-4731-AE37-6ECDA82BD157}"/>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B06582B9-EB65-4B0D-ADFD-088FAFD8479F}"/>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F2933330-8E5D-4F70-B69E-573C4CBB834E}"/>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92F54805-EE42-43D4-9568-739A4B79DFCF}"/>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EA7C180A-F4B8-4CF0-89A6-F0980C1E53C6}"/>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2EDB9842-0582-4A80-81F3-B3585EF0112F}"/>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F1E0D033-DE62-45BA-830C-61A376453F36}"/>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D20CF76F-7F00-4BBE-9469-3FCE1190E9CC}"/>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25135B73-7D81-41A0-B21F-0646168ADA48}"/>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ACFBF45F-2719-46B3-8887-2385AC4669BD}"/>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963A70BD-2BF7-495D-AD29-505A60BFD9E2}"/>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D79BBC99-DF66-41CC-AA18-247F2DEC67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550140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CE92F342-D8E0-46B9-87A4-AEDC5E831A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6">
            <a:extLst xmlns:a="http://schemas.openxmlformats.org/drawingml/2006/main">
              <a:ext uri="{FF2B5EF4-FFF2-40B4-BE49-F238E27FC236}">
                <a16:creationId xmlns:a16="http://schemas.microsoft.com/office/drawing/2014/main" id="{54401B98-421A-45D0-BC59-6C146928FE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요청은 보정해도, 공통 지침은 그대로다">
            <a:extLst xmlns:a="http://schemas.openxmlformats.org/drawingml/2006/main">
              <a:ext uri="{FF2B5EF4-FFF2-40B4-BE49-F238E27FC236}">
                <a16:creationId xmlns:a16="http://schemas.microsoft.com/office/drawing/2014/main" id="{4ED2E1A7-0C1A-4B58-8A24-FA68564DC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D7DE25BB-BE70-4663-963C-3EF2050802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40527E2A-BA63-4826-AE11-31156A0A1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875B230A-7741-48BC-B19A-7F77326CB8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81E0FF5A-96E3-45EB-9E83-13191D28D084}"/>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CB7C0DB8-FF72-4AC1-854B-2B74F6E8625D}"/>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6CD425CC-E853-447F-AC38-F78C7862720E}"/>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3B5DE014-D4F2-4B43-9745-EF6DF5F81B8B}"/>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68B7D507-4FDA-40EE-92AE-07B9841377E9}"/>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82FF23CA-7D69-4D9C-9284-B5E91056D362}"/>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367865BF-59B0-487F-B44D-71BF1AB3E7D2}"/>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E7B7EDE4-6ED0-42DD-93DF-11A9A48EFED6}"/>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AE237D0E-F018-4446-B0CB-E871744938E1}"/>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E8CB1EF8-3CF0-43A7-A2CF-57B55FA325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901269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61FF15BE-FAE9-4841-9632-E394D2B3E6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7">
            <a:extLst xmlns:a="http://schemas.openxmlformats.org/drawingml/2006/main">
              <a:ext uri="{FF2B5EF4-FFF2-40B4-BE49-F238E27FC236}">
                <a16:creationId xmlns:a16="http://schemas.microsoft.com/office/drawing/2014/main" id="{BF70AF99-C8F8-45EE-86D1-2BD3C94EFA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다음 작업에서도 같은 보정이 반복된다면?">
            <a:extLst xmlns:a="http://schemas.openxmlformats.org/drawingml/2006/main">
              <a:ext uri="{FF2B5EF4-FFF2-40B4-BE49-F238E27FC236}">
                <a16:creationId xmlns:a16="http://schemas.microsoft.com/office/drawing/2014/main" id="{02CF0846-7FA5-4804-A607-A0B8157D09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5B94F687-2B10-4225-88B0-6E21C252C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67E1D595-AA6B-4227-9BE1-0DE55100E7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8D1EB318-C22B-49B5-AC50-51DD298FA4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D3B0637D-B56A-4F04-BC27-07814E374185}"/>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59FD123B-0AC3-4831-B3C0-07F3E1303ED7}"/>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02A0FC0E-B3CF-4318-8DF8-D2028C3F2A77}"/>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0ED54CEB-C7C0-48AC-844B-D9B59F46BCEF}"/>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02CE1880-9D76-452C-8128-70D65ECF8E3E}"/>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75E123F2-FB9C-49CF-AA7D-0F08C52C92AB}"/>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16F904FA-43BB-45E7-B8E1-5EA13992B460}"/>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AFF947DD-C7DE-42B4-86BA-05AC2AF4C6C8}"/>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F822E48D-2544-4BBA-9FC4-1C99DDEE4BBE}"/>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98188C07-1A27-4DC1-9177-021E6E4252CD}"/>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21E8846E-0951-422D-9BDC-32BB3BD74C57}"/>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73FA2F7E-F5C9-4021-AE74-85466B164772}"/>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A8831809-B09F-404A-8610-65FA7042204C}"/>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6E044A0A-D2FF-4F16-8047-A1ED8F976003}"/>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0A406001-CA28-4A13-9384-6548A323D6A9}"/>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4E727F27-ECD2-45C4-8AD0-FCF2C7BA8FBA}"/>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3CEFFB21-14C3-4E0D-B09E-AD2C51F1F811}"/>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48A5EAA5-277F-4647-969D-24DA8F1084F4}"/>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D396A618-2F66-43EE-BDED-0ED1DC9F28E9}"/>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60A81A64-EB6F-4C03-81EC-8CB5F7A60FD3}"/>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450E8294-4986-45C2-A73E-9806922FDB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32836954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FB28B038-C3F2-4EC1-833F-C8A9BDA9E2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78">
            <a:extLst xmlns:a="http://schemas.openxmlformats.org/drawingml/2006/main">
              <a:ext uri="{FF2B5EF4-FFF2-40B4-BE49-F238E27FC236}">
                <a16:creationId xmlns:a16="http://schemas.microsoft.com/office/drawing/2014/main" id="{5A4DC8C5-A27E-41CB-9262-2373946D92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반복 보정을 개선으로 잇는 기록">
            <a:extLst xmlns:a="http://schemas.openxmlformats.org/drawingml/2006/main">
              <a:ext uri="{FF2B5EF4-FFF2-40B4-BE49-F238E27FC236}">
                <a16:creationId xmlns:a16="http://schemas.microsoft.com/office/drawing/2014/main" id="{8B34DD9B-471D-4EDE-B43F-FF15ADB3DF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BC37A9A3-AAFF-4CDD-9B84-1950B87C47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59DF1546-8903-4414-B8EE-D71A58597C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D20F120E-BA8F-44E5-8EF7-43C425CE29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0C376163-E6AF-4305-BC91-505D8399B85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1D921CCD-371D-470C-B3C7-C14078BCD6ED}"/>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5E78617F-D8DF-41F6-B72C-75CBECC176E8}"/>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D67CF8E7-CEAC-4232-AF12-66FB51664D03}"/>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1BBCB57F-43ED-4D5C-8FA1-9269AD68A40F}"/>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75DB52DE-3B34-4A6E-AE5E-B57F8D34CDD9}"/>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AB6C37F3-DF50-4DC8-9136-E3832B5406FD}"/>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EA64B7D9-B77E-4041-8DBC-579E9C81849F}"/>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237649BC-4BC2-42CE-A3BA-4C6B1C7FC6A5}"/>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431C15D3-74C1-4258-9D14-314FBAECE546}"/>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8599C683-8783-47FA-B90C-7593E4FAD26F}"/>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358FDB09-C0FE-4E57-BBBA-6463BCAB90A1}"/>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A6F2204A-0F75-4200-B9E6-B1EEC959670B}"/>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C05228A7-8195-4FCA-A1A5-EA4E75217FBD}"/>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38E541B2-FFD6-4C20-8AF3-8E3D8A743C9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9FAF3209-A093-4438-BAAE-7EEA1367CA9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D3AEC8C6-6FD8-4572-9DBD-FFB29075122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627BB2C5-47B5-48FF-ACAA-65932FCBE5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88004365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C0D98D7C-B30D-4015-AA9C-6E3F225CDC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79">
            <a:extLst xmlns:a="http://schemas.openxmlformats.org/drawingml/2006/main">
              <a:ext uri="{FF2B5EF4-FFF2-40B4-BE49-F238E27FC236}">
                <a16:creationId xmlns:a16="http://schemas.microsoft.com/office/drawing/2014/main" id="{E93FFF9D-EF1D-4013-BB21-E10837604A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보정을 되풀이하지 않으려면?">
            <a:extLst xmlns:a="http://schemas.openxmlformats.org/drawingml/2006/main">
              <a:ext uri="{FF2B5EF4-FFF2-40B4-BE49-F238E27FC236}">
                <a16:creationId xmlns:a16="http://schemas.microsoft.com/office/drawing/2014/main" id="{4DCE4CEB-E629-4737-AB0A-09AEC672AA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436FA2E1-8527-4A7E-9B4F-9D4B285593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DA731CE2-3FD7-43D9-BAD1-AEF14232A3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7FCC9170-CBC7-483C-ABFF-57ECF734EF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8E6B78A6-BAD0-46D4-9124-015502715977}"/>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A7B69644-A8EC-488F-9E0D-7E29382211A6}"/>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406B213D-0180-4960-BCE5-4543153AEC06}"/>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74D8F521-332E-4B48-B204-3F056C5809EC}"/>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FAC38672-63DC-43E6-94DF-D1F44E0C755C}"/>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479DDDE0-1BCA-40AC-80A3-F4FEFA402A61}"/>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54445D2C-5C37-4627-9257-13FB96A09809}"/>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5F9A9BEB-9E2E-45DD-B1CB-AB1204700A1A}"/>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6E33A07F-2BA1-42C2-A6C0-B89223A84589}"/>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3CF0371D-95A2-4868-8B0C-8F1C7307A73E}"/>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E8A05FBC-1C8D-4C11-91BB-CB868B80D163}"/>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7F39FAC7-70CA-40CE-8671-B09ED7F4EC7E}"/>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487C7FC-C246-4FBD-B9F4-E4AC67C67358}"/>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695FC9BA-2A16-43AD-A38D-9C5141A0E623}"/>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95BD793E-6868-4A5D-B295-4E56616AEECB}"/>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2136C428-5343-4A44-86EA-3DD8694AFF8E}"/>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60285C80-4E4B-4145-B5B9-0A81B421707D}"/>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9906D1CF-95D9-4F07-9556-C7F006CA5303}"/>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6DC48BE1-322E-482E-9098-ECD6AA6E9B7A}"/>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A3898B2E-E5D7-4FD1-AAE6-E9E05EA8B127}"/>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10F317A5-3CF6-4B20-B03E-2C4AA0F87C3C}"/>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385707EC-7FC3-4E32-A4E6-80C339B9F130}"/>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D28E1BE2-F63C-485A-B04F-1CCD6C7F70FC}"/>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3F0B42DF-A89C-4F01-8F2B-655E7AD59E99}"/>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C0414809-0A12-4247-B43C-20EC6DEE5D3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3F27134D-4DA5-4FD8-BB9C-4737585E5E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08427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2026-10-25T11:09:51.0640000Z</dcterms:created>
  <dcterms:modified xsi:type="dcterms:W3CDTF">2026-10-25T11:09:51.0640000Z</dcterms:modified>
</coreProperties>
</file>