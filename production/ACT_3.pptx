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4d5b2f5b54e4566" /><Relationship Type="http://schemas.openxmlformats.org/officeDocument/2006/relationships/extended-properties" Target="/docProps/app.xml" Id="Rcecd788c64f54dfe" /><Relationship Type="http://schemas.openxmlformats.org/officeDocument/2006/relationships/officeDocument" Target="/ppt/presentation.xml" Id="R1c9d0851fd334165" /></Relationships>
</file>

<file path=ppt/presentation.xml><?xml version="1.0" encoding="utf-8"?>
<p:presentation xmlns:p="http://schemas.openxmlformats.org/presentationml/2006/main">
  <p:sldMasterIdLst>
    <p:sldMasterId xmlns:r="http://schemas.openxmlformats.org/officeDocument/2006/relationships" id="2147483648" r:id="Rccc9f5633d2d42df"/>
  </p:sldMasterIdLst>
  <p:notesMasterIdLst>
    <p:notesMasterId xmlns:r="http://schemas.openxmlformats.org/officeDocument/2006/relationships" r:id="R31b719dd27f14ca4"/>
  </p:notesMasterIdLst>
  <p:sldIdLst>
    <p:sldId xmlns:r="http://schemas.openxmlformats.org/officeDocument/2006/relationships" id="256" r:id="R64fa794ea79d4636"/>
    <p:sldId xmlns:r="http://schemas.openxmlformats.org/officeDocument/2006/relationships" id="257" r:id="R95453375789a4f4d"/>
    <p:sldId xmlns:r="http://schemas.openxmlformats.org/officeDocument/2006/relationships" id="258" r:id="R2be49773f2a94f64"/>
    <p:sldId xmlns:r="http://schemas.openxmlformats.org/officeDocument/2006/relationships" id="259" r:id="Re11a39737ebc4d28"/>
    <p:sldId xmlns:r="http://schemas.openxmlformats.org/officeDocument/2006/relationships" id="260" r:id="Rdbebbc4ea3a9460a"/>
    <p:sldId xmlns:r="http://schemas.openxmlformats.org/officeDocument/2006/relationships" id="261" r:id="R7568895b0ac24f04"/>
    <p:sldId xmlns:r="http://schemas.openxmlformats.org/officeDocument/2006/relationships" id="262" r:id="Rdfc847bbab494f8d"/>
    <p:sldId xmlns:r="http://schemas.openxmlformats.org/officeDocument/2006/relationships" id="263" r:id="R7e3019971dfd45c1"/>
    <p:sldId xmlns:r="http://schemas.openxmlformats.org/officeDocument/2006/relationships" id="264" r:id="R831443b541374df0"/>
    <p:sldId xmlns:r="http://schemas.openxmlformats.org/officeDocument/2006/relationships" id="265" r:id="R1d725507121d42ac"/>
    <p:sldId xmlns:r="http://schemas.openxmlformats.org/officeDocument/2006/relationships" id="266" r:id="R0384a24d10a94e3f"/>
    <p:sldId xmlns:r="http://schemas.openxmlformats.org/officeDocument/2006/relationships" id="267" r:id="R91ef7b77ee2b4cae"/>
    <p:sldId xmlns:r="http://schemas.openxmlformats.org/officeDocument/2006/relationships" id="268" r:id="R7162036c19b64243"/>
    <p:sldId xmlns:r="http://schemas.openxmlformats.org/officeDocument/2006/relationships" id="269" r:id="R968497348ab94d6e"/>
    <p:sldId xmlns:r="http://schemas.openxmlformats.org/officeDocument/2006/relationships" id="270" r:id="R1dc1c7393f4b4394"/>
    <p:sldId xmlns:r="http://schemas.openxmlformats.org/officeDocument/2006/relationships" id="271" r:id="R9cefc459467b4853"/>
    <p:sldId xmlns:r="http://schemas.openxmlformats.org/officeDocument/2006/relationships" id="272" r:id="R8bb0336646bd447c"/>
    <p:sldId xmlns:r="http://schemas.openxmlformats.org/officeDocument/2006/relationships" id="273" r:id="R827af48b4e6b4702"/>
    <p:sldId xmlns:r="http://schemas.openxmlformats.org/officeDocument/2006/relationships" id="274" r:id="R407dc6f15cc2416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c80f6786b604441" /><Relationship Type="http://schemas.openxmlformats.org/officeDocument/2006/relationships/slideMaster" Target="/ppt/slideMasters/slideMaster1.xml" Id="Rccc9f5633d2d42df" /><Relationship Type="http://schemas.openxmlformats.org/officeDocument/2006/relationships/notesMaster" Target="/ppt/notesMasters/notesMaster1.xml" Id="R31b719dd27f14ca4" /><Relationship Type="http://schemas.openxmlformats.org/officeDocument/2006/relationships/presProps" Target="/ppt/presProps.xml" Id="R6fd324dcf14c42f2" /><Relationship Type="http://schemas.openxmlformats.org/officeDocument/2006/relationships/tableStyles" Target="/ppt/tableStyles.xml" Id="Rfe66893d2eb34ee4" /><Relationship Type="http://schemas.openxmlformats.org/officeDocument/2006/relationships/slide" Target="/ppt/slides/slide1.xml" Id="R64fa794ea79d4636" /><Relationship Type="http://schemas.openxmlformats.org/officeDocument/2006/relationships/slide" Target="/ppt/slides/slide2.xml" Id="R95453375789a4f4d" /><Relationship Type="http://schemas.openxmlformats.org/officeDocument/2006/relationships/slide" Target="/ppt/slides/slide3.xml" Id="R2be49773f2a94f64" /><Relationship Type="http://schemas.openxmlformats.org/officeDocument/2006/relationships/slide" Target="/ppt/slides/slide4.xml" Id="Re11a39737ebc4d28" /><Relationship Type="http://schemas.openxmlformats.org/officeDocument/2006/relationships/slide" Target="/ppt/slides/slide5.xml" Id="Rdbebbc4ea3a9460a" /><Relationship Type="http://schemas.openxmlformats.org/officeDocument/2006/relationships/slide" Target="/ppt/slides/slide6.xml" Id="R7568895b0ac24f04" /><Relationship Type="http://schemas.openxmlformats.org/officeDocument/2006/relationships/slide" Target="/ppt/slides/slide7.xml" Id="Rdfc847bbab494f8d" /><Relationship Type="http://schemas.openxmlformats.org/officeDocument/2006/relationships/slide" Target="/ppt/slides/slide8.xml" Id="R7e3019971dfd45c1" /><Relationship Type="http://schemas.openxmlformats.org/officeDocument/2006/relationships/slide" Target="/ppt/slides/slide9.xml" Id="R831443b541374df0" /><Relationship Type="http://schemas.openxmlformats.org/officeDocument/2006/relationships/slide" Target="/ppt/slides/slide10.xml" Id="R1d725507121d42ac" /><Relationship Type="http://schemas.openxmlformats.org/officeDocument/2006/relationships/slide" Target="/ppt/slides/slide11.xml" Id="R0384a24d10a94e3f" /><Relationship Type="http://schemas.openxmlformats.org/officeDocument/2006/relationships/slide" Target="/ppt/slides/slide12.xml" Id="R91ef7b77ee2b4cae" /><Relationship Type="http://schemas.openxmlformats.org/officeDocument/2006/relationships/slide" Target="/ppt/slides/slide13.xml" Id="R7162036c19b64243" /><Relationship Type="http://schemas.openxmlformats.org/officeDocument/2006/relationships/slide" Target="/ppt/slides/slide14.xml" Id="R968497348ab94d6e" /><Relationship Type="http://schemas.openxmlformats.org/officeDocument/2006/relationships/slide" Target="/ppt/slides/slide15.xml" Id="R1dc1c7393f4b4394" /><Relationship Type="http://schemas.openxmlformats.org/officeDocument/2006/relationships/slide" Target="/ppt/slides/slide16.xml" Id="R9cefc459467b4853" /><Relationship Type="http://schemas.openxmlformats.org/officeDocument/2006/relationships/slide" Target="/ppt/slides/slide17.xml" Id="R8bb0336646bd447c" /><Relationship Type="http://schemas.openxmlformats.org/officeDocument/2006/relationships/slide" Target="/ppt/slides/slide18.xml" Id="R827af48b4e6b4702" /><Relationship Type="http://schemas.openxmlformats.org/officeDocument/2006/relationships/slide" Target="/ppt/slides/slide19.xml" Id="R407dc6f15cc2416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08eeade494a4ad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6c378e64b2e49a9" /><Relationship Type="http://schemas.openxmlformats.org/officeDocument/2006/relationships/notesMaster" Target="/ppt/notesMasters/notesMaster1.xml" Id="Ra820d3d9eb3142f2" /></Relationships>
</file>

<file path=ppt/notesSlides/_rels/notesSlide2.xml.rels>&#65279;<?xml version="1.0" encoding="utf-8"?><Relationships xmlns="http://schemas.openxmlformats.org/package/2006/relationships"><Relationship Type="http://schemas.openxmlformats.org/officeDocument/2006/relationships/slide" Target="/ppt/slides/slide2.xml" Id="R29034120389c42ad" /><Relationship Type="http://schemas.openxmlformats.org/officeDocument/2006/relationships/notesMaster" Target="/ppt/notesMasters/notesMaster1.xml" Id="R2e58c975386745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967eb752fd834ec8" /><Relationship Type="http://schemas.openxmlformats.org/officeDocument/2006/relationships/notesMaster" Target="/ppt/notesMasters/notesMaster1.xml" Id="Rb5605b16bcfa48fe" /></Relationships>
</file>

<file path=ppt/notesSlides/_rels/notesSlide4.xml.rels>&#65279;<?xml version="1.0" encoding="utf-8"?><Relationships xmlns="http://schemas.openxmlformats.org/package/2006/relationships"><Relationship Type="http://schemas.openxmlformats.org/officeDocument/2006/relationships/slide" Target="/ppt/slides/slide4.xml" Id="R5e84a22729824a59" /><Relationship Type="http://schemas.openxmlformats.org/officeDocument/2006/relationships/notesMaster" Target="/ppt/notesMasters/notesMaster1.xml" Id="R555fb1575f774ba2" /></Relationships>
</file>

<file path=ppt/notesSlides/_rels/notesSlide5.xml.rels>&#65279;<?xml version="1.0" encoding="utf-8"?><Relationships xmlns="http://schemas.openxmlformats.org/package/2006/relationships"><Relationship Type="http://schemas.openxmlformats.org/officeDocument/2006/relationships/slide" Target="/ppt/slides/slide5.xml" Id="R6318a6f1cee242ce" /><Relationship Type="http://schemas.openxmlformats.org/officeDocument/2006/relationships/notesMaster" Target="/ppt/notesMasters/notesMaster1.xml" Id="R09615ae4532c4ed3" /></Relationships>
</file>

<file path=ppt/notesSlides/_rels/notesSlide6.xml.rels>&#65279;<?xml version="1.0" encoding="utf-8"?><Relationships xmlns="http://schemas.openxmlformats.org/package/2006/relationships"><Relationship Type="http://schemas.openxmlformats.org/officeDocument/2006/relationships/slide" Target="/ppt/slides/slide6.xml" Id="R0e906499de1244e4" /><Relationship Type="http://schemas.openxmlformats.org/officeDocument/2006/relationships/notesMaster" Target="/ppt/notesMasters/notesMaster1.xml" Id="R3c80ec5db2e64ac2" /></Relationships>
</file>

<file path=ppt/notesSlides/_rels/notesSlide7.xml.rels>&#65279;<?xml version="1.0" encoding="utf-8"?><Relationships xmlns="http://schemas.openxmlformats.org/package/2006/relationships"><Relationship Type="http://schemas.openxmlformats.org/officeDocument/2006/relationships/slide" Target="/ppt/slides/slide7.xml" Id="R3d031528a50b4666" /><Relationship Type="http://schemas.openxmlformats.org/officeDocument/2006/relationships/notesMaster" Target="/ppt/notesMasters/notesMaster1.xml" Id="Rbe2cd9734dd5406e" /></Relationships>
</file>

<file path=ppt/notesSlides/_rels/notesSlide8.xml.rels>&#65279;<?xml version="1.0" encoding="utf-8"?><Relationships xmlns="http://schemas.openxmlformats.org/package/2006/relationships"><Relationship Type="http://schemas.openxmlformats.org/officeDocument/2006/relationships/slide" Target="/ppt/slides/slide8.xml" Id="R2f45c4f1c3644509" /><Relationship Type="http://schemas.openxmlformats.org/officeDocument/2006/relationships/notesMaster" Target="/ppt/notesMasters/notesMaster1.xml" Id="R21dbd6a01a1c48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b61eda7fa5994db9" /><Relationship Type="http://schemas.openxmlformats.org/officeDocument/2006/relationships/notesMaster" Target="/ppt/notesMasters/notesMaster1.xml" Id="R23c9b49a8188466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141e22d1fdc487f" /><Relationship Type="http://schemas.openxmlformats.org/officeDocument/2006/relationships/notesMaster" Target="/ppt/notesMasters/notesMaster1.xml" Id="Rc409e5ff7eaa432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2662033be2e4f96" /><Relationship Type="http://schemas.openxmlformats.org/officeDocument/2006/relationships/notesMaster" Target="/ppt/notesMasters/notesMaster1.xml" Id="R978e2339d18e463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b714ec4706e4ff9" /><Relationship Type="http://schemas.openxmlformats.org/officeDocument/2006/relationships/notesMaster" Target="/ppt/notesMasters/notesMaster1.xml" Id="Ref372f44e3c2422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a86e002472e46a7" /><Relationship Type="http://schemas.openxmlformats.org/officeDocument/2006/relationships/notesMaster" Target="/ppt/notesMasters/notesMaster1.xml" Id="Rfa4cfc65ea2d41b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2363e94fb2c4d15" /><Relationship Type="http://schemas.openxmlformats.org/officeDocument/2006/relationships/notesMaster" Target="/ppt/notesMasters/notesMaster1.xml" Id="R3ff0635f969842f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6a65d72d12457c" /><Relationship Type="http://schemas.openxmlformats.org/officeDocument/2006/relationships/notesMaster" Target="/ppt/notesMasters/notesMaster1.xml" Id="R8e4a01ba044a4c2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4e8f5b457474d3a" /><Relationship Type="http://schemas.openxmlformats.org/officeDocument/2006/relationships/notesMaster" Target="/ppt/notesMasters/notesMaster1.xml" Id="R362e3b2ad48c4a0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db60dc618b3451b" /><Relationship Type="http://schemas.openxmlformats.org/officeDocument/2006/relationships/notesMaster" Target="/ppt/notesMasters/notesMaster1.xml" Id="Rb581eccbe53a42a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70eb2360cb44f80" /><Relationship Type="http://schemas.openxmlformats.org/officeDocument/2006/relationships/notesMaster" Target="/ppt/notesMasters/notesMaster1.xml" Id="R40ff4a9da8c6465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71a6072e60d48f5" /><Relationship Type="http://schemas.openxmlformats.org/officeDocument/2006/relationships/notesMaster" Target="/ppt/notesMasters/notesMaster1.xml" Id="Rea774db6ebe2445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AI가 일할 방법과 환경 설계하기</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S57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총86분, 전체396분이다. 제목·부제만 안내하고1분에 S57로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production/preview/full/S56.png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두 실제 요청에 같은 절차가 반복됐다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S55의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테스트 명령을 언제 쓰고 무엇을 판단할까?</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S57의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S59의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S59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S58, production/preview/act3/S58.png 및 production/preview/full/S58.png.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목표·기준·방법을 한 작업에 적용한다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S58에서 명령의 사용 시점·판단 기준까지 정한 방법을 봤음을 한 문장으로 회수한다. 상단 이번 목표 ‘normalize 성능을 조사해줘’를 읽고, 아래 작업 영역으로 들어가는 연결을 짚는다. S58의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S60에서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S58 회수·목표1, 기준·한 작업1.5, 방법 적용1.5, S60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반복 절차를 Skill로 모으는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S59의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S58에서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S61의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S61에서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S59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Skill 발견·호출·본문 포함의 근거</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S62에서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S62로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S60 회수·업무 목적0.75, 목록1, 요청1, trace1.5, 범위·S62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S61, production/preview/act3/S61.png 및 production/preview/full/S61.png.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지침과 실제 작업 기록의 대응</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S61의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S63에서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S61의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S64–S65로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범위·S63 연결1.5). 지연 시 명령과 테스트 이름을 낭독하지 않고 행별 대응을 짚는다. 조건부 계획, 입력/수행 구분, 단독 효과 미입증은 생략하지 않는다. 6분에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절차는 재사용하고, 답은 근거로 정한다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S62의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S64에서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S64/S61보다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S62 회수0.5, 재사용 방법0.75, 이번 근거·답1, 채택/보류와 S64 연결0.75. 지연 시 지침 원문과 세 질문을 전부 낭독하지 않는다. 허용된 보류와 실제 결과의 구분은 생략하지 않고3분에 S64으로 이동한다.</a:t>
            </a:r>
          </a:p>
          <a:p xmlns:a="http://schemas.openxmlformats.org/drawingml/2006/main">
            <a:r>
              <a:t/>
            </a:r>
          </a:p>
          <a:p xmlns:a="http://schemas.openxmlformats.org/drawingml/2006/main">
            <a:r>
              <a:t>Fallback: LOCAL STATIC ARTIFACT — production/ACT_3.pptx의 S63, production/preview/act3/S63.png 및 production/preview/full/S63.png.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밝기 통계 계산의 성능 개선 후보</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S63의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S65은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S64에는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S65의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S64, production/preview/act3/S64.png 및 production/preview/full/S64.png.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선택한 변경의 시간·메모리·동작 확인</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S64에서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S65, production/preview/act3/S65.png 및 production/preview/full/S65.png.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한 Agent 조사와 Subagent 역할 분리</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S65의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S67의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S67에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S67으로 이동한다.</a:t>
            </a:r>
          </a:p>
          <a:p xmlns:a="http://schemas.openxmlformats.org/drawingml/2006/main">
            <a:r>
              <a:t/>
            </a:r>
          </a:p>
          <a:p xmlns:a="http://schemas.openxmlformats.org/drawingml/2006/main">
            <a:r>
              <a:t>Fallback: LOCAL STATIC ARTIFACT — production/ACT_3.pptx의 S66, production/preview/act3/S66.png 및 production/preview/full/S66.png.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밝기 통계 작업을 나누지 않은 이유</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“S66의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S66에서는 성능·빌드·테스트 조사가 서로 기다리지 않아도 된다고 가정했다. 이제 S64/S61의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S64에서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S65에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S66의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S66의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Lecture1분(S66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S68로 이동한다.</a:t>
            </a:r>
          </a:p>
          <a:p xmlns:a="http://schemas.openxmlformats.org/drawingml/2006/main">
            <a:r>
              <a:t/>
            </a:r>
          </a:p>
          <a:p xmlns:a="http://schemas.openxmlformats.org/drawingml/2006/main">
            <a:r>
              <a:t>Fallback: LOCAL STATIC ARTIFACT — production/ACT_3.pptx의 S67, production/preview/act3/S67.png 및 production/preview/full/S67.png.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이번 Context와 다시 쓸 지식</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S67에서는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S69에서는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S69에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S67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S69로 이동한다.</a:t>
            </a:r>
          </a:p>
          <a:p xmlns:a="http://schemas.openxmlformats.org/drawingml/2006/main">
            <a:r>
              <a:t/>
            </a:r>
          </a:p>
          <a:p xmlns:a="http://schemas.openxmlformats.org/drawingml/2006/main">
            <a:r>
              <a:t>Fallback: LOCAL STATIC ARTIFACT — production/ACT_3.pptx의 S68, production/preview/act3/S68.png 및 production/preview/full/S68.png.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실제 Demo 지식의 원래 출처</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“S68의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S68의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S70으로 이동한다.</a:t>
            </a:r>
          </a:p>
          <a:p xmlns:a="http://schemas.openxmlformats.org/drawingml/2006/main">
            <a:r>
              <a:t/>
            </a:r>
          </a:p>
          <a:p xmlns:a="http://schemas.openxmlformats.org/drawingml/2006/main">
            <a:r>
              <a:t>Fallback: LOCAL STATIC ARTIFACT — production/ACT_3.pptx의 S69, production/preview/act3/S69.png 및 production/preview/full/S69.png.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밝기 통계 작업에 쓰인 구성의 역할</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“S69에서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S69의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S61/S58에서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S65처럼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S73에서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S69의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S71에서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S61–S65의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S70, production/preview/act3/S70.png 및 production/preview/full/S70.png.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함께 작동하는 작업 환경, Harness</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“S70의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S70의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S72를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S70의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S73에서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S70/STATE-04-PERF의 AGENTS.md·docs·Skill·tests·benchmark와 기록된 입력/실행 조건을 같은 도식에 대응하는 CAPTURED 정적 요약이다. 실제 실행 캡처가 아니며 제품·Agent·benchmark·Demo repository를 실행하거나 새 Trial을 만들지 않는다. S70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S71, production/preview/act3/S71.png 및 production/preview/full/S71.png.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같은 저장소여도 실행 조건은 다를 수 있다</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“S71의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S71의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S88–S92의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S73에서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S88–S92에서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S73에서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S72, production/preview/act3/S72.png 및 production/preview/full/S72.png.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밝기 통계의 판단을 C++ 검사에 적용하기</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“S72에서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1. (0:00–0:45) S72의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S72의 조건 확인을 C++ 작업에 연결한다.</a:t>
            </a:r>
          </a:p>
          <a:p xmlns:a="http://schemas.openxmlformats.org/drawingml/2006/main">
            <a:r>
              <a:t>6. (4:40–5:00) 세 기준을 옮기는 것이며 실제 C++ Trial이나 회사 성과가 아니라는 범위를 회수한다. 다음 S74에서는 이 중 자기 업무에서 먼저 정리할 반복 한 가지와 검토·갱신 책임을 고르게 한다.</a:t>
            </a:r>
          </a:p>
          <a:p xmlns:a="http://schemas.openxmlformats.org/drawingml/2006/main">
            <a:r>
              <a:t>운영 표시: “실무 적용 팁 · 업무 적용”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S74로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a:t>
            </a:r>
          </a:p>
          <a:p xmlns:a="http://schemas.openxmlformats.org/drawingml/2006/main">
            <a:r>
              <a:t>“우리 팀에서 먼저 정리할 반복 한 가지와 유지할 책임을 골라 보겠습니다.”</a:t>
            </a:r>
          </a:p>
          <a:p xmlns:a="http://schemas.openxmlformats.org/drawingml/2006/main">
            <a:r>
              <a:t/>
            </a:r>
          </a:p>
          <a:p xmlns:a="http://schemas.openxmlformats.org/drawingml/2006/main">
            <a:r>
              <a:t>Time Management: Lecture5분: S72/삽화 연결0.75, 명세1, 수행 방법1, 검증 근거1.25, 실행 조건0.67, 적용 범위/전환0.33. 지연 시 도구 이름과 측정량 상세 설명을 줄이고 세 행의 대응·입력/빌드/장비 조건·교육용 범위는 유지한다.5분에 S74로 이동한다. 실제 리허설은 UNVERIFIED다.</a:t>
            </a:r>
          </a:p>
          <a:p xmlns:a="http://schemas.openxmlformats.org/drawingml/2006/main">
            <a:r>
              <a:t/>
            </a:r>
          </a:p>
          <a:p xmlns:a="http://schemas.openxmlformats.org/drawingml/2006/main">
            <a:r>
              <a:t>Fallback: LOCAL STATIC ARTIFACT — production/ACT_3.pptx의 S73, production/preview/act3/S73.png 및 production/preview/full/S73.png.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우리 업무에서 먼저 정리할 한 가지</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“S73의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1. (0:00–0:30 / Reflection, R1) S73에서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S76에서 짧게 보존하고, 그다음 별도 가상 사례에서 유지 문제를 살펴본다. 성공을 다시 자세히 설명하거나 가상 변화의 결과를 먼저 말하지 않는다.</a:t>
            </a:r>
          </a:p>
          <a:p xmlns:a="http://schemas.openxmlformats.org/drawingml/2006/main">
            <a:r>
              <a:t>기존 연결 질문을 유지한 채 ACT 4 제목 S75를 거쳐 S76의 첫 문제로 이어간다. 제목의 Transition1분은 다음 ACT에 별도로 배정한다.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S73의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a:t>
            </a:r>
          </a:p>
          <a:p xmlns:a="http://schemas.openxmlformats.org/drawingml/2006/main">
            <a:r>
              <a:t>“남길 위치와 검토·갱신 역할을 생각해 봤습니다. 이제 확인한 성공을 기준점으로 두고, 그 방법을 계속 맞게 유지하는 문제로 넘어가겠습니다.”</a:t>
            </a:r>
          </a:p>
          <a:p xmlns:a="http://schemas.openxmlformats.org/drawingml/2006/main">
            <a:r>
              <a:t>기존 연결 질문을 유지한 채 ACT 4 제목 S75를 거쳐 S76의 첫 문제로 이어간다. 제목의 Transition1분은 다음 ACT에 별도로 배정한다.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S76로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S74, production/preview/act3/S74.png 및 production/preview/full/S74.png.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39233ff0f7440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cb6d8ad21d2440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d7f280a046c4df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33f310ba093494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e70b33fcb094e8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6f84dfc689848c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E8C2ED5-FCC2-473D-AC56-6A747B580E1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5EF1159-9E67-4100-B8C5-926E7965D12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AE8AFB6-B2E5-448F-9D26-40BC6B72DC5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021B9B4-DAE2-45A5-87E4-D4F6A01F1B3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D11D82B-81B3-4AEB-86FB-A8E2B8E68E8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53E3797-4B28-45BE-8F17-98A54992B66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B55D00A-94F7-4FE7-8F9F-7644C1AA802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C70C31F-861F-475E-860E-84599088477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0FC2843-AF6B-4DC4-8C85-677A3735B2C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FF94012-6561-42DA-AE1D-E3F5C3A6705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142cd95e0224e57" /><Relationship Type="http://schemas.openxmlformats.org/officeDocument/2006/relationships/slideLayout" Target="/ppt/slideLayouts/slideLayout1.xml" Id="R216c2a5dbd5740fc" /><Relationship Type="http://schemas.openxmlformats.org/officeDocument/2006/relationships/slideLayout" Target="/ppt/slideLayouts/slideLayout2.xml" Id="Rd320b314908f4323" /><Relationship Type="http://schemas.openxmlformats.org/officeDocument/2006/relationships/slideLayout" Target="/ppt/slideLayouts/slideLayout3.xml" Id="Refc397647e174d4a" /><Relationship Type="http://schemas.openxmlformats.org/officeDocument/2006/relationships/slideLayout" Target="/ppt/slideLayouts/slideLayout4.xml" Id="Raad5a0e73dd2479b" /><Relationship Type="http://schemas.openxmlformats.org/officeDocument/2006/relationships/slideLayout" Target="/ppt/slideLayouts/slideLayout5.xml" Id="R1d8f1f25ad4b4758" /><Relationship Type="http://schemas.openxmlformats.org/officeDocument/2006/relationships/slideLayout" Target="/ppt/slideLayouts/slideLayout6.xml" Id="Ra2a2fe2e4f17444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16c2a5dbd5740fc"/>
    <p:sldLayoutId xmlns:r="http://schemas.openxmlformats.org/officeDocument/2006/relationships" id="2147483650" r:id="Rd320b314908f4323"/>
    <p:sldLayoutId xmlns:r="http://schemas.openxmlformats.org/officeDocument/2006/relationships" id="2147483651" r:id="Refc397647e174d4a"/>
    <p:sldLayoutId xmlns:r="http://schemas.openxmlformats.org/officeDocument/2006/relationships" id="2147483652" r:id="Raad5a0e73dd2479b"/>
    <p:sldLayoutId xmlns:r="http://schemas.openxmlformats.org/officeDocument/2006/relationships" id="2147483653" r:id="R1d8f1f25ad4b4758"/>
    <p:sldLayoutId xmlns:r="http://schemas.openxmlformats.org/officeDocument/2006/relationships" id="2147483654" r:id="Ra2a2fe2e4f17444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e5f2c9a3004404f" /><Relationship Type="http://schemas.openxmlformats.org/officeDocument/2006/relationships/notesSlide" Target="/ppt/notesSlides/notesSlide1.xml" Id="Re61b909755aa44f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82e873b2f0043c9" /><Relationship Type="http://schemas.openxmlformats.org/officeDocument/2006/relationships/image" Target="/ppt/media/image.png" Id="Rdc39e2ae2a4f4c11" /><Relationship Type="http://schemas.openxmlformats.org/officeDocument/2006/relationships/image" Target="/ppt/media/image2.png" Id="R58736e35175c4cbc" /><Relationship Type="http://schemas.openxmlformats.org/officeDocument/2006/relationships/notesSlide" Target="/ppt/notesSlides/notesSlide2.xml" Id="R18d98e34d33f4aa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6b7a256acfe4902" /><Relationship Type="http://schemas.openxmlformats.org/officeDocument/2006/relationships/notesSlide" Target="/ppt/notesSlides/notesSlide3.xml" Id="R05dc1c0e8abf41b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f2e903d509d407e" /><Relationship Type="http://schemas.openxmlformats.org/officeDocument/2006/relationships/notesSlide" Target="/ppt/notesSlides/notesSlide4.xml" Id="Rf41f9ac41938496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d8fd1d2a8c640bf" /><Relationship Type="http://schemas.openxmlformats.org/officeDocument/2006/relationships/notesSlide" Target="/ppt/notesSlides/notesSlide5.xml" Id="R80e597dc832a4de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01c6327189840bb" /><Relationship Type="http://schemas.openxmlformats.org/officeDocument/2006/relationships/notesSlide" Target="/ppt/notesSlides/notesSlide6.xml" Id="R3af4ec6709dc4c6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3a12a1c3905496a" /><Relationship Type="http://schemas.openxmlformats.org/officeDocument/2006/relationships/notesSlide" Target="/ppt/notesSlides/notesSlide7.xml" Id="R0532ae7fc54e439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bef5c6d08d143da" /><Relationship Type="http://schemas.openxmlformats.org/officeDocument/2006/relationships/notesSlide" Target="/ppt/notesSlides/notesSlide8.xml" Id="Rb00ad7fa04e8499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cb37c13e6304c88" /><Relationship Type="http://schemas.openxmlformats.org/officeDocument/2006/relationships/notesSlide" Target="/ppt/notesSlides/notesSlide9.xml" Id="R029157f1f737482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6794a52c5c045a4" /><Relationship Type="http://schemas.openxmlformats.org/officeDocument/2006/relationships/chart" Target="/ppt/slides/charts/chart1.xml" Id="Rb44b836cf4c6432f" /><Relationship Type="http://schemas.openxmlformats.org/officeDocument/2006/relationships/notesSlide" Target="/ppt/notesSlides/notesSlide10.xml" Id="Re7a518ecd90e42e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c6f396327134b68" /><Relationship Type="http://schemas.openxmlformats.org/officeDocument/2006/relationships/notesSlide" Target="/ppt/notesSlides/notesSlide11.xml" Id="Rbf12d467984342c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bef4850e3d94218" /><Relationship Type="http://schemas.openxmlformats.org/officeDocument/2006/relationships/notesSlide" Target="/ppt/notesSlides/notesSlide12.xml" Id="R5c6b0db2cc1945c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b40269a4cd84955" /><Relationship Type="http://schemas.openxmlformats.org/officeDocument/2006/relationships/notesSlide" Target="/ppt/notesSlides/notesSlide13.xml" Id="R2ec4700bb5e14de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1666bfa9fbc4f1e" /><Relationship Type="http://schemas.openxmlformats.org/officeDocument/2006/relationships/notesSlide" Target="/ppt/notesSlides/notesSlide14.xml" Id="R6a2ba233b10b4b9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47273f207f8413c" /><Relationship Type="http://schemas.openxmlformats.org/officeDocument/2006/relationships/notesSlide" Target="/ppt/notesSlides/notesSlide15.xml" Id="Ra726576a7a3d400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91cc8a52ee5443a" /><Relationship Type="http://schemas.openxmlformats.org/officeDocument/2006/relationships/notesSlide" Target="/ppt/notesSlides/notesSlide16.xml" Id="R812ec96a499b417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90c97e5edb84636" /><Relationship Type="http://schemas.openxmlformats.org/officeDocument/2006/relationships/notesSlide" Target="/ppt/notesSlides/notesSlide17.xml" Id="R45cbd57837004d9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ed4095355f741c1" /><Relationship Type="http://schemas.openxmlformats.org/officeDocument/2006/relationships/image" Target="/ppt/media/image3.png" Id="R131a14c40aac40ff" /><Relationship Type="http://schemas.openxmlformats.org/officeDocument/2006/relationships/notesSlide" Target="/ppt/notesSlides/notesSlide18.xml" Id="R1dee53a52c7d41c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b629620c1744850" /><Relationship Type="http://schemas.openxmlformats.org/officeDocument/2006/relationships/notesSlide" Target="/ppt/notesSlides/notesSlide19.xml" Id="R65ca8260e61b444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F97AAFAD-1CA2-4430-9022-C3FD19C40F5B}"/>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031FC5C0-3166-469E-9ED7-39F96CE9F2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
            <a:extLst xmlns:a="http://schemas.openxmlformats.org/drawingml/2006/main">
              <a:ext uri="{FF2B5EF4-FFF2-40B4-BE49-F238E27FC236}">
                <a16:creationId xmlns:a16="http://schemas.microsoft.com/office/drawing/2014/main" id="{3BC28E1B-D21F-4F51-8046-DCC5A77F833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5F48426F-EA23-4047-B7EF-DAD040DFA026}"/>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E0DB73F0-0ABC-48EE-8020-EE261F2C5DA8}"/>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971C13C1-EF4E-481B-8360-C31885D162D4}"/>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D83634A0-22BD-447F-AB70-3DDBF3A6EB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3552277"/>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F515D4F2-BAFE-4D23-9629-127E7E4750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04700192-0642-4F42-96D5-2E7ADEB10F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두 실제 요청에 같은 절차가 반복됐다">
            <a:extLst xmlns:a="http://schemas.openxmlformats.org/drawingml/2006/main">
              <a:ext uri="{FF2B5EF4-FFF2-40B4-BE49-F238E27FC236}">
                <a16:creationId xmlns:a16="http://schemas.microsoft.com/office/drawing/2014/main" id="{FB81F5B9-6961-41BA-BC8C-5EE15EEDAB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212553B-46A5-4B89-981E-A0A06E2760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3D0CA39E-A8A0-4095-860A-CA773A3FEF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B77D48BF-99C1-4D0E-8456-D9F18C9AFE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D2C70751-935A-4B24-8EF7-8750D06A5B7A}"/>
              </a:ext>
            </a:extLst>
          </p:cNvPr>
          <p:cNvPicPr>
            <a:picLocks xmlns:a="http://schemas.openxmlformats.org/drawingml/2006/main" noChangeAspect="1"/>
          </p:cNvPicPr>
          <p:nvPr/>
        </p:nvPicPr>
        <p:blipFill>
          <a:blip xmlns:r="http://schemas.openxmlformats.org/officeDocument/2006/relationships" xmlns:a="http://schemas.openxmlformats.org/drawingml/2006/main" r:embed="Rdc39e2ae2a4f4c11"/>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1795F8BD-FEB7-45B7-83D5-EA47ADA7988B}"/>
              </a:ext>
            </a:extLst>
          </p:cNvPr>
          <p:cNvPicPr>
            <a:picLocks xmlns:a="http://schemas.openxmlformats.org/drawingml/2006/main" noChangeAspect="1"/>
          </p:cNvPicPr>
          <p:nvPr/>
        </p:nvPicPr>
        <p:blipFill>
          <a:blip xmlns:r="http://schemas.openxmlformats.org/officeDocument/2006/relationships" xmlns:a="http://schemas.openxmlformats.org/drawingml/2006/main" r:embed="R58736e35175c4cbc"/>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CA3F2656-DB30-4D9B-A08A-56B5A96437FA}"/>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CD7108B1-2ECC-4ABC-85BF-58C80648BC2D}"/>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C81B5B65-2A7E-42D6-B7B0-FBD1D29E681D}"/>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185235DD-E438-45D8-B82D-8916CAEB4051}"/>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63D69E80-1D59-4BAD-8E01-BAF53FDC36F8}"/>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9D3B2B85-2A95-4506-8010-F52D33D43621}"/>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665284B0-E0B4-4B70-8C68-5E565D7BA722}"/>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40EDE089-F363-48C8-B5B6-1314CB99FF4B}"/>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10D4F098-A92C-43D7-A7C7-5FE79D92C73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E9D1620-57A7-4AC8-80C4-64FB82580811}"/>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4EA2F122-C510-48FA-8CC6-0E340158067A}"/>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9BA5D5E3-EC67-418C-8D49-A0E15F62F83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1FD83131-933D-4328-A5CD-AB8C31C16115}"/>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AF8BC31A-C3D9-4572-8B9B-621B4CB64512}"/>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76D1FE88-9463-47F1-AF6E-1EB017AEED03}"/>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EF68A1AF-B81E-462C-B047-85F8037DB32E}"/>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9D741BA-3F42-4B75-9874-AFFF836D5FA3}"/>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730EC470-D198-45B8-A7A2-FEAEE5608468}"/>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D034D56B-0EBD-4970-A9F7-27297EFD2CE1}"/>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65E86358-4815-4EFD-8D0B-2C7D6F2DA6D0}"/>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1F273EE1-981C-4FFF-BC8E-EB5F8347850A}"/>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A148F783-076E-41C9-AACE-58F6CD0730F2}"/>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E4B1DCC9-21F3-46A9-89D5-F16DCFC103CF}"/>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C3FB2D77-D035-4437-B2D7-91F2D5EB8523}"/>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38C122D1-9156-4439-A454-CC35DFE66F70}"/>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B8F57B32-1653-4FEB-84E2-F1E26EDABE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74963239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D0930A83-189F-47DD-AAE5-A8E9353477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44E6A641-31D3-48DE-9286-B07B4F1DF4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테스트 명령을 언제 쓰고 무엇을 판단할까?">
            <a:extLst xmlns:a="http://schemas.openxmlformats.org/drawingml/2006/main">
              <a:ext uri="{FF2B5EF4-FFF2-40B4-BE49-F238E27FC236}">
                <a16:creationId xmlns:a16="http://schemas.microsoft.com/office/drawing/2014/main" id="{5BE11B62-8CC2-4F51-BD82-F8C8BCC706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CD54D56F-CE3B-4159-AB28-25A4E3D9CF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371912B0-A147-4FD0-B195-03F89ED8A1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A049E81A-9AD3-42EF-86C0-C2B57A4596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8EDB9130-67DE-47F6-892F-AEB0E8C1E1C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EC9CFCE6-8A67-4B2F-8CC3-69CC3137A760}"/>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CC1FFA9B-9C8D-47DE-A179-202251A3B5AA}"/>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C75A5BFD-A52E-4771-82B2-88AB7112FCC7}"/>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44448A74-5962-46D2-872D-C0F8DD1981DE}"/>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F1285704-76AB-4783-9FE7-BADB7ADB8B9E}"/>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C5229F6E-E9C1-43B7-B6E8-05AC6CAED864}"/>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039E607A-46C1-4FF2-ADD0-06CC9CEA002A}"/>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97A26268-0C6B-4085-9E6A-865241B8DF23}"/>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C62A9478-2B83-4CFB-805D-F903EC199FF8}"/>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EC1BA214-3323-490F-8756-FBDCF6076B56}"/>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54F57AED-FF2C-447B-9E87-E16570C67E46}"/>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33E6AD38-FA47-49BF-8DAF-DEE54120A16E}"/>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90A62CB5-3665-4ECC-801F-3AC0ECC933CA}"/>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8769065-393E-47C8-8787-5DB265E7DA45}"/>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C8BDAFC-A695-4098-9646-4D0EB80A3D74}"/>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578F6551-9763-4C7E-86EB-52F7974B4450}"/>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FC69570B-EAD0-4EB6-8796-9A6D974EF2E4}"/>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2BB27B8C-1766-4018-866C-69B3C70852A5}"/>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11799CAD-6EB1-47F9-8666-B5D6510858A9}"/>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AB22B7CB-8B68-42E4-AF56-74F310777998}"/>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63654AAE-3D93-4E4D-B625-2E262B215C34}"/>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7DBCE4E-4C99-4A95-A134-A330C3290391}"/>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35B1C04F-D9DC-4834-9D48-EF04AEEE32F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7FCF1B25-08D7-4274-BD3C-9C7B62841027}"/>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9A2D50F6-56AE-40A5-8A46-A0DCC59A86AF}"/>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1B014044-F63F-4B0F-B931-251152041D85}"/>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649E6F4D-32DE-4C28-8794-FAC2E7177BA3}"/>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D84B82D6-67FC-4B73-8A64-19479E4DAC91}"/>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0054C23D-411C-46AD-A1E0-476D51C56EDB}"/>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DC088F4-C362-4428-AF6C-F22DC4C79BB5}"/>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F9913148-DB1D-4B15-BCA9-E065519F4979}"/>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08DF6F0A-1871-4CAF-83B4-8A283BBEB59D}"/>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E6A050DC-D1A3-4726-BD73-394AE6FB854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C690B670-23FC-4C3D-9C7A-639F833A04C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819A6C8-13E4-4BA4-877B-0390420D12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66358687"/>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0123CA42-E040-4CB4-991D-9A23B5C1BF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6610F831-A90B-4F90-B704-1587552903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목표·기준·방법을 한 작업에 적용한다">
            <a:extLst xmlns:a="http://schemas.openxmlformats.org/drawingml/2006/main">
              <a:ext uri="{FF2B5EF4-FFF2-40B4-BE49-F238E27FC236}">
                <a16:creationId xmlns:a16="http://schemas.microsoft.com/office/drawing/2014/main" id="{1BB2EA19-8A6B-435D-A826-9020A597CA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3A76B9C6-CBED-4955-9C6B-1BC4540607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FBAAE923-631C-4B8F-8718-F9750BE9E1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C8832AB9-108A-4CD1-8C66-C6EE36CC9D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0A45A64C-A3BB-4BF2-97A9-E2A66EE7DB0E}"/>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2F1C0980-C407-4389-A744-FD3163FD5DE4}"/>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4DC9CB93-5C36-42D7-B377-0316C422A936}"/>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76A8DA5C-093E-44ED-9476-19BC6BC7F50E}"/>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ECBC304-23F2-4181-9ED0-055EFA86F6FE}"/>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5E20DC0B-D787-4E7F-B1ED-152D8490637C}"/>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69CAB5D7-5044-49EA-AFCF-746C38BDE5FD}"/>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4D12F4E5-3B96-4ADB-85B9-BE9043E92DCB}"/>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45C19E3F-05D4-4719-9768-8FDE3ABF1AF3}"/>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1D7009D2-7C4C-4C32-8746-008CA448EB44}"/>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14D98EB3-03BE-4C3C-BBEC-88A3722BF575}"/>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F460F0B2-BDA1-407D-8494-1C8A40AF19ED}"/>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D1DA570-BCDD-401E-B205-62429D0093B2}"/>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0A6538FE-6107-44B1-BF81-1F20BBDA427A}"/>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C55CD218-69D0-477C-A956-E6B9220A7E67}"/>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A34C8D30-A891-4B8D-B7A8-9FF2C7758132}"/>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6EF86910-D554-487F-936D-FDA6015329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1148758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FEE419E1-B7BD-4EA6-8179-45BC8D3ABA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844ABD0B-502D-426E-AD57-2FA2658BCE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반복 절차를 Skill로 모으는 이유">
            <a:extLst xmlns:a="http://schemas.openxmlformats.org/drawingml/2006/main">
              <a:ext uri="{FF2B5EF4-FFF2-40B4-BE49-F238E27FC236}">
                <a16:creationId xmlns:a16="http://schemas.microsoft.com/office/drawing/2014/main" id="{C94D0FEA-C48D-4CAB-829A-2C8D9C3468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F73B16AA-D0B2-454E-A514-4B24FD53E2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ADC4302B-9D36-49D9-9937-8FBBF44877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170F34D6-FDC8-4CB2-8CFF-F261D0C2CA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57B38F4F-AB86-472B-A8E8-42FCFCF93F63}"/>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828A1D96-23A0-441A-B107-1450A6F9ACE4}"/>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0DF12C34-2C62-4DD0-97C6-132AFA0FDF15}"/>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2AA5B97F-BEB7-400D-8A16-B89194063358}"/>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6A1BAD3D-2EDF-4ADA-BF3D-80606DB28176}"/>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7FFDDB01-C921-44F0-BEC2-B983983AE5D1}"/>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CC3CD63C-C537-4B5E-8F68-50077BF3742A}"/>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8660EDCD-00C5-4793-9D00-CFE75BA409F6}"/>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C7472144-FD28-4D6B-85A5-876329958601}"/>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FF3ED51B-45B4-4D87-B2FE-F577C00D72D7}"/>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FB79A3F1-D99C-468E-81FD-E99442818DA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2302BF2A-207B-4E71-8066-B9A37832828E}"/>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518C111D-8E44-4E6C-B9A7-6FE5ADA21BA4}"/>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D54B17F3-0FCF-47EA-ADD9-BEB1D334926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A9AC9E90-6C7C-4573-ABF0-59202F6FF4FF}"/>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FC3CE85B-8BBD-4798-9ADB-E52D4B7DEE5F}"/>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CB951080-0030-47AB-B81F-2273061582EF}"/>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12CA406E-CC8F-4EC0-8E2C-CB1DF2011A4C}"/>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8274CF2D-4D9D-4C86-B4B8-CB637E7D81BB}"/>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F24D9404-136F-489D-B38E-DEA94B48D82D}"/>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BC5D635C-E024-4335-BCB4-76CC7C254E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8979892"/>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1DF9A24E-4838-4850-AF06-5261CE2D55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E3743805-BF07-477B-B40A-BC09465296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Skill 발견·호출·본문 포함의 근거">
            <a:extLst xmlns:a="http://schemas.openxmlformats.org/drawingml/2006/main">
              <a:ext uri="{FF2B5EF4-FFF2-40B4-BE49-F238E27FC236}">
                <a16:creationId xmlns:a16="http://schemas.microsoft.com/office/drawing/2014/main" id="{A212512B-84B6-4847-8D76-90D31D680E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0E3B44E7-C3EC-4A56-A04C-7D24F9570C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A5EE55A5-E66C-4F72-A312-2F34C4D376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A9C163CA-FE18-463F-9027-FA108048CE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33708506-8949-48DA-839B-5864D0E089B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D5E1F59A-0A49-42D0-9120-9B8BFB9648F7}"/>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11B0B4EE-1115-4FA8-8BD1-E4B697F4778B}"/>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6C2FA139-2BA6-4745-9BC1-C343FA359B28}"/>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E9BC61DE-69E2-48FE-8F7E-5A34690D8DD1}"/>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982FD4E6-AF53-4B2C-8975-4552880D0F9B}"/>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D693198F-D808-40CD-9974-EB3EE178860D}"/>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19B7A2D8-016C-4316-8628-FF74D24DEEEC}"/>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5EF43555-EAAB-4B5A-B29C-A6B58264892B}"/>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0C9E5FB8-5D0E-4808-835A-18EF3951A170}"/>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A586A2E9-3FA0-42A4-AD7B-9D034017D6B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38F945DB-AFDE-4C94-A096-AD6067ACE36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DAA2D7E6-728C-48C4-AF02-26F858DB940E}"/>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AD13D885-B9CC-46CC-BC9B-7FD493FDA12D}"/>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AE5289D3-582A-4301-A4D7-7CC00C900933}"/>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0B3BABE3-1DD8-49DF-9F2F-371AD3C8FDED}"/>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A0B61327-EE46-4AE2-92E9-661FFD1FB997}"/>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6D94F632-48B6-4363-ABA9-A8769453A627}"/>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AEBD60CF-D5E6-47D8-B7A6-0C6909329E2E}"/>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9004FC25-3398-4DE2-8A58-E91F9F7495B0}"/>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571E6F03-B8FC-410C-A3C3-F50494A4F658}"/>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8887A8C8-9811-4279-8C40-3467D6F691DC}"/>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C3D49B60-93A7-4FFC-A878-9ABD79588416}"/>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D2FCCB36-AC86-4859-BE48-1B14B8C7A82A}"/>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916F10CA-6FE5-49CA-B8D7-8E2B210B725C}"/>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5008D3B5-2890-4167-8A55-EB50AACFE288}"/>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EFA1A3DD-D70F-4476-B534-340B981A5A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4691653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66325A0E-B76E-4642-A705-BAE9FE1273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3F2FF722-1951-4784-8E9C-627021AA66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지침과 실제 작업 기록의 대응">
            <a:extLst xmlns:a="http://schemas.openxmlformats.org/drawingml/2006/main">
              <a:ext uri="{FF2B5EF4-FFF2-40B4-BE49-F238E27FC236}">
                <a16:creationId xmlns:a16="http://schemas.microsoft.com/office/drawing/2014/main" id="{88AB52F3-0685-4B81-BECA-C4D522EEE9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6CA631CF-924A-49A7-9CA8-F4EBF43154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FC2DF3AD-B2F9-4021-8114-CAC252508C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A0BD6B4C-00CA-43BB-B659-E1A13C6D76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AAF04B45-7288-44F3-810B-48DDAE5148C7}"/>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F7511F3-B893-4F2C-A4EB-0C30EC6F16CF}"/>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41164718-1BF8-4CE8-BD76-55674365FA47}"/>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0B625F36-5E8D-4C2C-BCE4-80205FB4476F}"/>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6A0149F3-CEA2-4505-AA99-5BDF0CF9E1B0}"/>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A8D2AD9B-08C4-40E6-92BB-A902B49CCC6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E6A63455-E0D0-4260-9973-022C81A2FA7A}"/>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18D0FA9C-0346-42FB-9E32-C6240FFDD8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6203494"/>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CA77416A-789A-4C9C-AB37-5EAB01257C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3">
            <a:extLst xmlns:a="http://schemas.openxmlformats.org/drawingml/2006/main">
              <a:ext uri="{FF2B5EF4-FFF2-40B4-BE49-F238E27FC236}">
                <a16:creationId xmlns:a16="http://schemas.microsoft.com/office/drawing/2014/main" id="{27AB12F9-B1FA-45CD-95FF-E3F73FD68E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절차는 재사용하고, 답은 근거로 정한다">
            <a:extLst xmlns:a="http://schemas.openxmlformats.org/drawingml/2006/main">
              <a:ext uri="{FF2B5EF4-FFF2-40B4-BE49-F238E27FC236}">
                <a16:creationId xmlns:a16="http://schemas.microsoft.com/office/drawing/2014/main" id="{99BF1328-8BC1-4D81-A5C9-CE576FE1E6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3D7417B3-FA9F-4E54-8603-1A65B7EB68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29CCA9B1-7DDF-4EC1-BDA9-E9D3677BF6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62CFE123-CCE6-4599-BCB5-4493DFB908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9B046078-5471-4E53-BAF2-CA39C20639C4}"/>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11E67B75-9569-4763-A395-353B649D8DD6}"/>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70F5D085-8404-4783-A5C8-1DFE9ED93DBE}"/>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824FF563-528C-4D81-810A-A01661AAB690}"/>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924F081D-4065-475A-983D-803DF364ED5E}"/>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4CEF057D-D709-4ED4-B9C4-48C0782E5557}"/>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7CA2FE4D-17A8-4DAD-A223-CE78D4BD5FB9}"/>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2B2BF9D2-D63C-49EB-91D7-AFCEC251BD5F}"/>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C4918720-7C88-4B81-B9DC-46E6E0CB45A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6C27B607-C6B6-4626-83E3-3466251FFC7E}"/>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1AD9D0B-AED1-457B-98D4-6CE5AB384BF4}"/>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E5A3F42A-8A04-4990-A947-4F8293DB5286}"/>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0CD719AF-CCC4-47F4-A6E7-9A67F9EB23A1}"/>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2FA7D285-4622-4811-9BBA-DF52D8665C4D}"/>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74FB1C5B-2A29-4813-AAA4-021A54253C67}"/>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C5EC8FFF-4D3A-4E53-82FA-C8EAA4E3172C}"/>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2DB79FDC-56CB-48BE-B92E-16C207C1F91E}"/>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BC235497-3621-4A15-A14A-03643127932C}"/>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491338B7-3D5C-47E0-A922-59FAF395F9B5}"/>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B467D9BF-E504-49BF-A0A4-7AE7D26254CC}"/>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681E4FB6-8380-4223-B48C-B8D1BB032E60}"/>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277838C5-CC99-49AB-BB05-342E60200F07}"/>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61A8FDA5-91CB-452B-83C2-8B994D661A9A}"/>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A3DA3FF0-E33B-420F-BC0D-FDCFEB627F2D}"/>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0C96C729-4B11-44EC-A226-77158415F54C}"/>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AA24F455-E189-4951-BB86-F6EC2236A935}"/>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35159F0A-D246-406C-B4D7-4E439FDC2B57}"/>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80010F60-0822-455F-B933-810570650E6C}"/>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91BFECCE-3B8F-4141-8759-645FA3421724}"/>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6AC4A38A-37D7-4662-B003-BD4875032030}"/>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6B523DEB-FB43-413B-88C8-0122EBE15C00}"/>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F71BF0BF-F53A-4717-8C1E-0002824AA6E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1572713F-252A-48F0-B2F7-115896E564EB}"/>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4E6F01E9-D7C9-4D0A-AD0F-396EBBBA35E6}"/>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A3F63E48-D6CF-40DC-9655-B13717136609}"/>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EA510CF3-59BA-47B6-A666-0F82A2445FB2}"/>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C0B2D8F9-E196-487C-960F-33DBA889C9DF}"/>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79572391-09EE-4D9E-8F30-DD3FFD0BDC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89340211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1B800D0D-76ED-4C1D-8603-706E5CCA92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4">
            <a:extLst xmlns:a="http://schemas.openxmlformats.org/drawingml/2006/main">
              <a:ext uri="{FF2B5EF4-FFF2-40B4-BE49-F238E27FC236}">
                <a16:creationId xmlns:a16="http://schemas.microsoft.com/office/drawing/2014/main" id="{D48319EE-DC0B-4BC6-8FF3-F2736FC004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밝기 통계 계산의 성능 개선 후보">
            <a:extLst xmlns:a="http://schemas.openxmlformats.org/drawingml/2006/main">
              <a:ext uri="{FF2B5EF4-FFF2-40B4-BE49-F238E27FC236}">
                <a16:creationId xmlns:a16="http://schemas.microsoft.com/office/drawing/2014/main" id="{72739075-5D8C-433C-BEB7-D82A75FA61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CE5F3792-DC75-413E-92F9-6E2254D0A0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DEF11C11-2931-4A77-8D66-9B84E854D1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9FA19129-C430-4F49-BC05-23A51B4235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38C0B228-7AC1-4C90-BC9D-6223A54E1F3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3A9233EE-7082-4DDB-8570-2EC194D0BA28}"/>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F09FF201-7E3D-4135-B00A-6A127A15E534}"/>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68633FEA-D261-49F5-8180-E87A8C3ADDE3}"/>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3D1C752C-1175-4B24-93C2-94BC73F5E554}"/>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0780E840-BF51-449C-8C36-4DC7E5E7866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0DDBBA70-0650-4819-B389-B759CA4EAFB0}"/>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E54797BC-93A9-496F-BE94-4523DD2FD60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A8651D70-5007-486E-ADEB-ADDF05A7DE7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B70AF4FC-26FA-4743-9E18-8B86DDC18750}"/>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56558D9B-5EA4-4864-885A-250C34AAD1ED}"/>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7E90E791-BCF9-4790-B86B-8DA0239630C7}"/>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3950A29C-5AEB-4E3E-BDFC-053828FA57F6}"/>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25BB0DA9-6778-4A9F-AD62-A421AEA23EF2}"/>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272B5BD8-2FAF-41D8-91B7-E97CFFF51171}"/>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26E39A6B-49FD-4E81-8F0B-A695A9FD7E77}"/>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3CFAAAC3-0129-4B1C-8856-55A6E6DE03A1}"/>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5880EF8B-E195-4DEF-8C53-FF25CDC432F8}"/>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C630B993-53EC-47B4-894E-F618E7DDD931}"/>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7D619A2-9778-4059-A3D5-FBB98C7EF6EB}"/>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44E51448-28D3-401B-9740-7895B4862819}"/>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16225101-64A3-4600-AB69-BCDE263A82CC}"/>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FA2967C0-050C-4881-8903-2F8CFCD18A7C}"/>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20E20F86-C676-4D15-8B51-7E231D780BDD}"/>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7E580C3D-D953-47F1-865F-09A1A88062EB}"/>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6667D9BE-1801-4230-83F1-4C6A01D57115}"/>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A02742F7-B27E-45DF-948F-A3992A7A6396}"/>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BE140693-1CC2-4280-A955-25887EF65262}"/>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459E6BE1-A807-44B2-9801-5B98D436C127}"/>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BA35A5AE-EAE3-48D4-9A97-DE63281A1858}"/>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03004853-0B7A-4E96-A322-8E5AD2FF6457}"/>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CE7726F2-D6BF-4682-8F40-BC043F8D0B34}"/>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B2205E6C-89E7-41AF-913A-6CE996B48E9A}"/>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21372520-5910-4F46-931E-A94F948C27DA}"/>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EEA5ED4B-7536-483A-AB43-1B811D52ACDD}"/>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993ED269-9771-430E-ADF7-3ABAAC484130}"/>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BAA67C1E-BE0E-4FF9-8026-55FE0A0F1172}"/>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3231D03A-94A7-4F13-90CA-D8A50679E972}"/>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01F5E71A-4897-4180-99EC-398F5A02FF19}"/>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B544446-7858-4A05-BB74-4080D2197F71}"/>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13F4300-DF97-45B1-99F8-AC5F4127530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D5FBEED5-1A4D-4AAE-AC3C-6DEE2EEA91ED}"/>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F9A38707-4529-4B72-A9EC-408D172E7AC8}"/>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BAC9A79E-7836-47C4-BDEE-DB3C13085CF3}"/>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2C476486-E6D1-4EAC-8FAC-DCE08B26DB9F}"/>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A5E2C03D-917A-4B6F-B36A-D1588CB661EE}"/>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34B4BC99-E8D2-4FAF-9C6C-0DDA7AAD08A5}"/>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B3A8232F-E210-473B-9B2D-D37454F554F5}"/>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970C5C8B-547F-4310-9D2B-41A0629623F9}"/>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96691683-C040-4F71-9361-6AAC483CD719}"/>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D3570E5A-0DA1-4B0F-9E7C-51BA001DF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58872033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48012595-D574-48E7-88A7-BECDC73994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5">
            <a:extLst xmlns:a="http://schemas.openxmlformats.org/drawingml/2006/main">
              <a:ext uri="{FF2B5EF4-FFF2-40B4-BE49-F238E27FC236}">
                <a16:creationId xmlns:a16="http://schemas.microsoft.com/office/drawing/2014/main" id="{ED438CBC-0DA8-42D2-A6CA-4F82AD70DE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선택한 변경의 시간·메모리·동작 확인">
            <a:extLst xmlns:a="http://schemas.openxmlformats.org/drawingml/2006/main">
              <a:ext uri="{FF2B5EF4-FFF2-40B4-BE49-F238E27FC236}">
                <a16:creationId xmlns:a16="http://schemas.microsoft.com/office/drawing/2014/main" id="{EF107879-428B-4A18-B83D-F4428157C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E68CFF3-4E26-4651-9E7E-137DF3FD38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F2A5972B-25E0-408C-927D-08129C96BD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FC4C2486-DDD2-4B99-8C96-8A9A105B71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055288-2093-4254-97F0-F893CAE49C44}"/>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620B0966-F6D9-47B4-984F-0CDD3AC79884}"/>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706F347E-6CAB-4DDB-BA98-C0C931831B0D}"/>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E79E5C46-1780-4510-A76F-134148BF2CC8}"/>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B9FC92B8-CEB1-45BA-9048-4B9214EE46F7}"/>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145331D-BE3B-453B-B540-5D05664FD00D}"/>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97A08C1B-EAC4-4E96-B354-864FB0D29E2B}"/>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F5BC4178-E9A5-4C27-A640-448B6ECCA140}"/>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b44b836cf4c6432f"/>
          </a:graphicData>
        </a:graphic>
      </p:graphicFrame>
      <p:sp>
        <p:nvSpPr>
          <p:cNvPr id="15" name="Python 할당 피크">
            <a:extLst xmlns:a="http://schemas.openxmlformats.org/drawingml/2006/main">
              <a:ext uri="{FF2B5EF4-FFF2-40B4-BE49-F238E27FC236}">
                <a16:creationId xmlns:a16="http://schemas.microsoft.com/office/drawing/2014/main" id="{B20D6E60-E1EE-48C3-BE0C-83826546D838}"/>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33678332-D26F-437F-98CD-9D24B029E606}"/>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2984CCCE-D8CB-431E-AC2B-EA6890A38AC3}"/>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2FD3A8C1-A5BD-4696-8863-6BB3D74385C7}"/>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4E1CC50C-48B9-4C0E-8081-F8E88F8DC6E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1FF60449-C219-4327-AB3B-08C70C2A078E}"/>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37BEB89C-E2C4-4DE3-8E2C-8FEB1AA6875E}"/>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1C31BC6D-EC52-4F90-86B7-3560EAE2C75D}"/>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6C9B4ED8-FF6B-4B35-BA75-D0F0708745F4}"/>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ED5533FF-DB75-494F-9275-ED19CFF16825}"/>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CB243F-ABFA-42F1-AF59-EB1B46D298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204466307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6476BB96-CAFD-4ABF-9F54-D468EE2F62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6">
            <a:extLst xmlns:a="http://schemas.openxmlformats.org/drawingml/2006/main">
              <a:ext uri="{FF2B5EF4-FFF2-40B4-BE49-F238E27FC236}">
                <a16:creationId xmlns:a16="http://schemas.microsoft.com/office/drawing/2014/main" id="{DE5E544D-E797-4FAF-B5CC-3FE98264BB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한 Agent 조사와 Subagent 역할 분리">
            <a:extLst xmlns:a="http://schemas.openxmlformats.org/drawingml/2006/main">
              <a:ext uri="{FF2B5EF4-FFF2-40B4-BE49-F238E27FC236}">
                <a16:creationId xmlns:a16="http://schemas.microsoft.com/office/drawing/2014/main" id="{72BCE356-3423-4AED-AA2C-1E6E586D7E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8D141666-A4D3-4C59-9C3A-8379C6265E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D0C14592-56A8-456C-8B57-814EED622F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C85E30CA-E4C5-409B-B01D-06AEF8F148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3BA4BAE3-14F4-4E63-B391-D57A2C0D621D}"/>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F4CB6C74-C6D5-4498-9787-1FE1FFB9AC4F}"/>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433226CF-283D-4B56-9B1A-B5C24A3E5D98}"/>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73CDD2B5-6AC2-4489-821F-C4DB65B2948D}"/>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A9CD700-A0E4-4E3A-B4C5-20C5211C1736}"/>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502448BF-E56A-43BE-8AA3-A21F021B5374}"/>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FCF97E38-1562-4026-8852-8A01233A25C5}"/>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4D16D38-AE3E-410D-BF71-8AD2C086E6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86497BB8-BD5D-416B-BBC6-E1812C4F3FB0}"/>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1B11252-DA71-4836-9441-B1CA20FC2B50}"/>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A77BB016-BB8F-429E-9868-C5465B00FFBE}"/>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6721C213-B761-4B84-8769-F677BB0AD241}"/>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2F8F58E8-3ED9-4BB4-A70C-1FC10A5949BF}"/>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33487CA6-FB72-4A8D-9353-00D46843C481}"/>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703DD932-C5B3-4211-A5A2-29136D25A004}"/>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01A1B7C4-961C-45A7-9FA7-E527B1A479A2}"/>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9C1AD417-921F-46EF-8349-1BC8C3659B58}"/>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C5841ECB-3E4F-43CA-A78A-9AFF2810A7FF}"/>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44A10715-93FE-4054-979B-E0B58F899F3F}"/>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8CA0C2C3-5EE8-486A-9B36-A49111A8A324}"/>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D0D34E54-0D3B-42C9-BB29-372D809AC3B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3DC02E38-5FB7-4F44-8B4B-B97EE3991E23}"/>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2FE03039-CD2B-4729-8EA0-D2F5769F1E42}"/>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92CE4BB4-F8C7-4849-878D-1D23A619054F}"/>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D0E60445-9AA0-4E9D-904E-9F095D4F60A0}"/>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A53340B0-A6B8-4268-9C05-453F6A7BB777}"/>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018B398B-E608-4D8B-AA4E-D21159FCFE71}"/>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7FFC38FA-5C93-407F-9575-18AA447F1C53}"/>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C2A7EB6F-FB0F-4414-8B9A-872D83142F6B}"/>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9F8820A3-FE09-4EF2-940C-9C3A8BF34012}"/>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175DE13B-3AEE-45E3-9641-5BD9A0291D4A}"/>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E35CFD02-DFA9-4870-A1A9-C916781D7721}"/>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18D1B671-D1B8-44D6-B245-311DCB07A70C}"/>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74CB2C8C-E92C-419C-90C2-E1827401A033}"/>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193FFB5C-0774-415C-ADBB-FAF3BE268998}"/>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65B9D557-7CEE-4BAE-BA15-FCADAF6B87BB}"/>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72DB5A37-523F-4A7B-B347-E85639E13FD9}"/>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422CEAB-2960-4CB3-B571-B122E31C90EB}"/>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D1C204F9-2065-4AE2-9684-3D0A38DB42D9}"/>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7E5C684F-615C-486A-A862-08A38508F40F}"/>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EDA8EB27-FAF3-42FA-9A2A-E97A42B7DA50}"/>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2E6ADDC2-AD04-4B91-BE24-06BD547CA7DF}"/>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DAC12E80-EE17-43B6-9AEA-3160C28FCE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781025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C2FEAAB4-AE20-4BA3-9304-1B8860AB55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7">
            <a:extLst xmlns:a="http://schemas.openxmlformats.org/drawingml/2006/main">
              <a:ext uri="{FF2B5EF4-FFF2-40B4-BE49-F238E27FC236}">
                <a16:creationId xmlns:a16="http://schemas.microsoft.com/office/drawing/2014/main" id="{13598C5F-57BB-4EA1-8898-4C9B36202E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밝기 통계 작업을 나누지 않은 이유">
            <a:extLst xmlns:a="http://schemas.openxmlformats.org/drawingml/2006/main">
              <a:ext uri="{FF2B5EF4-FFF2-40B4-BE49-F238E27FC236}">
                <a16:creationId xmlns:a16="http://schemas.microsoft.com/office/drawing/2014/main" id="{9C323BC7-79B0-4682-BD7A-1CA15FD3AF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2B9D253B-3F44-484A-8961-778C53FA65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956D96AC-846B-4E28-95AF-DBE6FC2D5A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4F7AB625-E6BC-4437-B1CD-12B89A07BA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460741B2-EDE0-4C40-9980-B1C105B27A54}"/>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174B157C-AB32-49A1-91D1-87C8CB92A793}"/>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6C20DDC-3D13-4ED7-B322-A0471BA16A10}"/>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654F116D-0D1A-4256-B6B1-B9F763C490EF}"/>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B1335E1-635A-4566-A1B1-019ACAFBBAC3}"/>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D63EABEA-BFBB-4D15-B9B8-B08E1DA7A61A}"/>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AF6002C1-BC2F-4B7A-89F9-CC5E53343BD1}"/>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7098A674-3DF3-4BD1-9DF5-ECFE6E58B30A}"/>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BE598314-1162-479A-9B2D-A32DA2EE23AD}"/>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7D343055-35AF-4AE6-A4C4-75B62540E0EA}"/>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02D4F843-3528-4EE2-B065-60B0924CCD1C}"/>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162C69DB-0689-4C42-951C-F9FA1AA5DB67}"/>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AEE07D1F-61E1-4C5B-B1B4-70DEDC52634A}"/>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1A6E3E95-ADB4-452B-883D-C08A973E1AC2}"/>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27F626BC-20E3-4308-AF8F-383C89388EC3}"/>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9C97C6BB-DBD9-49D4-8FF5-EE4E7FA8B877}"/>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6ED3E62-77EF-42FA-80AF-8979B1F049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224229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A4A20ACB-EC3A-49EF-B2E1-393DA37E85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8">
            <a:extLst xmlns:a="http://schemas.openxmlformats.org/drawingml/2006/main">
              <a:ext uri="{FF2B5EF4-FFF2-40B4-BE49-F238E27FC236}">
                <a16:creationId xmlns:a16="http://schemas.microsoft.com/office/drawing/2014/main" id="{EFC0A810-004B-4FF7-BD63-441803CE00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이번 Context와 다시 쓸 지식">
            <a:extLst xmlns:a="http://schemas.openxmlformats.org/drawingml/2006/main">
              <a:ext uri="{FF2B5EF4-FFF2-40B4-BE49-F238E27FC236}">
                <a16:creationId xmlns:a16="http://schemas.microsoft.com/office/drawing/2014/main" id="{E1FEC39D-9646-4BCA-9993-38227FF13A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2F6D3C37-4337-4234-87B0-17E975734F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527D6F22-94F6-4F33-9F56-DBA90EB4B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823795E8-E5BD-424E-B1DE-8A586765B7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FCBA9FF7-836C-4EA3-AF63-34DA7640614F}"/>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87DE5941-DCCC-46FD-BACE-5AE85916314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8E6D39C1-093F-4C9B-83CF-52C732C3EB5D}"/>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E710BDA-F0CB-4FFE-924C-6E9B10E7D006}"/>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1B1EC3A-090E-430A-9BEB-1241569A7D27}"/>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1176428A-DD2B-4DD7-BD15-7A05D2A4313C}"/>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BA3D9151-A041-45FD-A486-10296EF55F7C}"/>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6F404D39-7E6C-4D59-9502-BE0AD64FF7C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37118A97-AAF1-46CC-BC3B-B77BDB0D6115}"/>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16535D75-71CD-4F8C-9AFB-82E20FE430F0}"/>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6E75252B-4245-4301-8892-81696EA6135C}"/>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62B36639-89B2-47C0-9332-2015F951DFEE}"/>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744C5209-F2AF-4C08-94CC-C43D2DA1CD61}"/>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A9EC5FF-44D3-44D6-A545-59557DE060A2}"/>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9731B77E-1ABD-44B0-9A8E-ABA57FF1FD31}"/>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2520BEE2-7709-4998-B9C1-9B09E7FBF5CD}"/>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D2D7E521-55B3-48A4-A640-8530AC38B8A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33378757-4493-4614-86ED-DE1449FEF8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BF23188-9963-4ACF-AC59-80D3A8EFD9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4945645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35AFEDBF-22E4-4746-8059-3CF27E9522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9">
            <a:extLst xmlns:a="http://schemas.openxmlformats.org/drawingml/2006/main">
              <a:ext uri="{FF2B5EF4-FFF2-40B4-BE49-F238E27FC236}">
                <a16:creationId xmlns:a16="http://schemas.microsoft.com/office/drawing/2014/main" id="{83501DC2-1E10-43EA-809D-52F8C3121C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실제 Demo 지식의 원래 출처">
            <a:extLst xmlns:a="http://schemas.openxmlformats.org/drawingml/2006/main">
              <a:ext uri="{FF2B5EF4-FFF2-40B4-BE49-F238E27FC236}">
                <a16:creationId xmlns:a16="http://schemas.microsoft.com/office/drawing/2014/main" id="{3431DB34-F222-47AE-A241-FBF30AE057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97F4559F-8698-4FBC-83B6-297A74037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CA71967A-A5B2-4E2A-B4BD-FF94B19674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E4A3CEE3-5E99-48DD-9E44-DC1969A861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A9BDA670-0C83-4D45-8F89-216DCC604DE8}"/>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00B8F781-94EB-43E3-B50C-40FC5863EB60}"/>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5DEBC761-ABFC-4599-8944-E0F6C95FDB37}"/>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8E040DE4-E635-4B49-97E6-727634137085}"/>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AAC0485A-5A3B-4929-9A4C-0DEE17CB04BF}"/>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31532756-EA4F-4485-80FB-99EAA1E41F55}"/>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25602F39-0724-4CB9-A7DC-6BFA3CA095C5}"/>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A751C325-9DBC-483B-8E08-BEC193309C11}"/>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B46760CC-8366-4AD2-BF97-5EF1AC862A6B}"/>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406583EA-80DF-4113-B37B-3CE2934D51F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9E819BB4-3466-4F04-BEEE-7F94E2B9A577}"/>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89775451-D62B-4D9B-8164-38BA8D99CA65}"/>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15BCCBD0-E5F4-4946-9A52-19F22715C0CD}"/>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E86D2DDB-3F24-4AAD-99CA-E164EA33B648}"/>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11799F4C-F475-4880-90AD-B57EE3D6FC6C}"/>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6E115BF-D75E-493C-A4CB-2F855B4F4642}"/>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65FFF2F7-93A2-4BE4-9CA5-E790376DD4A7}"/>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E1B71ED0-E934-41DC-8AD2-C2B85777F4C0}"/>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1BA261BB-B258-4465-8229-3F1AA4206F4D}"/>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FCF9B97C-75D5-4195-92C6-4BD41F36441A}"/>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52492FE-9FF5-4F67-A015-60DB14078ED8}"/>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7FEDC3BC-7514-4462-9F83-377BFE9625A3}"/>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ECE1881F-3EF0-4771-B861-C3786A9061DB}"/>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968919EC-D639-4EB0-AE62-C8AFCC697523}"/>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C569C927-9044-4477-93AF-14847ACBF39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D326272E-7F68-4E1A-9901-72329DE7BA30}"/>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533E31CA-2DE1-492A-96EF-E8A5C7DA65BE}"/>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246BCF8F-A5AD-4252-AAA2-E6085629DD21}"/>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E3AA3EAD-547A-40F5-8B3E-C32DAA8AB2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275360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1F5C9077-104F-4DD6-B104-126505546F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0">
            <a:extLst xmlns:a="http://schemas.openxmlformats.org/drawingml/2006/main">
              <a:ext uri="{FF2B5EF4-FFF2-40B4-BE49-F238E27FC236}">
                <a16:creationId xmlns:a16="http://schemas.microsoft.com/office/drawing/2014/main" id="{EE78B572-6811-4292-BF20-42A043F1EB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밝기 통계 작업에 쓰인 구성의 역할">
            <a:extLst xmlns:a="http://schemas.openxmlformats.org/drawingml/2006/main">
              <a:ext uri="{FF2B5EF4-FFF2-40B4-BE49-F238E27FC236}">
                <a16:creationId xmlns:a16="http://schemas.microsoft.com/office/drawing/2014/main" id="{83BDF257-43F9-4EEB-80AE-9B167A150F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3613DB85-E543-4889-AFD6-9B0DAA1296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FDE4E743-CF85-458F-B2C3-144D7EBEB0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6C78C565-00F8-4B45-B2B5-0A8A26BA6D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F11A2F58-4D0E-40BD-8216-BD3D5F808E62}"/>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6D798961-10A8-4657-94E1-E5A3807BA4D2}"/>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93456AE4-94D4-4CC9-9B4E-B74B7F183242}"/>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7FEAA8BA-9943-4D9F-B308-9BB0164A7B31}"/>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4C497E81-029A-4C80-A95F-D78AB596E66C}"/>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4D35B5D4-940C-437C-A43F-4FF68DA32F8F}"/>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C6F3E11E-1180-4E10-96DC-92CE1562F13A}"/>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E393968D-7492-42DF-8192-AD1FAA75718F}"/>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4137E13D-991F-4B8A-ACBD-E736CE6DC2A0}"/>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169B6B81-7E21-4A38-A75F-C0449A08CEB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0D958F05-5560-4D0D-8569-943CAC99E2C7}"/>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DA02306D-82C0-49FE-A2C3-370257031911}"/>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8CF081AA-1CFF-44C8-BEBF-015A019D8373}"/>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D1EEB22F-7FFA-4331-8D3C-B6901C21A74A}"/>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38CD76C8-E3AF-4599-B034-1320811DB142}"/>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1875C6A-CE36-4412-BD08-327304B4E65A}"/>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842910AA-AD52-48D1-87BF-52A49AF1E50A}"/>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0C00F384-CDF2-4A0F-A01A-4A54EEC09D8A}"/>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D87418DA-48B2-4037-AFE2-8AD0495A5597}"/>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D625A480-2F0D-4B19-8D23-44285885E55B}"/>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6EE88222-1412-4E6C-992D-14224FD73A24}"/>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6C16DDDC-FCCB-4C70-B8DA-AE47A3A0953F}"/>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793CE9F0-8410-4C8B-BB84-D1FD99A074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63738592"/>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8830F5EF-165D-4BC8-B720-8ACD03BDD2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1">
            <a:extLst xmlns:a="http://schemas.openxmlformats.org/drawingml/2006/main">
              <a:ext uri="{FF2B5EF4-FFF2-40B4-BE49-F238E27FC236}">
                <a16:creationId xmlns:a16="http://schemas.microsoft.com/office/drawing/2014/main" id="{5B90ABDB-0D6D-4128-91DA-3234D1D244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함께 작동하는 작업 환경, Harness">
            <a:extLst xmlns:a="http://schemas.openxmlformats.org/drawingml/2006/main">
              <a:ext uri="{FF2B5EF4-FFF2-40B4-BE49-F238E27FC236}">
                <a16:creationId xmlns:a16="http://schemas.microsoft.com/office/drawing/2014/main" id="{2D167058-2C1A-4D0F-8D69-6603F85C85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944CD4CD-303E-407F-BFB9-905C5A687B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988DA670-41F9-45E6-A2C4-30C17AB41A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D7BFF84B-D472-4B3C-B171-B1FF7690F5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59F03953-F292-4358-BE12-708B9C27950B}"/>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61CD12A7-7017-498A-B813-B1987C34D53F}"/>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8505386F-56E9-42D5-9293-FCFC17929482}"/>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7B18B648-F54C-46C2-9187-3F75E32542F8}"/>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09069B98-144A-44A6-A59E-B1C4F73C2BCD}"/>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21A86BC-40F6-46D0-9E26-001B3E6725C3}"/>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739F3EDE-EBA9-4035-BD8E-0327DDD8AE1E}"/>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73ADA5A5-0467-4969-B9C3-30729CFD8AC8}"/>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2C8475D0-0C88-4329-8C36-30D6A4F57AFC}"/>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E402ECA5-B837-4D59-A6F5-62222A5CE838}"/>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DA11F98B-9D3D-4F51-91E2-0A71062AE4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53E247A-31B2-4863-971F-4668F2B9FCDB}"/>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69D190A9-5D03-4BDF-886F-6E38CD8795E2}"/>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8774C8B7-84CE-4967-AE40-F63CB68EAB92}"/>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C4D3D6C2-E348-41A0-B854-BF08FB4A3041}"/>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B92CD117-B825-4552-9DD0-507ADF33D358}"/>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6D3EA318-0E44-4846-95B0-EDAAC33EE471}"/>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7CC27235-7BF9-4441-A29D-BB586A9D259D}"/>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B651CAFC-8C41-4E32-A223-80405C83A22E}"/>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2105CDE0-0460-4328-B7E3-0DBEFC65F159}"/>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F716E60-89B0-4333-A9A8-A6D036DBF8DD}"/>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81CEE6F4-172C-4E9C-852A-52EADF3F955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DE2B8FDF-662F-45B4-9070-694888145F1C}"/>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EA422805-A913-42D3-B55D-E50797823D2A}"/>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225EBDAB-BDD4-44D3-B974-9C88E78AC347}"/>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BDFCF9E7-A716-4719-8AF4-464290EAABBA}"/>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D3559B89-0E33-4E96-9954-D6DE59A2A1D8}"/>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0124301C-C4CE-4ABC-906F-0285D1CC3FF0}"/>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2DDE6FFC-F6A8-4C44-BAE9-52BDC70388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1621566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25FC8A6C-1E3E-453C-A512-D1FA7AD75C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72">
            <a:extLst xmlns:a="http://schemas.openxmlformats.org/drawingml/2006/main">
              <a:ext uri="{FF2B5EF4-FFF2-40B4-BE49-F238E27FC236}">
                <a16:creationId xmlns:a16="http://schemas.microsoft.com/office/drawing/2014/main" id="{7430FA5F-BD8F-4C59-B633-1A2F767DEA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같은 저장소여도 실행 조건은 다를 수 있다">
            <a:extLst xmlns:a="http://schemas.openxmlformats.org/drawingml/2006/main">
              <a:ext uri="{FF2B5EF4-FFF2-40B4-BE49-F238E27FC236}">
                <a16:creationId xmlns:a16="http://schemas.microsoft.com/office/drawing/2014/main" id="{35038A05-2813-49FB-9D36-6D597419BD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0704FED4-1D58-4742-9A3E-231874FE97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02BF2F4-3FB8-4434-9E83-8181D06B0EC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85342087-82A1-44B3-B6A5-4D2D36917F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902A19E2-8700-40A5-942B-17E003D0D8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D01D06AC-EAF5-45C9-8874-08AE70DD6064}"/>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B9BE2FA6-09E0-43EA-8848-2C8579DA1B12}"/>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595E1C07-8287-4584-97D9-F5124F20B454}"/>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2EF594BF-AB72-4081-B740-27D0D800409C}"/>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7038E1C7-CFD5-4AD9-8E60-A668D0858036}"/>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7103CFB1-A0FC-42B7-A1EE-0FE6E2593CF7}"/>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D9120C51-4232-485B-967F-B657A63F836D}"/>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CC1197F3-A35F-4AA7-BD20-D7EE7D0038C9}"/>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4A4DE679-8E6A-4B53-8C41-CB67188062B2}"/>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64CF70A0-FD72-4660-9309-EF5144318137}"/>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742D9DC0-B3B6-49EF-A828-48CB8933DBB2}"/>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5932A442-6024-4558-B5A1-63199CCB14F7}"/>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62980CDE-9764-455D-A3E9-2B10426B36D5}"/>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6822D819-721A-4673-B8EA-430E7FE1F56D}"/>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C8969ABA-EBB7-419D-B033-4B3854B6505D}"/>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F5F268DC-B803-4E2B-A769-85EE98D065D0}"/>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7A7A2845-34EC-43A7-B232-D871AA7A93CB}"/>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92557C56-8A90-435E-A381-ACFC3176B4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09303956"/>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3 · 우리 검사 업무에 적용하기">
            <a:extLst xmlns:a="http://schemas.openxmlformats.org/drawingml/2006/main">
              <a:ext uri="{FF2B5EF4-FFF2-40B4-BE49-F238E27FC236}">
                <a16:creationId xmlns:a16="http://schemas.microsoft.com/office/drawing/2014/main" id="{BDB2C6AA-CA51-46BC-AC11-BE2698B9D0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73">
            <a:extLst xmlns:a="http://schemas.openxmlformats.org/drawingml/2006/main">
              <a:ext uri="{FF2B5EF4-FFF2-40B4-BE49-F238E27FC236}">
                <a16:creationId xmlns:a16="http://schemas.microsoft.com/office/drawing/2014/main" id="{DCB75E84-6629-4296-B44D-D0D414B6C8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의 판단을 C++ 검사에 적용하기">
            <a:extLst xmlns:a="http://schemas.openxmlformats.org/drawingml/2006/main">
              <a:ext uri="{FF2B5EF4-FFF2-40B4-BE49-F238E27FC236}">
                <a16:creationId xmlns:a16="http://schemas.microsoft.com/office/drawing/2014/main" id="{4A2F1DF2-8D78-4F21-9326-0659BE2952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7C34A6F2-0A49-4E45-AE63-85883321E4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3CE01B1F-695E-4A16-8B71-BDA267F47B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D1D0FDDD-AF5F-4466-AF46-DA44EB7190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3E10E732-FB97-4746-8820-BF8E9F3712E7}"/>
              </a:ext>
            </a:extLst>
          </p:cNvPr>
          <p:cNvPicPr>
            <a:picLocks xmlns:a="http://schemas.openxmlformats.org/drawingml/2006/main" noChangeAspect="1"/>
          </p:cNvPicPr>
          <p:nvPr/>
        </p:nvPicPr>
        <p:blipFill>
          <a:blip xmlns:r="http://schemas.openxmlformats.org/officeDocument/2006/relationships" xmlns:a="http://schemas.openxmlformats.org/drawingml/2006/main" r:embed="R131a14c40aac40ff"/>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3BB7937E-D1B9-4B6A-ABAF-4399CCABC279}"/>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1611300E-E7C1-45AA-832E-E07A210B8982}"/>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7DA12B26-4EE4-459D-990A-4853F3DF899D}"/>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0D09BFE6-2D1F-47D7-925E-07A7661EE588}"/>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5E098967-BB5B-465E-A882-429A0A907C9E}"/>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50003C72-B68C-4A61-9A05-0196D3BF1966}"/>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1B1BE0C3-1CA4-4085-A2D6-CC1AE62E9F7D}"/>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9C55C6F7-68DF-42F6-B302-C8E2F66B860C}"/>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1792F7C3-BEDD-48A8-8B14-D6B2B9A02472}"/>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7795BA39-B49B-4231-AE6D-EFEE7E2B8019}"/>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CA74A171-9663-4C35-AAC2-33E750886135}"/>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56F35059-199C-4751-8E25-D67AC20066F0}"/>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D2855597-42A4-4537-AC72-0478BE85FC4B}"/>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36E04B5F-C2B8-468A-9DD1-7E2CB671CA0C}"/>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1D085E0B-D188-4BA0-863F-B2DB135DAA49}"/>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ED8E04F0-41C0-4A1C-A3C1-665F97DB25FC}"/>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
            <a:extLst xmlns:a="http://schemas.openxmlformats.org/drawingml/2006/main">
              <a:ext uri="{FF2B5EF4-FFF2-40B4-BE49-F238E27FC236}">
                <a16:creationId xmlns:a16="http://schemas.microsoft.com/office/drawing/2014/main" id="{78C719BA-8CA0-4324-96A9-CB3A91F1419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5" name="Practical application tip badge">
            <a:extLst xmlns:a="http://schemas.openxmlformats.org/drawingml/2006/main">
              <a:ext uri="{FF2B5EF4-FFF2-40B4-BE49-F238E27FC236}">
                <a16:creationId xmlns:a16="http://schemas.microsoft.com/office/drawing/2014/main" id="{440E3804-6416-414B-A131-FB5CC8A4589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업무 적용</a:t>
            </a:r>
          </a:p>
        </p:txBody>
      </p:sp>
      <p:sp>
        <p:nvSpPr>
          <p:cNvPr id="26" name="Legacy module connection">
            <a:extLst xmlns:a="http://schemas.openxmlformats.org/drawingml/2006/main">
              <a:ext uri="{FF2B5EF4-FFF2-40B4-BE49-F238E27FC236}">
                <a16:creationId xmlns:a16="http://schemas.microsoft.com/office/drawing/2014/main" id="{B462BB94-CB26-4DB4-99AF-66BC5BAB5B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30319092"/>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8809CAFF-FF5B-4076-9DC8-E53FE8A657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74">
            <a:extLst xmlns:a="http://schemas.openxmlformats.org/drawingml/2006/main">
              <a:ext uri="{FF2B5EF4-FFF2-40B4-BE49-F238E27FC236}">
                <a16:creationId xmlns:a16="http://schemas.microsoft.com/office/drawing/2014/main" id="{C31A913C-EFB0-4370-9E27-68AB83E01B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우리 업무에서 먼저 정리할 한 가지">
            <a:extLst xmlns:a="http://schemas.openxmlformats.org/drawingml/2006/main">
              <a:ext uri="{FF2B5EF4-FFF2-40B4-BE49-F238E27FC236}">
                <a16:creationId xmlns:a16="http://schemas.microsoft.com/office/drawing/2014/main" id="{0CDBAD7E-946B-4FAC-B1E2-27D8FDE32A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BD4F96F0-38CC-4463-A6EF-C5615C9465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5C1C35B2-6560-4EF5-B0E6-F15C7231FA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CC7FB99F-3629-48BE-820E-59CE135AB5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8857F294-410B-485D-8B37-7E2D8D44874D}"/>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7907FAC8-8CBF-47E6-A88E-98A7D97436B7}"/>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5F104872-FBDB-4E5F-A204-E996D3B08D39}"/>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63E81620-DDA6-4E22-99A3-FCD5188A70AE}"/>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6E01EE0E-636E-428F-ADC2-3FF77E944AE0}"/>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5833CDEA-FE97-451F-B220-A62EBC86DF3D}"/>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0271E887-7839-45AB-98EA-81D75DADAC03}"/>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2D47B562-1ABE-420F-A09C-B55FDCA84A43}"/>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ED2E15EB-6570-4B5D-BA1C-A7AD9AFDCEDD}"/>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F76DBC8D-2D74-4018-A02F-75699D82E7DE}"/>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F5F2F06E-9500-4F0C-AA0D-997A2691E597}"/>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556DD8BE-AB87-4BA4-856B-57A62E4BD540}"/>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8FC99960-9E67-4A2F-B7E9-56846F1562EA}"/>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0A3D4E0F-2C16-4734-A6B5-55A90E5FBA8E}"/>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66E3DC8A-B960-4BE2-946E-4961FD54E939}"/>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0C041FFE-3332-42A1-AF7C-B6465681C0F8}"/>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70E67717-CFD1-4538-8014-5A0F8E3485F9}"/>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EE86FD7F-240B-4005-9899-35806B4366DB}"/>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26FF8291-48DF-4CA5-8775-E657C85CA6BF}"/>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F2C7A374-35A7-4600-874D-C99F26AB46E4}"/>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C4D74A47-7876-4413-A073-94D6CDE9DE20}"/>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8A72D358-ADFA-4180-8904-00926C12D8B3}"/>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E7C233E1-755E-4856-A4F0-0EAD522AA943}"/>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728C5464-13E9-47F5-950E-957905CD8553}"/>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61A330F0-9B98-4B84-AB97-81054264ABF2}"/>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C107BF54-0093-4ABB-AA98-EE9C2326CE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856536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2026-10-25T09:27:41.2520000Z</dcterms:created>
  <dcterms:modified xsi:type="dcterms:W3CDTF">2026-10-25T09:27:41.2520000Z</dcterms:modified>
</coreProperties>
</file>