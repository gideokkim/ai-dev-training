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afc78e9f5d641a9" /><Relationship Type="http://schemas.openxmlformats.org/officeDocument/2006/relationships/extended-properties" Target="/docProps/app.xml" Id="R8ef60c77167c4826" /><Relationship Type="http://schemas.openxmlformats.org/officeDocument/2006/relationships/officeDocument" Target="/ppt/presentation.xml" Id="Reb06ea6e6ef0450c" /></Relationships>
</file>

<file path=ppt/presentation.xml><?xml version="1.0" encoding="utf-8"?>
<p:presentation xmlns:p="http://schemas.openxmlformats.org/presentationml/2006/main">
  <p:sldMasterIdLst>
    <p:sldMasterId xmlns:r="http://schemas.openxmlformats.org/officeDocument/2006/relationships" id="2147483648" r:id="Rc31b5d4722c74bd0"/>
  </p:sldMasterIdLst>
  <p:notesMasterIdLst>
    <p:notesMasterId xmlns:r="http://schemas.openxmlformats.org/officeDocument/2006/relationships" r:id="R92956e5784714ef4"/>
  </p:notesMasterIdLst>
  <p:sldIdLst>
    <p:sldId xmlns:r="http://schemas.openxmlformats.org/officeDocument/2006/relationships" id="256" r:id="Ra2125c91c1eb449a"/>
    <p:sldId xmlns:r="http://schemas.openxmlformats.org/officeDocument/2006/relationships" id="257" r:id="Re85bc9309cc54ce2"/>
    <p:sldId xmlns:r="http://schemas.openxmlformats.org/officeDocument/2006/relationships" id="258" r:id="Re54ba0b5ab144cc7"/>
    <p:sldId xmlns:r="http://schemas.openxmlformats.org/officeDocument/2006/relationships" id="259" r:id="Rfb20dbde6d784380"/>
    <p:sldId xmlns:r="http://schemas.openxmlformats.org/officeDocument/2006/relationships" id="260" r:id="Rf374bd37bc8c4512"/>
    <p:sldId xmlns:r="http://schemas.openxmlformats.org/officeDocument/2006/relationships" id="261" r:id="R5a8c8440cc8b49ef"/>
    <p:sldId xmlns:r="http://schemas.openxmlformats.org/officeDocument/2006/relationships" id="262" r:id="Rcd7f5de986314b75"/>
    <p:sldId xmlns:r="http://schemas.openxmlformats.org/officeDocument/2006/relationships" id="263" r:id="Ra8c9c9dd78804e83"/>
    <p:sldId xmlns:r="http://schemas.openxmlformats.org/officeDocument/2006/relationships" id="264" r:id="R8b1c56c0c5734bb5"/>
    <p:sldId xmlns:r="http://schemas.openxmlformats.org/officeDocument/2006/relationships" id="265" r:id="R461e57628f3c4c2b"/>
    <p:sldId xmlns:r="http://schemas.openxmlformats.org/officeDocument/2006/relationships" id="266" r:id="R470204740c20489f"/>
    <p:sldId xmlns:r="http://schemas.openxmlformats.org/officeDocument/2006/relationships" id="267" r:id="R78bee7f03a864218"/>
    <p:sldId xmlns:r="http://schemas.openxmlformats.org/officeDocument/2006/relationships" id="268" r:id="R8e0030ae1db340de"/>
    <p:sldId xmlns:r="http://schemas.openxmlformats.org/officeDocument/2006/relationships" id="269" r:id="Ra99a545243674399"/>
    <p:sldId xmlns:r="http://schemas.openxmlformats.org/officeDocument/2006/relationships" id="270" r:id="R4195d5536d32428c"/>
    <p:sldId xmlns:r="http://schemas.openxmlformats.org/officeDocument/2006/relationships" id="271" r:id="R5f794917a6fc4711"/>
    <p:sldId xmlns:r="http://schemas.openxmlformats.org/officeDocument/2006/relationships" id="272" r:id="R87e3df39e0094c3a"/>
    <p:sldId xmlns:r="http://schemas.openxmlformats.org/officeDocument/2006/relationships" id="273" r:id="R70900af89c334a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07547a4f9844e1" /><Relationship Type="http://schemas.openxmlformats.org/officeDocument/2006/relationships/slideMaster" Target="/ppt/slideMasters/slideMaster1.xml" Id="Rc31b5d4722c74bd0" /><Relationship Type="http://schemas.openxmlformats.org/officeDocument/2006/relationships/notesMaster" Target="/ppt/notesMasters/notesMaster1.xml" Id="R92956e5784714ef4" /><Relationship Type="http://schemas.openxmlformats.org/officeDocument/2006/relationships/presProps" Target="/ppt/presProps.xml" Id="Ra0e1398d2ee54344" /><Relationship Type="http://schemas.openxmlformats.org/officeDocument/2006/relationships/tableStyles" Target="/ppt/tableStyles.xml" Id="R962f685eddfe45fe" /><Relationship Type="http://schemas.openxmlformats.org/officeDocument/2006/relationships/slide" Target="/ppt/slides/slide1.xml" Id="Ra2125c91c1eb449a" /><Relationship Type="http://schemas.openxmlformats.org/officeDocument/2006/relationships/slide" Target="/ppt/slides/slide2.xml" Id="Re85bc9309cc54ce2" /><Relationship Type="http://schemas.openxmlformats.org/officeDocument/2006/relationships/slide" Target="/ppt/slides/slide3.xml" Id="Re54ba0b5ab144cc7" /><Relationship Type="http://schemas.openxmlformats.org/officeDocument/2006/relationships/slide" Target="/ppt/slides/slide4.xml" Id="Rfb20dbde6d784380" /><Relationship Type="http://schemas.openxmlformats.org/officeDocument/2006/relationships/slide" Target="/ppt/slides/slide5.xml" Id="Rf374bd37bc8c4512" /><Relationship Type="http://schemas.openxmlformats.org/officeDocument/2006/relationships/slide" Target="/ppt/slides/slide6.xml" Id="R5a8c8440cc8b49ef" /><Relationship Type="http://schemas.openxmlformats.org/officeDocument/2006/relationships/slide" Target="/ppt/slides/slide7.xml" Id="Rcd7f5de986314b75" /><Relationship Type="http://schemas.openxmlformats.org/officeDocument/2006/relationships/slide" Target="/ppt/slides/slide8.xml" Id="Ra8c9c9dd78804e83" /><Relationship Type="http://schemas.openxmlformats.org/officeDocument/2006/relationships/slide" Target="/ppt/slides/slide9.xml" Id="R8b1c56c0c5734bb5" /><Relationship Type="http://schemas.openxmlformats.org/officeDocument/2006/relationships/slide" Target="/ppt/slides/slide10.xml" Id="R461e57628f3c4c2b" /><Relationship Type="http://schemas.openxmlformats.org/officeDocument/2006/relationships/slide" Target="/ppt/slides/slide11.xml" Id="R470204740c20489f" /><Relationship Type="http://schemas.openxmlformats.org/officeDocument/2006/relationships/slide" Target="/ppt/slides/slide12.xml" Id="R78bee7f03a864218" /><Relationship Type="http://schemas.openxmlformats.org/officeDocument/2006/relationships/slide" Target="/ppt/slides/slide13.xml" Id="R8e0030ae1db340de" /><Relationship Type="http://schemas.openxmlformats.org/officeDocument/2006/relationships/slide" Target="/ppt/slides/slide14.xml" Id="Ra99a545243674399" /><Relationship Type="http://schemas.openxmlformats.org/officeDocument/2006/relationships/slide" Target="/ppt/slides/slide15.xml" Id="R4195d5536d32428c" /><Relationship Type="http://schemas.openxmlformats.org/officeDocument/2006/relationships/slide" Target="/ppt/slides/slide16.xml" Id="R5f794917a6fc4711" /><Relationship Type="http://schemas.openxmlformats.org/officeDocument/2006/relationships/slide" Target="/ppt/slides/slide17.xml" Id="R87e3df39e0094c3a" /><Relationship Type="http://schemas.openxmlformats.org/officeDocument/2006/relationships/slide" Target="/ppt/slides/slide18.xml" Id="R70900af89c334a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80bd0cf2c443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5129f6fc784163" /><Relationship Type="http://schemas.openxmlformats.org/officeDocument/2006/relationships/notesMaster" Target="/ppt/notesMasters/notesMaster1.xml" Id="Rb6d3837a998146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bdf82042f142f8" /><Relationship Type="http://schemas.openxmlformats.org/officeDocument/2006/relationships/notesMaster" Target="/ppt/notesMasters/notesMaster1.xml" Id="R622c23729a3546e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21c399a8564da2" /><Relationship Type="http://schemas.openxmlformats.org/officeDocument/2006/relationships/notesMaster" Target="/ppt/notesMasters/notesMaster1.xml" Id="Rcd058a50a32742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0ca10f0c7f4059" /><Relationship Type="http://schemas.openxmlformats.org/officeDocument/2006/relationships/notesMaster" Target="/ppt/notesMasters/notesMaster1.xml" Id="R950e8961476a48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354df3cd2148c0" /><Relationship Type="http://schemas.openxmlformats.org/officeDocument/2006/relationships/notesMaster" Target="/ppt/notesMasters/notesMaster1.xml" Id="R91582d033c834ff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54c7de56434e2d" /><Relationship Type="http://schemas.openxmlformats.org/officeDocument/2006/relationships/notesMaster" Target="/ppt/notesMasters/notesMaster1.xml" Id="R1b9a01760a984d7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fc6b4e4d0247f4" /><Relationship Type="http://schemas.openxmlformats.org/officeDocument/2006/relationships/notesMaster" Target="/ppt/notesMasters/notesMaster1.xml" Id="Re94aa232ad6045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b0dda3c60345af" /><Relationship Type="http://schemas.openxmlformats.org/officeDocument/2006/relationships/notesMaster" Target="/ppt/notesMasters/notesMaster1.xml" Id="R0025645bf4eb49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5f7367d9744bcd" /><Relationship Type="http://schemas.openxmlformats.org/officeDocument/2006/relationships/notesMaster" Target="/ppt/notesMasters/notesMaster1.xml" Id="R965c9934340946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56aecf56414fe6" /><Relationship Type="http://schemas.openxmlformats.org/officeDocument/2006/relationships/notesMaster" Target="/ppt/notesMasters/notesMaster1.xml" Id="R30668059b4084e0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5108ac0615421c" /><Relationship Type="http://schemas.openxmlformats.org/officeDocument/2006/relationships/notesMaster" Target="/ppt/notesMasters/notesMaster1.xml" Id="R74eb7acb340543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6d867a5d114d6b" /><Relationship Type="http://schemas.openxmlformats.org/officeDocument/2006/relationships/notesMaster" Target="/ppt/notesMasters/notesMaster1.xml" Id="Rab798fcc86f34d7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5b68a424f2402b" /><Relationship Type="http://schemas.openxmlformats.org/officeDocument/2006/relationships/notesMaster" Target="/ppt/notesMasters/notesMaster1.xml" Id="R350c6d273e9447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c874a3ebfb4ddb" /><Relationship Type="http://schemas.openxmlformats.org/officeDocument/2006/relationships/notesMaster" Target="/ppt/notesMasters/notesMaster1.xml" Id="Racfcc1392107437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abb8a5e8e1140b8" /><Relationship Type="http://schemas.openxmlformats.org/officeDocument/2006/relationships/notesMaster" Target="/ppt/notesMasters/notesMaster1.xml" Id="Rc036f331a785435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d86d33c0f9f41ae" /><Relationship Type="http://schemas.openxmlformats.org/officeDocument/2006/relationships/notesMaster" Target="/ppt/notesMasters/notesMaster1.xml" Id="R9e4769d4c5eb447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b24703f92484db0" /><Relationship Type="http://schemas.openxmlformats.org/officeDocument/2006/relationships/notesMaster" Target="/ppt/notesMasters/notesMaster1.xml" Id="Rc06e2a9a36f7458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293728fadd34741" /><Relationship Type="http://schemas.openxmlformats.org/officeDocument/2006/relationships/notesMaster" Target="/ppt/notesMasters/notesMaster1.xml" Id="R5dcbe74a204648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production/evaluation/S53_SKILL_REUSE_REVISION.md를 따른다.</a:t>
            </a:r>
          </a:p>
          <a:p xmlns:a="http://schemas.openxmlformats.org/drawingml/2006/main">
            <a:r>
              <a:t/>
            </a:r>
          </a:p>
          <a:p xmlns:a="http://schemas.openxmlformats.org/drawingml/2006/main">
            <a:r>
              <a:t>Validation Status: ALIGNED — DEC-0065의19필드·4분 운영·교육용/제품 확인 경계를 정렬했다. 실제 파일 렌더·Notes 대조는 production/evaluation/S53_SKILL_REUSE_REVISION.md에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Skill의 발견과 본문 포함을 확인했다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Skill의 발견과 본문 포함을 확인했다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TRIAL-008의 CLI 목록에서 이름과 설명을 발견하고, 밝기 통계 작업 목표와 함께 명시 호출했으며, 실행 trace에 경로와 전체 본문이 포함된 것을 확인했다. 별도 load UI 이벤트는 없었다.</a:t>
            </a:r>
          </a:p>
          <a:p xmlns:a="http://schemas.openxmlformats.org/drawingml/2006/main">
            <a:r>
              <a:t/>
            </a:r>
          </a:p>
          <a:p xmlns:a="http://schemas.openxmlformats.org/drawingml/2006/main">
            <a:r>
              <a:t>Opening Question: “반복 방법을 담은 Skill이 이번 작업에 포함됐다는 것을 무엇으로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크기 변경·정규화 다음에도 재사용할 수 있는 밝기 통계(image_statistics)의 시간/할당량 조사라는 목적을 소개한다. 새로 실행한 Task가 아니다.</a:t>
            </a:r>
          </a:p>
          <a:p xmlns:a="http://schemas.openxmlformats.org/drawingml/2006/main">
            <a:r>
              <a:t>2. (1:00–2:30) /skills 목록의 이름·잘린 설명과 명시적 $graypipe-performance 호출을 설명한다. 목록에는 파일 경로가 없었다.</a:t>
            </a:r>
          </a:p>
          <a:p xmlns:a="http://schemas.openxmlformats.org/drawingml/2006/main">
            <a:r>
              <a:t>3. (2:30–4:00) 실행 trace에 이름·경로·전체 Skill 본문이 포함된 관찰을 짚는다. 별도 UI load 이벤트나 모든 지침 준수의 증명으로 표현하지 않는다.</a:t>
            </a:r>
          </a:p>
          <a:p xmlns:a="http://schemas.openxmlformats.org/drawingml/2006/main">
            <a:r>
              <a:t>4. (4:00–5:00) CLI0.154.0, 성공한 계정/모델 실행의 범위와 현재 Desktop/암묵 호출 미검증을 말한다.</a:t>
            </a:r>
          </a:p>
          <a:p xmlns:a="http://schemas.openxmlformats.org/drawingml/2006/main">
            <a:r>
              <a:t/>
            </a:r>
          </a:p>
          <a:p xmlns:a="http://schemas.openxmlformats.org/drawingml/2006/main">
            <a:r>
              <a:t>Evidence / Source: TRIAL-008, DEC-0017, BEAT-021. Codex CLI 0.154.0, 명시적 호출, disposable workspace. 시각 자료는 기록의 재구성이다. DEC-0062 원문/관찰 대조: plan/DEMO_MATRIX.md TRIAL-008 Skill Discovery/Invocation/Load Evidence/Verification 및 Prompt Responsibility Shift; STATE-04:.agents/skills/graypipe-performance/SKILL.md. 경로는 selector가 아니라 실행 trace에서 확인됐다.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 DEC-0062는 기존 관찰·측정 조건과 효과 미입증 경계를 유지한다.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세 관찰 행: /skills의 이름·설명 / 명시 호출+밝기 통계 목표 / 실행 trace의 경로·본문. 기록 요약임을 표시한다.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“본문이 포함됐다는 사실과, 지침에 대응하는 작업 기록을 다음 장에서 구분해 보겠습니다.”</a:t>
            </a:r>
          </a:p>
          <a:p xmlns:a="http://schemas.openxmlformats.org/drawingml/2006/main">
            <a:r>
              <a:t/>
            </a:r>
          </a:p>
          <a:p xmlns:a="http://schemas.openxmlformats.org/drawingml/2006/main">
            <a:r>
              <a:t>Time Management: Demo5분(정적 기록 기본): 목적1, 발견·호출1.5, 본문 근거1.5, 범위/전환1. 실제 Live/Hybrid는 활성화 전 미검증.</a:t>
            </a:r>
          </a:p>
          <a:p xmlns:a="http://schemas.openxmlformats.org/drawingml/2006/main">
            <a:r>
              <a:t/>
            </a:r>
          </a:p>
          <a:p xmlns:a="http://schemas.openxmlformats.org/drawingml/2006/main">
            <a:r>
              <a:t>Fallback: LOCAL STATIC ARTIFACT — production/ACT_3.pptx / S54, production/preview/act3/S54.png 및 production/preview/full/S54.png.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Skill의 지침과 관찰된 작업을 대응한다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Skill의 지침과 관찰된 작업을 대응한다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요청이 담던 공통 절차를 TRIAL-008은 명시 호출한 Skill에 두었다. 기준선·계획·같은 조건의 검증 지침과 보존된 관찰 기록을 대응하되 Skill 단독 인과성을 주장하지 않는다.</a:t>
            </a:r>
          </a:p>
          <a:p xmlns:a="http://schemas.openxmlformats.org/drawingml/2006/main">
            <a:r>
              <a:t/>
            </a:r>
          </a:p>
          <a:p xmlns:a="http://schemas.openxmlformats.org/drawingml/2006/main">
            <a:r>
              <a:t>Opening Question: “Skill에 적힌 절차와 실제로 기록된 작업은 어떻게 대응됐을까?”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normalize와 밝기 통계는 다른 Task이며 성능 우열 비교가 아님을 밝힌다. TRIAL-007은 긴 요청, TRIAL-008은 Task 목표·6항목 보존·변경 범위+Skill 호출이었다.</a:t>
            </a:r>
          </a:p>
          <a:p xmlns:a="http://schemas.openxmlformats.org/drawingml/2006/main">
            <a:r>
              <a:t>2. (1:00–3:00 / Demo) 기준선/계획/동일 조건 검증의 실제 Skill 발췌와 보존된 관찰 요약을 행별로 대응한다. 실제 CLI 화면이나 원문 실행 로그가 아닌 표임을 밝힌다.</a:t>
            </a:r>
          </a:p>
          <a:p xmlns:a="http://schemas.openxmlformats.org/drawingml/2006/main">
            <a:r>
              <a:t>3. (3:00–5:00 / Case) 본문 포함과 각 작업 관찰이 서로 다른 근거임을 짚는다. visible plan은 Skill의 when-task/interface-calls-for 조건과 실제 요청에 맞는 범위다.</a:t>
            </a:r>
          </a:p>
          <a:p xmlns:a="http://schemas.openxmlformats.org/drawingml/2006/main">
            <a:r>
              <a:t>4. (5:00–6:00 / Case) 절차의 책임 이동을 회수하고 모든 지침 준수·단독 인과성·토큰 절약·속도 향상으로 확대하지 않는다.</a:t>
            </a:r>
          </a:p>
          <a:p xmlns:a="http://schemas.openxmlformats.org/drawingml/2006/main">
            <a:r>
              <a:t/>
            </a:r>
          </a:p>
          <a:p xmlns:a="http://schemas.openxmlformats.org/drawingml/2006/main">
            <a:r>
              <a:t>Evidence / Source: TRIAL-007/008, DEC-0017, BEAT-021. 관찰된 CLI 기록을 요약한 비교. DEC-0062 원문/관찰 대조: plan/DEMO_MATRIX.md TRIAL-008 Skill Discovery/Invocation/Load Evidence/Verification 및 Prompt Responsibility Shift; STATE-04:.agents/skills/graypipe-performance/SKILL.md. 경로는 selector가 아니라 실행 trace에서 확인됐다. 발췌의 전체 조건: State a concise plan before making edits when the task or working interface calls for a visible plan. / Repeat the same benchmark with the same input and settings, check its correctness guard, run a suitable user-facing smoke check when relevant, inspect git diff --check, and review the final diff for scope and unintended changes. 표는 생략부호가 있는 원문 발췌와 관찰 요약이며 raw log가 아니다.</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 DEC-0062는 기존 관찰·측정 조건과 효과 미입증 경계를 유지한다.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Native 두 열 표: Skill 원문 세 발췌 ↔ TRIAL-008 기준선/계획/검증 관찰 요약. 다른 목표·Task 제약과 책임 이동을 상하 문구로 유지한다.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“재사용할 지침을 정했어도, 어떤 구현이 맞는지는 이번 근거로 판단해야 합니다.”</a:t>
            </a:r>
          </a:p>
          <a:p xmlns:a="http://schemas.openxmlformats.org/drawingml/2006/main">
            <a:r>
              <a:t/>
            </a:r>
          </a:p>
          <a:p xmlns:a="http://schemas.openxmlformats.org/drawingml/2006/main">
            <a:r>
              <a:t>Time Management: Demo3분 + Case3분. 요청 구조1, 원문/관찰 대응2, 근거 구분2, 한계/전환1.</a:t>
            </a:r>
          </a:p>
          <a:p xmlns:a="http://schemas.openxmlformats.org/drawingml/2006/main">
            <a:r>
              <a:t/>
            </a:r>
          </a:p>
          <a:p xmlns:a="http://schemas.openxmlformats.org/drawingml/2006/main">
            <a:r>
              <a:t>Fallback: LOCAL STATIC ARTIFACT — production/ACT_3.pptx / S55, production/preview/act3/S55.png 및 production/preview/full/S55.png.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444c287e444f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4b7f4b9461f492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e532fa4233947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196559a7bac45d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2ffb0958b21425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6026efdf80943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EA5CD0-CB4D-4B36-B1BB-10973708BAD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719CCD6-B13B-4E41-B110-1770CF04014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17C8EFF-9C5F-4194-B04D-17045AD069E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56D6B1-9F91-45C0-8FE4-7720AB2EBE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E5D8D15-DF61-4E6C-803D-24787816551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9B1914E-7B2F-4A84-9AE4-1F6361B410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D2A3A2D-2769-479A-8AD7-C9AF4E539F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4F58A83-3EDE-4FF1-A099-F6AEE5AB85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527754-CC20-497D-9048-EBAFF34E5F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1CB4FF8-C8A4-49E5-A7FA-B9297E81AB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d79a0a02cf4afb" /><Relationship Type="http://schemas.openxmlformats.org/officeDocument/2006/relationships/slideLayout" Target="/ppt/slideLayouts/slideLayout1.xml" Id="R64d017c25f784b2a" /><Relationship Type="http://schemas.openxmlformats.org/officeDocument/2006/relationships/slideLayout" Target="/ppt/slideLayouts/slideLayout2.xml" Id="R517b58f1665d4671" /><Relationship Type="http://schemas.openxmlformats.org/officeDocument/2006/relationships/slideLayout" Target="/ppt/slideLayouts/slideLayout3.xml" Id="R5011616b61fe48e0" /><Relationship Type="http://schemas.openxmlformats.org/officeDocument/2006/relationships/slideLayout" Target="/ppt/slideLayouts/slideLayout4.xml" Id="R47031c20c375409f" /><Relationship Type="http://schemas.openxmlformats.org/officeDocument/2006/relationships/slideLayout" Target="/ppt/slideLayouts/slideLayout5.xml" Id="R028266b39268449e" /><Relationship Type="http://schemas.openxmlformats.org/officeDocument/2006/relationships/slideLayout" Target="/ppt/slideLayouts/slideLayout6.xml" Id="Ref63c15cd2da4e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d017c25f784b2a"/>
    <p:sldLayoutId xmlns:r="http://schemas.openxmlformats.org/officeDocument/2006/relationships" id="2147483650" r:id="R517b58f1665d4671"/>
    <p:sldLayoutId xmlns:r="http://schemas.openxmlformats.org/officeDocument/2006/relationships" id="2147483651" r:id="R5011616b61fe48e0"/>
    <p:sldLayoutId xmlns:r="http://schemas.openxmlformats.org/officeDocument/2006/relationships" id="2147483652" r:id="R47031c20c375409f"/>
    <p:sldLayoutId xmlns:r="http://schemas.openxmlformats.org/officeDocument/2006/relationships" id="2147483653" r:id="R028266b39268449e"/>
    <p:sldLayoutId xmlns:r="http://schemas.openxmlformats.org/officeDocument/2006/relationships" id="2147483654" r:id="Ref63c15cd2da4e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489ac16c0d2495d" /><Relationship Type="http://schemas.openxmlformats.org/officeDocument/2006/relationships/image" Target="/ppt/media/image.png" Id="R3dee865f0da7485f" /><Relationship Type="http://schemas.openxmlformats.org/officeDocument/2006/relationships/image" Target="/ppt/media/image2.png" Id="Rfbc40672d9104a97" /><Relationship Type="http://schemas.openxmlformats.org/officeDocument/2006/relationships/notesSlide" Target="/ppt/notesSlides/notesSlide1.xml" Id="R6a3f62c20bd148c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321e70bd89e4956" /><Relationship Type="http://schemas.openxmlformats.org/officeDocument/2006/relationships/notesSlide" Target="/ppt/notesSlides/notesSlide2.xml" Id="Rb0b0a4a672e9461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e39c0707e94303" /><Relationship Type="http://schemas.openxmlformats.org/officeDocument/2006/relationships/notesSlide" Target="/ppt/notesSlides/notesSlide3.xml" Id="Rc24e993514ec488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e6889ad419e4a50" /><Relationship Type="http://schemas.openxmlformats.org/officeDocument/2006/relationships/notesSlide" Target="/ppt/notesSlides/notesSlide4.xml" Id="Rb1a9d56abb614d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fc57a281b4747f3" /><Relationship Type="http://schemas.openxmlformats.org/officeDocument/2006/relationships/notesSlide" Target="/ppt/notesSlides/notesSlide5.xml" Id="R0f8d25aa352047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407768ee97e4ac1" /><Relationship Type="http://schemas.openxmlformats.org/officeDocument/2006/relationships/notesSlide" Target="/ppt/notesSlides/notesSlide6.xml" Id="R6a75acb9910844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30dbfdd57764346" /><Relationship Type="http://schemas.openxmlformats.org/officeDocument/2006/relationships/notesSlide" Target="/ppt/notesSlides/notesSlide7.xml" Id="R466013b7c0f74e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39229de41a14bd1" /><Relationship Type="http://schemas.openxmlformats.org/officeDocument/2006/relationships/notesSlide" Target="/ppt/notesSlides/notesSlide8.xml" Id="R48cca5d71be641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6541219ee464858" /><Relationship Type="http://schemas.openxmlformats.org/officeDocument/2006/relationships/chart" Target="/ppt/slides/charts/chart1.xml" Id="R6724aec228f84798" /><Relationship Type="http://schemas.openxmlformats.org/officeDocument/2006/relationships/notesSlide" Target="/ppt/notesSlides/notesSlide9.xml" Id="Rd6dce3e2d5ae459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ae9d43539cb4219" /><Relationship Type="http://schemas.openxmlformats.org/officeDocument/2006/relationships/notesSlide" Target="/ppt/notesSlides/notesSlide10.xml" Id="R47e2bb8dd9ff406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4ddf706b45c4e82" /><Relationship Type="http://schemas.openxmlformats.org/officeDocument/2006/relationships/notesSlide" Target="/ppt/notesSlides/notesSlide11.xml" Id="R72b457bf99d3401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62d452134c045f9" /><Relationship Type="http://schemas.openxmlformats.org/officeDocument/2006/relationships/notesSlide" Target="/ppt/notesSlides/notesSlide12.xml" Id="Rbfb8551a6b7d4bc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663ed8828dc4aa6" /><Relationship Type="http://schemas.openxmlformats.org/officeDocument/2006/relationships/notesSlide" Target="/ppt/notesSlides/notesSlide13.xml" Id="Ra30fc36df9d140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a1997715e4e4cb8" /><Relationship Type="http://schemas.openxmlformats.org/officeDocument/2006/relationships/notesSlide" Target="/ppt/notesSlides/notesSlide14.xml" Id="Ra7634da8e02c44d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96e876dd314d2e" /><Relationship Type="http://schemas.openxmlformats.org/officeDocument/2006/relationships/notesSlide" Target="/ppt/notesSlides/notesSlide15.xml" Id="R632d30c247a240a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4353863f1764d96" /><Relationship Type="http://schemas.openxmlformats.org/officeDocument/2006/relationships/notesSlide" Target="/ppt/notesSlides/notesSlide16.xml" Id="R151539022834426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4aec0ee13494d21" /><Relationship Type="http://schemas.openxmlformats.org/officeDocument/2006/relationships/image" Target="/ppt/media/image3.png" Id="R2968a45d61434fc7" /><Relationship Type="http://schemas.openxmlformats.org/officeDocument/2006/relationships/notesSlide" Target="/ppt/notesSlides/notesSlide17.xml" Id="R237843cbe4794a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0abd610ac5d42da" /><Relationship Type="http://schemas.openxmlformats.org/officeDocument/2006/relationships/notesSlide" Target="/ppt/notesSlides/notesSlide18.xml" Id="R877911d2f05c4e3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4D4B5B8-8C5D-40BA-8B73-A5690C9B22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C4024456-BB60-4885-8109-696A44CEF9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A51DD761-9BC8-4C83-8243-4E51DA8EAF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7F9D7A2-8BE9-4B07-AA28-0F450128DA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A05CB53-67EC-405C-B638-1D55D91849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D8A6BF0E-2D8C-4D74-BAE3-09B7717035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602FC22A-5574-4EBE-B62E-99A484779859}"/>
              </a:ext>
            </a:extLst>
          </p:cNvPr>
          <p:cNvPicPr>
            <a:picLocks xmlns:a="http://schemas.openxmlformats.org/drawingml/2006/main" noChangeAspect="1"/>
          </p:cNvPicPr>
          <p:nvPr/>
        </p:nvPicPr>
        <p:blipFill>
          <a:blip xmlns:r="http://schemas.openxmlformats.org/officeDocument/2006/relationships" xmlns:a="http://schemas.openxmlformats.org/drawingml/2006/main" r:embed="R3dee865f0da7485f"/>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A5B066D-EFA3-4FA0-BABF-BB72536B5F1E}"/>
              </a:ext>
            </a:extLst>
          </p:cNvPr>
          <p:cNvPicPr>
            <a:picLocks xmlns:a="http://schemas.openxmlformats.org/drawingml/2006/main" noChangeAspect="1"/>
          </p:cNvPicPr>
          <p:nvPr/>
        </p:nvPicPr>
        <p:blipFill>
          <a:blip xmlns:r="http://schemas.openxmlformats.org/officeDocument/2006/relationships" xmlns:a="http://schemas.openxmlformats.org/drawingml/2006/main" r:embed="Rfbc40672d9104a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F6500E0-A563-4B01-9CF9-34BC601115C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CF8B333B-6412-4323-B721-E58B82CF2C7F}"/>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9C3F914F-8F6A-469B-984D-917B21A57844}"/>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C992294-7ED8-4FC4-A219-3246C9C60649}"/>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8E097AAE-8560-44BE-ADA1-2C89498AB934}"/>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EC37004C-4575-463E-8D06-9F5751E4C08B}"/>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34861BC-3687-4089-BAA2-1E870CD209DE}"/>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E6487704-C327-4DB6-8806-D27C20E6DC09}"/>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A8E6F9F-2409-4E7F-96EC-C4EF0FF6F2E6}"/>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57FD556A-F68D-475E-9213-47D0F885401C}"/>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FC68D110-E43E-4098-B895-4E1B3B9D39F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6722A79F-E523-4F80-B28B-9C9F43C9962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9D97E8EB-6749-4FBC-8D8E-3E25C69804E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6E3EE288-9779-494F-8230-0ACB15EB6C99}"/>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48BD7DF1-A826-4367-9223-2C7CBE2F14E0}"/>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CCC297AB-F4A5-40FC-B59F-392BB28C66A2}"/>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D83648C9-2865-46D5-A196-A60BB7705E61}"/>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24643EB-73E2-4F21-9191-8E084F220369}"/>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68C429AD-2664-4E8F-8044-8F0D1419CB53}"/>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44B53FB2-83F3-442C-B69A-AF533D9FCCD2}"/>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7C983FFE-E92D-412D-965E-AA57AE98E00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038AA550-A15D-4BA3-9701-245B6E8E4510}"/>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FA3FD01A-66A3-4CC4-8295-01A0638B813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A6EFF01-7B67-4F16-966C-482780217F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7C65111B-B557-4857-AB89-86B8B671C2BD}"/>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98B43837-11E7-4D1F-ACE1-D3E9F09CF5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02346943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3B6EFDC2-4E35-4F76-AB5F-1BBF474F9C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BA7068EE-6EF1-408C-9D54-6DB8A79FB4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F64697F6-A532-45E7-99B6-C2685AAC6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5D11B8C0-1136-46B6-B9EC-092A8F5700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EEF28684-6B1E-4890-B3A9-9B25993872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4AE32971-51D3-4931-8325-31E960A380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92FBCBDF-8E16-4A55-9758-C15D8529F6E9}"/>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F50FF3B7-2A2C-4624-BA71-DE318B1EFE4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170D65-A00F-48B4-B02D-81209ABD975D}"/>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5D6C19C0-3919-4E73-BF42-90810E155876}"/>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05678653-7520-4E59-90C9-F77345D5C9D7}"/>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0845837-1483-44DD-A511-76EFBE6E98A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2937E43E-5E61-4FBE-BC89-28576DB8587D}"/>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2C9300BA-409E-4399-8389-89CE406AA548}"/>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53E9357F-4862-4E88-BE9A-D1D809435AD6}"/>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1F93ACCD-CD93-4F61-818E-B81839D61BDB}"/>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3727E7B-A61D-467C-8A5C-C6EC7B3C67DC}"/>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73F0A38-DF8C-4C96-B57F-C676913275A3}"/>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403B5985-DC30-4967-8B6A-B48CCAD26A4C}"/>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9C87C142-A3CB-4652-A902-20BBF1FD1DC8}"/>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252AD0F-1216-450B-87CA-89EFAAA7E08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84B3F43-A122-45A6-8A89-2B88CEB80342}"/>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2D7C1E9A-4CF2-4CED-9B9B-6D14EFD8A1C9}"/>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E8C72E48-F125-42AC-B928-785756EE1CE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3192A8F2-1766-45FC-90B9-6B3F4BFDFC2A}"/>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6EE7B8E1-ABE1-410E-BCC1-EA6DBC122154}"/>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7E894227-B0D0-4541-804F-4C9617F80829}"/>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E1CFE2E2-CCA1-4DF4-8789-7DBBA6AEE84C}"/>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EBF4617-0C81-460E-820A-835701A4199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3C1B3FCD-8D03-4D26-9361-B5765C8056A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58C1DABB-08E4-4B73-BBD7-910FD50919E5}"/>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ACEE7620-BA69-48D4-9362-C10B5111418D}"/>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79777241-31B0-47B4-B013-204A294E23F8}"/>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7CAC074C-E049-4B68-8392-282D2B588FB8}"/>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1702ACB5-D925-45C5-8D90-AE95B57AB8A2}"/>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4FEAFFEA-9A1B-47D7-BEBD-CC856FB1DA29}"/>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35E7E490-5B21-4F88-85A2-609687B894E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EF1A2C00-46FC-4F98-B2D4-A2EE92A78456}"/>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86341909-AF35-419E-A767-B898BE41B30B}"/>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DDD346A6-BD84-4A78-A1F8-79DF60DD54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6303484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F58042B-02A5-452C-B9D9-633E5980B0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C921B523-4236-4E0F-83E0-B902352DF5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C93D0718-9706-4B74-9508-11F6519CE1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E211244C-501E-4F77-B962-D550896D28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B3922BC-EF0B-411D-B2A3-049A88B4C7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FCC5B907-AE49-4CC0-9D3C-09B9BFD972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05E8895C-E5C5-4E4C-B400-A0B3D669992C}"/>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790F6ECC-3897-498D-8E29-0963F6D1AA0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9C24DFBD-9147-41FA-BC2A-FC8A3AA824FF}"/>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099AAFB0-6C50-4885-A8E6-9E1D44546ABD}"/>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B03E0F-2EF3-4784-B895-AB2A9CAC29B9}"/>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E1379351-47EB-4135-B93F-3A5766C8360A}"/>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5068EF2E-0B39-4091-8340-23E8DCF3039B}"/>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72A00441-0EA8-4A37-9935-18D06BED40D7}"/>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6052056C-085E-41B5-86EC-E139A932CC9C}"/>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6FAAB086-8CDA-43B6-BB38-4A6696FF45B0}"/>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D47F1FD3-AA5D-4CEE-ACA8-24CB0E5698EB}"/>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05C01517-3BCF-41CD-A966-28D7CEF9FA57}"/>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94F465DB-6E90-4EF7-8AA2-2EA936C17332}"/>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3283A57-165F-4FB8-B139-2DF72EF10F36}"/>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2753CA8F-FB89-4FB6-B7EE-231807DBDAE5}"/>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594EF483-CF4A-410F-9120-4C841A1F94E4}"/>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C53D30D2-7F5B-456E-8371-CD3F2742E8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3484009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2DA42A97-79B6-4F91-8082-DB83DDC4D4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274C9D49-C0A5-4CE6-86EF-5221C7AFB8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29B4974A-06DF-4A94-B142-77B8E70606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E3DE5E69-0B4A-41E6-8A44-64C57BD35F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D1F116BE-FDF4-477C-B7B8-610D702A61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726F5D9D-2CD8-4C8A-AF6F-696E1E1F76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983DC518-6CFB-484A-8EFC-5D917D695E2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CD94C39-D441-4A93-9754-4071C609D753}"/>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D2FF9E76-6C06-4D4C-AEB1-452C9E96931E}"/>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04BE58BB-FB41-4057-BFAB-E1045ED528D9}"/>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02655DA7-5299-4F78-9EA9-5E5960663008}"/>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0AB5A279-03B2-43D4-A020-62A8D13BD56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3DFCA020-A94F-470A-B383-1F52769EEA48}"/>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6DF8B776-3CB6-4EDA-A1F7-1D787A7B4D64}"/>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A2CE8211-156B-455A-AFF5-0505B85484A5}"/>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34F2A949-D421-40DE-A67D-4B93AEED3F11}"/>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2A4AA338-9739-4F91-BD37-2002E80CDF22}"/>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1E408E8E-F37B-4D19-B67F-32A16FB55FFF}"/>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522C2834-F8E6-43C6-BF89-906A95270B1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5806C9E-1A3C-42CF-B2DB-A46875AA7D9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B492A66-27CF-4825-9D12-E51D92E5C709}"/>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2" name="">
            <a:extLst xmlns:a="http://schemas.openxmlformats.org/drawingml/2006/main">
              <a:ext uri="{FF2B5EF4-FFF2-40B4-BE49-F238E27FC236}">
                <a16:creationId xmlns:a16="http://schemas.microsoft.com/office/drawing/2014/main" id="{6A1BA13F-9EDB-4B13-8596-CBFD6072F02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
            <a:extLst xmlns:a="http://schemas.openxmlformats.org/drawingml/2006/main">
              <a:ext uri="{FF2B5EF4-FFF2-40B4-BE49-F238E27FC236}">
                <a16:creationId xmlns:a16="http://schemas.microsoft.com/office/drawing/2014/main" id="{C931F0A4-42FD-4A32-973D-694425BE2836}"/>
              </a:ext>
            </a:extLst>
          </p:cNvPr>
          <p:cNvSpPr>
            <a:spLocks xmlns:a="http://schemas.openxmlformats.org/drawingml/2006/main" noGrp="1"/>
          </p:cNvSpPr>
          <p:nvPr/>
        </p:nvSpPr>
        <p:spPr>
          <a:xfrm xmlns:a="http://schemas.openxmlformats.org/drawingml/2006/main">
            <a:off x="5410200" y="2790825"/>
            <a:ext cx="923925" cy="20955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07C32ED-2A07-4F05-A086-DDFF81CB4667}"/>
              </a:ext>
            </a:extLst>
          </p:cNvPr>
          <p:cNvSpPr>
            <a:spLocks xmlns:a="http://schemas.openxmlformats.org/drawingml/2006/main" noGrp="1"/>
          </p:cNvSpPr>
          <p:nvPr/>
        </p:nvSpPr>
        <p:spPr>
          <a:xfrm xmlns:a="http://schemas.openxmlformats.org/drawingml/2006/main">
            <a:off x="5410200" y="4267200"/>
            <a:ext cx="923925" cy="20955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5" name="재사용">
            <a:extLst xmlns:a="http://schemas.openxmlformats.org/drawingml/2006/main">
              <a:ext uri="{FF2B5EF4-FFF2-40B4-BE49-F238E27FC236}">
                <a16:creationId xmlns:a16="http://schemas.microsoft.com/office/drawing/2014/main" id="{7733E400-9997-4C13-B04D-0B5351D039A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B74BF5C5-5539-4967-8D12-ECABA534BB23}"/>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D4D48B5C-8CE5-4F4F-A318-D327FAB3CC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2287516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밝기 통계 작업에서 확인한 CLI 기록">
            <a:extLst xmlns:a="http://schemas.openxmlformats.org/drawingml/2006/main">
              <a:ext uri="{FF2B5EF4-FFF2-40B4-BE49-F238E27FC236}">
                <a16:creationId xmlns:a16="http://schemas.microsoft.com/office/drawing/2014/main" id="{D2850662-55C0-42EB-83A0-EBD8BDB607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99DFB6CC-E132-4758-8B80-6237316C70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의 발견과 본문 포함을 확인했다">
            <a:extLst xmlns:a="http://schemas.openxmlformats.org/drawingml/2006/main">
              <a:ext uri="{FF2B5EF4-FFF2-40B4-BE49-F238E27FC236}">
                <a16:creationId xmlns:a16="http://schemas.microsoft.com/office/drawing/2014/main" id="{8EC0DF93-AEC3-493D-8E50-6A27B2D736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발견과 본문 포함을 확인했다</a:t>
            </a:r>
          </a:p>
        </p:txBody>
      </p:sp>
      <p:sp>
        <p:nvSpPr>
          <p:cNvPr id="4" name="">
            <a:extLst xmlns:a="http://schemas.openxmlformats.org/drawingml/2006/main">
              <a:ext uri="{FF2B5EF4-FFF2-40B4-BE49-F238E27FC236}">
                <a16:creationId xmlns:a16="http://schemas.microsoft.com/office/drawing/2014/main" id="{EA0CA1DB-FB88-48F5-96F7-4BA68E3437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아래는 기록 요약·재구성이며 실제 UI 캡처가 아님">
            <a:extLst xmlns:a="http://schemas.openxmlformats.org/drawingml/2006/main">
              <a:ext uri="{FF2B5EF4-FFF2-40B4-BE49-F238E27FC236}">
                <a16:creationId xmlns:a16="http://schemas.microsoft.com/office/drawing/2014/main" id="{1F6F4D8A-B148-47A5-8B76-C06B42F504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아래는 기록 요약·재구성이며 실제 UI 캡처가 아님</a:t>
            </a:r>
          </a:p>
        </p:txBody>
      </p:sp>
      <p:sp>
        <p:nvSpPr>
          <p:cNvPr id="6" name="별도 load UI 이벤트 없음 · 본문 포함이 모든 지침 준수나 현재 Desktop 동작을 보장하지 않음">
            <a:extLst xmlns:a="http://schemas.openxmlformats.org/drawingml/2006/main">
              <a:ext uri="{FF2B5EF4-FFF2-40B4-BE49-F238E27FC236}">
                <a16:creationId xmlns:a16="http://schemas.microsoft.com/office/drawing/2014/main" id="{1171D999-B698-4441-8F51-284DDE02F5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UI 이벤트 없음 · 본문 포함이 모든 지침 준수나 현재 Desktop 동작을 보장하지 않음</a:t>
            </a:r>
          </a:p>
        </p:txBody>
      </p:sp>
      <p:sp>
        <p:nvSpPr>
          <p:cNvPr id="7" name="">
            <a:extLst xmlns:a="http://schemas.openxmlformats.org/drawingml/2006/main">
              <a:ext uri="{FF2B5EF4-FFF2-40B4-BE49-F238E27FC236}">
                <a16:creationId xmlns:a16="http://schemas.microsoft.com/office/drawing/2014/main" id="{0EB88FE8-1482-476D-895F-1118894D402E}"/>
              </a:ext>
            </a:extLst>
          </p:cNvPr>
          <p:cNvSpPr>
            <a:spLocks xmlns:a="http://schemas.openxmlformats.org/drawingml/2006/main" noGrp="1"/>
          </p:cNvSpPr>
          <p:nvPr/>
        </p:nvSpPr>
        <p:spPr>
          <a:xfrm xmlns:a="http://schemas.openxmlformats.org/drawingml/2006/main">
            <a:off x="609600" y="201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1D7F89B1-0918-4734-A3DF-5E211E595428}"/>
              </a:ext>
            </a:extLst>
          </p:cNvPr>
          <p:cNvSpPr>
            <a:spLocks xmlns:a="http://schemas.openxmlformats.org/drawingml/2006/main" noGrp="1"/>
          </p:cNvSpPr>
          <p:nvPr/>
        </p:nvSpPr>
        <p:spPr>
          <a:xfrm xmlns:a="http://schemas.openxmlformats.org/drawingml/2006/main">
            <a:off x="609600" y="2152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9" name="목록에서 발견">
            <a:extLst xmlns:a="http://schemas.openxmlformats.org/drawingml/2006/main">
              <a:ext uri="{FF2B5EF4-FFF2-40B4-BE49-F238E27FC236}">
                <a16:creationId xmlns:a16="http://schemas.microsoft.com/office/drawing/2014/main" id="{4B6346CA-F668-4DA4-B506-D74EB47D47BD}"/>
              </a:ext>
            </a:extLst>
          </p:cNvPr>
          <p:cNvSpPr>
            <a:spLocks xmlns:a="http://schemas.openxmlformats.org/drawingml/2006/main" noGrp="1"/>
          </p:cNvSpPr>
          <p:nvPr/>
        </p:nvSpPr>
        <p:spPr>
          <a:xfrm xmlns:a="http://schemas.openxmlformats.org/drawingml/2006/main">
            <a:off x="1438275" y="210502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목록에서 발견</a:t>
            </a:r>
          </a:p>
        </p:txBody>
      </p:sp>
      <p:sp>
        <p:nvSpPr>
          <p:cNvPr id="10" name="/skills → graypipe-performance">
            <a:extLst xmlns:a="http://schemas.openxmlformats.org/drawingml/2006/main">
              <a:ext uri="{FF2B5EF4-FFF2-40B4-BE49-F238E27FC236}">
                <a16:creationId xmlns:a16="http://schemas.microsoft.com/office/drawing/2014/main" id="{6EEC9C09-CC7F-4824-B0C0-2ADE23BE7BB4}"/>
              </a:ext>
            </a:extLst>
          </p:cNvPr>
          <p:cNvSpPr>
            <a:spLocks xmlns:a="http://schemas.openxmlformats.org/drawingml/2006/main" noGrp="1"/>
          </p:cNvSpPr>
          <p:nvPr/>
        </p:nvSpPr>
        <p:spPr>
          <a:xfrm xmlns:a="http://schemas.openxmlformats.org/drawingml/2006/main">
            <a:off x="1438275" y="251460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/skills → graypipe-performance</a:t>
            </a:r>
          </a:p>
        </p:txBody>
      </p:sp>
      <p:sp>
        <p:nvSpPr>
          <p:cNvPr id="11" name="이름과 잘린 설명이 표시됨 · 경로는 목록에 없었음">
            <a:extLst xmlns:a="http://schemas.openxmlformats.org/drawingml/2006/main">
              <a:ext uri="{FF2B5EF4-FFF2-40B4-BE49-F238E27FC236}">
                <a16:creationId xmlns:a16="http://schemas.microsoft.com/office/drawing/2014/main" id="{E8D09C21-6411-4AC5-9ED6-20D744CE1FA1}"/>
              </a:ext>
            </a:extLst>
          </p:cNvPr>
          <p:cNvSpPr>
            <a:spLocks xmlns:a="http://schemas.openxmlformats.org/drawingml/2006/main" noGrp="1"/>
          </p:cNvSpPr>
          <p:nvPr/>
        </p:nvSpPr>
        <p:spPr>
          <a:xfrm xmlns:a="http://schemas.openxmlformats.org/drawingml/2006/main">
            <a:off x="1438275" y="287655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이름과 잘린 설명이 표시됨 · 경로는 목록에 없었음</a:t>
            </a:r>
          </a:p>
        </p:txBody>
      </p:sp>
      <p:sp>
        <p:nvSpPr>
          <p:cNvPr id="12" name="">
            <a:extLst xmlns:a="http://schemas.openxmlformats.org/drawingml/2006/main">
              <a:ext uri="{FF2B5EF4-FFF2-40B4-BE49-F238E27FC236}">
                <a16:creationId xmlns:a16="http://schemas.microsoft.com/office/drawing/2014/main" id="{CAD10C60-85FC-41B8-B921-3D2788F3F113}"/>
              </a:ext>
            </a:extLst>
          </p:cNvPr>
          <p:cNvSpPr>
            <a:spLocks xmlns:a="http://schemas.openxmlformats.org/drawingml/2006/main" noGrp="1"/>
          </p:cNvSpPr>
          <p:nvPr/>
        </p:nvSpPr>
        <p:spPr>
          <a:xfrm xmlns:a="http://schemas.openxmlformats.org/drawingml/2006/main">
            <a:off x="609600" y="3209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2">
            <a:extLst xmlns:a="http://schemas.openxmlformats.org/drawingml/2006/main">
              <a:ext uri="{FF2B5EF4-FFF2-40B4-BE49-F238E27FC236}">
                <a16:creationId xmlns:a16="http://schemas.microsoft.com/office/drawing/2014/main" id="{24829C24-1389-406D-AF70-D6B10E105247}"/>
              </a:ext>
            </a:extLst>
          </p:cNvPr>
          <p:cNvSpPr>
            <a:spLocks xmlns:a="http://schemas.openxmlformats.org/drawingml/2006/main" noGrp="1"/>
          </p:cNvSpPr>
          <p:nvPr/>
        </p:nvSpPr>
        <p:spPr>
          <a:xfrm xmlns:a="http://schemas.openxmlformats.org/drawingml/2006/main">
            <a:off x="609600" y="3343275"/>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14" name="작업과 함께 명시적으로 호출">
            <a:extLst xmlns:a="http://schemas.openxmlformats.org/drawingml/2006/main">
              <a:ext uri="{FF2B5EF4-FFF2-40B4-BE49-F238E27FC236}">
                <a16:creationId xmlns:a16="http://schemas.microsoft.com/office/drawing/2014/main" id="{BEB9F791-5D14-4130-B967-1EC61E2AD806}"/>
              </a:ext>
            </a:extLst>
          </p:cNvPr>
          <p:cNvSpPr>
            <a:spLocks xmlns:a="http://schemas.openxmlformats.org/drawingml/2006/main" noGrp="1"/>
          </p:cNvSpPr>
          <p:nvPr/>
        </p:nvSpPr>
        <p:spPr>
          <a:xfrm xmlns:a="http://schemas.openxmlformats.org/drawingml/2006/main">
            <a:off x="1438275" y="3295650"/>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작업과 함께 명시적으로 호출</a:t>
            </a:r>
          </a:p>
        </p:txBody>
      </p:sp>
      <p:sp>
        <p:nvSpPr>
          <p:cNvPr id="15" name="$graypipe-performance">
            <a:extLst xmlns:a="http://schemas.openxmlformats.org/drawingml/2006/main">
              <a:ext uri="{FF2B5EF4-FFF2-40B4-BE49-F238E27FC236}">
                <a16:creationId xmlns:a16="http://schemas.microsoft.com/office/drawing/2014/main" id="{9AF5E8F2-0485-476E-AFA8-F2177C6198C8}"/>
              </a:ext>
            </a:extLst>
          </p:cNvPr>
          <p:cNvSpPr>
            <a:spLocks xmlns:a="http://schemas.openxmlformats.org/drawingml/2006/main" noGrp="1"/>
          </p:cNvSpPr>
          <p:nvPr/>
        </p:nvSpPr>
        <p:spPr>
          <a:xfrm xmlns:a="http://schemas.openxmlformats.org/drawingml/2006/main">
            <a:off x="1438275" y="3705225"/>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$graypipe-performance</a:t>
            </a:r>
          </a:p>
        </p:txBody>
      </p:sp>
      <p:sp>
        <p:nvSpPr>
          <p:cNvPr id="16" name="밝기 통계(image_statistics)의 시간·할당량 조사">
            <a:extLst xmlns:a="http://schemas.openxmlformats.org/drawingml/2006/main">
              <a:ext uri="{FF2B5EF4-FFF2-40B4-BE49-F238E27FC236}">
                <a16:creationId xmlns:a16="http://schemas.microsoft.com/office/drawing/2014/main" id="{F0C9DB9C-EA45-49CF-945C-57CCCA182994}"/>
              </a:ext>
            </a:extLst>
          </p:cNvPr>
          <p:cNvSpPr>
            <a:spLocks xmlns:a="http://schemas.openxmlformats.org/drawingml/2006/main" noGrp="1"/>
          </p:cNvSpPr>
          <p:nvPr/>
        </p:nvSpPr>
        <p:spPr>
          <a:xfrm xmlns:a="http://schemas.openxmlformats.org/drawingml/2006/main">
            <a:off x="1438275" y="4067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밝기 통계(image_statistics)의 시간·할당량 조사</a:t>
            </a:r>
          </a:p>
        </p:txBody>
      </p:sp>
      <p:sp>
        <p:nvSpPr>
          <p:cNvPr id="17" name="">
            <a:extLst xmlns:a="http://schemas.openxmlformats.org/drawingml/2006/main">
              <a:ext uri="{FF2B5EF4-FFF2-40B4-BE49-F238E27FC236}">
                <a16:creationId xmlns:a16="http://schemas.microsoft.com/office/drawing/2014/main" id="{999143F5-EB4C-42C0-A67A-AA0B8AF9A953}"/>
              </a:ext>
            </a:extLst>
          </p:cNvPr>
          <p:cNvSpPr>
            <a:spLocks xmlns:a="http://schemas.openxmlformats.org/drawingml/2006/main" noGrp="1"/>
          </p:cNvSpPr>
          <p:nvPr/>
        </p:nvSpPr>
        <p:spPr>
          <a:xfrm xmlns:a="http://schemas.openxmlformats.org/drawingml/2006/main">
            <a:off x="609600" y="4400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3">
            <a:extLst xmlns:a="http://schemas.openxmlformats.org/drawingml/2006/main">
              <a:ext uri="{FF2B5EF4-FFF2-40B4-BE49-F238E27FC236}">
                <a16:creationId xmlns:a16="http://schemas.microsoft.com/office/drawing/2014/main" id="{E0D0718F-6984-40DE-A114-9FC94E72524B}"/>
              </a:ext>
            </a:extLst>
          </p:cNvPr>
          <p:cNvSpPr>
            <a:spLocks xmlns:a="http://schemas.openxmlformats.org/drawingml/2006/main" noGrp="1"/>
          </p:cNvSpPr>
          <p:nvPr/>
        </p:nvSpPr>
        <p:spPr>
          <a:xfrm xmlns:a="http://schemas.openxmlformats.org/drawingml/2006/main">
            <a:off x="609600" y="453390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19" name="실행 기록에서 본문 포함 확인">
            <a:extLst xmlns:a="http://schemas.openxmlformats.org/drawingml/2006/main">
              <a:ext uri="{FF2B5EF4-FFF2-40B4-BE49-F238E27FC236}">
                <a16:creationId xmlns:a16="http://schemas.microsoft.com/office/drawing/2014/main" id="{AD1423FB-0677-4225-BCFB-F0759384760E}"/>
              </a:ext>
            </a:extLst>
          </p:cNvPr>
          <p:cNvSpPr>
            <a:spLocks xmlns:a="http://schemas.openxmlformats.org/drawingml/2006/main" noGrp="1"/>
          </p:cNvSpPr>
          <p:nvPr/>
        </p:nvSpPr>
        <p:spPr>
          <a:xfrm xmlns:a="http://schemas.openxmlformats.org/drawingml/2006/main">
            <a:off x="1438275" y="448627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실행 기록에서 본문 포함 확인</a:t>
            </a:r>
          </a:p>
        </p:txBody>
      </p:sp>
      <p:sp>
        <p:nvSpPr>
          <p:cNvPr id="20" name=".agents/skills/graypipe-performance/SKILL.md">
            <a:extLst xmlns:a="http://schemas.openxmlformats.org/drawingml/2006/main">
              <a:ext uri="{FF2B5EF4-FFF2-40B4-BE49-F238E27FC236}">
                <a16:creationId xmlns:a16="http://schemas.microsoft.com/office/drawing/2014/main" id="{AD8E3520-9FE2-4D97-A3ED-DA4704A905CC}"/>
              </a:ext>
            </a:extLst>
          </p:cNvPr>
          <p:cNvSpPr>
            <a:spLocks xmlns:a="http://schemas.openxmlformats.org/drawingml/2006/main" noGrp="1"/>
          </p:cNvSpPr>
          <p:nvPr/>
        </p:nvSpPr>
        <p:spPr>
          <a:xfrm xmlns:a="http://schemas.openxmlformats.org/drawingml/2006/main">
            <a:off x="1438275" y="489585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.agents/skills/graypipe-performance/SKILL.md</a:t>
            </a:r>
          </a:p>
        </p:txBody>
      </p:sp>
      <p:sp>
        <p:nvSpPr>
          <p:cNvPr id="21" name="이름·경로·전체 지침 본문이 실행 trace에 포함됨">
            <a:extLst xmlns:a="http://schemas.openxmlformats.org/drawingml/2006/main">
              <a:ext uri="{FF2B5EF4-FFF2-40B4-BE49-F238E27FC236}">
                <a16:creationId xmlns:a16="http://schemas.microsoft.com/office/drawing/2014/main" id="{BC5BBCCC-F8B4-4287-A814-A2A11D302956}"/>
              </a:ext>
            </a:extLst>
          </p:cNvPr>
          <p:cNvSpPr>
            <a:spLocks xmlns:a="http://schemas.openxmlformats.org/drawingml/2006/main" noGrp="1"/>
          </p:cNvSpPr>
          <p:nvPr/>
        </p:nvSpPr>
        <p:spPr>
          <a:xfrm xmlns:a="http://schemas.openxmlformats.org/drawingml/2006/main">
            <a:off x="1438275" y="525780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이름·경로·전체 지침 본문이 실행 trace에 포함됨</a:t>
            </a:r>
          </a:p>
        </p:txBody>
      </p:sp>
      <p:sp>
        <p:nvSpPr>
          <p:cNvPr id="22" name="Legacy module connection">
            <a:extLst xmlns:a="http://schemas.openxmlformats.org/drawingml/2006/main">
              <a:ext uri="{FF2B5EF4-FFF2-40B4-BE49-F238E27FC236}">
                <a16:creationId xmlns:a16="http://schemas.microsoft.com/office/drawing/2014/main" id="{5CE27DC7-82C7-4A15-8DB7-16686CEDE7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8833423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3 · 위치 이동을 실제 문장과 기록으로 확인">
            <a:extLst xmlns:a="http://schemas.openxmlformats.org/drawingml/2006/main">
              <a:ext uri="{FF2B5EF4-FFF2-40B4-BE49-F238E27FC236}">
                <a16:creationId xmlns:a16="http://schemas.microsoft.com/office/drawing/2014/main" id="{2A32ED0D-F826-4D38-ACE5-52E47CAC18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위치 이동을 실제 문장과 기록으로 확인</a:t>
            </a:r>
          </a:p>
        </p:txBody>
      </p:sp>
      <p:sp>
        <p:nvSpPr>
          <p:cNvPr id="2" name="S55">
            <a:extLst xmlns:a="http://schemas.openxmlformats.org/drawingml/2006/main">
              <a:ext uri="{FF2B5EF4-FFF2-40B4-BE49-F238E27FC236}">
                <a16:creationId xmlns:a16="http://schemas.microsoft.com/office/drawing/2014/main" id="{FEB20FE3-6662-413F-809B-7FB2EA767C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의 지침과 관찰된 작업을 대응한다">
            <a:extLst xmlns:a="http://schemas.openxmlformats.org/drawingml/2006/main">
              <a:ext uri="{FF2B5EF4-FFF2-40B4-BE49-F238E27FC236}">
                <a16:creationId xmlns:a16="http://schemas.microsoft.com/office/drawing/2014/main" id="{7262FA20-13C0-4CB0-B240-C9A65A5624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지침과 관찰된 작업을 대응한다</a:t>
            </a:r>
          </a:p>
        </p:txBody>
      </p:sp>
      <p:sp>
        <p:nvSpPr>
          <p:cNvPr id="4" name="">
            <a:extLst xmlns:a="http://schemas.openxmlformats.org/drawingml/2006/main">
              <a:ext uri="{FF2B5EF4-FFF2-40B4-BE49-F238E27FC236}">
                <a16:creationId xmlns:a16="http://schemas.microsoft.com/office/drawing/2014/main" id="{DD25DAD4-1A36-4B7F-A45D-EE48C44563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발췌 ↔ TRIAL-008의 보존된 관찰 요약 · 원문 실행 로그 화면이 아">
            <a:extLst xmlns:a="http://schemas.openxmlformats.org/drawingml/2006/main">
              <a:ext uri="{FF2B5EF4-FFF2-40B4-BE49-F238E27FC236}">
                <a16:creationId xmlns:a16="http://schemas.microsoft.com/office/drawing/2014/main" id="{3643B62D-94B3-4431-9318-C896939FA4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발췌 ↔ TRIAL-008의 보존된 관찰 요약 · 원문 실행 로그 화면이 아님</a:t>
            </a:r>
          </a:p>
        </p:txBody>
      </p:sp>
      <p:sp>
        <p:nvSpPr>
          <p:cNvPr id="6" name="본문 포함과 관찰의 대응 · Skill 단독 인과성·우월성·토큰/속도 효과를 입증하지 않음">
            <a:extLst xmlns:a="http://schemas.openxmlformats.org/drawingml/2006/main">
              <a:ext uri="{FF2B5EF4-FFF2-40B4-BE49-F238E27FC236}">
                <a16:creationId xmlns:a16="http://schemas.microsoft.com/office/drawing/2014/main" id="{E383E86B-003D-4805-8D7F-316C302B0E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본문 포함과 관찰의 대응 · Skill 단독 인과성·우월성·토큰/속도 효과를 입증하지 않음</a:t>
            </a:r>
          </a:p>
        </p:txBody>
      </p:sp>
      <p:sp>
        <p:nvSpPr>
          <p:cNvPr id="7" name="normalize의 긴 요청 → 밝기 통계 요청 + 재사용 Skill">
            <a:extLst xmlns:a="http://schemas.openxmlformats.org/drawingml/2006/main">
              <a:ext uri="{FF2B5EF4-FFF2-40B4-BE49-F238E27FC236}">
                <a16:creationId xmlns:a16="http://schemas.microsoft.com/office/drawing/2014/main" id="{DA7F7FC6-D4D8-40D3-B5B9-4C2E0AD6CEE6}"/>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normalize의 긴 요청 → 밝기 통계 요청 + 재사용 Skill</a:t>
            </a:r>
          </a:p>
        </p:txBody>
      </p:sp>
      <p:graphicFrame>
        <p:nvGraphicFramePr>
          <p:cNvPr id="8" name="">
            <a:extLst xmlns:a="http://schemas.openxmlformats.org/drawingml/2006/main">
              <a:ext uri="{FF2B5EF4-FFF2-40B4-BE49-F238E27FC236}">
                <a16:creationId xmlns:a16="http://schemas.microsoft.com/office/drawing/2014/main" id="{1D422D54-912A-43E2-8A18-D3D50BA40BBD}"/>
              </a:ext>
            </a:extLst>
          </p:cNvPr>
          <p:cNvGraphicFramePr/>
          <p:nvPr/>
        </p:nvGraphicFramePr>
        <p:xfrm>
          <a:off xmlns:a="http://schemas.openxmlformats.org/drawingml/2006/main" x="609600" y="2343150"/>
          <a:ext xmlns:a="http://schemas.openxmlformats.org/drawingml/2006/main" cx="10972800" cy="2952750"/>
        </p:xfrm>
        <a:graphic xmlns:a="http://schemas.openxmlformats.org/drawingml/2006/main">
          <a:graphicData uri="http://schemas.openxmlformats.org/drawingml/2006/table">
            <a:tbl>
              <a:tblPr firstRow="0" bandRow="0"/>
              <a:tblGrid>
                <a:gridCol w="5191125"/>
                <a:gridCol w="5781675"/>
              </a:tblGrid>
              <a:tr h="438150">
                <a:tc>
                  <a:txBody>
                    <a:bodyPr wrap="none">
                      <a:noAutofit/>
                    </a:bodyPr>
                    <a:lstStyle/>
                    <a:p>
                      <a:pPr algn="l"/>
                      <a:r>
                        <a:rPr sz="1875" b="1">
                          <a:solidFill>
                            <a:srgbClr val="0B6172"/>
                          </a:solidFill>
                          <a:latin typeface="Malgun Gothic"/>
                          <a:ea typeface="Malgun Gothic"/>
                          <a:cs typeface="Malgun Gothic"/>
                        </a:rPr>
                        <a:t>Skill의 지침 · 원문 발췌</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같은 Trial에서 관찰된 기록 ·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838200">
                <a:tc>
                  <a:txBody>
                    <a:bodyPr wrap="none">
                      <a:noAutofit/>
                    </a:bodyPr>
                    <a:lstStyle/>
                    <a:p>
                      <a:pPr algn="l"/>
                      <a:r>
                        <a:rPr sz="1875" b="0">
                          <a:solidFill>
                            <a:srgbClr val="17212B"/>
                          </a:solidFill>
                          <a:latin typeface="Consolas"/>
                          <a:ea typeface="Consolas"/>
                          <a:cs typeface="Consolas"/>
                        </a:rPr>
                        <a:t>Establish a reproducible</a:t>
                      </a:r>
                    </a:p>
                    <a:p>
                      <a:pPr algn="l"/>
                      <a:r>
                        <a:rPr sz="1875" b="0">
                          <a:solidFill>
                            <a:srgbClr val="17212B"/>
                          </a:solidFill>
                          <a:latin typeface="Consolas"/>
                          <a:ea typeface="Consolas"/>
                          <a:cs typeface="Consolas"/>
                        </a:rPr>
                        <a:t>baseline before editing.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편집 전 같은 측정 명령으로 3회 실행</a:t>
                      </a:r>
                    </a:p>
                    <a:p>
                      <a:pPr algn="l"/>
                      <a:r>
                        <a:rPr sz="1875" b="0">
                          <a:solidFill>
                            <a:srgbClr val="17212B"/>
                          </a:solidFill>
                          <a:latin typeface="Malgun Gothic"/>
                          <a:ea typeface="Malgun Gothic"/>
                          <a:cs typeface="Malgun Gothic"/>
                        </a:rPr>
                        <a:t>입력 지문과 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State a concise plan before</a:t>
                      </a:r>
                    </a:p>
                    <a:p>
                      <a:pPr algn="l"/>
                      <a:r>
                        <a:rPr sz="1875" b="0">
                          <a:solidFill>
                            <a:srgbClr val="17212B"/>
                          </a:solidFill>
                          <a:latin typeface="Consolas"/>
                          <a:ea typeface="Consolas"/>
                          <a:cs typeface="Consolas"/>
                        </a:rPr>
                        <a:t>making edits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계획을 밝힘</a:t>
                      </a:r>
                    </a:p>
                    <a:p>
                      <a:pPr algn="l"/>
                      <a:r>
                        <a:rPr sz="1875" b="0">
                          <a:solidFill>
                            <a:srgbClr val="17212B"/>
                          </a:solidFill>
                          <a:latin typeface="Malgun Gothic"/>
                          <a:ea typeface="Malgun Gothic"/>
                          <a:cs typeface="Malgun Gothic"/>
                        </a:rPr>
                        <a:t>statistics.py의 변경 범위를 한정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Repeat the same benchmark with</a:t>
                      </a:r>
                    </a:p>
                    <a:p>
                      <a:pPr algn="l"/>
                      <a:r>
                        <a:rPr sz="1875" b="0">
                          <a:solidFill>
                            <a:srgbClr val="17212B"/>
                          </a:solidFill>
                          <a:latin typeface="Consolas"/>
                          <a:ea typeface="Consolas"/>
                          <a:cs typeface="Consolas"/>
                        </a:rPr>
                        <a:t>the same input and settings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함수·전체 테스트와 같은 benchmark</a:t>
                      </a:r>
                    </a:p>
                    <a:p>
                      <a:pPr algn="l"/>
                      <a:r>
                        <a:rPr sz="1875" b="0">
                          <a:solidFill>
                            <a:srgbClr val="17212B"/>
                          </a:solidFill>
                          <a:latin typeface="Malgun Gothic"/>
                          <a:ea typeface="Malgun Gothic"/>
                          <a:cs typeface="Malgun Gothic"/>
                        </a:rPr>
                        <a:t>CLI 샘플·diff 확인 및 최종 검토</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9" name="Task Prompt에는 이번 목표·6항목 보존·변경 범위를 남겼다">
            <a:extLst xmlns:a="http://schemas.openxmlformats.org/drawingml/2006/main">
              <a:ext uri="{FF2B5EF4-FFF2-40B4-BE49-F238E27FC236}">
                <a16:creationId xmlns:a16="http://schemas.microsoft.com/office/drawing/2014/main" id="{96CD95BA-ABC2-48FC-9D14-EE577A172930}"/>
              </a:ext>
            </a:extLst>
          </p:cNvPr>
          <p:cNvSpPr>
            <a:spLocks xmlns:a="http://schemas.openxmlformats.org/drawingml/2006/main" noGrp="1"/>
          </p:cNvSpPr>
          <p:nvPr/>
        </p:nvSpPr>
        <p:spPr>
          <a:xfrm xmlns:a="http://schemas.openxmlformats.org/drawingml/2006/main">
            <a:off x="609600" y="54292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Task Prompt에는 이번 목표·6항목 보존·변경 범위를 남겼다</a:t>
            </a:r>
          </a:p>
        </p:txBody>
      </p:sp>
      <p:sp>
        <p:nvSpPr>
          <p:cNvPr id="10" name="Legacy module connection">
            <a:extLst xmlns:a="http://schemas.openxmlformats.org/drawingml/2006/main">
              <a:ext uri="{FF2B5EF4-FFF2-40B4-BE49-F238E27FC236}">
                <a16:creationId xmlns:a16="http://schemas.microsoft.com/office/drawing/2014/main" id="{547378C2-BE31-4E26-8AB6-5FB4184F6F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3982629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6145F9C8-B886-40AC-BF2F-EF3B9EF43C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7D2B6636-B61D-4F7B-9ADB-6FB8E51792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53745A8E-BA7A-486B-ABA8-B07F545002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CE3B154E-4692-424D-A392-EF9751C8C4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41BC8076-9544-45A3-A222-00F0223F11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5DA4AB18-4A96-478E-9F90-B2681D8FDE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8BB375E6-DA0F-44AF-9EA6-2ABAA7378F5A}"/>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9FBB74F7-B755-4E9E-8896-C6D19D582AEE}"/>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33EE5CB4-6419-4A73-A3DE-1856A8FED4F4}"/>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D3A50617-EB17-4B78-9FA0-19FE60A97F12}"/>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4A71E7D0-A536-4AC0-BF44-B16C127F7386}"/>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23CF1AE5-CA1D-4D9D-8070-3A6A7B007A61}"/>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EC166F90-DA4C-4D16-B91E-34C584CFE842}"/>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1A0CB3C9-1CA3-42CC-9114-5D7067CE406D}"/>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EF2FBB57-C66F-48C9-84C0-A57E024D38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80994506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7287A50F-E08B-4178-AE2A-C2B20A6ED4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C6F6931B-15E2-4244-9A1F-3B5947BB6C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8A57BD76-73FA-436E-A9AF-15DB1EFA9D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9AB44F37-EB3F-4CAF-A308-F0EF5B97BD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55DE26A7-1EE5-4751-A42F-FB583C4CA0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0A1398F1-FE55-4ECA-9CC3-75704CDEE5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99897E66-B7E3-4DEF-9556-4196E7B3A0DD}"/>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AF3419A4-B58C-4987-B0B8-C32A0B5A00C3}"/>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5C4D5936-7B51-4E84-AB5C-5882781CA5DC}"/>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E221A2EB-D38F-48E9-81BE-6A93BFABF85C}"/>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21431B57-2BDB-4C84-B6FD-2EACFA5A1EF6}"/>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B6E28BC4-B335-42BD-9FD6-028769585EFF}"/>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DF6E760A-96CF-4C80-AB9E-8F7323B3FE7B}"/>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354808EE-73D5-442B-8DE8-F8A71F015FE3}"/>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5BDF7282-FCC7-4827-9C20-374BDEA751C6}"/>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A327863B-59B9-4EBF-ABF4-56C0E63C770B}"/>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72A06F71-D9D0-420D-BBDE-4FFE01A139B6}"/>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51919651-773F-4DFC-B199-DD4586548A8B}"/>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C819B2F9-F136-43B3-BB53-0DC9051A11FA}"/>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4A1CD59A-E840-4184-B08A-F5A09F4E52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57884242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41AB9CAE-713E-4040-860E-84DF1E0B90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7D2F798C-5AF2-4545-AD40-3DE8252F24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3477250C-C346-46B6-8144-18ADE8C89F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3EDE71BE-2894-4AF1-B1EF-F99D20959E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BA58B9FF-B571-4FDB-A6B3-FE0803218C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02CA07FA-9D33-4634-99BD-75CEC070EB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863F47F6-4D7D-48A5-9ADB-71E38D74597E}"/>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D9F17917-B5C4-4556-A11C-6B3B0357AF69}"/>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D7616E98-22B9-4B9E-A5EA-4568F91DE083}"/>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F3A2C5A4-37C8-49B6-95C9-4A68271CD47C}"/>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6724aec228f84798"/>
          </a:graphicData>
        </a:graphic>
      </p:graphicFrame>
      <p:sp>
        <p:nvSpPr>
          <p:cNvPr id="11" name="">
            <a:extLst xmlns:a="http://schemas.openxmlformats.org/drawingml/2006/main">
              <a:ext uri="{FF2B5EF4-FFF2-40B4-BE49-F238E27FC236}">
                <a16:creationId xmlns:a16="http://schemas.microsoft.com/office/drawing/2014/main" id="{9031AE4D-2648-48B2-966E-01CABB939F23}"/>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1C79EB4D-1D16-4A98-8139-E4D184643468}"/>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242EE064-DB44-4428-BC4A-2337F3AD2774}"/>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E19C9CEB-6F02-4ED3-89F7-4C18EC0D221B}"/>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43BCDCA5-8E8B-4356-8DC1-B1C6E284FEF1}"/>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19F56D05-EB88-4EF3-8762-5485D555E9D7}"/>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A2C34A6A-2AA0-4140-9E3E-0A5B9D9F5E2A}"/>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D5DA01A3-9186-48A6-9259-C7BB8E36A387}"/>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F635458A-6B4B-4EA3-AAA8-3BBDAF8D5480}"/>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7B8B096C-6AF7-4D8A-A139-77C62760F0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58792227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70802643-9BE7-4BD3-B28E-667C4FEE6B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2E81BAC2-13F9-482D-A114-ED2D06A3FE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4745571A-370A-41AC-913E-D3845B6F09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293E065E-87B0-47A1-96A9-0065D2CDD4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E1F2ACAE-A736-46AF-AB5F-84860B3B60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6AF4F50F-9B07-4C94-BE49-7AA967974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A6A73616-6085-46CC-AC07-2F51FEC0906A}"/>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7A6E1242-0378-44AB-8B7F-67C6EACD8B83}"/>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EBEEDCC1-6053-42CE-BC67-B9CF70E0113D}"/>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98C99579-ACB9-4215-9768-32FD4A77B333}"/>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F250C87E-F126-4B5F-98B7-2F008FE7A325}"/>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F4660B48-E789-4EE2-87F4-D7A5384C0453}"/>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C3BBA0FA-F9C4-4824-87C7-3670F8492AAA}"/>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8FE5BACD-D946-45C8-B01E-CCF6C88B49B8}"/>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2A1CAA05-EF23-4BC5-9A17-D46EC524C764}"/>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51739187-77DD-4DC8-8250-018A08F3971B}"/>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85E55DFE-95F8-4B04-9666-95F0106C393C}"/>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E4182D6-EC7D-4C86-94F3-F2783E6C33A6}"/>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BE8A218-0F36-4A81-AF35-3F8A94915EE0}"/>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84C3B7F-F30B-42C6-9096-37B9584121BF}"/>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79BF2351-9BF7-43B3-A411-9E0A20846A97}"/>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E647ED2D-663D-45D7-BF50-6A251225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821985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9C3D8534-3B6A-4C70-B6D3-9C609B956D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86CE5C6D-C370-4719-B309-34A0C8D41F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41C1839A-7036-472B-8642-A1B73E3A4B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0C9AC1CF-D5C8-4ECA-BB51-203D987538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B21EA360-B184-4D89-804B-EA18ED474C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23D9E0CE-DE53-4716-8F91-C383EFC68B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4C3C4A59-2D56-43ED-92E4-5CC155F7C4EA}"/>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A9CC45BC-0D87-43A1-B410-6C92B2E4A0E2}"/>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CC44861D-977D-4916-8D29-5933D58A218D}"/>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6C1BD8F2-2937-4382-8A72-8E7EF4257C19}"/>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5E3CB9-989A-4F47-81C3-271C8A2A4353}"/>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43E2B606-D57F-4990-9BA0-95A2F7057E72}"/>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6680C56C-9EB2-4F8C-84E5-4B3E229583DC}"/>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56ED6926-0B92-4A11-A79A-4EDD22046645}"/>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EC56DE5-F448-47E3-A48A-3765187E29E5}"/>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5EA042DA-237D-42A7-BBEE-11D2EC648C04}"/>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C59BD3E2-C990-4022-8EC7-A33D45728F9F}"/>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6262DCEA-7834-484D-9743-5B74673E0789}"/>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D87641F7-8F08-46BD-A989-988A23448146}"/>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FDB9DC33-7E58-4D50-B2AD-7CF7A5A2C722}"/>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F473332F-C61F-46AB-90D2-863C7F691A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1396203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E7C17A17-ADB9-4702-BBB1-A2D27B9418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CF9F5F43-BF11-4C03-8342-C2FE827EB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8DF7299E-BA91-4A25-8EBC-8DA6331254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44CB1169-96BD-40F0-A75E-0DEE93212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82E15558-0E8C-4FD2-81A9-42E2E3F582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AF50DC42-C18D-4F0B-BB2C-37363CD5D1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83757A17-B8A6-42E5-9F8D-BE3909735238}"/>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9B6E0E4A-EE55-4CBA-869C-C11CA5F4131E}"/>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4AD24C9F-843E-4DF5-8552-E798A59A71AD}"/>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A4428544-6BB5-43FC-A74A-C37BDADF7C1F}"/>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A1582B02-B613-4CC2-9114-7C6FD29766AC}"/>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B73E67D-8F8F-4CA2-8C5E-390412AC8D0D}"/>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77471A66-B5B3-4245-87CE-33631C8907D9}"/>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DB8D4E4C-1728-4081-9E08-906A40C4A2D2}"/>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7323C617-259A-4506-9E89-1812D7386AA0}"/>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0100A44-137E-48F6-B8EC-C09589E624FC}"/>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CFCF9458-14A1-42BE-813E-0F31A2D163C6}"/>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D6BD2E88-19A6-43B5-B24A-5DDE87F43752}"/>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81EA4A31-53CE-4BAA-8209-ECE0F003F158}"/>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AAB4BE38-504E-4F51-A9E9-55433D742C4F}"/>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0B9DA252-B0E5-4694-B02B-E31E9A0F69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773481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DDDD290F-B4E4-4A02-BA02-7D0E22FA1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D87E3FAF-9A10-4173-830A-7D84041A48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25A90593-AAF4-43EE-9E09-A37DDFDD4C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B14E0E54-02AA-433F-B233-08EA81D9B3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ACFD88AB-9BB6-4EFE-BCDE-DEBBD7D388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FEEC7EFD-2BCE-403C-9FE6-6649E150B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DB3332DD-F487-4ED3-968F-8BA3103FDB5F}"/>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5090BA9F-606A-4702-9398-8C2EF81B971C}"/>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2B4AA6CA-D295-40C8-88C6-6C20DDAFF68E}"/>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599CF461-ED82-4E4D-8A6D-3850D09FBC77}"/>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6D9045D8-500A-48EA-9EF7-FC161EF0CB91}"/>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FC4C5A6D-0915-4D01-ACE9-DD1481465E2C}"/>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31747FCB-4362-4D84-8197-B196E77DC3FD}"/>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8B25DE55-C8FC-4A0C-92FD-A5163B25FB0C}"/>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64D2108F-0ADE-4E4F-98BC-8B017FB4A1C6}"/>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EA1EFE87-BBFB-4F2B-AD89-6873E7046FA5}"/>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F4AAAD09-96A9-4FF1-91A3-8186BFF40726}"/>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06A3174B-763E-4984-9296-E540DF97A4E3}"/>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6A0A79E8-85B4-4CEF-B250-D2976C3706A2}"/>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12CE8A83-C8AF-4F11-95BC-4183C5E60C36}"/>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A311F2CF-CAF3-4B6E-9EEC-0FB7FFC2E211}"/>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19A9DF17-04B4-484E-9362-EBD1E79CFA83}"/>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F5C5B6A3-880C-4AB1-8B0B-78293FE8D09B}"/>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7F13B92A-7235-461A-A989-726A1769E1F7}"/>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46892204-34AB-478F-89DC-088E52EE9FE3}"/>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A087B406-C0CE-4BE7-ACF4-ED27DF4C8D37}"/>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77B4E352-D705-4CAA-85A0-6C1A6246017D}"/>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2E682471-E0AC-4C8B-90DF-470FC1040C79}"/>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2480BF0A-9EF7-4E26-89DD-D5C0A9679CCC}"/>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4A71DEAB-65EB-45BA-9997-FD149829A356}"/>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F87ABF7C-978D-42E8-8E80-BD008226129A}"/>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14AE8918-C44A-4C1B-A2AA-9366CCD4D4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777444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163BB42B-F7C6-4C99-AC24-54E0EC298D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4D9E5843-A4D3-47BA-B701-5F12374072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50537B55-F42C-4FF0-B52E-E1F70EEFDC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3A0553D1-B101-41CE-BFCF-E7D15FBEBC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D08BDEA4-E575-4167-87AD-06398D55A3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755C8AAC-718D-4EB1-8771-04EBB18F06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4A1B9C9A-980F-4D78-A1CD-E9440E89C221}"/>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B5749BC0-E978-4CE1-AC05-BAD665ECD39E}"/>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595A6317-1D27-48E3-81E9-8E995158AF93}"/>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97A1ED59-D889-4295-90C9-71E61648E9EB}"/>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4187D80C-7882-4AD8-BBBB-3063255E185C}"/>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014995D6-686F-43BC-9B5B-11F10C489AAE}"/>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085E8147-0B56-4CEA-86F5-CA522A6E9B1B}"/>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2CD0506C-E3A3-4034-B29A-A3D9D4DFDAF0}"/>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A45C8F28-3E70-45EF-BCED-E23983AA3AF5}"/>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86D52403-C3DF-4700-81FD-F07C48951479}"/>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2DD2A948-D5B7-49B7-B35D-F8FC09E6BDB3}"/>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77B19EC7-B931-4943-9D55-6DF5971F80EE}"/>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CE94541B-B74F-4950-ADDB-70C5577BB7F9}"/>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2CABF050-FB38-43CB-AC57-EB34996759B3}"/>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FC96B281-AE9A-4E89-9C99-C20E10E58E53}"/>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4B403594-F75E-4335-97E2-2A854F1FEB18}"/>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CD051045-725D-4CCF-A4D1-1B45B8CDFAC9}"/>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6822447F-9855-4AE9-B9C3-C412A448FC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462809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69BC4E89-C2E0-4AAE-82F4-D4220612AB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6A0E7734-CC1E-46AE-853D-3A3AE25B48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5055CDC0-0AEC-4370-BF8B-0673D2A4E7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4CFCEBF0-2C4B-4E69-8FDB-A661F46748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29018B26-2CC2-41C7-BE37-69DEB8A384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AFBF6CD6-BD43-4718-8B4D-F5170503F3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32E3C42E-ED68-45B7-86E0-821F5FFF70F8}"/>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637D8ED8-89ED-4ADF-9B62-B40152CF427A}"/>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D8F7415D-93B9-4C65-B54A-06909A5F8653}"/>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03549984-049A-4DE2-8665-003FFAF4297C}"/>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D1449B87-4969-4286-9815-DDA2A66BD28D}"/>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FA92773E-F056-476A-ACD0-C5A1689D1EDD}"/>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F4D270E-5C5A-4115-9E04-9D5DA2DDB746}"/>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32912BE8-4E46-4EC9-8DD4-ED2AFD9D5624}"/>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426556E3-4AF8-4695-8040-035A4BBAEACB}"/>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3A4535D1-B8A4-4FA0-B325-924BC3652FCC}"/>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4DF4FD2-FAD7-4983-ADD0-3F8C9E09D497}"/>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7A32C2CA-1437-4177-A342-6247E766DAB0}"/>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9E98605C-3725-4750-8453-39FFDA526A0D}"/>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8728DFA5-47A0-4140-B24D-6BB2F3544490}"/>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D02344A6-E47A-402E-9260-0957DC966A0A}"/>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DA879DDC-F3B6-408B-8322-E3A77718D1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217812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73290017-7399-4A0E-945F-A64B15CFF7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6FEDB4BE-D032-4F17-A9AB-D624D8A303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161B28FB-E0A4-40E7-AFAE-AAE49E4C2F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4B2E3008-8157-4478-92F8-81F6D7831D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40C9938-9D50-43FA-A15E-18A79A18929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A8C9F4CA-F19E-4A57-B1E8-440949D009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C3C07E80-EF8B-4C53-BA07-03841D3657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D8E343B4-83C7-4E92-8724-91F61F33532A}"/>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A77CA06C-ACCA-4E17-A506-1D509D44B262}"/>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C300A672-21F7-40E3-AEF0-069906375B05}"/>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B249CDEA-73AA-4288-916D-66CC486493CB}"/>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FEA80710-855D-4491-B332-25BE52EFD09F}"/>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B401CE97-2369-434E-A516-0211AD12A7C3}"/>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A939F267-4AB7-4AE7-A07B-EEF8E08905EC}"/>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839F77B8-A28B-41D7-988B-6FE8753E3E89}"/>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6B0EDBE7-D752-4373-9E92-0813FA623E6B}"/>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8A97A41F-03C1-4571-99CB-FF9E14A8107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A2461F9A-79EF-42C5-A191-F70EFA6AAE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5920074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0221F1F3-2B6A-475F-A124-CDECCA4520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2DA3ED3B-EF62-426E-BAE5-845F04C6FA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A4E7FF01-99DF-42C2-80F2-44C1AD3DE0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71046C3D-EFF1-4158-B4F1-C3257259DF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3CC1F530-74DE-41A3-B404-B79D25047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AD1A80CE-E5D2-4219-BA7D-3F9EE3927D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BA97AF12-064A-4BD1-AA79-01BF4555C40C}"/>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3074A6C1-BE97-4451-8772-F7ADDA71041D}"/>
              </a:ext>
            </a:extLst>
          </p:cNvPr>
          <p:cNvPicPr>
            <a:picLocks xmlns:a="http://schemas.openxmlformats.org/drawingml/2006/main" noChangeAspect="1"/>
          </p:cNvPicPr>
          <p:nvPr/>
        </p:nvPicPr>
        <p:blipFill>
          <a:blip xmlns:r="http://schemas.openxmlformats.org/officeDocument/2006/relationships" xmlns:a="http://schemas.openxmlformats.org/drawingml/2006/main" r:embed="R2968a45d61434fc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79F0C2FC-9B96-4214-9345-A34FED3C014D}"/>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06ABD4EA-0020-4F7F-A6B6-0BE84FF0B620}"/>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07F3FA16-792B-47C0-A922-301892D488DE}"/>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497F5E7F-A40F-4920-BAE5-B2F82404A8C2}"/>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264CD896-FF4B-403B-802E-DF91A8FC0191}"/>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0205AD84-B65C-4062-806F-D1E1B37AD83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9677E3BC-3742-4B78-9B7F-214B11B17AD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A426DD32-C281-4380-94BB-2025C6F79D03}"/>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42DCD4B2-421A-468A-8DA2-C745D2CD6978}"/>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5F12E21F-DC58-4A2F-9619-AAC46E11CD83}"/>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147D2F07-42A1-430C-B131-4C9667E94894}"/>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09739C4C-7FFF-4E13-9EDC-3AE18CA0F50A}"/>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65E84C69-A05B-4B4B-AF02-CBE1BC9776B4}"/>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122DF89B-ACA3-47E5-B411-DE6B55753C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9865957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AB82465D-597E-489A-AC93-BB1EDFD074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B539663C-C2D9-423E-8DE3-CA4B03D4EA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801C256B-4126-452C-975C-4CC90EC9EB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FC00BA15-A727-4F05-B33D-4E39EE7F1A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898AD146-FF3B-42A8-A171-42A24D809B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F9ACBDA9-E358-47E9-83F4-CB6CB27F1D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84EDCD1D-6B69-4FA2-9D86-0BAFB32F1A8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F4F5971A-4AF1-4193-9AA7-2865C26A403B}"/>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FC6BD6B5-1877-4EDB-8D94-C4D382338296}"/>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49ED1E9A-1198-4143-B22B-60AEBBFD9AED}"/>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0F54961B-5E4D-433D-AEA2-B8812875C5FA}"/>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2AE07B02-E4AA-4E88-8102-FFED11DC3F8D}"/>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DF24526A-804A-40DB-AA70-39F2988D098A}"/>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38EF3671-6F2E-4F23-B419-672980379885}"/>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CBD8BE66-635F-4612-8527-9DE2E96B2CC1}"/>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072003D0-C6F2-44F2-8F65-D8332BE71769}"/>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C19DD157-C3F2-4EB5-BDF2-4B660DECF723}"/>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7F2937B3-85B6-4B86-8AFF-297FD8A25C86}"/>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6590AE35-601F-4E79-B716-5A56AD746F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147407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2026-10-22T06:46:28.4500000Z</dcterms:created>
  <dcterms:modified xsi:type="dcterms:W3CDTF">2026-10-22T06:46:28.4500000Z</dcterms:modified>
</coreProperties>
</file>