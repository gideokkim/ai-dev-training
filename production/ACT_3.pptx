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1ed57ccff3148b5" /><Relationship Type="http://schemas.openxmlformats.org/officeDocument/2006/relationships/extended-properties" Target="/docProps/app.xml" Id="R0879abece0bb4d9a" /><Relationship Type="http://schemas.openxmlformats.org/officeDocument/2006/relationships/officeDocument" Target="/ppt/presentation.xml" Id="R1bc1dfb6d40847cd" /></Relationships>
</file>

<file path=ppt/presentation.xml><?xml version="1.0" encoding="utf-8"?>
<p:presentation xmlns:p="http://schemas.openxmlformats.org/presentationml/2006/main">
  <p:sldMasterIdLst>
    <p:sldMasterId xmlns:r="http://schemas.openxmlformats.org/officeDocument/2006/relationships" id="2147483648" r:id="Ra019903c87fb4096"/>
  </p:sldMasterIdLst>
  <p:notesMasterIdLst>
    <p:notesMasterId xmlns:r="http://schemas.openxmlformats.org/officeDocument/2006/relationships" r:id="Rca13b4d5359042c3"/>
  </p:notesMasterIdLst>
  <p:sldIdLst>
    <p:sldId xmlns:r="http://schemas.openxmlformats.org/officeDocument/2006/relationships" id="256" r:id="R58334a06d3574b65"/>
    <p:sldId xmlns:r="http://schemas.openxmlformats.org/officeDocument/2006/relationships" id="257" r:id="R1dc590ef91ca4c24"/>
    <p:sldId xmlns:r="http://schemas.openxmlformats.org/officeDocument/2006/relationships" id="258" r:id="R1a6cc1ad2ea94bde"/>
    <p:sldId xmlns:r="http://schemas.openxmlformats.org/officeDocument/2006/relationships" id="259" r:id="R8b694983ecb64136"/>
    <p:sldId xmlns:r="http://schemas.openxmlformats.org/officeDocument/2006/relationships" id="260" r:id="R7d38cac207c44ed9"/>
    <p:sldId xmlns:r="http://schemas.openxmlformats.org/officeDocument/2006/relationships" id="261" r:id="Rda6333b1db2e4ae8"/>
    <p:sldId xmlns:r="http://schemas.openxmlformats.org/officeDocument/2006/relationships" id="262" r:id="Rf9d0f32799f64858"/>
    <p:sldId xmlns:r="http://schemas.openxmlformats.org/officeDocument/2006/relationships" id="263" r:id="Ra94e9f96c2bc4afb"/>
    <p:sldId xmlns:r="http://schemas.openxmlformats.org/officeDocument/2006/relationships" id="264" r:id="R857f92e8f06b468b"/>
    <p:sldId xmlns:r="http://schemas.openxmlformats.org/officeDocument/2006/relationships" id="265" r:id="R2e981b71bc0546b8"/>
    <p:sldId xmlns:r="http://schemas.openxmlformats.org/officeDocument/2006/relationships" id="266" r:id="Rac21bfd41b954dd6"/>
    <p:sldId xmlns:r="http://schemas.openxmlformats.org/officeDocument/2006/relationships" id="267" r:id="Rcb2c5e2a07034fb0"/>
    <p:sldId xmlns:r="http://schemas.openxmlformats.org/officeDocument/2006/relationships" id="268" r:id="Re53169ba98ac4938"/>
    <p:sldId xmlns:r="http://schemas.openxmlformats.org/officeDocument/2006/relationships" id="269" r:id="R91862761ca7042de"/>
    <p:sldId xmlns:r="http://schemas.openxmlformats.org/officeDocument/2006/relationships" id="270" r:id="Rcce509409f754194"/>
    <p:sldId xmlns:r="http://schemas.openxmlformats.org/officeDocument/2006/relationships" id="271" r:id="Rc850401ed1ec47c3"/>
    <p:sldId xmlns:r="http://schemas.openxmlformats.org/officeDocument/2006/relationships" id="272" r:id="R340bf2d4331c4620"/>
    <p:sldId xmlns:r="http://schemas.openxmlformats.org/officeDocument/2006/relationships" id="273" r:id="Rdbf09e1e159e451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c3a54685f3c499e" /><Relationship Type="http://schemas.openxmlformats.org/officeDocument/2006/relationships/slideMaster" Target="/ppt/slideMasters/slideMaster1.xml" Id="Ra019903c87fb4096" /><Relationship Type="http://schemas.openxmlformats.org/officeDocument/2006/relationships/notesMaster" Target="/ppt/notesMasters/notesMaster1.xml" Id="Rca13b4d5359042c3" /><Relationship Type="http://schemas.openxmlformats.org/officeDocument/2006/relationships/presProps" Target="/ppt/presProps.xml" Id="R3833b0db6f284bde" /><Relationship Type="http://schemas.openxmlformats.org/officeDocument/2006/relationships/tableStyles" Target="/ppt/tableStyles.xml" Id="R635a49dd7cb64f3f" /><Relationship Type="http://schemas.openxmlformats.org/officeDocument/2006/relationships/slide" Target="/ppt/slides/slide1.xml" Id="R58334a06d3574b65" /><Relationship Type="http://schemas.openxmlformats.org/officeDocument/2006/relationships/slide" Target="/ppt/slides/slide2.xml" Id="R1dc590ef91ca4c24" /><Relationship Type="http://schemas.openxmlformats.org/officeDocument/2006/relationships/slide" Target="/ppt/slides/slide3.xml" Id="R1a6cc1ad2ea94bde" /><Relationship Type="http://schemas.openxmlformats.org/officeDocument/2006/relationships/slide" Target="/ppt/slides/slide4.xml" Id="R8b694983ecb64136" /><Relationship Type="http://schemas.openxmlformats.org/officeDocument/2006/relationships/slide" Target="/ppt/slides/slide5.xml" Id="R7d38cac207c44ed9" /><Relationship Type="http://schemas.openxmlformats.org/officeDocument/2006/relationships/slide" Target="/ppt/slides/slide6.xml" Id="Rda6333b1db2e4ae8" /><Relationship Type="http://schemas.openxmlformats.org/officeDocument/2006/relationships/slide" Target="/ppt/slides/slide7.xml" Id="Rf9d0f32799f64858" /><Relationship Type="http://schemas.openxmlformats.org/officeDocument/2006/relationships/slide" Target="/ppt/slides/slide8.xml" Id="Ra94e9f96c2bc4afb" /><Relationship Type="http://schemas.openxmlformats.org/officeDocument/2006/relationships/slide" Target="/ppt/slides/slide9.xml" Id="R857f92e8f06b468b" /><Relationship Type="http://schemas.openxmlformats.org/officeDocument/2006/relationships/slide" Target="/ppt/slides/slide10.xml" Id="R2e981b71bc0546b8" /><Relationship Type="http://schemas.openxmlformats.org/officeDocument/2006/relationships/slide" Target="/ppt/slides/slide11.xml" Id="Rac21bfd41b954dd6" /><Relationship Type="http://schemas.openxmlformats.org/officeDocument/2006/relationships/slide" Target="/ppt/slides/slide12.xml" Id="Rcb2c5e2a07034fb0" /><Relationship Type="http://schemas.openxmlformats.org/officeDocument/2006/relationships/slide" Target="/ppt/slides/slide13.xml" Id="Re53169ba98ac4938" /><Relationship Type="http://schemas.openxmlformats.org/officeDocument/2006/relationships/slide" Target="/ppt/slides/slide14.xml" Id="R91862761ca7042de" /><Relationship Type="http://schemas.openxmlformats.org/officeDocument/2006/relationships/slide" Target="/ppt/slides/slide15.xml" Id="Rcce509409f754194" /><Relationship Type="http://schemas.openxmlformats.org/officeDocument/2006/relationships/slide" Target="/ppt/slides/slide16.xml" Id="Rc850401ed1ec47c3" /><Relationship Type="http://schemas.openxmlformats.org/officeDocument/2006/relationships/slide" Target="/ppt/slides/slide17.xml" Id="R340bf2d4331c4620" /><Relationship Type="http://schemas.openxmlformats.org/officeDocument/2006/relationships/slide" Target="/ppt/slides/slide18.xml" Id="Rdbf09e1e159e451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22429afaa71431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bb2cc8d41fa4ecb" /><Relationship Type="http://schemas.openxmlformats.org/officeDocument/2006/relationships/notesMaster" Target="/ppt/notesMasters/notesMaster1.xml" Id="R488ed183187f47dc" /></Relationships>
</file>

<file path=ppt/notesSlides/_rels/notesSlide2.xml.rels>&#65279;<?xml version="1.0" encoding="utf-8"?><Relationships xmlns="http://schemas.openxmlformats.org/package/2006/relationships"><Relationship Type="http://schemas.openxmlformats.org/officeDocument/2006/relationships/slide" Target="/ppt/slides/slide2.xml" Id="R8322edab00474213" /><Relationship Type="http://schemas.openxmlformats.org/officeDocument/2006/relationships/notesMaster" Target="/ppt/notesMasters/notesMaster1.xml" Id="R1d25aa6b25584ac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74b0728e7b6430a" /><Relationship Type="http://schemas.openxmlformats.org/officeDocument/2006/relationships/notesMaster" Target="/ppt/notesMasters/notesMaster1.xml" Id="Rdcc513770b9247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3648f6bdc46549d9" /><Relationship Type="http://schemas.openxmlformats.org/officeDocument/2006/relationships/notesMaster" Target="/ppt/notesMasters/notesMaster1.xml" Id="R35d60e110bf941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fa47f414aa2845d2" /><Relationship Type="http://schemas.openxmlformats.org/officeDocument/2006/relationships/notesMaster" Target="/ppt/notesMasters/notesMaster1.xml" Id="R89265691e2b34505" /></Relationships>
</file>

<file path=ppt/notesSlides/_rels/notesSlide6.xml.rels>&#65279;<?xml version="1.0" encoding="utf-8"?><Relationships xmlns="http://schemas.openxmlformats.org/package/2006/relationships"><Relationship Type="http://schemas.openxmlformats.org/officeDocument/2006/relationships/slide" Target="/ppt/slides/slide6.xml" Id="R677455a468d04a6c" /><Relationship Type="http://schemas.openxmlformats.org/officeDocument/2006/relationships/notesMaster" Target="/ppt/notesMasters/notesMaster1.xml" Id="Re60a051465414a1c"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e65488548b444f" /><Relationship Type="http://schemas.openxmlformats.org/officeDocument/2006/relationships/notesMaster" Target="/ppt/notesMasters/notesMaster1.xml" Id="Re9c7f7a8b9df4f03"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422e8467a34d22" /><Relationship Type="http://schemas.openxmlformats.org/officeDocument/2006/relationships/notesMaster" Target="/ppt/notesMasters/notesMaster1.xml" Id="R04e8abf543ff4b7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d06a0696cd7404b" /><Relationship Type="http://schemas.openxmlformats.org/officeDocument/2006/relationships/notesMaster" Target="/ppt/notesMasters/notesMaster1.xml" Id="R36d15be17a3441c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a6799899c3149b5" /><Relationship Type="http://schemas.openxmlformats.org/officeDocument/2006/relationships/notesMaster" Target="/ppt/notesMasters/notesMaster1.xml" Id="R8f335d5de8964c7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b9bcf685e6c4a86" /><Relationship Type="http://schemas.openxmlformats.org/officeDocument/2006/relationships/notesMaster" Target="/ppt/notesMasters/notesMaster1.xml" Id="R57022aee63cb49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017833d590f4ae9" /><Relationship Type="http://schemas.openxmlformats.org/officeDocument/2006/relationships/notesMaster" Target="/ppt/notesMasters/notesMaster1.xml" Id="Rb7f1d1f5f1134c2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ce2bb9a38db4d48" /><Relationship Type="http://schemas.openxmlformats.org/officeDocument/2006/relationships/notesMaster" Target="/ppt/notesMasters/notesMaster1.xml" Id="Rb1a17380a68b40e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6d128ab21b5432b" /><Relationship Type="http://schemas.openxmlformats.org/officeDocument/2006/relationships/notesMaster" Target="/ppt/notesMasters/notesMaster1.xml" Id="R804a1b00cf36412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5f790414ccc42f5" /><Relationship Type="http://schemas.openxmlformats.org/officeDocument/2006/relationships/notesMaster" Target="/ppt/notesMasters/notesMaster1.xml" Id="R17ae5ffa2424430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b865e99e03a4e01" /><Relationship Type="http://schemas.openxmlformats.org/officeDocument/2006/relationships/notesMaster" Target="/ppt/notesMasters/notesMaster1.xml" Id="R48e998fd952f460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337d497fba64676" /><Relationship Type="http://schemas.openxmlformats.org/officeDocument/2006/relationships/notesMaster" Target="/ppt/notesMasters/notesMaster1.xml" Id="R9f10dbf91f534b8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58aecc6ae4a47de" /><Relationship Type="http://schemas.openxmlformats.org/officeDocument/2006/relationships/notesMaster" Target="/ppt/notesMasters/notesMaster1.xml" Id="Rfe087823070b4c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두 실제 요청에 같은 절차가 반복됐다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S52의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S53, production/preview/act3/S53.png 및 production/preview/full/S53.png.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테스트 명령을 언제 쓰고 무엇을 판단할까?</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S53의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S55의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S55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S54, production/preview/act3/S54.png 및 production/preview/full/S54.png.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목표·기준·방법을 한 작업에 적용한다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S54에서 명령의 사용 시점·판단 기준까지 정한 방법을 봤음을 한 문장으로 회수한다. 상단 이번 목표 ‘normalize 성능을 조사해줘’를 읽고, 아래 작업 영역으로 들어가는 연결을 짚는다. S54의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S56에서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S54 회수·목표1, 기준·한 작업1.5, 방법 적용1.5, S56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S55, production/preview/act3/S55.png 및 production/preview/full/S55.png.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반복 절차를 Skill로 모으는 이유</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S55의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S55의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S54에서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S57의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S57에서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S55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S56, production/preview/act3/S56.png 및 production/preview/full/S56.png.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Skill 발견·호출·본문 포함의 근거</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S58에서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S58로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S56 회수·업무 목적0.75, 목록1, 요청1, trace1.5, 범위·S58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S57, production/preview/act3/S57.png 및 production/preview/full/S57.png.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Skill 지침과 실제 작업 기록의 대응</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S57의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S59에서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S57의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S60–S61로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범위·S59 연결1.5). 지연 시 명령과 테스트 이름을 낭독하지 않고 행별 대응을 짚는다. 조건부 계획, 입력/수행 구분, 단독 효과 미입증은 생략하지 않는다. 6분에 S59으로 이동한다.</a:t>
            </a:r>
          </a:p>
          <a:p xmlns:a="http://schemas.openxmlformats.org/drawingml/2006/main">
            <a:r>
              <a:t/>
            </a:r>
          </a:p>
          <a:p xmlns:a="http://schemas.openxmlformats.org/drawingml/2006/main">
            <a:r>
              <a:t>Fallback: LOCAL STATIC ARTIFACT — production/ACT_3.pptx의 S58, production/preview/act3/S58.png 및 production/preview/full/S58.png.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절차는 재사용하고, 답은 근거로 정한다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S58의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S60에서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S60/S61보다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S58 회수0.5, 재사용 방법0.75, 이번 근거·답1, 채택/보류와 S60 연결0.75. 지연 시 지침 원문과 세 질문을 전부 낭독하지 않는다. 허용된 보류와 실제 결과의 구분은 생략하지 않고3분에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계산의 성능 개선 후보</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S61은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S61의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S60, production/preview/act3/S60.png 및 production/preview/full/S60.png.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선택한 변경의 시간·메모리·동작 확인</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S61, production/preview/act3/S61.png 및 production/preview/full/S61.png.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한 Agent 조사와 Subagent 역할 분리</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S63의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S63에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작업을 나누지 않은 이유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“S62의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S62에서는 성능·빌드·테스트 조사가 서로 기다리지 않아도 된다고 가정했다. 이제 S60/S61의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S60에서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S61에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S62의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S62의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S64로 이동한다.</a:t>
            </a:r>
          </a:p>
          <a:p xmlns:a="http://schemas.openxmlformats.org/drawingml/2006/main">
            <a:r>
              <a:t/>
            </a:r>
          </a:p>
          <a:p xmlns:a="http://schemas.openxmlformats.org/drawingml/2006/main">
            <a:r>
              <a:t>Fallback: LOCAL STATIC ARTIFACT — production/ACT_3.pptx의 S63, production/preview/act3/S63.png 및 production/preview/full/S63.png.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이번 Context와 다시 쓸 지식</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S65에서는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S65에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S65로 이동한다.</a:t>
            </a:r>
          </a:p>
          <a:p xmlns:a="http://schemas.openxmlformats.org/drawingml/2006/main">
            <a:r>
              <a:t/>
            </a:r>
          </a:p>
          <a:p xmlns:a="http://schemas.openxmlformats.org/drawingml/2006/main">
            <a:r>
              <a:t>Fallback: LOCAL STATIC ARTIFACT — production/ACT_3.pptx의 S64, production/preview/act3/S64.png 및 production/preview/full/S64.png.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실제 Demo 지식의 원래 출처</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“S64의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S64의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작업에 쓰인 구성의 역할</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“S65에서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S57/S58에서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S61처럼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S69에서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S67에서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S57–S61의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함께 작동하는 작업 환경, Harness</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“S66의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S66의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S68를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S66의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S69에서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S66/STATE-04-PERF의 AGENTS.md·docs·Skill·tests·benchmark와 기록된 입력/실행 조건을 같은 도식에 대응하는 CAPTURED 정적 요약이다. 실제 실행 캡처가 아니며 제품·Agent·benchmark·Demo repository를 실행하거나 새 Trial을 만들지 않는다. S66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같은 저장소여도 실행 조건은 다를 수 있다</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“S67의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S83–S87의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S69에서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S83–S87에서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S69에서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S68, production/preview/act3/S68.png 및 production/preview/full/S68.png.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통계의 판단을 C++ 검사에 적용하기</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“S68에서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1. (0:00–0:45) S68의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S68의 조건 확인을 C++ 작업에 연결한다.</a:t>
            </a:r>
          </a:p>
          <a:p xmlns:a="http://schemas.openxmlformats.org/drawingml/2006/main">
            <a:r>
              <a:t>6. (4:40–5:00) 세 기준을 옮기는 것이며 실제 C++ Trial이나 회사 성과가 아니라는 범위를 회수한다. 다음 S70에서는 이 중 자기 업무에서 먼저 정리할 반복 한 가지와 검토·갱신 책임을 고르게 한다.</a:t>
            </a:r>
          </a:p>
          <a:p xmlns:a="http://schemas.openxmlformats.org/drawingml/2006/main">
            <a:r>
              <a:t>운영 표시: “실무 적용 팁 · 업무 적용”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S70로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a:t>
            </a:r>
          </a:p>
          <a:p xmlns:a="http://schemas.openxmlformats.org/drawingml/2006/main">
            <a:r>
              <a:t>“우리 팀에서 먼저 정리할 반복 한 가지와 유지할 책임을 골라 보겠습니다.”</a:t>
            </a:r>
          </a:p>
          <a:p xmlns:a="http://schemas.openxmlformats.org/drawingml/2006/main">
            <a:r>
              <a:t/>
            </a:r>
          </a:p>
          <a:p xmlns:a="http://schemas.openxmlformats.org/drawingml/2006/main">
            <a:r>
              <a:t>Time Management: Lecture5분: S68/삽화 연결0.75, 명세1, 수행 방법1, 검증 근거1.25, 실행 조건0.67, 적용 범위/전환0.33. 지연 시 도구 이름과 측정량 상세 설명을 줄이고 세 행의 대응·입력/빌드/장비 조건·교육용 범위는 유지한다.5분에 S70로 이동한다. 실제 리허설은 UNVERIFIED다.</a:t>
            </a:r>
          </a:p>
          <a:p xmlns:a="http://schemas.openxmlformats.org/drawingml/2006/main">
            <a:r>
              <a:t/>
            </a:r>
          </a:p>
          <a:p xmlns:a="http://schemas.openxmlformats.org/drawingml/2006/main">
            <a:r>
              <a:t>Fallback: LOCAL STATIC ARTIFACT — production/ACT_3.pptx의 S69, production/preview/act3/S69.png 및 production/preview/full/S69.png.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우리 업무에서 먼저 정리할 한 가지</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“S69의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S69에서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S71에서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S69의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S71로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2e47bbf68940a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9abaff953d3495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d8cd8c49d2441f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5637d0ccf2244c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13c77ea226848d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dede0db5424439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B01670-5A7A-4450-BAB4-A4D89E7234F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A259175-8225-4228-8EEB-5540B0BBCF3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3A5E2A6-A909-4AA7-BC99-ABE718D736C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C670FB-7F46-47E7-8F9B-2E95A2C3A0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177231D-AD30-45FC-A433-5D477C31C67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34A2F1F-7295-4B34-A7E6-1AD9F0FFE5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AE70E98-C204-4F1D-81B8-0922762D777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E427FA8-EDB4-4DDE-B18B-B93F362FD5D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8598EF-15FE-4378-BA27-F2CE40DEAC5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DA9C83-8A7F-4D3C-B0B7-0D401B85E8C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1a35a04af174413" /><Relationship Type="http://schemas.openxmlformats.org/officeDocument/2006/relationships/slideLayout" Target="/ppt/slideLayouts/slideLayout1.xml" Id="Ra9e9e56aa52b448f" /><Relationship Type="http://schemas.openxmlformats.org/officeDocument/2006/relationships/slideLayout" Target="/ppt/slideLayouts/slideLayout2.xml" Id="R70754e605edf4e77" /><Relationship Type="http://schemas.openxmlformats.org/officeDocument/2006/relationships/slideLayout" Target="/ppt/slideLayouts/slideLayout3.xml" Id="Ra8c47b7859dc4bf9" /><Relationship Type="http://schemas.openxmlformats.org/officeDocument/2006/relationships/slideLayout" Target="/ppt/slideLayouts/slideLayout4.xml" Id="R10a8bf8299f64515" /><Relationship Type="http://schemas.openxmlformats.org/officeDocument/2006/relationships/slideLayout" Target="/ppt/slideLayouts/slideLayout5.xml" Id="Rf4c7859e32734a1d" /><Relationship Type="http://schemas.openxmlformats.org/officeDocument/2006/relationships/slideLayout" Target="/ppt/slideLayouts/slideLayout6.xml" Id="Re75b11b32337473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9e9e56aa52b448f"/>
    <p:sldLayoutId xmlns:r="http://schemas.openxmlformats.org/officeDocument/2006/relationships" id="2147483650" r:id="R70754e605edf4e77"/>
    <p:sldLayoutId xmlns:r="http://schemas.openxmlformats.org/officeDocument/2006/relationships" id="2147483651" r:id="Ra8c47b7859dc4bf9"/>
    <p:sldLayoutId xmlns:r="http://schemas.openxmlformats.org/officeDocument/2006/relationships" id="2147483652" r:id="R10a8bf8299f64515"/>
    <p:sldLayoutId xmlns:r="http://schemas.openxmlformats.org/officeDocument/2006/relationships" id="2147483653" r:id="Rf4c7859e32734a1d"/>
    <p:sldLayoutId xmlns:r="http://schemas.openxmlformats.org/officeDocument/2006/relationships" id="2147483654" r:id="Re75b11b32337473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8876b4002ed463c" /><Relationship Type="http://schemas.openxmlformats.org/officeDocument/2006/relationships/image" Target="/ppt/media/image.png" Id="R0816097263754622" /><Relationship Type="http://schemas.openxmlformats.org/officeDocument/2006/relationships/image" Target="/ppt/media/image2.png" Id="Rd3a2baa1256944a2" /><Relationship Type="http://schemas.openxmlformats.org/officeDocument/2006/relationships/notesSlide" Target="/ppt/notesSlides/notesSlide1.xml" Id="Ra2920aa80396482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23f382c973e4384" /><Relationship Type="http://schemas.openxmlformats.org/officeDocument/2006/relationships/notesSlide" Target="/ppt/notesSlides/notesSlide2.xml" Id="Rf6e89b557b5f4bb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e6e004a28fe47d9" /><Relationship Type="http://schemas.openxmlformats.org/officeDocument/2006/relationships/notesSlide" Target="/ppt/notesSlides/notesSlide3.xml" Id="Rf01fde4a090b4f1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ff964b89cfe436b" /><Relationship Type="http://schemas.openxmlformats.org/officeDocument/2006/relationships/notesSlide" Target="/ppt/notesSlides/notesSlide4.xml" Id="R2f1da46e9c8244b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5cf3768b28c47bf" /><Relationship Type="http://schemas.openxmlformats.org/officeDocument/2006/relationships/notesSlide" Target="/ppt/notesSlides/notesSlide5.xml" Id="R1a60cccb3e2b47f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a046daadca541b8" /><Relationship Type="http://schemas.openxmlformats.org/officeDocument/2006/relationships/notesSlide" Target="/ppt/notesSlides/notesSlide6.xml" Id="R06825cdbcba6475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466aaad9b184da0" /><Relationship Type="http://schemas.openxmlformats.org/officeDocument/2006/relationships/notesSlide" Target="/ppt/notesSlides/notesSlide7.xml" Id="R571989b28ed04ef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9026404562e4252" /><Relationship Type="http://schemas.openxmlformats.org/officeDocument/2006/relationships/notesSlide" Target="/ppt/notesSlides/notesSlide8.xml" Id="R5e7ed563eef340e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564dc6e1b36491e" /><Relationship Type="http://schemas.openxmlformats.org/officeDocument/2006/relationships/chart" Target="/ppt/slides/charts/chart1.xml" Id="R93110029704943a9" /><Relationship Type="http://schemas.openxmlformats.org/officeDocument/2006/relationships/notesSlide" Target="/ppt/notesSlides/notesSlide9.xml" Id="Rcd8489f8bd9941f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3ebd49f07a44060" /><Relationship Type="http://schemas.openxmlformats.org/officeDocument/2006/relationships/notesSlide" Target="/ppt/notesSlides/notesSlide10.xml" Id="R71c36da3999c400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575676a87df4476" /><Relationship Type="http://schemas.openxmlformats.org/officeDocument/2006/relationships/notesSlide" Target="/ppt/notesSlides/notesSlide11.xml" Id="Rb6c8122086fc4e8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ba8a6fbb792437c" /><Relationship Type="http://schemas.openxmlformats.org/officeDocument/2006/relationships/notesSlide" Target="/ppt/notesSlides/notesSlide12.xml" Id="Rfefb71b58cdd489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5e67ddef1134e0a" /><Relationship Type="http://schemas.openxmlformats.org/officeDocument/2006/relationships/notesSlide" Target="/ppt/notesSlides/notesSlide13.xml" Id="Rcde09b77b07f49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39b2e7413c44d44" /><Relationship Type="http://schemas.openxmlformats.org/officeDocument/2006/relationships/notesSlide" Target="/ppt/notesSlides/notesSlide14.xml" Id="R54a02f9003d543f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ceb8c1f93e54236" /><Relationship Type="http://schemas.openxmlformats.org/officeDocument/2006/relationships/notesSlide" Target="/ppt/notesSlides/notesSlide15.xml" Id="Rc22f1ad391b8482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9c475d74ebc4314" /><Relationship Type="http://schemas.openxmlformats.org/officeDocument/2006/relationships/notesSlide" Target="/ppt/notesSlides/notesSlide16.xml" Id="R0fd1e68fec6a4a2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c25f1afb7aa40dd" /><Relationship Type="http://schemas.openxmlformats.org/officeDocument/2006/relationships/image" Target="/ppt/media/image3.png" Id="R4589ac11794f408e" /><Relationship Type="http://schemas.openxmlformats.org/officeDocument/2006/relationships/notesSlide" Target="/ppt/notesSlides/notesSlide17.xml" Id="Rfd4a0b65c91f40d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e499c3704814a7d" /><Relationship Type="http://schemas.openxmlformats.org/officeDocument/2006/relationships/notesSlide" Target="/ppt/notesSlides/notesSlide18.xml" Id="Re6480a1d3840403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C50B946B-B3CC-4773-A88E-7EBBA9F841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3">
            <a:extLst xmlns:a="http://schemas.openxmlformats.org/drawingml/2006/main">
              <a:ext uri="{FF2B5EF4-FFF2-40B4-BE49-F238E27FC236}">
                <a16:creationId xmlns:a16="http://schemas.microsoft.com/office/drawing/2014/main" id="{1F101654-765A-43F2-98FD-51BC12B8D3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실제 요청에 같은 절차가 반복됐다">
            <a:extLst xmlns:a="http://schemas.openxmlformats.org/drawingml/2006/main">
              <a:ext uri="{FF2B5EF4-FFF2-40B4-BE49-F238E27FC236}">
                <a16:creationId xmlns:a16="http://schemas.microsoft.com/office/drawing/2014/main" id="{92B837C5-B55D-409D-90EB-E0D29E44B5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787F5BC4-CAB3-48D1-B003-DFA9996E81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4603480E-FE77-4024-AD6F-963717994E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816A0CCE-7C4C-4827-A77C-47ACDC3905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E1D6398D-AFF4-40FB-812C-F0B7F6DA0D93}"/>
              </a:ext>
            </a:extLst>
          </p:cNvPr>
          <p:cNvPicPr>
            <a:picLocks xmlns:a="http://schemas.openxmlformats.org/drawingml/2006/main" noChangeAspect="1"/>
          </p:cNvPicPr>
          <p:nvPr/>
        </p:nvPicPr>
        <p:blipFill>
          <a:blip xmlns:r="http://schemas.openxmlformats.org/officeDocument/2006/relationships" xmlns:a="http://schemas.openxmlformats.org/drawingml/2006/main" r:embed="R0816097263754622"/>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5D0C126-6EFB-40AE-99E6-7498AB6F1373}"/>
              </a:ext>
            </a:extLst>
          </p:cNvPr>
          <p:cNvPicPr>
            <a:picLocks xmlns:a="http://schemas.openxmlformats.org/drawingml/2006/main" noChangeAspect="1"/>
          </p:cNvPicPr>
          <p:nvPr/>
        </p:nvPicPr>
        <p:blipFill>
          <a:blip xmlns:r="http://schemas.openxmlformats.org/officeDocument/2006/relationships" xmlns:a="http://schemas.openxmlformats.org/drawingml/2006/main" r:embed="Rd3a2baa1256944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B2064F6-D3B0-4BDF-A366-CD21BF555652}"/>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A4A55669-93A6-429B-98E1-CA74B74743E7}"/>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CBABBA2E-0D4A-4F79-BC09-2BDE75302C9C}"/>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12852133-36DC-40AB-A9CC-55D06794F58F}"/>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D6660AA-2BC1-46AA-A6C4-C0A0DE3D2E00}"/>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EF419BCA-50B2-4C09-A2AB-B707DDAEF7F4}"/>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DBAA8203-9CBF-4AEA-BEF5-D8CE0926CFDC}"/>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CA3FA724-2B20-4256-BCDC-CD0574AB3BB6}"/>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C172B065-258A-44AF-A5E2-BB384903421F}"/>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758CE8B-3421-4863-8F36-08FCCBB780C9}"/>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27C4C13A-7CE6-448D-8F34-22B7FAC03355}"/>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0476A2D0-4198-4DF5-B1FC-97E9661D46EA}"/>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FE6B0A04-60FB-48F4-86ED-680367CA6C50}"/>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4219C33A-66D6-4C6E-B824-394C1F52A505}"/>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F6CFDDB0-2EAD-4B28-889F-9E0A8C1F07E3}"/>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825AA94C-6C05-4491-8735-F66D69C07180}"/>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3F5D9BF0-57F7-4969-8E5C-2F77556F2FD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96B2FC35-3E60-48FF-9967-BEA43B43A2F2}"/>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9375E87-8902-47D2-8596-2471054FBB42}"/>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E5146264-1296-4D18-A30B-0A003282D523}"/>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27F1CFCA-862E-4308-869C-B344509565AF}"/>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7D56ED94-EAEB-494F-BD67-6B649117A75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3744BB7C-72C0-4033-B235-6A6850B7277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CE72D8EE-7B7F-447B-8819-E304F77B917D}"/>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97869A90-0976-4A4B-8940-638EE3C6B9B6}"/>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799EBCE4-DA9A-44B1-8857-02F1EBC9BC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82463514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F8C18581-27E9-4A0C-B1B0-69409A3A8E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4">
            <a:extLst xmlns:a="http://schemas.openxmlformats.org/drawingml/2006/main">
              <a:ext uri="{FF2B5EF4-FFF2-40B4-BE49-F238E27FC236}">
                <a16:creationId xmlns:a16="http://schemas.microsoft.com/office/drawing/2014/main" id="{831961FA-101B-41EA-AF18-33F61C6016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테스트 명령을 언제 쓰고 무엇을 판단할까?">
            <a:extLst xmlns:a="http://schemas.openxmlformats.org/drawingml/2006/main">
              <a:ext uri="{FF2B5EF4-FFF2-40B4-BE49-F238E27FC236}">
                <a16:creationId xmlns:a16="http://schemas.microsoft.com/office/drawing/2014/main" id="{E886FD64-27DD-44E5-87E8-9EFA5F23FB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0388A9C-512C-493F-851D-1B512075C4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1C672BDC-A5AE-478B-8806-B9417AABDC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6534E651-2796-4694-9083-500E296222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BE862A72-3354-4D82-931B-B566804CF3A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7A964A33-1850-49E9-A133-B52FD6DEA4A2}"/>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2423C862-6034-44AF-B70A-9BB41116AFD5}"/>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58EAE353-3B90-4336-93C1-C20C0AC10789}"/>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CE5BA54E-F0C2-4240-8259-2451F2EFD82B}"/>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E7433017-BBFF-4FFD-AF5E-28D9412D96E1}"/>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B0B635A6-E6E1-4A6D-AD0A-64518AFD208B}"/>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9B93F222-ABE1-4684-B6AC-45A939C20712}"/>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ED7CA2A1-7D80-4B00-B5A5-EF88C145BC0F}"/>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B2C96241-83E3-4EB1-AEB5-8BF5200D99DD}"/>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CDB1D2FF-A62D-42F6-8DAA-6DFA1179264A}"/>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B189219E-0818-4954-98E7-938C5943FCC2}"/>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02769EE2-2808-4D88-BC10-66987093BCC2}"/>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F60CD64A-F47F-4D63-A97E-AC8570ACD2F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D0490697-72F0-4EED-8B47-7CEA92614440}"/>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EE04E377-2AE0-4225-AB7E-F5DCB48884C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33BD3651-F2EE-4CD8-8BCA-01CE06D6BEBF}"/>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5F1F57A6-C6BB-4424-990A-99E5F1537F07}"/>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F7991F32-86A2-4AC5-9A50-E12AEC77A6EC}"/>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71A708BE-BDC3-462E-B655-376D7DD150FD}"/>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A173ABBF-D4C6-496B-B6F0-2ECD46BA6916}"/>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2796993E-4DEE-4629-8B64-11BE821D6052}"/>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856FAA2-DA10-4689-BD01-E2F62BAF6BC9}"/>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130BE921-3571-4214-9087-C5A34FBCF7E3}"/>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79F093BC-477B-4FBA-B9E3-FB632C8F56B3}"/>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93351155-55BF-4311-8193-D44EB7F514EC}"/>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BD63A434-BA81-4839-B7B2-7AD9EB6486FB}"/>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F149131C-2D42-4CA7-A3B1-98B9CAAA91D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2A1D04CC-F44C-4AE1-A07A-80F2242F236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094EA418-DB52-4291-99E6-4EF271086BD6}"/>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6769734B-8297-44A3-9E62-436969FA62F9}"/>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3C34707E-904A-49EE-BC29-3E0007F8AF13}"/>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A664C3D3-944A-44EC-81AE-694A1A0E53DF}"/>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DFCB51AA-F69E-4F0A-B61E-53BCEFB6A33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8F0395F-6F80-4E64-8144-9825C40B9E4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8E765BD5-970D-4458-8D79-DB539EC692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560948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040012AC-7CDA-43A4-9B18-B227B4C10E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5">
            <a:extLst xmlns:a="http://schemas.openxmlformats.org/drawingml/2006/main">
              <a:ext uri="{FF2B5EF4-FFF2-40B4-BE49-F238E27FC236}">
                <a16:creationId xmlns:a16="http://schemas.microsoft.com/office/drawing/2014/main" id="{557B347B-C2AF-43C4-860E-5871C664F2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목표·기준·방법을 한 작업에 적용한다">
            <a:extLst xmlns:a="http://schemas.openxmlformats.org/drawingml/2006/main">
              <a:ext uri="{FF2B5EF4-FFF2-40B4-BE49-F238E27FC236}">
                <a16:creationId xmlns:a16="http://schemas.microsoft.com/office/drawing/2014/main" id="{5D735C03-5414-427E-B9CD-EBEAC535F8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EE802EF0-161A-4AFB-B9A2-C677C71E9D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3AE8D62A-F5BA-458C-8454-2CE3847F22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E85640E3-50A5-4346-B4B8-F274236A6E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C14BFABA-281C-4A08-B96D-0D3DFD888FCF}"/>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D4089CD6-BB38-49F0-B2D8-75560002F79E}"/>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730A74A3-A896-4927-8669-F8F2CBEFA1CA}"/>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24BAC95D-6AAD-4341-BE14-52625CA6793E}"/>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4508955-6B2C-4FC8-B690-37753A4B3270}"/>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AA76C614-4FF4-4FE3-8A32-6976FEB71DC5}"/>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5D50C857-7BB0-4321-B40D-83857E00BB2A}"/>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C59ED977-CA49-4D2B-B7CF-AA1C22AEFD23}"/>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F314C85C-A125-422E-8D6C-8F6F74A33DB1}"/>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5D4D99DF-C9BB-4A84-A5B6-6F5FC41D64D0}"/>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B8D177BE-0DAD-4FB8-8BF1-D137EFC49125}"/>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DA1CA77F-78A0-4264-AC6D-26644EA1F1A3}"/>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7F113C7-7314-427E-B564-EB5176A24B02}"/>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08B686F5-33C6-4054-85BA-A35975736A2C}"/>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5A4179BE-A533-49BE-A8A2-BAEB62A7529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3D3D1FE5-1AAD-4575-B0BA-5AC7BFA70624}"/>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8DD06B6B-01B1-4C8F-A8F4-BC8351697F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532054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D51BE926-0203-4ACA-B19D-09C31B5CA7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6">
            <a:extLst xmlns:a="http://schemas.openxmlformats.org/drawingml/2006/main">
              <a:ext uri="{FF2B5EF4-FFF2-40B4-BE49-F238E27FC236}">
                <a16:creationId xmlns:a16="http://schemas.microsoft.com/office/drawing/2014/main" id="{3CE9CEA4-7CF2-4414-B445-B939D924B2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반복 절차를 Skill로 모으는 이유">
            <a:extLst xmlns:a="http://schemas.openxmlformats.org/drawingml/2006/main">
              <a:ext uri="{FF2B5EF4-FFF2-40B4-BE49-F238E27FC236}">
                <a16:creationId xmlns:a16="http://schemas.microsoft.com/office/drawing/2014/main" id="{AE01B379-19ED-4D32-8FC4-629FFE97E8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93F03124-EF80-4D39-844D-53F1A39E6F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6EEC6857-28E6-487F-A4B2-D1D55A7AAA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9C570BA1-0AD8-4973-9704-B60DE73817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F96C20D5-7B43-4CB3-A5A2-196E3BD21F00}"/>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C86F75F-823D-47DE-88BE-6245823F84D0}"/>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05158C27-D1DF-4176-B08C-A7EA50EB5BF7}"/>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A159746-4095-4153-AABB-EF6353F6D3A8}"/>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FF265E77-82A5-46B4-BCF3-9611A079B225}"/>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51FE79FE-F846-4B5E-9BEE-E819682CCE45}"/>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24EEAC67-0DA0-49F6-BF51-8AB6945634DB}"/>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02D2910A-FB1E-4DE3-A7A1-638F64F475B0}"/>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DD5DCDF-A44A-4F86-B8A9-8CF78D3EFB6C}"/>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0C4037BF-71B6-4846-A132-2B9CF6D5B35C}"/>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CB4031B3-ED15-40C2-9436-09A13EDBCB1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2842460F-2F24-4A7B-AEE1-E01634B7A90D}"/>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1B8B872C-BC06-4327-A21B-CE6D96489741}"/>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748192D-4BA5-4CCE-8DDA-DC58BF72E5C4}"/>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45A3F822-31C6-406E-86FB-98CDAE622C95}"/>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F9EB731-A7C2-4E82-8560-9600381D0BE4}"/>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267FF7E-22F7-4135-B478-257155D8164A}"/>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7077FDD2-61AF-40EE-8B70-FE537974D9E2}"/>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7064E1DB-7B36-4188-BEF8-8EA2B7A3C1AB}"/>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57ED3CD6-50AA-4DB8-9B5C-1E9360B88D0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F7A5BC1-4062-4077-899B-215FA87F6D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3958002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D015C728-C686-465A-8494-F6CC6ADDF3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7">
            <a:extLst xmlns:a="http://schemas.openxmlformats.org/drawingml/2006/main">
              <a:ext uri="{FF2B5EF4-FFF2-40B4-BE49-F238E27FC236}">
                <a16:creationId xmlns:a16="http://schemas.microsoft.com/office/drawing/2014/main" id="{2E0B8F81-7CF2-4F5B-8BA1-2BE9DBE90E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kill 발견·호출·본문 포함의 근거">
            <a:extLst xmlns:a="http://schemas.openxmlformats.org/drawingml/2006/main">
              <a:ext uri="{FF2B5EF4-FFF2-40B4-BE49-F238E27FC236}">
                <a16:creationId xmlns:a16="http://schemas.microsoft.com/office/drawing/2014/main" id="{6E110D1E-2D35-4BDF-A94F-7DDF279B6C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1B2A952B-BB86-4B7B-BDCB-29AFC5F89B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4E29CE42-560D-459A-A003-0F57557761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8E3A8276-36DB-45F2-B477-F433C63745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503F5C7A-AB37-4F66-84AE-621137AF2F9A}"/>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713DCE2-9B77-440E-9A43-EB0F9705A3D2}"/>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CF722C30-B580-4914-B681-E221B8679B4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9A0BF96D-1A66-4B51-BD45-2423FDB2A0F2}"/>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7FE10E77-09B4-4879-8A7D-FFD0B99F5C40}"/>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C62D1E3-796F-4C27-969F-B3038706172A}"/>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D4CDD08D-049B-417F-A171-A03DC1D8DED7}"/>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3BEB5D3D-716F-46A6-8CE5-8B9084970E66}"/>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BBFE8BE7-95F6-44BE-AB2E-D2947B3F0E27}"/>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49C738AC-913D-40B5-B96F-1D3EF8A0C0D1}"/>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A4C1D66F-DCA2-44C0-B9E0-345857EA2DC1}"/>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8ADC31D8-C542-4167-8728-B8BBEF95DD05}"/>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3AE7A156-9956-46D5-BD5F-91E8BB6702E8}"/>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3BF1C92-D657-43BC-9751-7F706B23DA8C}"/>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C0257C6A-CC0F-4DF6-9BE6-2B3253F2070C}"/>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70F1D979-624C-4E5C-8860-4BB2EEA38F29}"/>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2FC0629E-237D-4923-A0F4-B18211AEB187}"/>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D8EB0344-6BFC-4EE2-9525-6CBE9D9A6B5D}"/>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448348E-03A0-45C7-A5F8-07734F4D6CA7}"/>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56538C26-BD77-4913-98F1-2C9D27CF20E1}"/>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928A82B7-7152-47A3-9B37-057FF5B7CE9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F0C0DEE4-C523-4B9B-B619-68823DAAABA0}"/>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CC652C66-48BA-4757-98CF-D6E221EAB48D}"/>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9BBFB21E-31C3-4881-A8E4-4259E4DD7C9E}"/>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83D07F71-E00E-4398-AC38-57DFCAAF0037}"/>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7EF7CF4-9D03-44C5-9788-253694481867}"/>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DCE1ACD0-4611-4392-9184-D626F6273E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8849998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6CE79D32-4BEF-4706-916A-8261302230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8">
            <a:extLst xmlns:a="http://schemas.openxmlformats.org/drawingml/2006/main">
              <a:ext uri="{FF2B5EF4-FFF2-40B4-BE49-F238E27FC236}">
                <a16:creationId xmlns:a16="http://schemas.microsoft.com/office/drawing/2014/main" id="{A61FC411-2D5F-4B93-B540-2CA79D4C1F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Skill 지침과 실제 작업 기록의 대응">
            <a:extLst xmlns:a="http://schemas.openxmlformats.org/drawingml/2006/main">
              <a:ext uri="{FF2B5EF4-FFF2-40B4-BE49-F238E27FC236}">
                <a16:creationId xmlns:a16="http://schemas.microsoft.com/office/drawing/2014/main" id="{2CAE0938-2D97-4C38-82D4-D643F5CAF6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4F5D8194-EB02-420F-9020-60A9D916F6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9549B2E8-5A8D-483B-A962-CD634ABEFB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EE0A6B1B-790F-44C2-9612-FEBA3DA156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E3ACD506-EB3C-4EC5-A120-D6861ACADD5D}"/>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EE436616-3B3B-46B3-8916-5AC2B89FEA42}"/>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0F914B90-C621-4E87-A716-A499896095B0}"/>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9B90CD8E-C975-4CD0-AB93-763AC3E012A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A78708D7-7A5A-4786-8BD2-275F2E48804D}"/>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873A9E8-D998-4273-9AEC-68073BC7FF8E}"/>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2BD62781-04EF-4DE9-9F50-8862F192D311}"/>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553F7C29-4B31-4713-908E-81D5EF0941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8205637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79279F1B-7B81-493E-BAFF-B5A8BC4221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9">
            <a:extLst xmlns:a="http://schemas.openxmlformats.org/drawingml/2006/main">
              <a:ext uri="{FF2B5EF4-FFF2-40B4-BE49-F238E27FC236}">
                <a16:creationId xmlns:a16="http://schemas.microsoft.com/office/drawing/2014/main" id="{459272D9-2D5D-4295-882E-978B90CF80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절차는 재사용하고, 답은 근거로 정한다">
            <a:extLst xmlns:a="http://schemas.openxmlformats.org/drawingml/2006/main">
              <a:ext uri="{FF2B5EF4-FFF2-40B4-BE49-F238E27FC236}">
                <a16:creationId xmlns:a16="http://schemas.microsoft.com/office/drawing/2014/main" id="{08E3405B-C7C0-4FBA-AA65-3F284D48BC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84A4AFA9-6F0C-42CB-A9A4-44C50C5646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3649E1DD-5322-43DD-A153-AA4087DE4C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76FB69D7-7324-4261-8D83-E2962B0400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6D3F00B-B7BD-4F07-B448-BC287AFDF510}"/>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8EF7E87-4D60-48AA-B020-F89C15CBCC4F}"/>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AA168C65-E255-4DD4-91A0-0FFB033DD59E}"/>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BAAE2AE0-07DD-4D51-B66C-F08D9AA4DF1B}"/>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95BD3409-5915-446F-B917-D780198D1C86}"/>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FA5094A-593B-4C3C-817B-A161767E777F}"/>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81302CE-E03C-4549-9E54-9073482DD73A}"/>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7D55A2A8-CA64-42A2-B9FA-A874093D4FF0}"/>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E288ECE6-1854-449F-A04D-C7326441C410}"/>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F0AE145C-ED9D-4AD1-9BC7-D6EC0CCF443B}"/>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869BEF47-5356-4865-A908-0F850864E39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C0C51AD0-7433-47A0-9E20-9AD66A0C6D39}"/>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3516A604-4500-4C23-B3BB-5449EC863415}"/>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F66BCC3A-8CEF-4957-A181-7FEF3164CE8A}"/>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F1346A90-7A0D-43F5-8462-EB261856E870}"/>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7FE4DA16-B97C-4C1F-A11C-0C7D4DC25077}"/>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08C4E15D-AB92-40C5-A836-D8B0DC735314}"/>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AEE046BB-1756-48A7-B893-1034BFC1DC89}"/>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34955024-A229-4D6F-8BBD-5CBA6B518295}"/>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FC4DF455-1054-44D3-9AAB-4888E33EE77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030B866-18F2-4FFE-826C-F56D8896520C}"/>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9C7D8B76-0403-4463-A889-C6265AAC3605}"/>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EF255C0E-E8EA-4020-B6C5-1FF84B6BA9C8}"/>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FE464853-2459-4144-AFB7-F465A0A26215}"/>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87EF1024-05FE-413B-AAC6-CE8F69142E95}"/>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A1E6B06A-2340-4EC4-B3C9-E73A2F61759D}"/>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B75E2D19-57D0-4BDA-B033-E4D05240503E}"/>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EC54C755-FFA9-4442-B370-64ACE210C465}"/>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37308D11-3240-4963-A98A-595ABF99C1B2}"/>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D1147409-C82B-4340-8784-96BBBB837CC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E03C63D8-0E39-46EF-B308-BBFCE2ACC89F}"/>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A8E48F6B-0CC4-451D-9AC3-F0806975EB3B}"/>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D4B8C867-5DEF-4126-BFD4-D9FD1C480CAB}"/>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642406B4-D8CE-419B-9DA3-C241263EFBF5}"/>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1C067243-5DD6-4BBE-9FC9-48D52525F7B9}"/>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3A2FA1C0-101D-4846-AEA0-4DE87A7E87A6}"/>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385DE06A-983D-4B63-8C54-BB9D3B1367D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48288093-ED6D-4981-A63C-84D66C42FE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83762244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F8A4D497-93C8-4D9D-9551-5F6CB5A0B8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0">
            <a:extLst xmlns:a="http://schemas.openxmlformats.org/drawingml/2006/main">
              <a:ext uri="{FF2B5EF4-FFF2-40B4-BE49-F238E27FC236}">
                <a16:creationId xmlns:a16="http://schemas.microsoft.com/office/drawing/2014/main" id="{B027BA01-8EB9-4591-BEB9-55E42A9ACF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계산의 성능 개선 후보">
            <a:extLst xmlns:a="http://schemas.openxmlformats.org/drawingml/2006/main">
              <a:ext uri="{FF2B5EF4-FFF2-40B4-BE49-F238E27FC236}">
                <a16:creationId xmlns:a16="http://schemas.microsoft.com/office/drawing/2014/main" id="{02AD59EC-D83A-470D-9C23-C9E6C22CEF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1E891F91-4D60-4759-90DE-0FD8C92F7D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851A421E-DD7E-440A-92CB-88E749D92E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E617AD36-86B2-48D9-9A49-AD9F4EF4C1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037C9E62-E07D-46D6-911F-733C44D2D0F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70F95DC7-83EA-4404-A344-6944DB2A6CC9}"/>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C9F5E2C4-8AFA-4C6F-B29B-67E6C2E2CAA0}"/>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343966DB-0AA3-4826-8742-604C745BEA09}"/>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F885A90-36E9-4417-9B69-B68CB67C8FAD}"/>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F1F93F7A-D068-4882-82A8-9668517019DC}"/>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B53BFEDE-433D-47ED-99DE-3E57AFD1D973}"/>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EB4525B-87D7-4367-8CB3-E19B0E1BECA7}"/>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11A3BF80-621E-4B9F-90EC-A1E4B79F776A}"/>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AFB16DB9-C5A4-449D-B326-DD07E6EEE175}"/>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F1A1E242-B893-42A0-954C-CC51BCAD2DA2}"/>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0DA8AE1C-A1A7-4012-9A33-2295452AC14D}"/>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111EAE06-2342-4E88-99EE-604EC17C747E}"/>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C7B6E38C-2556-49EC-9D61-1947891D475F}"/>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C024BB2E-BE6A-45C5-8CF5-C63D460D3660}"/>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5599A23A-799D-4404-8E1D-F24612C8577E}"/>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DE61D4C3-6097-4ADF-98DE-44C765C34215}"/>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86830662-4D70-4E41-93DA-856CF96AE32D}"/>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61A27F2A-E2D7-4B92-8DA9-D2EBA825FDDA}"/>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EA823513-36DD-406D-88CE-9A3004B69B88}"/>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ACCBEC63-7210-4355-8620-1C08A0421E40}"/>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748CB393-2E69-463C-B69B-217D4ACF103B}"/>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A92D1F50-2349-4BC3-A153-1B3C07FA36F9}"/>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1493DFD6-9FA8-4838-B339-5D0C6EEB4E7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424F9EC8-B926-4DFE-BA23-4C2CEA5E8B44}"/>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375553FC-CFA1-4848-9331-3372448267AA}"/>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F97F6ECC-2937-443A-8BCF-5EE2AAB50C66}"/>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ACD120DD-A816-4E9E-9947-86DCAE73400C}"/>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B9DA0EFE-FACD-4775-8076-15FD58A64BD3}"/>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46688CC4-4F85-4DD4-BBFB-58AE70A79EA1}"/>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97164126-DD8F-4B3C-93F7-CA4D1FEFAE65}"/>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D4136199-6645-4A6D-A949-65DE14856965}"/>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27977A6D-AB0A-4227-9E3F-29D854F5E376}"/>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7022374C-5278-4CC8-BB75-EC61786D8657}"/>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0029E5D7-94A3-4BAE-9B00-05D8C24AB2FA}"/>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4EFFDF45-607F-40B2-B988-06FC4FBA691B}"/>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642058A0-5F55-4457-856D-10AFD10E225D}"/>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4CBCA6CA-6D9E-4BB6-BD0F-E8E969FFEE03}"/>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79ECE9AE-D2D0-4C68-9FF0-41602C392C48}"/>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61E8A299-A612-49AE-8031-B5A1FBBC96C1}"/>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9059CAF0-53CF-4B77-943B-D8C00D6B297E}"/>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17AC41E-770D-4A27-8706-2FE2A514EC3F}"/>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B721E5AE-3485-491E-8D63-C819ED4EF256}"/>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13C2F14E-8A6F-47F8-8516-019468EF0E88}"/>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E2EA9C21-D425-4150-AD64-C96478696125}"/>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CEDB57F4-598B-4977-8DDC-2F773D034914}"/>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51CC5D42-9C2F-4AB4-AA6C-F918A95E06DB}"/>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8701F1E8-FF44-4F91-9B90-599E9A0F5BAF}"/>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93308161-4A12-44A8-AA29-B633767B6305}"/>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EAA004A1-DA7F-46DB-8C52-3881B55EAF8A}"/>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F4EBE561-484C-414F-A3C3-8129B9E653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83147513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DCF4D760-458D-4688-8A21-EC06B77BA7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1">
            <a:extLst xmlns:a="http://schemas.openxmlformats.org/drawingml/2006/main">
              <a:ext uri="{FF2B5EF4-FFF2-40B4-BE49-F238E27FC236}">
                <a16:creationId xmlns:a16="http://schemas.microsoft.com/office/drawing/2014/main" id="{197D09EF-10E7-4096-B72E-BEE6544FD7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선택한 변경의 시간·메모리·동작 확인">
            <a:extLst xmlns:a="http://schemas.openxmlformats.org/drawingml/2006/main">
              <a:ext uri="{FF2B5EF4-FFF2-40B4-BE49-F238E27FC236}">
                <a16:creationId xmlns:a16="http://schemas.microsoft.com/office/drawing/2014/main" id="{5A5882E2-2379-475A-A593-3B16FAF432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2350E979-7E32-4F64-80F3-AF730FE40D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32EF4B30-D810-4599-ACD0-6B5A46EC31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974AC87E-EE37-40DE-89EB-DDFC49310D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06D2BAA6-CAE9-42B1-A364-26D91060F79C}"/>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17ECCC95-ED6B-49D3-8BD7-B57CA9373CDD}"/>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FB086DF6-219E-4433-8851-BF6F7D3F2565}"/>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3D3B3D01-C200-4E0A-A568-9ED8EB06AFC2}"/>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A8559CA5-B242-484B-A919-0E7203A2E81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D5B07FF-8A94-4498-810D-EA8B83B62A6F}"/>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417C7C65-BC49-4DEE-B11A-C70D67FB7F58}"/>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977FD67-7DC4-4EF3-9A74-C83B4CBE04DF}"/>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93110029704943a9"/>
          </a:graphicData>
        </a:graphic>
      </p:graphicFrame>
      <p:sp>
        <p:nvSpPr>
          <p:cNvPr id="15" name="Python 할당 피크">
            <a:extLst xmlns:a="http://schemas.openxmlformats.org/drawingml/2006/main">
              <a:ext uri="{FF2B5EF4-FFF2-40B4-BE49-F238E27FC236}">
                <a16:creationId xmlns:a16="http://schemas.microsoft.com/office/drawing/2014/main" id="{55A040AB-7CAA-4B85-93E7-9679944535E3}"/>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29DD9262-3498-40BE-86DB-729FCD6A8B37}"/>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D420C397-32FA-4330-A21C-10EAC143B093}"/>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F39C419D-EBB2-4917-9DF6-EF7B29954908}"/>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DECA0854-B9BF-40C1-BF01-9378912A9045}"/>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582E5844-485E-4FC4-AE51-AF5E42ED1C56}"/>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A9D38A64-6F21-4AA2-A7C7-51244B5338F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0838D7CD-BB83-4925-8E20-6E10E23A18D1}"/>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A907172C-E46F-4418-8100-C6BCC425801E}"/>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D2F8703B-9043-4E02-95F7-8F1EB99CBBE2}"/>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702A68AD-855D-4819-9CEB-05F0B8D5D5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651947085"/>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CB04CFD8-0C3C-4377-9CAE-72A81E2E06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2">
            <a:extLst xmlns:a="http://schemas.openxmlformats.org/drawingml/2006/main">
              <a:ext uri="{FF2B5EF4-FFF2-40B4-BE49-F238E27FC236}">
                <a16:creationId xmlns:a16="http://schemas.microsoft.com/office/drawing/2014/main" id="{2F76F09F-7BBD-44C2-9634-B81512B8BE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한 Agent 조사와 Subagent 역할 분리">
            <a:extLst xmlns:a="http://schemas.openxmlformats.org/drawingml/2006/main">
              <a:ext uri="{FF2B5EF4-FFF2-40B4-BE49-F238E27FC236}">
                <a16:creationId xmlns:a16="http://schemas.microsoft.com/office/drawing/2014/main" id="{9722FF17-B666-4909-B017-883B5D179B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8DD0D1B4-9F81-4EB8-99FD-1299E0E3C0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1780C6D4-2FD6-4495-85A7-C6F8F77261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F7E34818-555A-4CB9-8F25-3613296736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7AC02526-02CF-4C03-90A4-B7E627AB0579}"/>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FE402187-9597-4AD6-AC00-F5BB8654503A}"/>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98EFCC96-072F-43A3-A3AC-79E3EC5ED2C1}"/>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60FDF1EB-F5BD-4FA1-8A0F-64B609B53422}"/>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E0D7232-166C-41D6-A9DC-A2D70ECE15D2}"/>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8E47AB48-6823-4079-AE29-DC6FBD249781}"/>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EFA2EB95-D692-494F-A638-CB15B637B700}"/>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BAB27289-1ECB-47C3-971A-2E88AB2F4887}"/>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A7829B75-6CF3-4971-821E-3E9A2660F2C9}"/>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13CA5731-6533-4222-98FB-F4AFEA3EBBBF}"/>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9DF733C3-6EE1-4B29-8852-4FCD13ED785C}"/>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22B5469F-1387-4F43-AEFA-2FC3FE5B720F}"/>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02D895A-3871-48C7-A01B-19AEFC5AB877}"/>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E7BC9953-F47C-4984-9097-2F84AAEF7FF0}"/>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F212FFF-6054-45B6-BBC8-E34EF7B62710}"/>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2F0521F6-F8A4-4C61-B984-9892D49A152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B660C9CE-7D97-4486-BB39-1D52660DF78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8EE61FFE-CE24-4FB9-8061-5AEC35CAE22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3CC1EBC7-4E50-461F-A0C5-2F9B39ADFAF7}"/>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8DE166E9-BBBB-4058-9361-D343633375F9}"/>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C33924FA-2617-420F-9659-F144410FD750}"/>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FE7F411C-201C-4300-87F9-E18BD0576009}"/>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4455E8C-75DC-42B6-94A3-D1EBFBE4CD48}"/>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CFF6EED0-CEE4-406E-AFCC-9E2CAE991B88}"/>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F8BF0ACA-7C7C-41F5-BDA8-0F40392A3061}"/>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A9485328-0F09-4AEB-8D0F-C3FCCEE6A848}"/>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FC54A293-B828-495B-B153-85333AF89313}"/>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DB418559-3575-4F6E-9C8B-9504AD6E426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4F6F76B9-63B3-4E8D-BD48-1E60579881B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9DC0BE2D-62D6-4DA2-A079-2945198D8A8C}"/>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8836A923-8375-4A7F-AA80-102A313EDB58}"/>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69244D2E-07CE-4ACC-8E52-685A25A2BDB3}"/>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F1FC2B3D-3666-408F-9387-95F27A17CAFA}"/>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E07FBCD4-BD4D-4FBC-8F96-487BC0BEB8D9}"/>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3BEF9EB6-5D13-4340-929A-38986EF92AF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7A4FB9DF-32A2-436D-AD1D-F25BB8082321}"/>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7FAC5B58-697B-4B45-A822-23FC1B1CD765}"/>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ABB11081-C66E-47C0-A3CD-D71C3BE60CE5}"/>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BA9E088-0C86-42C4-BF2C-47F678DD5F3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9D96F966-B89D-4453-B7F5-52502613A58F}"/>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05D1CFFE-3BF6-461D-A630-41A2D3C1A2D3}"/>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5ECF1AF0-C05F-4974-AF80-A15B47BBB74E}"/>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6E3729FD-8965-4AAD-BA0D-FBE2324213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9874367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BFA53D25-F782-4D9A-A901-00DF3DB804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3">
            <a:extLst xmlns:a="http://schemas.openxmlformats.org/drawingml/2006/main">
              <a:ext uri="{FF2B5EF4-FFF2-40B4-BE49-F238E27FC236}">
                <a16:creationId xmlns:a16="http://schemas.microsoft.com/office/drawing/2014/main" id="{EACC3734-E315-4552-87C0-2B04832C23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을 나누지 않은 이유">
            <a:extLst xmlns:a="http://schemas.openxmlformats.org/drawingml/2006/main">
              <a:ext uri="{FF2B5EF4-FFF2-40B4-BE49-F238E27FC236}">
                <a16:creationId xmlns:a16="http://schemas.microsoft.com/office/drawing/2014/main" id="{E43C0FFD-D904-4429-BE89-FE7187C81E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5A5F32C0-7E57-4449-8C5C-5B48D1881C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5BDF350C-2C2B-4205-B718-89571411E2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32C738D2-2B95-4AA1-AD47-FB2C46EA5D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C777177F-53BB-4137-8C04-8ACD28C43308}"/>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7655C3E8-6091-44E2-9FF8-5B86078DDCDD}"/>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D9FBE612-0DCC-49F2-B3F2-EC47F242334D}"/>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12A58659-EF8D-46BF-83F4-5431213F9231}"/>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9192146D-792D-44D5-B23B-6D75CFA78569}"/>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11EC0DC4-38BD-4B1D-9661-7CC704B01A84}"/>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C6832E65-7177-44A4-8CD6-659D91DC9CC6}"/>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27D65AC1-7D6B-4BF0-8729-888B011B2EC7}"/>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FA2E519C-FF52-4D42-A97B-E363A93BD563}"/>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340678BC-A6D9-4401-BAB2-DD59BB4E84EE}"/>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5A6A89A8-7795-4AE5-91AA-F5000376DB9A}"/>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36BEF8F5-62A2-418A-A96D-0C78AC4C9853}"/>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1FCA79C-5097-4993-BA6E-243A11FBFF5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E902CFE6-A5C4-4411-9A1C-EA2E3881932D}"/>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BFDDC1C6-38E4-4124-8792-B8063E7B2A8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9A704AA1-8514-4741-8D09-8D58AAD77F30}"/>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6C33528-0B14-4B42-9B8E-BB985DB669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2187798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8E92FF35-4CDB-4EDA-BCE7-506BC4AEE1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4">
            <a:extLst xmlns:a="http://schemas.openxmlformats.org/drawingml/2006/main">
              <a:ext uri="{FF2B5EF4-FFF2-40B4-BE49-F238E27FC236}">
                <a16:creationId xmlns:a16="http://schemas.microsoft.com/office/drawing/2014/main" id="{E321BFBA-7B4A-4858-9C78-185384D16C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번 Context와 다시 쓸 지식">
            <a:extLst xmlns:a="http://schemas.openxmlformats.org/drawingml/2006/main">
              <a:ext uri="{FF2B5EF4-FFF2-40B4-BE49-F238E27FC236}">
                <a16:creationId xmlns:a16="http://schemas.microsoft.com/office/drawing/2014/main" id="{6A988FC3-F79D-4889-924A-C2C2ADF829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8506AA45-1152-4963-9672-531AFEB927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86228B00-8E5A-4128-859F-12C716B41F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50916615-CEE8-4802-815E-23A49A5267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907BC7AE-FF31-4D8B-B08F-8685A0A2EA8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C7C5E0A4-EBF6-45B2-AEA4-7FA8EAFF5DB9}"/>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C3EF3213-DA32-4989-8424-FB00FA3ABA1C}"/>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84005701-C8A5-49CA-8F07-E6E0502077D6}"/>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D5229DA2-962E-446E-9317-0DFDB3D10769}"/>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D19BBFDE-0853-47E1-9486-2F1CEAB537E9}"/>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5ABF23E2-5354-4CAF-8C4E-C94C90607F79}"/>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35CE1C69-CD3F-471F-A819-6D9DD4A2203C}"/>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D24A26E5-60FA-43A0-A38B-D4CEFCF07078}"/>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27987915-7174-48E2-96FD-9CF0F22FB29D}"/>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4BC9846E-3A2C-4193-8AC1-9C04B439CAFF}"/>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9C8E257A-E03F-4431-92B7-9D8CA9472323}"/>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0ECCAE14-DCA4-46A9-B8EA-684C9A4409E2}"/>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90F4CB66-961E-40DB-8549-4F79003BD1FF}"/>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C3872C50-1AFB-49A8-B8A0-0BFF677B21DF}"/>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38FDEDC3-33EB-40D8-9BD8-35C2D2046614}"/>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F090CBFB-46D1-4B3D-9F93-0FAC6068EA8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3A2C09F8-4DF2-4A44-B99C-060F198CC08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6E7270FF-E37E-498D-811C-5521B8EBCE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55102348"/>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88704004-CBF3-4677-8909-2102B80EDC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5">
            <a:extLst xmlns:a="http://schemas.openxmlformats.org/drawingml/2006/main">
              <a:ext uri="{FF2B5EF4-FFF2-40B4-BE49-F238E27FC236}">
                <a16:creationId xmlns:a16="http://schemas.microsoft.com/office/drawing/2014/main" id="{54307611-6A66-4288-8414-A7F923C3B2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실제 Demo 지식의 원래 출처">
            <a:extLst xmlns:a="http://schemas.openxmlformats.org/drawingml/2006/main">
              <a:ext uri="{FF2B5EF4-FFF2-40B4-BE49-F238E27FC236}">
                <a16:creationId xmlns:a16="http://schemas.microsoft.com/office/drawing/2014/main" id="{AAFCF301-B150-4E38-821D-DD9318AF54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D51DEF49-FDCF-4532-97D5-645070D02C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9C2945BF-58AC-4477-B002-F9C2C645C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8C8139F2-90CB-482E-8971-25F2EBC3F1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0AA8AC68-6489-458B-806B-55737E564511}"/>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64600DF3-82BF-4256-BC8D-9910331EB867}"/>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36FF95B4-501D-4887-8F77-7605B069377D}"/>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8CAF71F6-22CA-4ED2-B020-4827ACC19BE8}"/>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6F8937EF-4282-4927-A32F-4740145CE2D1}"/>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FC703F50-054A-49CD-B801-6A61EEF6A278}"/>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C61A3E14-C2B8-4EB7-80CE-AD2D1F1EECD6}"/>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AC826F7B-AD04-4FA9-A002-9ADB9AF072EF}"/>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09E07639-3377-420A-95E6-F420BADF2855}"/>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4FA19027-CEFD-46C5-A46E-60FCACCDD6D6}"/>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A10D0F3B-592A-4476-86B2-C380A459CC04}"/>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BB1D5BC7-BBA2-455D-9EC5-A50DBCE55B68}"/>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8509670B-2C83-4189-B323-BD4F41080C75}"/>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3554446C-F049-4FA1-A601-E1FD578EF155}"/>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65F9755F-24E1-4939-811F-38705F2CF001}"/>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C3B39AA9-7F05-4189-B1D6-EF3ED03495B3}"/>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256F9831-EAB1-4D6E-9498-409652039BAB}"/>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37F1582F-CB4D-4EC1-BDE6-CA0E9DE0029C}"/>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19207685-D5B5-4E26-B5BF-D6D1F519CB04}"/>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354169CB-F2B4-4543-A41A-C46E07EFF26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A3EC6859-D8C4-46BC-A58B-855F1BDCE515}"/>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0125A41A-0B06-4F18-B82A-FBA103E92C9B}"/>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33B8ACAF-FEB6-4903-A435-F00B3338CBA0}"/>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D3B93F47-AF8C-4B88-A7E5-83250ED88098}"/>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6ABDAE3A-7129-41A3-BE6E-E0153D1E34C7}"/>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172B1B06-B4FD-4B11-BC2D-2A47E0C9A242}"/>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694F3B54-98D0-484D-99E3-60C608031A2D}"/>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7D035D0C-1A2E-442A-A1E6-5CBC53FCE7E3}"/>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CFEA2AD7-2D1A-41AB-B0FB-0619C8BAE8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857847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55F6650F-8548-4092-978C-3504C0CA01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6">
            <a:extLst xmlns:a="http://schemas.openxmlformats.org/drawingml/2006/main">
              <a:ext uri="{FF2B5EF4-FFF2-40B4-BE49-F238E27FC236}">
                <a16:creationId xmlns:a16="http://schemas.microsoft.com/office/drawing/2014/main" id="{F92A5459-DF3C-44C1-927F-2BDD875A85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작업에 쓰인 구성의 역할">
            <a:extLst xmlns:a="http://schemas.openxmlformats.org/drawingml/2006/main">
              <a:ext uri="{FF2B5EF4-FFF2-40B4-BE49-F238E27FC236}">
                <a16:creationId xmlns:a16="http://schemas.microsoft.com/office/drawing/2014/main" id="{8C1C06A6-A593-4E64-80DB-4C5C0B007C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A1B7BD07-FF0F-4450-8425-CC972EE868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9A2168FB-33C8-4824-B181-9543FF5903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D4947725-059F-4911-9F10-2724521EDF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7ABA88F0-30F7-4C9C-964F-544913E5DA41}"/>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D7DC3EE-C456-498E-A21A-3EEB129457F4}"/>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8D9EBFC-5026-45B2-AFDD-DE6861F0E20F}"/>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AAABB8AC-F604-4E09-A685-954D4DD501FB}"/>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B3C15BDB-D5B7-4566-9BFE-13B0467A899C}"/>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405621D5-9683-46AA-A885-8FB2DC05E7F1}"/>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ECA02E39-4E81-49C7-B49E-F899F82E527B}"/>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06CAE129-6128-44C6-9B84-05E455B59D78}"/>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1011D722-C47F-486B-BE6E-6FB030A277D5}"/>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9E8F0172-5E63-48C1-BB88-925E8E3D4E0E}"/>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9E6A7728-3770-4A95-806A-4256042194B1}"/>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70CAD76A-34C2-435B-A8B7-2082C0BB402C}"/>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B682840C-AF4C-486D-A1E2-E4A026EFE80F}"/>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3D7515C-998A-4548-81ED-1AEBE01BD328}"/>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C23DDF9-689B-46A1-9BD6-F9411935F29F}"/>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3AFDC6A0-D26A-4426-9C3F-926CB79EF6D8}"/>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8E2AD843-0600-477F-936B-7A743162B82A}"/>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7FCF5BB4-A39C-4A71-AE6D-03E71A1160B2}"/>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B3BB0C3E-5CEA-49C9-AF04-E136516F5A1E}"/>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EA7433AA-4321-4E3B-A043-EABB73D2A45C}"/>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6BBD22EB-874C-4272-A667-D80EB65392D3}"/>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CD5613BD-E559-4913-A5AE-13FD0BFF6EA2}"/>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87569501-B67B-4E07-85F6-D53E79A459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483145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37FA499A-40C2-443F-9396-D6383EC3AA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7">
            <a:extLst xmlns:a="http://schemas.openxmlformats.org/drawingml/2006/main">
              <a:ext uri="{FF2B5EF4-FFF2-40B4-BE49-F238E27FC236}">
                <a16:creationId xmlns:a16="http://schemas.microsoft.com/office/drawing/2014/main" id="{5C7F3D9E-8511-4D4C-8029-8B101D97DB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함께 작동하는 작업 환경, Harness">
            <a:extLst xmlns:a="http://schemas.openxmlformats.org/drawingml/2006/main">
              <a:ext uri="{FF2B5EF4-FFF2-40B4-BE49-F238E27FC236}">
                <a16:creationId xmlns:a16="http://schemas.microsoft.com/office/drawing/2014/main" id="{F0B5CFA7-A9CA-43EF-A8B4-A85635CD94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4D19351-F23E-4536-9E5E-0A2EBF6EAE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91326590-3679-486D-A098-B419FBF4A5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BF8F3044-BE73-4199-A948-F73D11B6DA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AEBB5B29-7164-47C5-90D7-7D845676D9C0}"/>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37FDD26F-FE07-4D03-B7E3-099F2CB95250}"/>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D92F72F5-E721-4272-86F4-05BD3FD1AD13}"/>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A501AE44-B350-4EE3-AE94-058C7A4DC451}"/>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09046CAC-B32F-4581-9C84-E5E43548C1CF}"/>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8B321063-95FE-418F-8E54-CA54D7916A19}"/>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19557CBA-8DF5-4EF3-B10C-0D8524B7AC41}"/>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A854A611-489B-4245-82CB-AE193F0E5B09}"/>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E3393F45-1F89-45FE-ABCF-3D4C7CAC8F9C}"/>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C1678EF7-37BF-4E01-B017-9E3CE67AEE25}"/>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F697B76F-C1F8-499A-8337-46953FF94DE8}"/>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70079A34-9A60-493A-9803-EAFD888C838C}"/>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C2C7D077-7A41-483D-8B0F-05032B6F9D43}"/>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53B22A8A-E26B-47B5-B390-511C97F63AE8}"/>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656FB559-EEE9-487D-B7E9-952C0C89CD0E}"/>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03D757C6-A051-4085-AD4F-D183794DF3C4}"/>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3D80952B-E922-4DCA-8DB2-9557D531C641}"/>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15B92827-B853-4133-907D-C4BC90A05459}"/>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47B8C82A-D8F0-4EBB-A676-D2177EDB448D}"/>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A8F24AB2-CBC8-42E5-8A3C-AA2E2EF45842}"/>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D2AECB5C-1ED2-4805-9F61-948858DC0E68}"/>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B08D82C5-FBEC-47E6-83EA-8AEF3A09B185}"/>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6A4D78C-0EBE-4E4B-9408-2EF93A79F3B0}"/>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EC035742-8F3C-434C-A987-D1A4CA0E1625}"/>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0083AAD9-AFA5-4F4A-B18E-DB3F76E0B6DF}"/>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DEEFBB77-CED7-4037-A5BE-77117950C4CC}"/>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2606BF9B-9623-4190-B2A1-2E17704770F3}"/>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9BECBF07-3273-4FF1-8C87-E032341275AE}"/>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2B6B31FB-C1B8-4758-A5E7-560BCFEE9F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5127641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85889600-832F-4701-8647-D4B6A4F074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8">
            <a:extLst xmlns:a="http://schemas.openxmlformats.org/drawingml/2006/main">
              <a:ext uri="{FF2B5EF4-FFF2-40B4-BE49-F238E27FC236}">
                <a16:creationId xmlns:a16="http://schemas.microsoft.com/office/drawing/2014/main" id="{2FBA9C83-B897-4794-89D0-537B9051D4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같은 저장소여도 실행 조건은 다를 수 있다">
            <a:extLst xmlns:a="http://schemas.openxmlformats.org/drawingml/2006/main">
              <a:ext uri="{FF2B5EF4-FFF2-40B4-BE49-F238E27FC236}">
                <a16:creationId xmlns:a16="http://schemas.microsoft.com/office/drawing/2014/main" id="{B20C18A1-C2C5-4577-8DCA-1B79C41730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AD5722A7-B21A-4E20-8757-365AAF6F76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D1EFAB5-3884-4CD1-8FF5-42A8F3816EF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DB73AC34-B9BA-4619-AEEB-10FE09D069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93792BAF-8407-4C09-B8FD-30D4E337DF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8FA43702-47C8-43D6-95EA-FB4E3201C6BB}"/>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F436EFEE-DD83-403A-B84B-0BDEA1D73E13}"/>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0B5ABCB1-0203-4EB3-B1E5-B14CB7C94050}"/>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A9148511-5DD7-4A90-B0CC-F26570B66249}"/>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C3E76A1-54CC-45AE-A08D-7A7C67C2688E}"/>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0BB440EC-3F3D-4F9C-AD9B-13000F15A44F}"/>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4AA31496-E159-4CB6-BADF-9F36A9355526}"/>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0D6EC02A-F04A-4BDA-BD00-CB1F885FBEAA}"/>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76FD801D-1A28-4A42-8E97-330228F89F00}"/>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83EDE256-5DCC-4151-9B92-899CDB26163B}"/>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97E43CAC-D4E5-4B02-B6A7-9AF69DE104A8}"/>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4C32A6AF-F949-422B-9F57-EAD5B716FE44}"/>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BC419C06-D4E3-417F-BEA2-589B2EF0B8B5}"/>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6A8A9C10-8BD7-405A-ADC8-624B64A1C157}"/>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E19EE428-6239-4FA4-9519-D38E9A72E19E}"/>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710B140D-68CC-410F-86EA-B0C42254666B}"/>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3A3AE5F9-B87B-4F97-A73B-6F21F829D837}"/>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440887AC-45F4-46E6-8D6F-B35ADCCDC0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75162862"/>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3 · 우리 검사 업무에 적용하기">
            <a:extLst xmlns:a="http://schemas.openxmlformats.org/drawingml/2006/main">
              <a:ext uri="{FF2B5EF4-FFF2-40B4-BE49-F238E27FC236}">
                <a16:creationId xmlns:a16="http://schemas.microsoft.com/office/drawing/2014/main" id="{272B1823-760B-40C3-9C3C-4565C72B37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9">
            <a:extLst xmlns:a="http://schemas.openxmlformats.org/drawingml/2006/main">
              <a:ext uri="{FF2B5EF4-FFF2-40B4-BE49-F238E27FC236}">
                <a16:creationId xmlns:a16="http://schemas.microsoft.com/office/drawing/2014/main" id="{DE477618-CE63-4501-9AE5-EE7D76CAF7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의 판단을 C++ 검사에 적용하기">
            <a:extLst xmlns:a="http://schemas.openxmlformats.org/drawingml/2006/main">
              <a:ext uri="{FF2B5EF4-FFF2-40B4-BE49-F238E27FC236}">
                <a16:creationId xmlns:a16="http://schemas.microsoft.com/office/drawing/2014/main" id="{8E1D25BD-B1B6-49E5-8BE7-3141752AB0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16211DA2-0427-4253-B167-F3A47C794A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CE027607-15B5-4423-816D-D02346C46D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DE96D8F4-5D62-4B22-A7A7-3E22C4F612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B0D88B83-DF35-4B9F-9E91-B3F8D9AB8158}"/>
              </a:ext>
            </a:extLst>
          </p:cNvPr>
          <p:cNvPicPr>
            <a:picLocks xmlns:a="http://schemas.openxmlformats.org/drawingml/2006/main" noChangeAspect="1"/>
          </p:cNvPicPr>
          <p:nvPr/>
        </p:nvPicPr>
        <p:blipFill>
          <a:blip xmlns:r="http://schemas.openxmlformats.org/officeDocument/2006/relationships" xmlns:a="http://schemas.openxmlformats.org/drawingml/2006/main" r:embed="R4589ac11794f408e"/>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7AC01C5E-50B8-4E3F-AB53-91DF8E4AA804}"/>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C2A4F0C6-309C-4BDB-9AA1-70B10C7AD470}"/>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159A95F3-725E-4C81-BA04-1D598608954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F175DA5B-7F3B-478A-B30E-0A62050E570D}"/>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14166D04-D0AE-4E0F-A41C-BC9A3AD0FEFD}"/>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9B57192E-51BD-462C-AC63-103084E7C30D}"/>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673CA103-74C9-4A4E-8F8E-E202D0845E96}"/>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A97A6144-E41E-4D7E-8ADF-DEE46C4004E1}"/>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1AEC95BE-2DC9-4EF4-BE74-19B527B8CB26}"/>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BA3D8E79-8832-42CE-B1EB-2AA4894EA92B}"/>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DCA4D6A0-BADD-4CE0-AB98-7C932B14932C}"/>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009EB91F-8840-49D2-ACD7-D3E817359A3F}"/>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DD572F11-FA1B-4F7F-91D7-0A601D5C6D20}"/>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3E0FA97F-E781-47C2-8B7A-977252A06B27}"/>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E02485E0-FF75-4998-AAD0-0B068CDA1D2B}"/>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75F122BC-0FCD-4CD1-877B-9650281DEF44}"/>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
            <a:extLst xmlns:a="http://schemas.openxmlformats.org/drawingml/2006/main">
              <a:ext uri="{FF2B5EF4-FFF2-40B4-BE49-F238E27FC236}">
                <a16:creationId xmlns:a16="http://schemas.microsoft.com/office/drawing/2014/main" id="{60130FEC-F7CC-4662-ACE2-2EC6F7521AD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5" name="Practical application tip badge">
            <a:extLst xmlns:a="http://schemas.openxmlformats.org/drawingml/2006/main">
              <a:ext uri="{FF2B5EF4-FFF2-40B4-BE49-F238E27FC236}">
                <a16:creationId xmlns:a16="http://schemas.microsoft.com/office/drawing/2014/main" id="{C326EFD1-B894-4E77-AA4F-A91A28DACAE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업무 적용</a:t>
            </a:r>
          </a:p>
        </p:txBody>
      </p:sp>
      <p:sp>
        <p:nvSpPr>
          <p:cNvPr id="26" name="Legacy module connection">
            <a:extLst xmlns:a="http://schemas.openxmlformats.org/drawingml/2006/main">
              <a:ext uri="{FF2B5EF4-FFF2-40B4-BE49-F238E27FC236}">
                <a16:creationId xmlns:a16="http://schemas.microsoft.com/office/drawing/2014/main" id="{CFEAC6D2-FB41-481E-A04C-E70B39436E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9518064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5112E26A-D8FB-425C-B12E-8C30C86D58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0">
            <a:extLst xmlns:a="http://schemas.openxmlformats.org/drawingml/2006/main">
              <a:ext uri="{FF2B5EF4-FFF2-40B4-BE49-F238E27FC236}">
                <a16:creationId xmlns:a16="http://schemas.microsoft.com/office/drawing/2014/main" id="{21EB99F6-C44A-4890-AF3A-1F784D5B54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우리 업무에서 먼저 정리할 한 가지">
            <a:extLst xmlns:a="http://schemas.openxmlformats.org/drawingml/2006/main">
              <a:ext uri="{FF2B5EF4-FFF2-40B4-BE49-F238E27FC236}">
                <a16:creationId xmlns:a16="http://schemas.microsoft.com/office/drawing/2014/main" id="{BBC9AA57-4354-49D8-97E2-395C4C81E7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5C66F561-DCBB-4337-8EF8-037C55D90F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848ABAEC-138E-4A49-8E7E-98C8E10C8D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A161192E-477E-472F-B7FB-2AFC5DCCFB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EEE06EB6-AB68-47FE-AFF3-0AAD69669F0F}"/>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117E16C0-7FB3-4470-8B6C-A78BE9936CFF}"/>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FE780A18-43C6-4ACC-8079-43EF19E10E6F}"/>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82238A59-AB2A-41A7-8406-483E0FB58774}"/>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2B2024D3-4BBA-4962-BF64-D1F3A9CD4A6B}"/>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899AB05C-D04C-4748-9CCF-20B0FBA80BF4}"/>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3BCACA4F-AFBF-44CA-B1E6-84B2D15F182E}"/>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24B50C2C-7BAF-4C1B-B13A-E56272B252D3}"/>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4EB5A4B2-5B66-4259-BBAC-E5E488BA6D71}"/>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3D24C60D-70AE-4D96-8022-63F5AD835DAE}"/>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47B2A930-774D-40B8-AC35-B8032F7EFF33}"/>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6E7272DB-4C6C-4C50-B092-21AB8D90C57B}"/>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145EBAB2-21C6-42B1-A043-1F8E33CA957B}"/>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CBC868BC-87DD-4C4B-AB4B-4EBDB60694D4}"/>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12247123-1CA9-4AE6-9698-21EE592F9B3E}"/>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5FDB319B-585E-47E9-903F-BFA61142B069}"/>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ADF47C95-DF7B-477E-A57D-3F1987C37F99}"/>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4D0E4ED9-50B7-4D3D-A91F-DD28E7A95A32}"/>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E1BF0A4A-D2A1-4477-BC56-C02D23695570}"/>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56A37CD5-2852-4ECA-A8F2-C02AFC1ECE42}"/>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7701193D-E2FE-4CC6-A956-B5069FF9C8B2}"/>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DF8F66A3-1200-4046-9E7D-5A501C4C9DED}"/>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9E594E03-68FB-4190-9D42-897CE73A4A86}"/>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A8070DBD-07AE-4A68-8001-C36FABF5C0D3}"/>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8C39B3C8-2C9E-4BBF-AAE6-B59B95D16FDC}"/>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FA9AAD79-3527-4B20-8D92-CEB77DCB94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652170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2026-10-25T09:09:52.6160000Z</dcterms:created>
  <dcterms:modified xsi:type="dcterms:W3CDTF">2026-10-25T09:09:52.6160000Z</dcterms:modified>
</coreProperties>
</file>