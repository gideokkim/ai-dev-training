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7684d5453a14e23" /><Relationship Type="http://schemas.openxmlformats.org/officeDocument/2006/relationships/extended-properties" Target="/docProps/app.xml" Id="R5926e37ae92546c5" /><Relationship Type="http://schemas.openxmlformats.org/officeDocument/2006/relationships/officeDocument" Target="/ppt/presentation.xml" Id="R5e733b1eb4df4601" /></Relationships>
</file>

<file path=ppt/presentation.xml><?xml version="1.0" encoding="utf-8"?>
<p:presentation xmlns:p="http://schemas.openxmlformats.org/presentationml/2006/main">
  <p:sldMasterIdLst>
    <p:sldMasterId xmlns:r="http://schemas.openxmlformats.org/officeDocument/2006/relationships" id="2147483648" r:id="Rc93528945ea44c2f"/>
  </p:sldMasterIdLst>
  <p:notesMasterIdLst>
    <p:notesMasterId xmlns:r="http://schemas.openxmlformats.org/officeDocument/2006/relationships" r:id="R6451fa5210c1432a"/>
  </p:notesMasterIdLst>
  <p:sldIdLst>
    <p:sldId xmlns:r="http://schemas.openxmlformats.org/officeDocument/2006/relationships" id="256" r:id="R1ac133a54d054c7e"/>
    <p:sldId xmlns:r="http://schemas.openxmlformats.org/officeDocument/2006/relationships" id="257" r:id="Rd2b4a157d3ef4b3f"/>
    <p:sldId xmlns:r="http://schemas.openxmlformats.org/officeDocument/2006/relationships" id="258" r:id="Raca90414191f400c"/>
    <p:sldId xmlns:r="http://schemas.openxmlformats.org/officeDocument/2006/relationships" id="259" r:id="R2867104828414e78"/>
    <p:sldId xmlns:r="http://schemas.openxmlformats.org/officeDocument/2006/relationships" id="260" r:id="Rb1a11dd0b02d4eff"/>
    <p:sldId xmlns:r="http://schemas.openxmlformats.org/officeDocument/2006/relationships" id="261" r:id="Rd668b96e30014b10"/>
    <p:sldId xmlns:r="http://schemas.openxmlformats.org/officeDocument/2006/relationships" id="262" r:id="R17e4effafe4c4a25"/>
    <p:sldId xmlns:r="http://schemas.openxmlformats.org/officeDocument/2006/relationships" id="263" r:id="R8cb6f8f660904542"/>
    <p:sldId xmlns:r="http://schemas.openxmlformats.org/officeDocument/2006/relationships" id="264" r:id="Rd3a9a2228f1843b8"/>
    <p:sldId xmlns:r="http://schemas.openxmlformats.org/officeDocument/2006/relationships" id="265" r:id="R4ce71f1aab024db3"/>
    <p:sldId xmlns:r="http://schemas.openxmlformats.org/officeDocument/2006/relationships" id="266" r:id="Ra79eb7c690ab488e"/>
    <p:sldId xmlns:r="http://schemas.openxmlformats.org/officeDocument/2006/relationships" id="267" r:id="R54811c8458814d77"/>
    <p:sldId xmlns:r="http://schemas.openxmlformats.org/officeDocument/2006/relationships" id="268" r:id="Rb85fe1a0ee4b4a28"/>
    <p:sldId xmlns:r="http://schemas.openxmlformats.org/officeDocument/2006/relationships" id="269" r:id="R1feea31d511c4b0e"/>
    <p:sldId xmlns:r="http://schemas.openxmlformats.org/officeDocument/2006/relationships" id="270" r:id="Rf5bbd43900104407"/>
    <p:sldId xmlns:r="http://schemas.openxmlformats.org/officeDocument/2006/relationships" id="271" r:id="R63d5629767554010"/>
    <p:sldId xmlns:r="http://schemas.openxmlformats.org/officeDocument/2006/relationships" id="272" r:id="Rf51ed4c59f7845da"/>
    <p:sldId xmlns:r="http://schemas.openxmlformats.org/officeDocument/2006/relationships" id="273" r:id="Re9584f60867f4c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3ac03913944e45" /><Relationship Type="http://schemas.openxmlformats.org/officeDocument/2006/relationships/slideMaster" Target="/ppt/slideMasters/slideMaster1.xml" Id="Rc93528945ea44c2f" /><Relationship Type="http://schemas.openxmlformats.org/officeDocument/2006/relationships/notesMaster" Target="/ppt/notesMasters/notesMaster1.xml" Id="R6451fa5210c1432a" /><Relationship Type="http://schemas.openxmlformats.org/officeDocument/2006/relationships/presProps" Target="/ppt/presProps.xml" Id="Rf6b4cb51c63f4df0" /><Relationship Type="http://schemas.openxmlformats.org/officeDocument/2006/relationships/tableStyles" Target="/ppt/tableStyles.xml" Id="Ra433470121d54515" /><Relationship Type="http://schemas.openxmlformats.org/officeDocument/2006/relationships/slide" Target="/ppt/slides/slide1.xml" Id="R1ac133a54d054c7e" /><Relationship Type="http://schemas.openxmlformats.org/officeDocument/2006/relationships/slide" Target="/ppt/slides/slide2.xml" Id="Rd2b4a157d3ef4b3f" /><Relationship Type="http://schemas.openxmlformats.org/officeDocument/2006/relationships/slide" Target="/ppt/slides/slide3.xml" Id="Raca90414191f400c" /><Relationship Type="http://schemas.openxmlformats.org/officeDocument/2006/relationships/slide" Target="/ppt/slides/slide4.xml" Id="R2867104828414e78" /><Relationship Type="http://schemas.openxmlformats.org/officeDocument/2006/relationships/slide" Target="/ppt/slides/slide5.xml" Id="Rb1a11dd0b02d4eff" /><Relationship Type="http://schemas.openxmlformats.org/officeDocument/2006/relationships/slide" Target="/ppt/slides/slide6.xml" Id="Rd668b96e30014b10" /><Relationship Type="http://schemas.openxmlformats.org/officeDocument/2006/relationships/slide" Target="/ppt/slides/slide7.xml" Id="R17e4effafe4c4a25" /><Relationship Type="http://schemas.openxmlformats.org/officeDocument/2006/relationships/slide" Target="/ppt/slides/slide8.xml" Id="R8cb6f8f660904542" /><Relationship Type="http://schemas.openxmlformats.org/officeDocument/2006/relationships/slide" Target="/ppt/slides/slide9.xml" Id="Rd3a9a2228f1843b8" /><Relationship Type="http://schemas.openxmlformats.org/officeDocument/2006/relationships/slide" Target="/ppt/slides/slide10.xml" Id="R4ce71f1aab024db3" /><Relationship Type="http://schemas.openxmlformats.org/officeDocument/2006/relationships/slide" Target="/ppt/slides/slide11.xml" Id="Ra79eb7c690ab488e" /><Relationship Type="http://schemas.openxmlformats.org/officeDocument/2006/relationships/slide" Target="/ppt/slides/slide12.xml" Id="R54811c8458814d77" /><Relationship Type="http://schemas.openxmlformats.org/officeDocument/2006/relationships/slide" Target="/ppt/slides/slide13.xml" Id="Rb85fe1a0ee4b4a28" /><Relationship Type="http://schemas.openxmlformats.org/officeDocument/2006/relationships/slide" Target="/ppt/slides/slide14.xml" Id="R1feea31d511c4b0e" /><Relationship Type="http://schemas.openxmlformats.org/officeDocument/2006/relationships/slide" Target="/ppt/slides/slide15.xml" Id="Rf5bbd43900104407" /><Relationship Type="http://schemas.openxmlformats.org/officeDocument/2006/relationships/slide" Target="/ppt/slides/slide16.xml" Id="R63d5629767554010" /><Relationship Type="http://schemas.openxmlformats.org/officeDocument/2006/relationships/slide" Target="/ppt/slides/slide17.xml" Id="Rf51ed4c59f7845da" /><Relationship Type="http://schemas.openxmlformats.org/officeDocument/2006/relationships/slide" Target="/ppt/slides/slide18.xml" Id="Re9584f60867f4c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72dde5f62b4e1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5d000c60c0483d" /><Relationship Type="http://schemas.openxmlformats.org/officeDocument/2006/relationships/notesMaster" Target="/ppt/notesMasters/notesMaster1.xml" Id="R64e8986a948b48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a7b5638e204ef5" /><Relationship Type="http://schemas.openxmlformats.org/officeDocument/2006/relationships/notesMaster" Target="/ppt/notesMasters/notesMaster1.xml" Id="Rd569a1c244814f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7453f52ec04cb0" /><Relationship Type="http://schemas.openxmlformats.org/officeDocument/2006/relationships/notesMaster" Target="/ppt/notesMasters/notesMaster1.xml" Id="R218a1705b9a946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1d01d6478b4326" /><Relationship Type="http://schemas.openxmlformats.org/officeDocument/2006/relationships/notesMaster" Target="/ppt/notesMasters/notesMaster1.xml" Id="R370cfc8931a049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b06a457e774ceb" /><Relationship Type="http://schemas.openxmlformats.org/officeDocument/2006/relationships/notesMaster" Target="/ppt/notesMasters/notesMaster1.xml" Id="Rdbe4278bb5c941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f37398d8254f81" /><Relationship Type="http://schemas.openxmlformats.org/officeDocument/2006/relationships/notesMaster" Target="/ppt/notesMasters/notesMaster1.xml" Id="Rcc70b079de7940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ea9da1a38442fb" /><Relationship Type="http://schemas.openxmlformats.org/officeDocument/2006/relationships/notesMaster" Target="/ppt/notesMasters/notesMaster1.xml" Id="R6a8b951aa73c46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780e3c984247e1" /><Relationship Type="http://schemas.openxmlformats.org/officeDocument/2006/relationships/notesMaster" Target="/ppt/notesMasters/notesMaster1.xml" Id="R90bca3467e2f45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2b308ba5b54fba" /><Relationship Type="http://schemas.openxmlformats.org/officeDocument/2006/relationships/notesMaster" Target="/ppt/notesMasters/notesMaster1.xml" Id="R654d895d41de43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a6f92691204ad3" /><Relationship Type="http://schemas.openxmlformats.org/officeDocument/2006/relationships/notesMaster" Target="/ppt/notesMasters/notesMaster1.xml" Id="R6e7cdb7ccfc242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97b6e59f484482" /><Relationship Type="http://schemas.openxmlformats.org/officeDocument/2006/relationships/notesMaster" Target="/ppt/notesMasters/notesMaster1.xml" Id="R9b7df7e5633d43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fa60c82e534c60" /><Relationship Type="http://schemas.openxmlformats.org/officeDocument/2006/relationships/notesMaster" Target="/ppt/notesMasters/notesMaster1.xml" Id="R8ebbdc802c9f4f9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088aa8b3ceb429c" /><Relationship Type="http://schemas.openxmlformats.org/officeDocument/2006/relationships/notesMaster" Target="/ppt/notesMasters/notesMaster1.xml" Id="R337523eb70e4455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3168cd0f226405a" /><Relationship Type="http://schemas.openxmlformats.org/officeDocument/2006/relationships/notesMaster" Target="/ppt/notesMasters/notesMaster1.xml" Id="R2de56c4946774f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21c902cdf0d43de" /><Relationship Type="http://schemas.openxmlformats.org/officeDocument/2006/relationships/notesMaster" Target="/ppt/notesMasters/notesMaster1.xml" Id="Rb9dc9364b119431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a229adc2264a91" /><Relationship Type="http://schemas.openxmlformats.org/officeDocument/2006/relationships/notesMaster" Target="/ppt/notesMasters/notesMaster1.xml" Id="R2ae8706e68a64c5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a116346d0184463" /><Relationship Type="http://schemas.openxmlformats.org/officeDocument/2006/relationships/notesMaster" Target="/ppt/notesMasters/notesMaster1.xml" Id="R90bdbc3e84874ca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ffbcfc70f6447b2" /><Relationship Type="http://schemas.openxmlformats.org/officeDocument/2006/relationships/notesMaster" Target="/ppt/notesMasters/notesMaster1.xml" Id="Rba547acb21104a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6e39054fb449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1423a275124c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1497a61f1c40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df604ee17c84ba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f7dcbd61e549f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2ac259e89314c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68F52C-19A6-4839-BFC0-338D32E1D84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9206037-3E6C-45BE-B865-E6222DA26DB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8DA9F56-A138-43C8-96BA-AAB60C86FCB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FBA10E-0554-4C5E-B44C-9522E86CCD1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CA6E1B-7C16-415E-BAB0-538CD9EB4C3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FCB8C45-3F40-496A-B359-2FB979A0DD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3A5AC8-1AF9-41C9-B00B-00D4FBEE01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5088CF8-1633-495E-A3A1-0413968D193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B4BD22-0FEB-4045-8998-6807BD40B1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F9DF55-F295-4C15-B700-6ABADC417B0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ba78326a7f48bd" /><Relationship Type="http://schemas.openxmlformats.org/officeDocument/2006/relationships/slideLayout" Target="/ppt/slideLayouts/slideLayout1.xml" Id="Re324e73c98134551" /><Relationship Type="http://schemas.openxmlformats.org/officeDocument/2006/relationships/slideLayout" Target="/ppt/slideLayouts/slideLayout2.xml" Id="R16ac2a7479ed4d3b" /><Relationship Type="http://schemas.openxmlformats.org/officeDocument/2006/relationships/slideLayout" Target="/ppt/slideLayouts/slideLayout3.xml" Id="Rdd5fb6773b784ded" /><Relationship Type="http://schemas.openxmlformats.org/officeDocument/2006/relationships/slideLayout" Target="/ppt/slideLayouts/slideLayout4.xml" Id="R936f9e4044b7491c" /><Relationship Type="http://schemas.openxmlformats.org/officeDocument/2006/relationships/slideLayout" Target="/ppt/slideLayouts/slideLayout5.xml" Id="R29876882f0924837" /><Relationship Type="http://schemas.openxmlformats.org/officeDocument/2006/relationships/slideLayout" Target="/ppt/slideLayouts/slideLayout6.xml" Id="R3f098f4395cd4c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24e73c98134551"/>
    <p:sldLayoutId xmlns:r="http://schemas.openxmlformats.org/officeDocument/2006/relationships" id="2147483650" r:id="R16ac2a7479ed4d3b"/>
    <p:sldLayoutId xmlns:r="http://schemas.openxmlformats.org/officeDocument/2006/relationships" id="2147483651" r:id="Rdd5fb6773b784ded"/>
    <p:sldLayoutId xmlns:r="http://schemas.openxmlformats.org/officeDocument/2006/relationships" id="2147483652" r:id="R936f9e4044b7491c"/>
    <p:sldLayoutId xmlns:r="http://schemas.openxmlformats.org/officeDocument/2006/relationships" id="2147483653" r:id="R29876882f0924837"/>
    <p:sldLayoutId xmlns:r="http://schemas.openxmlformats.org/officeDocument/2006/relationships" id="2147483654" r:id="R3f098f4395cd4c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3eb886f671422b" /><Relationship Type="http://schemas.openxmlformats.org/officeDocument/2006/relationships/image" Target="/ppt/media/image.png" Id="R45164754d2134156" /><Relationship Type="http://schemas.openxmlformats.org/officeDocument/2006/relationships/image" Target="/ppt/media/image2.png" Id="R5db8259e026d4579" /><Relationship Type="http://schemas.openxmlformats.org/officeDocument/2006/relationships/notesSlide" Target="/ppt/notesSlides/notesSlide1.xml" Id="R882eb9d6d86f42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c9b3b80784148c3" /><Relationship Type="http://schemas.openxmlformats.org/officeDocument/2006/relationships/notesSlide" Target="/ppt/notesSlides/notesSlide2.xml" Id="R40264dd1b9b04a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455ae68327454e" /><Relationship Type="http://schemas.openxmlformats.org/officeDocument/2006/relationships/notesSlide" Target="/ppt/notesSlides/notesSlide3.xml" Id="Rd77e96f3de424b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f21228d4784e80" /><Relationship Type="http://schemas.openxmlformats.org/officeDocument/2006/relationships/notesSlide" Target="/ppt/notesSlides/notesSlide4.xml" Id="R341954225ada42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b73ab55a1e140da" /><Relationship Type="http://schemas.openxmlformats.org/officeDocument/2006/relationships/notesSlide" Target="/ppt/notesSlides/notesSlide5.xml" Id="R23e5f61185b1440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40ddc7ebba24838" /><Relationship Type="http://schemas.openxmlformats.org/officeDocument/2006/relationships/notesSlide" Target="/ppt/notesSlides/notesSlide6.xml" Id="Rc50c381020ee4b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afae00a306476c" /><Relationship Type="http://schemas.openxmlformats.org/officeDocument/2006/relationships/notesSlide" Target="/ppt/notesSlides/notesSlide7.xml" Id="R7ee0c2722003466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3f20e78abff4b71" /><Relationship Type="http://schemas.openxmlformats.org/officeDocument/2006/relationships/notesSlide" Target="/ppt/notesSlides/notesSlide8.xml" Id="Rd90b10bfc5d646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f2a48243154c46" /><Relationship Type="http://schemas.openxmlformats.org/officeDocument/2006/relationships/chart" Target="/ppt/slides/charts/chart1.xml" Id="R69fe1c9cc9ba43aa" /><Relationship Type="http://schemas.openxmlformats.org/officeDocument/2006/relationships/notesSlide" Target="/ppt/notesSlides/notesSlide9.xml" Id="R9155ee1c0d9e4e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b4a9f219c4b40af" /><Relationship Type="http://schemas.openxmlformats.org/officeDocument/2006/relationships/notesSlide" Target="/ppt/notesSlides/notesSlide10.xml" Id="Rb456afad2fec4e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58c139aa7ce4a81" /><Relationship Type="http://schemas.openxmlformats.org/officeDocument/2006/relationships/notesSlide" Target="/ppt/notesSlides/notesSlide11.xml" Id="Re2cba1008204401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e91dfcfc5294093" /><Relationship Type="http://schemas.openxmlformats.org/officeDocument/2006/relationships/notesSlide" Target="/ppt/notesSlides/notesSlide12.xml" Id="Re8c2962f765142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5e54f0902d241d9" /><Relationship Type="http://schemas.openxmlformats.org/officeDocument/2006/relationships/notesSlide" Target="/ppt/notesSlides/notesSlide13.xml" Id="Rf5194cb970ec42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90c9a0c07c94543" /><Relationship Type="http://schemas.openxmlformats.org/officeDocument/2006/relationships/notesSlide" Target="/ppt/notesSlides/notesSlide14.xml" Id="Rc419e6c09abc494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3e8c47621f941ac" /><Relationship Type="http://schemas.openxmlformats.org/officeDocument/2006/relationships/notesSlide" Target="/ppt/notesSlides/notesSlide15.xml" Id="R47bfce77faf840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38bb9e8634746c6" /><Relationship Type="http://schemas.openxmlformats.org/officeDocument/2006/relationships/notesSlide" Target="/ppt/notesSlides/notesSlide16.xml" Id="R55dccb1b33fc49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ab687a6ee644c0f" /><Relationship Type="http://schemas.openxmlformats.org/officeDocument/2006/relationships/image" Target="/ppt/media/image3.png" Id="R3bd1edb2844e4aff" /><Relationship Type="http://schemas.openxmlformats.org/officeDocument/2006/relationships/notesSlide" Target="/ppt/notesSlides/notesSlide17.xml" Id="Rb5bc8fad4ee14ac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a1a5b4893f94bf1" /><Relationship Type="http://schemas.openxmlformats.org/officeDocument/2006/relationships/notesSlide" Target="/ppt/notesSlides/notesSlide18.xml" Id="R39204112b06a41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42270D03-D5B5-4E8E-84FF-50BBCFBE0D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BF11FA6D-8B9C-405F-A910-D52055778F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5664CA71-AA71-4904-A17F-4F4F2B3BDE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7C6215D5-BE4F-4015-9D02-6C6C108172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F579D02B-3827-49BC-8C31-D1A56B7614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88F58C7-C53E-4971-83DD-64EA4D975E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CC927A94-15D9-4CBC-8DE7-A918CC97B103}"/>
              </a:ext>
            </a:extLst>
          </p:cNvPr>
          <p:cNvPicPr>
            <a:picLocks xmlns:a="http://schemas.openxmlformats.org/drawingml/2006/main" noChangeAspect="1"/>
          </p:cNvPicPr>
          <p:nvPr/>
        </p:nvPicPr>
        <p:blipFill>
          <a:blip xmlns:r="http://schemas.openxmlformats.org/officeDocument/2006/relationships" xmlns:a="http://schemas.openxmlformats.org/drawingml/2006/main" r:embed="R45164754d2134156"/>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E8D86E0-2986-4D73-8D13-1BDB852752F6}"/>
              </a:ext>
            </a:extLst>
          </p:cNvPr>
          <p:cNvPicPr>
            <a:picLocks xmlns:a="http://schemas.openxmlformats.org/drawingml/2006/main" noChangeAspect="1"/>
          </p:cNvPicPr>
          <p:nvPr/>
        </p:nvPicPr>
        <p:blipFill>
          <a:blip xmlns:r="http://schemas.openxmlformats.org/officeDocument/2006/relationships" xmlns:a="http://schemas.openxmlformats.org/drawingml/2006/main" r:embed="R5db8259e026d457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21F1279A-BE42-4465-BEB7-9B423AF9AB67}"/>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B9B0040E-F719-44B8-A2F9-3905B5F0C30E}"/>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9A7F13C7-D675-42D4-ABF5-B6356FC7F279}"/>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6668B32-9C1D-44D2-9BBE-AAA109E33357}"/>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A7FD77AD-6E04-4A6F-BFEB-B16402A1E07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DDFA9F80-0451-4AE3-A80A-C0D7D1F4B92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7E99BCEA-676D-4FB1-A54D-42C075D510C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D1BDCF24-A410-4D39-943D-06CFC0F27611}"/>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49736F5-1F40-44A4-9AEE-DD1A7BCC41A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6A01D8A-B202-478D-A665-388F600CD518}"/>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78B7F557-15D8-4CD5-B761-4C32833D640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8CC383E-2479-4599-8823-87698F06168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AB1C007C-8FA0-4AAA-90B2-5890BC2584A6}"/>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BA4749D-8B0D-448A-B3B4-749323973A01}"/>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E7363F8-5C68-474E-8F65-8AE57394D845}"/>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D838AF5D-F0E9-4154-A5AC-454AD1D1A824}"/>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7002792D-4F82-4E5C-A780-BD43B2731198}"/>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79AD15B-909D-45E8-94D9-24DA1E3709A5}"/>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538AE0CC-7452-49AC-AEA4-6C835BB108C9}"/>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A3C87BEA-6E9E-4B45-9B1E-381E73FC29D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57F0B754-5C40-4381-A4CF-8E51C0C0385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2FDCCBF-EABE-4EBC-9648-3BF371291748}"/>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95487C7-D1D5-4FAF-AE10-65200212DB14}"/>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A1E9EA1D-892D-47B2-A176-9E1382F6864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4231C6D2-DFD0-4F23-8CB4-D623D41222E6}"/>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05D16208-DCB6-45EF-8CFF-F8F23D487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31623829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9DFAA824-453D-47AA-8FF6-5E4F7C76D2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F6260E3-128C-439C-966E-93F12F4B24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C6701680-0C38-4699-BA18-53C297BE0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C18E3075-EDB1-469F-B94A-1E6B31BB8E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C6655F4-8C30-49C5-8CAE-B817A229C7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21BED54-ED50-46B7-A433-679EE542EF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F63F3E16-D2DA-4179-A4A4-8007DE29FAE1}"/>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A952E511-1500-4D3F-A29A-212C9C315C4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A4E07B90-7637-4012-BC58-B3CD496FFD46}"/>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2F72DDD-365B-4D4F-8773-3BFA79CB9FB4}"/>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C3413AC-B6A8-4536-A843-367546791B4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7F40C9FB-5DE6-4B28-9678-61E3E41AA912}"/>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36F4537A-F76D-410A-B9BD-F295E5A96C3D}"/>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690D8A88-FAA2-4738-8563-39074A31E7D5}"/>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63F769F7-34EC-41D6-8E11-0DCE807B889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C014F83F-CED8-492B-B57E-82855A12B1D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E8F8C5D-511D-49A8-B45A-183F47DCBD70}"/>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58C7393-722C-4AD3-A145-42B8FA8ED1B6}"/>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9F197B56-9547-4194-9E30-0C656CA5C769}"/>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A9E3998-E8ED-46B6-9711-D03735374020}"/>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7A8AC75-E939-4C70-93D7-BFEF5000194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CDCCBC95-CBD8-4599-9F4C-3B8AE8EB998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BDC666EC-6997-4C4D-881A-A5C0760BFC5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9A0DBE5B-A3C4-4FBB-A53C-7C09D1DBE24E}"/>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A842431C-2795-4130-8507-E111CE7714B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40D1111-318D-4B5F-A775-38FE85D16AAC}"/>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F6EA1152-1FA9-4DCE-B630-E0FF1167B4BC}"/>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16A6B8E0-2F3F-414F-8FAC-67F3CFCCC67A}"/>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9DFC611-FC31-49EE-A90F-A5C848F047E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52A7D6DD-AAF1-4A94-8CFD-51C4818A1F1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445F3AF7-D3F3-4AFC-9B75-C5AC061EBB1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B261C03C-4D4F-4B20-9181-57C3BEFF429B}"/>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1416D992-6BD5-458D-A8DE-4D16F78C9270}"/>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9BABDA32-283B-4F42-8450-A557E62F5D35}"/>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8432949-CEB9-4EA3-A717-1763EB3DC1B0}"/>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EBD6E4A-CB7C-4240-8366-A9E8C35DCA1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9C0FB4F-BA18-4808-8EF7-EABA6A69A26B}"/>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614BE023-C8BD-4231-AB6A-25330C85DB36}"/>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920D6FF-035C-4F4A-A9DF-9762083479B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A0404512-6E09-46D2-ABC2-591225A58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8325311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C250CD7F-3B32-4556-9362-872E3D20DD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6ECCF1DD-9E4E-4E16-86DF-4C25FAE43F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EC2F94F5-85B1-4EF8-8288-F0FC9124A7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3565EAEB-2ADC-4D44-ACFE-FF58D08E96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D22AAF45-E14D-4F8C-95FA-5ED3308255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E3F66406-0113-439A-A729-776C3F37A1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2A02F14-AA64-49FD-A8D4-D7A1B08A3A94}"/>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E0A612E3-54CE-489B-9291-2AE2613685C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871D8038-1C14-4812-9303-8914FE1A99A0}"/>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DB16F1E0-CE6C-4BDA-8E89-23CC858DC13A}"/>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D8E264-27F3-4D7A-A5A8-FC608DAE8510}"/>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B335B52-3AEE-4E21-A254-E7490209154D}"/>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561406C-77EA-4FD4-89E6-F5C17F2B0D9D}"/>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2F1B9EA-DFB7-49D2-B80A-2F3B932DDD4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A5DADF84-F0D1-407E-9F25-CA699FAD4ED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4A6A2DE5-FC70-4CD0-8A28-2E20DB7EBDCA}"/>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8ECD261C-9B3F-4F4B-8A71-B8A649BB9482}"/>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F1733EB2-CF85-4478-AB89-04A65D0C2B26}"/>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3A925DC8-5026-4A78-B02C-2602E14A751C}"/>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F881E748-5235-4D84-BC6D-B1842D7FD69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2D975102-958F-41A1-B748-AD35F416970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00CCC790-FE92-4DD6-9186-FAE2A281B2B2}"/>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17F74E99-F45B-4A77-A751-897F59621C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0718444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5F379163-03F4-4426-BB4A-ED5A8CFDA2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E15FDE0A-48AB-4717-8D2A-B96CDA02A4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8DB44671-5273-4AA6-99EE-51A44CA8D1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21277158-DE5A-4B83-822B-0ABCD8896C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A5A53A4-F60C-4A89-8FD5-6B13C98801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C42737E1-1F34-4D0C-9380-BCD341F0BA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ABD217E1-B9AB-48FE-A345-DAD436D71ADA}"/>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87CD2E0-D0C9-4552-96F8-A7506ACCEACC}"/>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6EF677F-C1CA-468B-AA3A-7BC92E991E3C}"/>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880AC56-6409-41D6-A0E6-30F176E419B3}"/>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868E96F3-1A56-43E3-A4E0-DEACB02F084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78076C94-2957-4F28-BE94-FE1EF6C7865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C71C549-01E2-447E-A75A-24F2B446E4BA}"/>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38304CD7-6690-41C5-BEAE-EF31A5449E93}"/>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6925767-F53D-4250-9B4F-9B09131F2CB9}"/>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A75D8373-FE32-4CD5-9130-725A4BCCD0E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C6D65E7E-3F73-482E-AAB7-11DD1FB6D31D}"/>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36C5D812-0BCE-474D-BA2E-9C49EFC03241}"/>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EAB6B335-703F-4984-BA13-5A99EEAFBFA9}"/>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56F1CB3E-F306-4813-AF17-B6616CD800BD}"/>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6085DDCB-B06E-4FD2-B897-CFBD3D3D36A8}"/>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4F3AC03-45BB-40EB-A6D1-7149B577E7E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BA68DC2E-8B9B-4B4B-B942-36E0F98A886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B5BBFFF-F0C8-424D-815F-817D5A2C537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C339F7-46E4-479E-9514-0CB785A99384}"/>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B003451F-5F30-4521-A403-CC1C07870A9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70D3BB68-2316-42F3-995D-B97577137B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5801021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30D28A9-5172-4199-8853-39066B5F7D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BB1A7F98-860D-4AEB-BE78-39968BCA1E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F05AF2F6-3517-4655-BFF1-67B8B60C44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CB3F64B9-B23D-4225-94DB-6AA89BF26E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66901A0F-5C16-4CCB-8C05-AE8E0D242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406EC00-44AB-4857-BFB1-472C533E68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40739C9D-9520-44E7-BC02-2B160B3C38B0}"/>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3A0769F-E55A-4F05-B50B-A6B0C3D1B412}"/>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F19A4B21-7E0D-4F07-9AEC-5568A9E4EFC8}"/>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5E65B7BD-3E36-45E0-91F7-641A5235A80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9D10B813-DA40-41C3-AAD6-9728B9CC01B1}"/>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357B44E2-F838-4183-9729-1E85A9CD5EFB}"/>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5D5EA2F0-22E4-496C-A5A4-E7CF344B9238}"/>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CFD5476-5ED4-4F7B-A9D0-3A6F19BE320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9ACDCDD0-A7B3-4CC9-BD0E-390DDEE901F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AABA4C73-2B42-43CA-BB87-E0EF71499F18}"/>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C2FEAFDE-1B1B-4D3F-A5B0-165BA5AD2E79}"/>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05FD2D35-EEE9-43D1-9862-4052741A9B8A}"/>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96C582D-F2AF-45D3-B219-5D5ED1B7396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99044FA2-80B3-4AFB-B83D-8213232C26C7}"/>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90139D9-824D-4B66-A3C3-E33F0F04298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16CB86A-923A-45CF-821B-02DCBD86D1C0}"/>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02D3CC8-86CF-4502-BA72-88E6658DEA88}"/>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ACEF823A-64CF-4F09-A0A2-0CA52CEAF339}"/>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48376221-585F-49C3-8EF4-ED6043385420}"/>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0DFE314-0CFB-46E3-BE0A-E804695BEBE6}"/>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596D573-ABC5-44CD-A428-3112FD8FD5C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E668848-3618-403E-9878-833DF692546A}"/>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5DBDDE76-BF92-4F70-8B7A-976376368850}"/>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9A4C8B45-373C-4CAE-9B2E-39568C6C958A}"/>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25587DB6-1E55-42DB-8672-314A14F07179}"/>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B448DC3E-486A-48CF-867C-BC34CFCD5056}"/>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545B6281-C8FF-4652-9AB1-EF9AC474B7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185911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133DF8DE-6B3C-4248-88B5-6F3796F585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8EB3A75A-C00A-4160-9C21-BB29CAB528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DCDE710D-1D65-4195-B0D3-B9B41D4A93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815243CE-F343-4C7C-BBD9-90D38E4C14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82DF526A-F273-4515-829F-A973C4D603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8671D242-7231-4767-BB1A-6256EAEF02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FE054819-9818-4A7A-A15C-975402226F40}"/>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ACB362CE-A181-4DC4-84E4-3DEFD6F5F96B}"/>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43AE1C75-10B9-43F1-9D0B-BE9042572291}"/>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4C1E760F-748F-468D-B807-9192AAD32A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352057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E7EF6DD1-33BF-49D2-A29E-30E3D4F4AE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7BDEA107-D3C3-421F-B988-C2EC3099E9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70436627-ACD1-4A91-A0DD-4A48E3C1F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2CECA00C-E51B-41B3-90B0-BBD0B731E3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C556E852-5ADD-4077-BEB4-DB4D7E99D5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AE1BA5B7-231A-473B-A78A-BFD492727D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AAC80B7A-3D11-41BA-B39B-37C1B4ECBD15}"/>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A750A2A5-A40D-4582-83EC-2396C9512BE3}"/>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3332910B-A6B8-438F-A9D7-6AE81C7E4DB2}"/>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05860A45-C7F3-48D1-9C39-ACB936D89D3F}"/>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A835466F-7061-4B30-9087-B59212AE2BE9}"/>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67D856FB-7154-40AC-9383-42453051E1B2}"/>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07BCE671-3468-4F03-BDA2-3591E305B5AA}"/>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CFE5F4B4-95D5-4637-BA7D-2F2E7DE1351C}"/>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78BA5009-22BD-4C0C-81D5-ADB3800634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42623460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B95000D3-DB71-4082-B780-C936F47B56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F516399C-3DBC-4804-9113-6B2CDAB63A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0D90C9A0-C517-4DE1-9E80-1106994046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B8EB0EE3-CAD0-4833-9249-8636DA7C5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8C8E6D35-F970-49CB-8C30-5DD8E9A374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DC8984B3-6A55-44FF-A536-4D6066A5A1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80171AE1-1506-43D4-92E1-23B5A8EC73C2}"/>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AE003603-8ED4-4674-935D-63395F41F355}"/>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8EA6FC0E-C2BB-4F1D-93A1-BF4D0AC63D83}"/>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0F734386-5937-4375-A891-E40FAFDD9E19}"/>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3D2344F2-0EBD-414B-B85B-512839D5EB70}"/>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667A5C98-851D-4374-8AAF-72FC55C40E5A}"/>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9872A4A2-0B35-4D94-A64F-4DF863BA42DA}"/>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C40573A2-A8FB-4CF8-AA6A-D604D5AD0404}"/>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1FCEC5D5-9CEB-471C-B48C-F8E2911E968A}"/>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C2ED879-6B7E-490F-A16B-F70991A8EB0F}"/>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18DE1AE7-E653-4D41-9CF1-FFAEF07CB09A}"/>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9687D347-C537-4B85-A7E7-21AD142F4265}"/>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0E3A14EC-0197-4343-BAFB-005F4CC4DC52}"/>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3DC4F095-1A1B-41D9-BD76-822F94DF0B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93056660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EDA4B86B-0598-46C3-8335-0CA74E7F96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E494CBAA-59C2-4464-BE46-E906A5692A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6C5331BF-3CF6-4BA3-9E50-DC36FC12AF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F4DCFBC1-EB70-4DAA-9E73-C6E0E95553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6E2C6650-E8B8-4922-A679-9D19F2012A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0694E72D-3CA0-4632-ACA0-728EFCCF8E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90686506-7972-4AAF-B6F2-39DF901B3A66}"/>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0A808713-310B-44EA-B848-1DCC8B52D348}"/>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5CFEDF22-56F8-406B-8E5C-EDFCABAF1937}"/>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0AC0C4DC-567C-4041-A539-1393883B3A85}"/>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69fe1c9cc9ba43aa"/>
          </a:graphicData>
        </a:graphic>
      </p:graphicFrame>
      <p:sp>
        <p:nvSpPr>
          <p:cNvPr id="11" name="">
            <a:extLst xmlns:a="http://schemas.openxmlformats.org/drawingml/2006/main">
              <a:ext uri="{FF2B5EF4-FFF2-40B4-BE49-F238E27FC236}">
                <a16:creationId xmlns:a16="http://schemas.microsoft.com/office/drawing/2014/main" id="{ADD738DB-7E84-4235-A250-C20B8DB4308E}"/>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ABDCD5C3-BEF7-42D6-9266-3D3AB230708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92AB158-EC21-49A5-AF88-7585EE73E3B2}"/>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57ACB83E-06B1-45F4-83CD-597BE7DA1B8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C36AF48A-41DD-453E-AE8A-616C7A15CE5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956412B-984C-4D39-8129-2B9080C9D94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AB89C2E-9C12-476C-B79A-430879ED8268}"/>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B8DB5008-651E-4720-B7A4-34E3A1657C36}"/>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663AD4F8-7630-4E37-805C-F415C0103934}"/>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E845953D-9411-4FB3-A0CE-5ADAAF3150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92281105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0A0A1F60-6F1D-43B8-A033-AF2E1CE56E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11614BF1-CA85-4C97-A9AF-2F1686A3C5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BF9DE013-6392-4FBC-90D7-9F6084294A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1520DE2B-8CC6-4B6C-8552-079252D0B4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84851184-EAD3-45F2-8D86-47434E327D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551C43BC-FDBE-4D6D-A910-A9D759BA53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C88C0156-5D5B-47A8-A9DF-CBCD2CD278AB}"/>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B07AEEA8-435A-4FC7-91A0-AFB3541C7901}"/>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8365132D-990E-4718-B5C9-746352AFBDC1}"/>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D60670F6-BC9C-4C99-9B6E-5A0336E55443}"/>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B44D9857-2511-4CEF-9934-3828114B4AE4}"/>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7D2999B4-8A56-4252-B462-6DF5456A459F}"/>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297F297F-D229-4ECD-9532-2A29499E0DEE}"/>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2B154C26-86A4-47CA-BA99-173A36581D68}"/>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4DAB5A02-FEF8-4DA0-BCD2-45C036B38ED6}"/>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5E9CAF62-C8E4-466A-A339-1EB198D3FB01}"/>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A441E066-9BFF-4F09-9209-8CCCDDFBFCDF}"/>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AA0177C-B502-4C99-A133-BD0F238DFC0E}"/>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5DC5F9B-87C4-43E8-A3AA-D6DD0B935CEA}"/>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6151A8C-D230-4AD8-AB05-7D12AA6ECBB2}"/>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5C4D3413-8C8C-4397-8848-E9E838B342A8}"/>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7B61DD57-B3CF-40E6-BE11-EFF1C14AD3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776619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679A3272-7293-47E6-BA68-8480504EAB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02ACE5A1-21A5-40AD-9F8F-6D81D2B897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A23ACB69-BD49-40E8-AC7A-94BCF082D2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7EF941BF-1937-45BA-B4FE-FD3FDD6EEE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A3B2C484-0C18-4ADD-B47F-2FE3A9C28F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3CA9F6DA-19FD-4DE6-9B42-E8A8E5C57D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1276C5A3-724F-4D71-9E7C-DAE40C5D9A26}"/>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247006EE-8321-40E2-B8EF-DF42C64A7950}"/>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75F61942-DE38-4B22-9C13-B3F74EF872D1}"/>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44FCE2DC-7C46-4DFD-80AF-926F2141832B}"/>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6ABB32-7C00-4622-B5F5-7C77B1E8CB52}"/>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0FC3CBAA-CD4D-4FDD-BAF1-E918A15380B9}"/>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743AE607-3351-40DB-87FE-1EC0BC1200DC}"/>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FF3AA3F1-689B-4BEE-8189-8D4103A268C1}"/>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50DF2B-69E6-48A4-8DF8-76751DF92E62}"/>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B6D3460E-80B5-488F-82BB-7E2C847AB5E4}"/>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BA5D540D-52D1-4C8C-A401-0E9A524443F2}"/>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A1F07A37-95F0-4AEB-B854-51599EAA574B}"/>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DD9E552C-3E95-4115-9189-A1DEDDE6E701}"/>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D34FDF13-9355-46A9-A566-9A1FEEE45B03}"/>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88D34AF6-D861-40FE-A747-50BE4EF437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81652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44888A6B-F893-4F37-A8A1-5F315CBD94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6CD00DED-EB48-40EA-B856-A85ADEF4B1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9E6EE880-C4EB-4152-ADAA-63884E5025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EBA01D57-ED5E-48AF-8E30-5F0B77744F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0AA5030F-372D-4C7C-BFEF-44201DE9D4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E6CBDAE8-547B-4908-ACAC-0CC0184794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741BA385-DBC9-4211-88B0-DB959F8F7837}"/>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4FABB91B-FB45-420E-874A-4B9BA0D607A5}"/>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CD24989F-E148-4A67-BDD7-CE9DCA2C122D}"/>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BD69328F-7F33-4EDC-8342-18126DAC5D2C}"/>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A4AC8D43-A8CB-47C2-9C6F-C539FAF3A976}"/>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2E4B83-AF4D-4CD1-BAD1-501D7CFFBF4F}"/>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51074135-BB82-4D8D-AF84-581F3D31F258}"/>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034E436F-F436-43D0-856B-BF80A4CC105B}"/>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7C4D517F-1D6D-4CCB-A39F-D97C4112CE8E}"/>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4B7506-5422-4C89-8E02-F1662ACF53D5}"/>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41096AEE-3FC4-4747-B88F-B1BC9FC4B7E0}"/>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CBC19CB4-6A34-4B7B-81E8-DB698FAB4F92}"/>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81761D00-3F92-4EA4-B21A-B776B6669092}"/>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E30754A8-5F1B-46BF-AA83-2046590C0EBE}"/>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4F52F195-C627-431C-84E8-D07F883430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816339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DC0D42B4-C82D-4FAB-B8BC-88BBA98395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84FD8BD6-647C-4EC4-B9FC-1E3AE1FA7D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AB654ED8-10DD-4A5A-B967-B66664C70A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A68B9013-4264-41E9-8105-59A5E6E778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D9F129FF-4BBB-4C10-A822-BA924DDC1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B0C4996D-3E80-498C-9212-0148F0C977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4C26F3B2-A196-4A22-A12F-82D5B582D504}"/>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889B72A6-E9BB-49B3-A293-0FE5E69E5A1F}"/>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425582DA-9DDB-4C23-8782-5095FF67C667}"/>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3A7D92BD-6DF8-4B49-9361-CF46316BCD35}"/>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21267A68-0C10-45E6-8661-7D2988100EA9}"/>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7C33654E-4093-4942-BA61-63B2A12973AA}"/>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B940DE61-A05C-4770-B73B-AFEE77914AB5}"/>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5BDD1270-C3B7-420D-99CE-549C4EB751B8}"/>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580F6963-DFA4-4A04-B96B-6E8BF73941E0}"/>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87F0B110-370B-42A4-AA9F-8EC293D28ABB}"/>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81B49CC0-4F1A-4F05-BA88-54546760A775}"/>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646D26AC-21B3-4B6C-AF9F-7200169F568B}"/>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AFE10BCC-A8D8-4EAA-9B85-70B5FC4148D2}"/>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B845AEC0-2F31-4D96-A8B7-CAC94CF1BF4A}"/>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D8D3E600-BBF5-4EEE-A81C-D0A6E4BF0124}"/>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CA99D903-1D6C-4AD0-A743-6A84BD1350D4}"/>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534EB936-50CD-419B-A6A3-231F3089C306}"/>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D30DB189-A43F-4583-9A63-288A43AE30E3}"/>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03358C90-496B-4157-A3AB-975B434EBD7F}"/>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6143700A-61BD-4AD6-A7BC-056691F3FE8E}"/>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3EAF4EBF-CE98-40F0-8941-71F7A1672E37}"/>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AA551DC1-EE34-4CD2-894F-34CC41A5CCAB}"/>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88416F6E-D7DD-4C80-AB32-A2D0A4BF12C2}"/>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BB94CEE0-D004-4F6E-B480-87A3D9FA8791}"/>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E712DC6C-2830-4CCE-83EF-CEEA95887477}"/>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68EB27F1-C825-4EBF-B2C7-3A771077A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710478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8A5E47A5-E11C-4894-8558-3E24533BA9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CA55B64C-07AD-4E64-A8F5-ECAE976F50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C96E56CF-D15E-4D3C-9210-0002184607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ED521210-0497-46AC-8540-6AA2B96B34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243B7DD1-EC8F-43FC-B51A-8E9F21D356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1DD065C2-FA24-4886-841B-07ABD3E609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E7D97EB7-9E1A-4D0C-AAD0-5F3C815B570B}"/>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5DC28C55-186E-4A03-B34E-5E9A08F6141A}"/>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75F85BA7-8DFF-466C-8A8C-9B63B5BCA358}"/>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193E385E-59B5-49D0-95BE-806FD83AD6A4}"/>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47FFAB0A-2144-450A-8316-0710605577A3}"/>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EC06E39D-3597-4D1D-9728-0014BE94315A}"/>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2EBC1FAB-B6A8-40C0-B84B-7C98AE75BAFE}"/>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18E0E08C-ED83-4DEA-94E6-0A40338D52A4}"/>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97396271-13C0-4156-9BD9-0ABAA62478CB}"/>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562A3254-31A9-4E67-8090-E7557224A659}"/>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A7302D19-F3A1-4368-B11E-C8E085867535}"/>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096F9C61-9742-406B-971C-1CB73F0BCBB4}"/>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F8D2933A-463A-4B8A-A2E2-87B162AB6E40}"/>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AC5EA090-C9AF-4A7A-903D-2D45FC5BD663}"/>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1C90B48B-5651-4DEE-944B-4EE4A79FCE04}"/>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607F0BF0-F868-4A86-8CCD-04E2CA5F547A}"/>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B3187ECB-6DBB-4DA0-852F-5E5428D491AF}"/>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E0167932-102E-4F60-96B7-1CEC2D933F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072150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7609757E-BD96-4FDE-BD55-B50DBF104A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A4D233FF-A4DB-4B9D-B4D1-DD9E4B51E5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9F2FE759-0288-4222-A7AC-5AC3D6612F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431C2293-7F1D-4A34-A11C-C5E0D7D8FC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B5EA98E9-0A9D-4D3A-9FFA-0B3AA95D05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A1EE0D99-56AD-40CE-9076-D2974865CC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F7230198-D019-4E23-A6E6-0ECA89A1227D}"/>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E8F87773-8FA1-4DD8-9E1B-707223783C97}"/>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E27E6A9B-8F2F-4D11-8133-FBFB94FBBDB0}"/>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A596DD9B-42DB-4A49-8C01-930FF78EF0A5}"/>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911DFC21-E8A3-4C6A-A809-B213895CFC14}"/>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6BEA382D-0C52-4600-B11A-FD4ACAF96F3E}"/>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31E89E-63FC-4E8D-B39D-DBB003CE11AD}"/>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50DE50AF-8BC0-47AD-8609-37EBAF3D900A}"/>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CF714682-C987-49E8-BCA5-560CDAFA9275}"/>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9D8D5B94-56B2-4452-B95B-A3ED22313B71}"/>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FD62515-6483-42DF-8E3D-B29610299670}"/>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C8D84788-E971-408B-9567-68B6E6F783A2}"/>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837CA71F-726E-42AD-9B25-90272AD5B169}"/>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910794B6-E73B-48BC-A00E-025551A197FB}"/>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3E8C8233-4741-483F-B8BB-E27711DF092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BC571146-87E3-47C6-B808-2E34AA08D7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710006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5C24F329-E027-455C-8241-EEA7D3F9DD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35328245-3D31-4D83-9658-B54845BE18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84DD8400-002F-44DA-AEA6-D6085E0EC9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00B9575C-D967-4C09-A9DD-E68717328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A286267-C482-4F84-89CB-B9C28D97DC3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2CE3A628-2640-48A0-8186-077930CD63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41DCE757-ADBD-4997-9E94-5A5DAC07C0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402454A3-82B3-4267-9A2C-BF785C9B8D53}"/>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0404571C-E347-48E4-BB62-4E29A571229E}"/>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7D7B6D55-8EEE-4C5C-B435-FE1C540AC4D4}"/>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D62DA153-8CFB-4667-85E9-474A19488DDB}"/>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DB86FF12-A380-4828-A7A8-369A470D40E1}"/>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7EFC7DD2-8E57-41C0-8CD2-8B96E1F3E32E}"/>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20CF4C56-24D8-4AC9-A395-59C7FAE1C900}"/>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83701CA7-7A2C-48E0-B2FF-832E54C594E5}"/>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E58BD712-BDD4-490B-86FC-DA8B777CE134}"/>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ED6DE8EA-8D48-4E11-8DBF-4130DDA700C9}"/>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A3D4B9A3-3656-440D-A7AE-B1E62846C2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1439793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37D37ABD-4ED1-47E4-8775-8994C25273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FBE16249-3D8F-4E77-A911-FD11DFF17C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A4B2C6D8-E515-4D0A-8145-060EE92531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26AD7891-5A7C-4535-89DF-7C260DE473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304CCB7F-121F-470C-92B8-FF4EAF80B9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EF6F25E-0287-4074-872C-44D26D8465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1E1E3F87-6581-41CE-8DC5-3FC140647C0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CDFD92CE-39DF-4B57-BDB3-51E684F1DB74}"/>
              </a:ext>
            </a:extLst>
          </p:cNvPr>
          <p:cNvPicPr>
            <a:picLocks xmlns:a="http://schemas.openxmlformats.org/drawingml/2006/main" noChangeAspect="1"/>
          </p:cNvPicPr>
          <p:nvPr/>
        </p:nvPicPr>
        <p:blipFill>
          <a:blip xmlns:r="http://schemas.openxmlformats.org/officeDocument/2006/relationships" xmlns:a="http://schemas.openxmlformats.org/drawingml/2006/main" r:embed="R3bd1edb2844e4aff"/>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6952B1B-2C4C-42D2-B14A-4E13FD7A4C31}"/>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634AAA9-8AB1-4357-9C80-CF056044868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B3245EE2-BEFC-4A15-920B-FE49404E204F}"/>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3BA371E-F266-4BDC-AB42-40CBC9A2DCC9}"/>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991EB1EE-892F-4BA6-B869-602DE42A19A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E708A699-9AC4-4A83-8F4A-6807E0C4DC96}"/>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82E19F31-89D1-49BE-A45F-EDF6A484B699}"/>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7D8D9F19-099D-4D0E-8CAC-48B819C92FDB}"/>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291B4180-011E-41EE-8520-5DE8ED2B8B22}"/>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680DC395-E817-4EED-AA38-111E76F9638C}"/>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C3C4A936-0A9F-486D-A9AB-55B400A0E542}"/>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C83C4139-68FB-4386-9A49-A93226EEE374}"/>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8A459976-6BBD-4BE4-9B13-0EF4E3E48FE1}"/>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736999C1-7D27-4928-ABAE-352566C640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59007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EE7C6122-C441-4715-AFA0-201EE4062C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338EFC50-C7B4-427E-8E99-58186734F8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D1E11334-70FB-47E8-B2A7-05FD1E002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1136631F-CA3F-4062-8CB5-030CFAC2C5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FEE50A4F-B8C6-4296-AF33-9B46AE076D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19247563-FFBD-4CC2-92CE-47B42BFE0A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E45954DB-F351-4C8E-85AA-7DBB829DB8C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F7A192C1-C36D-44F2-938F-1FCD40ECC021}"/>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43ED7A35-5825-4F88-B1FD-89055D2C3AEB}"/>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7663FAF5-61FD-4B36-B476-FCB34D8BEB5A}"/>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2098F64B-5858-4F54-BBB6-F59744BF04DF}"/>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A46189BD-3FF3-416F-A26C-1AA823E21DB0}"/>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EDA0677F-29CF-4498-8731-CDABAC35FE88}"/>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F730D802-9591-4954-A885-673B3FF90857}"/>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0DFAD2DD-5D33-4639-936C-27643D2C6C30}"/>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1D295B9D-C488-4DFE-9249-742397B49DA3}"/>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F49BFF12-17D3-49C0-9FFA-C10C47596E73}"/>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4E3C0F9-4660-4DA8-BCFA-93CB26E9880C}"/>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2409EC37-CE5B-4F1D-BDC8-822FD4A9D5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473557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2026-10-22T07:05:12.5640000Z</dcterms:created>
  <dcterms:modified xsi:type="dcterms:W3CDTF">2026-10-22T07:05:12.5640000Z</dcterms:modified>
</coreProperties>
</file>