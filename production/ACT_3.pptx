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d0ba61df2c84200" /><Relationship Type="http://schemas.openxmlformats.org/officeDocument/2006/relationships/extended-properties" Target="/docProps/app.xml" Id="R7a0aa37f1e654635" /><Relationship Type="http://schemas.openxmlformats.org/officeDocument/2006/relationships/officeDocument" Target="/ppt/presentation.xml" Id="R3bfeee60022241f9" /></Relationships>
</file>

<file path=ppt/presentation.xml><?xml version="1.0" encoding="utf-8"?>
<p:presentation xmlns:p="http://schemas.openxmlformats.org/presentationml/2006/main">
  <p:sldMasterIdLst>
    <p:sldMasterId xmlns:r="http://schemas.openxmlformats.org/officeDocument/2006/relationships" id="2147483648" r:id="Rae6d7c03c17e4c02"/>
  </p:sldMasterIdLst>
  <p:notesMasterIdLst>
    <p:notesMasterId xmlns:r="http://schemas.openxmlformats.org/officeDocument/2006/relationships" r:id="R185ae7e4816a442a"/>
  </p:notesMasterIdLst>
  <p:sldIdLst>
    <p:sldId xmlns:r="http://schemas.openxmlformats.org/officeDocument/2006/relationships" id="256" r:id="Rd45cfe13ee7f4374"/>
    <p:sldId xmlns:r="http://schemas.openxmlformats.org/officeDocument/2006/relationships" id="257" r:id="R6859ab73e0554255"/>
    <p:sldId xmlns:r="http://schemas.openxmlformats.org/officeDocument/2006/relationships" id="258" r:id="R25915bc7465847a6"/>
    <p:sldId xmlns:r="http://schemas.openxmlformats.org/officeDocument/2006/relationships" id="259" r:id="R5dfca7283d864e34"/>
    <p:sldId xmlns:r="http://schemas.openxmlformats.org/officeDocument/2006/relationships" id="260" r:id="R3e340007eb444882"/>
    <p:sldId xmlns:r="http://schemas.openxmlformats.org/officeDocument/2006/relationships" id="261" r:id="R19142384bb1c4705"/>
    <p:sldId xmlns:r="http://schemas.openxmlformats.org/officeDocument/2006/relationships" id="262" r:id="Rac94dc8c796541b9"/>
    <p:sldId xmlns:r="http://schemas.openxmlformats.org/officeDocument/2006/relationships" id="263" r:id="Rbb1de87af2dd4edf"/>
    <p:sldId xmlns:r="http://schemas.openxmlformats.org/officeDocument/2006/relationships" id="264" r:id="Rf5f8b51c998b4fca"/>
    <p:sldId xmlns:r="http://schemas.openxmlformats.org/officeDocument/2006/relationships" id="265" r:id="R67ffcb9cb69b42f1"/>
    <p:sldId xmlns:r="http://schemas.openxmlformats.org/officeDocument/2006/relationships" id="266" r:id="R6e202ee2015e4231"/>
    <p:sldId xmlns:r="http://schemas.openxmlformats.org/officeDocument/2006/relationships" id="267" r:id="Rb337086cfddb4c5c"/>
    <p:sldId xmlns:r="http://schemas.openxmlformats.org/officeDocument/2006/relationships" id="268" r:id="R652475dd23914a61"/>
    <p:sldId xmlns:r="http://schemas.openxmlformats.org/officeDocument/2006/relationships" id="269" r:id="R2fa2b9e634134cc3"/>
    <p:sldId xmlns:r="http://schemas.openxmlformats.org/officeDocument/2006/relationships" id="270" r:id="R2b7c4c4be52e49a8"/>
    <p:sldId xmlns:r="http://schemas.openxmlformats.org/officeDocument/2006/relationships" id="271" r:id="R87de4304d0ef47fd"/>
    <p:sldId xmlns:r="http://schemas.openxmlformats.org/officeDocument/2006/relationships" id="272" r:id="R9f0fd2d6bcdc4c32"/>
    <p:sldId xmlns:r="http://schemas.openxmlformats.org/officeDocument/2006/relationships" id="273" r:id="R50d6e34051534da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e074b22862544fd" /><Relationship Type="http://schemas.openxmlformats.org/officeDocument/2006/relationships/slideMaster" Target="/ppt/slideMasters/slideMaster1.xml" Id="Rae6d7c03c17e4c02" /><Relationship Type="http://schemas.openxmlformats.org/officeDocument/2006/relationships/notesMaster" Target="/ppt/notesMasters/notesMaster1.xml" Id="R185ae7e4816a442a" /><Relationship Type="http://schemas.openxmlformats.org/officeDocument/2006/relationships/presProps" Target="/ppt/presProps.xml" Id="R12492be51f38441b" /><Relationship Type="http://schemas.openxmlformats.org/officeDocument/2006/relationships/tableStyles" Target="/ppt/tableStyles.xml" Id="Ra565d36b604349e5" /><Relationship Type="http://schemas.openxmlformats.org/officeDocument/2006/relationships/slide" Target="/ppt/slides/slide1.xml" Id="Rd45cfe13ee7f4374" /><Relationship Type="http://schemas.openxmlformats.org/officeDocument/2006/relationships/slide" Target="/ppt/slides/slide2.xml" Id="R6859ab73e0554255" /><Relationship Type="http://schemas.openxmlformats.org/officeDocument/2006/relationships/slide" Target="/ppt/slides/slide3.xml" Id="R25915bc7465847a6" /><Relationship Type="http://schemas.openxmlformats.org/officeDocument/2006/relationships/slide" Target="/ppt/slides/slide4.xml" Id="R5dfca7283d864e34" /><Relationship Type="http://schemas.openxmlformats.org/officeDocument/2006/relationships/slide" Target="/ppt/slides/slide5.xml" Id="R3e340007eb444882" /><Relationship Type="http://schemas.openxmlformats.org/officeDocument/2006/relationships/slide" Target="/ppt/slides/slide6.xml" Id="R19142384bb1c4705" /><Relationship Type="http://schemas.openxmlformats.org/officeDocument/2006/relationships/slide" Target="/ppt/slides/slide7.xml" Id="Rac94dc8c796541b9" /><Relationship Type="http://schemas.openxmlformats.org/officeDocument/2006/relationships/slide" Target="/ppt/slides/slide8.xml" Id="Rbb1de87af2dd4edf" /><Relationship Type="http://schemas.openxmlformats.org/officeDocument/2006/relationships/slide" Target="/ppt/slides/slide9.xml" Id="Rf5f8b51c998b4fca" /><Relationship Type="http://schemas.openxmlformats.org/officeDocument/2006/relationships/slide" Target="/ppt/slides/slide10.xml" Id="R67ffcb9cb69b42f1" /><Relationship Type="http://schemas.openxmlformats.org/officeDocument/2006/relationships/slide" Target="/ppt/slides/slide11.xml" Id="R6e202ee2015e4231" /><Relationship Type="http://schemas.openxmlformats.org/officeDocument/2006/relationships/slide" Target="/ppt/slides/slide12.xml" Id="Rb337086cfddb4c5c" /><Relationship Type="http://schemas.openxmlformats.org/officeDocument/2006/relationships/slide" Target="/ppt/slides/slide13.xml" Id="R652475dd23914a61" /><Relationship Type="http://schemas.openxmlformats.org/officeDocument/2006/relationships/slide" Target="/ppt/slides/slide14.xml" Id="R2fa2b9e634134cc3" /><Relationship Type="http://schemas.openxmlformats.org/officeDocument/2006/relationships/slide" Target="/ppt/slides/slide15.xml" Id="R2b7c4c4be52e49a8" /><Relationship Type="http://schemas.openxmlformats.org/officeDocument/2006/relationships/slide" Target="/ppt/slides/slide16.xml" Id="R87de4304d0ef47fd" /><Relationship Type="http://schemas.openxmlformats.org/officeDocument/2006/relationships/slide" Target="/ppt/slides/slide17.xml" Id="R9f0fd2d6bcdc4c32" /><Relationship Type="http://schemas.openxmlformats.org/officeDocument/2006/relationships/slide" Target="/ppt/slides/slide18.xml" Id="R50d6e34051534d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84d4c47f9f4f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4381988c364f64" /><Relationship Type="http://schemas.openxmlformats.org/officeDocument/2006/relationships/notesMaster" Target="/ppt/notesMasters/notesMaster1.xml" Id="Rb9380713057c40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b6bdd69ace42b0" /><Relationship Type="http://schemas.openxmlformats.org/officeDocument/2006/relationships/notesMaster" Target="/ppt/notesMasters/notesMaster1.xml" Id="R597045a2965a4b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d944e50ddb4c6e" /><Relationship Type="http://schemas.openxmlformats.org/officeDocument/2006/relationships/notesMaster" Target="/ppt/notesMasters/notesMaster1.xml" Id="R321df9253dad497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f12be3db3d4359" /><Relationship Type="http://schemas.openxmlformats.org/officeDocument/2006/relationships/notesMaster" Target="/ppt/notesMasters/notesMaster1.xml" Id="R9bcabbde4b6346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02e35b507042dc" /><Relationship Type="http://schemas.openxmlformats.org/officeDocument/2006/relationships/notesMaster" Target="/ppt/notesMasters/notesMaster1.xml" Id="R3cdaf40ea53b41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2dfb258b5249bd" /><Relationship Type="http://schemas.openxmlformats.org/officeDocument/2006/relationships/notesMaster" Target="/ppt/notesMasters/notesMaster1.xml" Id="R2f884c4bf2134d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7b694b6d074d0f" /><Relationship Type="http://schemas.openxmlformats.org/officeDocument/2006/relationships/notesMaster" Target="/ppt/notesMasters/notesMaster1.xml" Id="R0b80bbdf4b9c44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e1af48c95745b5" /><Relationship Type="http://schemas.openxmlformats.org/officeDocument/2006/relationships/notesMaster" Target="/ppt/notesMasters/notesMaster1.xml" Id="R4401ef2940414e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916698979b45a3" /><Relationship Type="http://schemas.openxmlformats.org/officeDocument/2006/relationships/notesMaster" Target="/ppt/notesMasters/notesMaster1.xml" Id="R5def41b0ecce43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8e9699034b48d1" /><Relationship Type="http://schemas.openxmlformats.org/officeDocument/2006/relationships/notesMaster" Target="/ppt/notesMasters/notesMaster1.xml" Id="Rd3d3c65eaf964d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34280ce4f74b30" /><Relationship Type="http://schemas.openxmlformats.org/officeDocument/2006/relationships/notesMaster" Target="/ppt/notesMasters/notesMaster1.xml" Id="R0433fe597a324c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55cb7e8cd648f0" /><Relationship Type="http://schemas.openxmlformats.org/officeDocument/2006/relationships/notesMaster" Target="/ppt/notesMasters/notesMaster1.xml" Id="R2ff055d8a24144d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9c9d9394fe49b6" /><Relationship Type="http://schemas.openxmlformats.org/officeDocument/2006/relationships/notesMaster" Target="/ppt/notesMasters/notesMaster1.xml" Id="Rbd1e6c8fe8e643d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c3305444a4454d" /><Relationship Type="http://schemas.openxmlformats.org/officeDocument/2006/relationships/notesMaster" Target="/ppt/notesMasters/notesMaster1.xml" Id="Rc002334e1b994e5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76832c9ba34bec" /><Relationship Type="http://schemas.openxmlformats.org/officeDocument/2006/relationships/notesMaster" Target="/ppt/notesMasters/notesMaster1.xml" Id="R2ec946df588f45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830ba080ab4994" /><Relationship Type="http://schemas.openxmlformats.org/officeDocument/2006/relationships/notesMaster" Target="/ppt/notesMasters/notesMaster1.xml" Id="R20a8de318b6f4c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acc268ba694e60" /><Relationship Type="http://schemas.openxmlformats.org/officeDocument/2006/relationships/notesMaster" Target="/ppt/notesMasters/notesMaster1.xml" Id="R0e99fa9ec1f5428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9ec68c748ca44bd" /><Relationship Type="http://schemas.openxmlformats.org/officeDocument/2006/relationships/notesMaster" Target="/ppt/notesMasters/notesMaster1.xml" Id="Rcffcc969b1474e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00f58bfe984c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4f167d363a45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1a6d664f6784a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76d79ee55f548e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ade3f39dc0441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148ebbf7e1d42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8B04BF-3371-445B-9FDA-0736912F77E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C64454-F3C9-4D27-98FF-B8B5A75E161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6B312F-96A6-46AD-BD7E-EC2A66ED19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551729-1D2C-43BB-8E56-7233514D39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9FF26DE-7C12-41E2-B17D-A6C03098C05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3017FF6-F483-48F1-BBC4-0A644DB313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C6C0B8-39D9-4029-8574-AE000E65CC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60B3B17-9CE2-4671-A677-CB73BC337C0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0A6C7C-E16C-4A07-8B73-4142266E97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75C3FD-60FE-4AAB-A517-69D4D042AAE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20de21374445e2" /><Relationship Type="http://schemas.openxmlformats.org/officeDocument/2006/relationships/slideLayout" Target="/ppt/slideLayouts/slideLayout1.xml" Id="R44b95176536e4541" /><Relationship Type="http://schemas.openxmlformats.org/officeDocument/2006/relationships/slideLayout" Target="/ppt/slideLayouts/slideLayout2.xml" Id="R3d1fdca7300d41ea" /><Relationship Type="http://schemas.openxmlformats.org/officeDocument/2006/relationships/slideLayout" Target="/ppt/slideLayouts/slideLayout3.xml" Id="Rdbc8f7cbc7414a13" /><Relationship Type="http://schemas.openxmlformats.org/officeDocument/2006/relationships/slideLayout" Target="/ppt/slideLayouts/slideLayout4.xml" Id="R16dded8602804efd" /><Relationship Type="http://schemas.openxmlformats.org/officeDocument/2006/relationships/slideLayout" Target="/ppt/slideLayouts/slideLayout5.xml" Id="Re983353cbaea4faf" /><Relationship Type="http://schemas.openxmlformats.org/officeDocument/2006/relationships/slideLayout" Target="/ppt/slideLayouts/slideLayout6.xml" Id="R9ca796b13d824f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b95176536e4541"/>
    <p:sldLayoutId xmlns:r="http://schemas.openxmlformats.org/officeDocument/2006/relationships" id="2147483650" r:id="R3d1fdca7300d41ea"/>
    <p:sldLayoutId xmlns:r="http://schemas.openxmlformats.org/officeDocument/2006/relationships" id="2147483651" r:id="Rdbc8f7cbc7414a13"/>
    <p:sldLayoutId xmlns:r="http://schemas.openxmlformats.org/officeDocument/2006/relationships" id="2147483652" r:id="R16dded8602804efd"/>
    <p:sldLayoutId xmlns:r="http://schemas.openxmlformats.org/officeDocument/2006/relationships" id="2147483653" r:id="Re983353cbaea4faf"/>
    <p:sldLayoutId xmlns:r="http://schemas.openxmlformats.org/officeDocument/2006/relationships" id="2147483654" r:id="R9ca796b13d824f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2448293c9d41c9" /><Relationship Type="http://schemas.openxmlformats.org/officeDocument/2006/relationships/image" Target="/ppt/media/image.png" Id="Rf9900425d1c84061" /><Relationship Type="http://schemas.openxmlformats.org/officeDocument/2006/relationships/image" Target="/ppt/media/image2.png" Id="Re6682f7c57804113" /><Relationship Type="http://schemas.openxmlformats.org/officeDocument/2006/relationships/notesSlide" Target="/ppt/notesSlides/notesSlide1.xml" Id="R78c212146c744b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7f633ac7ad74384" /><Relationship Type="http://schemas.openxmlformats.org/officeDocument/2006/relationships/notesSlide" Target="/ppt/notesSlides/notesSlide2.xml" Id="Rf001c96e22ea42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ce03d9555114438" /><Relationship Type="http://schemas.openxmlformats.org/officeDocument/2006/relationships/notesSlide" Target="/ppt/notesSlides/notesSlide3.xml" Id="R8bbb41d5524742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cf21ce057484287" /><Relationship Type="http://schemas.openxmlformats.org/officeDocument/2006/relationships/notesSlide" Target="/ppt/notesSlides/notesSlide4.xml" Id="R5379ca7b62854cd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7a7b23232a4a72" /><Relationship Type="http://schemas.openxmlformats.org/officeDocument/2006/relationships/notesSlide" Target="/ppt/notesSlides/notesSlide5.xml" Id="R0c950a4075964e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ad7bc50f7a045ef" /><Relationship Type="http://schemas.openxmlformats.org/officeDocument/2006/relationships/notesSlide" Target="/ppt/notesSlides/notesSlide6.xml" Id="R856ea58f09d647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5b17c7f524443d" /><Relationship Type="http://schemas.openxmlformats.org/officeDocument/2006/relationships/notesSlide" Target="/ppt/notesSlides/notesSlide7.xml" Id="R0f70d8b1209b4d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59ea120befb4c30" /><Relationship Type="http://schemas.openxmlformats.org/officeDocument/2006/relationships/notesSlide" Target="/ppt/notesSlides/notesSlide8.xml" Id="Re356f9b9713041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d0a49fea2f4728" /><Relationship Type="http://schemas.openxmlformats.org/officeDocument/2006/relationships/chart" Target="/ppt/slides/charts/chart1.xml" Id="Ra2542361cb2f460b" /><Relationship Type="http://schemas.openxmlformats.org/officeDocument/2006/relationships/notesSlide" Target="/ppt/notesSlides/notesSlide9.xml" Id="Ra33c7e46712446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ddfe166cc7498f" /><Relationship Type="http://schemas.openxmlformats.org/officeDocument/2006/relationships/notesSlide" Target="/ppt/notesSlides/notesSlide10.xml" Id="Rf8f46b0090b54a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43392ee9ded4c3e" /><Relationship Type="http://schemas.openxmlformats.org/officeDocument/2006/relationships/notesSlide" Target="/ppt/notesSlides/notesSlide11.xml" Id="Rdf4e68a2bea24a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a9ea0bdc4ee491b" /><Relationship Type="http://schemas.openxmlformats.org/officeDocument/2006/relationships/notesSlide" Target="/ppt/notesSlides/notesSlide12.xml" Id="Rfabd105e900d400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448ca7cfbdf444f" /><Relationship Type="http://schemas.openxmlformats.org/officeDocument/2006/relationships/notesSlide" Target="/ppt/notesSlides/notesSlide13.xml" Id="R99483b2b76e2419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d0c8852e5ca4202" /><Relationship Type="http://schemas.openxmlformats.org/officeDocument/2006/relationships/notesSlide" Target="/ppt/notesSlides/notesSlide14.xml" Id="R0185cb7700f743b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5603a5c01394473" /><Relationship Type="http://schemas.openxmlformats.org/officeDocument/2006/relationships/notesSlide" Target="/ppt/notesSlides/notesSlide15.xml" Id="R384ed19771fe483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6645d611a3f46b5" /><Relationship Type="http://schemas.openxmlformats.org/officeDocument/2006/relationships/notesSlide" Target="/ppt/notesSlides/notesSlide16.xml" Id="R27e1fbe1805247e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597e73b781b4f09" /><Relationship Type="http://schemas.openxmlformats.org/officeDocument/2006/relationships/image" Target="/ppt/media/image3.png" Id="R44f1cdc38f924dae" /><Relationship Type="http://schemas.openxmlformats.org/officeDocument/2006/relationships/notesSlide" Target="/ppt/notesSlides/notesSlide17.xml" Id="R6684526940ab4a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346bc8e8ed64b79" /><Relationship Type="http://schemas.openxmlformats.org/officeDocument/2006/relationships/notesSlide" Target="/ppt/notesSlides/notesSlide18.xml" Id="Rdf66ca46aa0b448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1180ADB5-C0A9-48E8-9780-73D93926D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F61D3909-D5B2-41C7-9287-E313E4F2ED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DE65DF2-E06D-4140-A975-7BB9480968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63848D4A-A361-40CA-A34F-8BBC91D7F0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04FEC1D-938F-48C2-8077-89D9F383AD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0D7215F7-EAC2-40C3-B1FF-ED94C3925C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7A0FC3B0-787B-4BF8-8679-07A4BCD6A9CD}"/>
              </a:ext>
            </a:extLst>
          </p:cNvPr>
          <p:cNvPicPr>
            <a:picLocks xmlns:a="http://schemas.openxmlformats.org/drawingml/2006/main" noChangeAspect="1"/>
          </p:cNvPicPr>
          <p:nvPr/>
        </p:nvPicPr>
        <p:blipFill>
          <a:blip xmlns:r="http://schemas.openxmlformats.org/officeDocument/2006/relationships" xmlns:a="http://schemas.openxmlformats.org/drawingml/2006/main" r:embed="Rf9900425d1c8406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5C06302-191B-4240-A6D0-11068E139E2E}"/>
              </a:ext>
            </a:extLst>
          </p:cNvPr>
          <p:cNvPicPr>
            <a:picLocks xmlns:a="http://schemas.openxmlformats.org/drawingml/2006/main" noChangeAspect="1"/>
          </p:cNvPicPr>
          <p:nvPr/>
        </p:nvPicPr>
        <p:blipFill>
          <a:blip xmlns:r="http://schemas.openxmlformats.org/officeDocument/2006/relationships" xmlns:a="http://schemas.openxmlformats.org/drawingml/2006/main" r:embed="Re6682f7c57804113"/>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6D248C68-DB83-45EF-83D5-3ED18D956ACC}"/>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F2B239F4-A89D-47EF-B9EF-058B19D4FBD7}"/>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C6FDD72-2695-4FB9-8ECA-CB97BBF8E6D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BFC4360-E3E0-498B-95CE-E640ACF89E5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FA3E7768-861A-4938-ACB3-E720CDE884BB}"/>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6EA3D517-FE70-4B3E-B694-541DF8EEF47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4FE818D-A5F3-4EC7-AC52-F18F3055243C}"/>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1D79A43-9DB7-4C0A-BF75-A4F057BB799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883D3417-23B4-42D3-B2C5-C0D5937A9C0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79AF911-34FE-4349-BF9B-59447889BF4E}"/>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9A3298E-D38B-428F-BA44-7A61A6DE3396}"/>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CC4CE19-8770-4EE5-864A-42B40BFD54D2}"/>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5CA90D8-E067-456A-93D9-C9A358658D5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DCDB3E66-1B3D-4525-A82B-56E8E3460B2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51E7A55-FE2A-4A1F-AD28-FC8C057D0F1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C16A950-3F0E-48A9-ACC2-D3D3CB86F9F9}"/>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9FE539F6-436B-4A74-B36B-269A54554FE2}"/>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A01D1AA0-97C5-41C8-B768-B5346EC9FD4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DBC63AE-1856-4488-9D29-25606676B6EB}"/>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E19D2377-A13C-4A4A-B9C0-EF4EE2E31839}"/>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22CEE717-352C-4B3D-B1E9-3F11FF3AD8D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2D4F142D-32B1-4261-A85C-AA4400DEC83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019A17EF-B5A2-49C7-A7DE-33E920615FD1}"/>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543768DC-7E46-4CDF-B83E-90A473F71E2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BDF168E2-FD57-4345-9B61-54FD0ADD5C0B}"/>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AF1403D-85C0-46F9-A1EB-4459C2178D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4074525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CC99E8FC-8D16-473F-8B75-74664E4727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CA54A5E-7434-4C1E-B951-222C36BF44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86F86FC1-EBDA-4388-948D-29D643D790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4C040B9-AF7B-4C30-8584-6A5578DB54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4CC3E18-600C-4179-A46A-1EE206B685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810D8E5A-6AEF-4C81-AC6F-4D92E3479A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C588C29-3E1F-443C-B4FD-D7870A53EAED}"/>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90BB4AC0-5D06-4FE1-88D4-1D5DB8A8EC4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440E7D4D-A0DF-4CF8-9110-D9D29736605A}"/>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5A918B18-C238-4D0B-994D-E9A71289DF2D}"/>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782C06A7-346D-456A-A8ED-E8943689E110}"/>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DD187404-35BD-48A0-A99D-538BFCBA412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126DC24A-016B-447A-9DCC-5F2AF6FBE6F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9F02985-9AC8-4851-8498-36590EDF6EED}"/>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D30ED019-297E-43C9-B9E7-0C7019EB225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3ABC492C-301A-49D6-A9D1-6DCAEB361D29}"/>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6DE4D62-E61A-4887-A2BD-E28B73218FED}"/>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0F5E380-2D7E-4C4C-A2E1-026BFA18AF25}"/>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99D544A5-9474-4C9B-8F61-93A0AEAAF7EA}"/>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3670A36F-A92B-44AB-ACF6-8CC7C41801D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B686DD1C-32FE-41EF-8D46-457F13EB591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F0F653E-BB38-4616-9897-36410D59A5E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93D183F6-D5DA-46D0-93F3-C42A1D3376B6}"/>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D433AFE-E050-49A4-A014-2540F3733D57}"/>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3B02AAD8-4D56-4C2C-AEAB-256180921F89}"/>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44BBE0E0-54AF-42DB-BE2D-5F669033554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B731C7BE-AC45-4320-9F96-69EF8E70B4B0}"/>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B7366E2-B5E2-474A-9270-80E81FBEE5AE}"/>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1E52517-3517-4521-9D4B-5C6A9ABC93D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333943F-89CF-4679-904A-0B56C30C632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7AB93354-02E6-441E-95D9-81B04592BAC1}"/>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848FA52E-314B-4697-9619-DD22F201245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BD1C04F6-40A7-455D-A1E5-5FCA227E955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CD4A5A7-F6DC-49BD-B951-46CF12A5604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254869B-1591-4D10-BCBA-9480DDAFB13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D8871F9A-7A12-46ED-95B8-0767B5E3978D}"/>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6E309FF3-A68F-4FC0-9F52-9BB4E0629EEE}"/>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7AD1DB2-5CF8-4AB9-A3BB-F88CEDAE41F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FF1A926-6522-419A-93E0-E3C670009C2A}"/>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368FCF7D-D54B-4CE0-920A-7604D337DD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5933606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12268C48-803B-43FD-B4F9-9DD63A01BD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0A464B20-1B4C-476E-8CA0-F3C8BAB54F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9D0B7B78-C715-4E97-B22F-CA9D50DBE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69070446-CCB3-4158-8D9C-7C286AF163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AE3C443F-A4B3-468D-A5FE-95FF9000AF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FF4DBF41-768D-4D13-AB0A-694923E714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531D7B6A-4132-4F13-A584-9AA7DD33885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6B3F6B5E-9040-457D-B776-A27D97B94C4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FB5802DB-6F11-4542-AD6E-C6F1A74D804F}"/>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49750A20-AD0B-468E-9E5B-8666CE59C88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7C9AC57-29B6-41CE-8089-07DBDF23F943}"/>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52B81A96-6008-4A58-8112-C1C3838F0B53}"/>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50C5281-906A-4C56-8CC8-71D913547849}"/>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FBEFD676-5620-4397-8945-CADFAD02C6FE}"/>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908C347D-55B5-40D2-9030-1651F392F68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AFDFC68B-EC32-42BB-B77C-9DFDD5E5B04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1CF4CDB0-86B6-4999-9A0A-3C130B58239C}"/>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831F6560-1F0A-4FD5-BEFE-E91711A2E59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F2060AB-FDD2-446F-A80B-036BB248D987}"/>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94675DA0-B37D-4BBF-BBAA-2693C0E57661}"/>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0DD2EC6D-2CA1-44B1-9470-C87220D7F72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CED1F9F6-7A2A-49C8-A7FE-6DDAC2792D40}"/>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8EDF75F-65B0-460E-B33E-A0CC0447AB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485164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0E33755-36E7-4E96-BA55-C1A2A22845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CBD85E9E-8337-4ED7-ACAC-4B83AD871F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1E47BF51-426D-4244-B4BF-4F60CA751A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4D486ABC-0DEA-4EAD-BCC9-9A7759DF45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A8FFCEA-CB4E-4F3F-AF93-3909E0C430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84FC8DB7-5180-4374-B15F-9A032D65CA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CA703E1A-B663-4703-9305-D132EC917D70}"/>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43BBBA6-5665-410A-B021-A213695EBEB5}"/>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28F5867D-90A0-473E-BE37-09D5DDF08F99}"/>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11971D3C-536E-4DD5-94A6-2F1DBE28145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CDB24C7C-F77C-4B5B-8E76-28F768118D1D}"/>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A9B07000-97D4-42DD-A068-0DE421266CE2}"/>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D99CA2-22AE-4EC1-88C9-4E515B4520C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5704AB1C-36C4-47F0-801E-E96F1C0B21D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B197915-A962-4734-BC1D-814DE09E670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C4009B7-ACCB-4997-876D-9B43ED1169EF}"/>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73724FF-E2F2-4680-B4FE-1D72DD8A6EE2}"/>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9AEA89FF-A5FD-4D32-A463-7C0DE9A26EC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2A9376C-136F-4F47-916B-0735D72E600F}"/>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CE0F26FF-8644-4B6A-BB0C-1B60132DAE99}"/>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943E98C-6AD1-4E5B-A370-E465F0139A3B}"/>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8A194A46-B45D-44DA-BA41-362AD2DA742B}"/>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C57991DB-1F89-4535-ABB6-FBE668FBA060}"/>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46766C07-95A8-4984-9D67-4D4D443B3F2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EA9FCBB-AA88-4B43-8939-9AB09320E60F}"/>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8E0AA508-A3AC-4705-9B45-F1BAAD9C9920}"/>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EAECEDBE-6263-4513-8046-3F007371F6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170045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F4F14C67-423A-4826-BE7F-EF5633064C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1AD45C49-19F8-496F-8025-C4C69E64AF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C1D10709-2326-4B52-B078-8C640DCE0C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C773162C-8143-4272-9AF6-10AF507AE0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33AD5E9-27E7-4FFE-AF66-C71CED88A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5A127928-2013-4929-9138-BC909CF9D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5C1DEB0C-3D22-430E-8A86-B87682675CB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3B521C6B-A915-4B67-B2A7-AE1327B1FAD3}"/>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E4189375-558B-47E1-81B9-C93B85D9276D}"/>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459EFA77-17BD-4AB3-82C7-C7687C50235A}"/>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CEDFDB13-CEC3-4EDC-A8B3-AC654516B8E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9C0E33E2-6D8E-48DE-91B3-520EC9796321}"/>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CFE873BD-3090-43A4-9ED2-C6FC3F4FF63F}"/>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501C8CCE-B255-403E-937B-D888264E4414}"/>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D11DDEB0-EAEA-445A-9E00-6427DEA9715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3462A7E-984E-4535-9D86-70AA684891C9}"/>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99B264CC-597D-438B-A3C2-0AE0834056D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9EAD1082-1770-4AEA-916C-F1177847E461}"/>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EE21E340-2A41-4D81-9BBF-A3330AE28B48}"/>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4ABAD6E-DC45-4E8F-89D2-01D84F32ED36}"/>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1645E99-B17B-410F-A61F-BDF88FF8731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05D28B1E-5C50-423E-AEBC-F58647343FE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DA76BE5D-1FA0-4E89-9878-339EEEBCB506}"/>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905F294F-C741-422D-907A-1DB666A233C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386CCFC-0854-4031-9F4C-4F8AA94F7846}"/>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81DBF7E-AF36-480C-A240-88D2D765EFDB}"/>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8C4D3CB-BC7D-4C24-BA32-EF7FE74F52BE}"/>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E723E21D-E1F1-4AB9-996D-9D6B6A3D1421}"/>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4BF4DF5-0612-4DC6-A32A-17B2F1D445C2}"/>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9C78B64-6703-4200-B396-46208A510B5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F9595127-A787-435B-B1FC-8117003FD9A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D2F8D320-D5D5-436D-AF27-9F3052E34FB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F2991CA2-6E1B-4408-93FE-17A40E4DC7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540301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CD59726F-CD23-4E22-9C38-0CCC8E190A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31DF6F4F-F5C6-4779-93A5-5371BC1AA3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7190098A-8FAD-4738-A7FA-EDC1367A01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6B650DDA-1C1D-48EF-8E6D-DCB86AA3F3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EEFA9C66-B2D1-49DB-B506-F89DCD18B2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E3CE657-9022-4056-9700-C71CB26100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109C97D-90FD-4ECC-9392-A36072A98B79}"/>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112B730-4DF4-4EB3-B3DB-887057306F28}"/>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49175ED5-F603-49EB-B182-E31722956CF9}"/>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5AA035E-41A2-451A-8519-FA480FBF6607}"/>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129615F1-46DE-4366-8F28-CA50C5634942}"/>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A85119DD-E7AE-47AD-AB1B-0A39DFDB720A}"/>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2626A53-D482-44C5-BDBF-E9EC22DE9AD5}"/>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CFCD70D6-37EE-446E-BC9D-4B88380D50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161191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686C85A4-2D28-4A9F-A566-5415D28D36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C606823D-026B-4F12-9F5C-ECE07B4872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BDBD9240-A645-402E-B724-F5B6A703D4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6A6BE60-ED6F-49E2-99AF-0CDD9FB415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EE1977C1-F718-4CDD-BA56-A97125EF82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96FB9D6-EC36-4853-A00C-E4F75C6A7F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1FC178FE-05F7-4675-A3B0-E8698000EDD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D251B8A5-8DE1-40B8-BA7B-B078A729377C}"/>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960CE5D6-1DCF-4DC5-9DDB-3E071714A5A8}"/>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C8A8EB1A-65D5-4A8F-A206-1917725151B3}"/>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308D60C-5E1A-4F68-A71A-E073BB8E918C}"/>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B7119EED-3226-46C8-8906-A0D927154111}"/>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C8AC22D2-721F-4019-A251-3B27A4F7C9AF}"/>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A7A5BE8B-2570-4F6A-BFAC-A5E6B0962AF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04114346-031B-46B6-8105-34ED3F99807F}"/>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62ABD396-3B05-4FC0-AFF6-464789E6F945}"/>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75190878-8221-4438-AEE5-9FB29848987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9D120DAB-9458-4698-B270-A1D11D798875}"/>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99F22307-8887-4D10-88CF-6992800DC26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5B27E8EB-4505-47CD-8FD1-51CD03F3894D}"/>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9BD783E-025C-4DAF-9905-131A2A9F94AF}"/>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3C58FC5-5B6C-4146-9F07-5790B32756F8}"/>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55ED739E-F8A4-4D71-9A7D-FECEC2133A6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80C9EB63-6105-46F7-83C6-60B862350536}"/>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C93AA2ED-FB7A-4F7A-B0D8-D84650A67584}"/>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61353C41-1C92-4B34-BC5A-6F6D9E8D946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66DE18B2-F699-4970-84B3-C2750C94B81B}"/>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7B8538EC-6D2A-4B81-9614-0CDD4D918E78}"/>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B55625FC-C283-4E6A-AC49-B829D078380B}"/>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9490B861-10C3-4C0D-9A04-1F5B9DC75D3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986DD5CA-3EB0-4FE8-A794-B71EDEA926DB}"/>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BF0F463-3D3E-48F7-877D-7B94B38613FC}"/>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F9533B97-D4A3-4415-B609-3E3147DAE1B2}"/>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6297CF47-A486-4F7C-9B27-4983D5A2D077}"/>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DE46C1D5-3DB3-4353-A97F-BC1A6462F8C3}"/>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85E66516-FF1C-4116-B917-F4C72D8F8A6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34A0E7C-B333-4D6E-9C29-02838E830E6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0F93F401-6E8E-47FE-853F-644775F4D283}"/>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02C5745-43AE-4716-BA05-EFD74705B005}"/>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6984DE6-7F47-4966-A1F4-B78BBC09E67D}"/>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79FA5B0C-A7EC-4DDE-AF07-D9D0A7B2A26A}"/>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B324690-31C8-4816-ABD9-78D38BA0B3CA}"/>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77517C6-6E65-4DF3-930E-7232B42E133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E6A9D324-368A-44CE-94F3-5CA45B4BFB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618069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0B010BF-DD58-41A6-A37F-D33DE6797F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FADB531C-65BB-4014-94A0-67384240F4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E308DBF4-0661-4222-8F38-C19E2F9B07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B0A1024-A513-49A5-A1DF-8271AA80C1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0C581FE9-20B3-4CCE-842C-952FEE0A75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B2C8A32-0213-4CE7-B96B-0DC84506EF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5613D031-A203-4525-B847-43EE6CFCE2D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88CAE9A8-2E7D-4BEF-A23D-8D9FEFBD3BDB}"/>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55A1936B-FE8C-4EAE-83CB-7863FD628100}"/>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3B46FED8-D061-4B2B-B608-115869AB0E6F}"/>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9F6A04A4-8D93-4842-B5F6-D0BB77F93A6B}"/>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1A7C385B-3A24-41E9-97E4-9DCF89B0F76C}"/>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524E236-8C56-4B57-9C3B-05A9FD3E05B8}"/>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9AF2FA45-6137-4E96-8F09-7F00028CD7B1}"/>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807B8967-C7F0-40D8-83A1-080DA9064DB1}"/>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03E29ED1-A83E-4DC9-8965-34870CAD2261}"/>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FDAC9ECE-C0D6-4B2E-872A-7790F3D0281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61050D1-ECEC-430E-A0C1-4F5769F43AB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3C8B7735-7FE3-42D3-B785-B5AF073F2753}"/>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A6D00F8C-6FB0-4BD6-850F-2155D78D81F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F78C61EE-94F7-402C-BB25-160E6FFF8271}"/>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99403FDF-1977-46DB-BD04-FD6F92EAAFDF}"/>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C5F37213-9225-4E91-B8BA-96A0F139F0D6}"/>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2FF366D4-50D1-4ACE-85B1-F08D83EE3A5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82E696C-67AC-4658-8DCA-3343529CE819}"/>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12CB223-2D25-445A-B6CB-7C49A5CB788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EAFCEBEE-B894-4CC1-99D4-3E25390EB969}"/>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12CEE4D-96A5-44F2-B32A-B76FF2D56BDA}"/>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BBA5FE5E-4E05-4AFB-8D94-37314B739087}"/>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1F61833-7647-4CA0-9A9D-0E4A6ED4158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8541786-6FC4-499D-831C-66E2A13BFEEA}"/>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8719B0B-7D16-4518-9E11-D9670B4F0192}"/>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1A8A26F0-EB81-4E8A-9464-CCCE6EFC100B}"/>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800A8498-3A8D-4FA0-8644-B7A9A4908B52}"/>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02FA6460-D76B-4DBA-82D4-7BDEA6AF77E0}"/>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A53CC897-4335-4B42-8836-8C71AAC951AB}"/>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D2FC84D8-9BE5-4EEF-94FC-A40E4AE9D27C}"/>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2C47475-6EBB-414B-99C7-28EB7A2FF7DD}"/>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FDE2341-FFA4-4B0F-92B7-5F5DA3564F20}"/>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C042249-AB1E-40B6-BA57-CB04883D554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ACD129B-5A1A-4508-B646-C4C8B0078538}"/>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6BBD376D-0E7C-42FC-AEA8-81242F7CBC4D}"/>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66697A98-C570-494B-BA1F-3A5D8A78255D}"/>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1DE01CAC-813F-4265-AC1B-2DE9B8310434}"/>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302446C-BFA6-4140-9E13-6B40A367C3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4086BFC4-61BE-4442-B784-146BDECA0B68}"/>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6999C372-2292-49A4-A007-FDBFC35E6058}"/>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BAFBA675-7329-4883-9DBB-9CE6649DC22F}"/>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88EA1636-1E7F-4863-B19B-F44599686609}"/>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DF325011-65B0-4C5A-BE12-37078CC4CD4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CEEC8B0-FBFC-48C2-8DD4-972DCC08EE23}"/>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974BC3F-B80D-4B75-9557-9808CF9FB77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1F0D26E7-55DF-4F78-BE0D-39D9BC1DCF71}"/>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D3CA4076-2785-4DDB-B64B-472C108AAF7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F157EB68-3DA4-4B61-A85C-9479DE2895D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809E0349-EA91-4C0A-A420-183CC97EA533}"/>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738467B8-4879-49DF-9C01-95FC3510E2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3564734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0B5370F-A63A-4341-BD07-B2C0E37048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75469461-E297-4222-82DC-FADECD349A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09FCADC8-339D-4465-92C1-D0B16C058C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A9DD140B-C8B7-44FB-8537-E4B8237FB6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CB956280-72F3-4CED-97DD-482A24F0DD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A3C480C6-0066-4150-8DA1-6B9E6AFD2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F471DDEC-E10D-4D7D-8D7E-3D472EB2A50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8F98EF6-7027-4AA2-BD83-A72A92C82D68}"/>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62B6DFF5-1D20-40BB-8312-E5A7E330A7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B130F6CF-9B8B-4B36-976F-AD0BDF358DED}"/>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16B82215-F912-412B-A48B-D08B27E3A35A}"/>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14F42A-500C-4F66-A42D-5A3A1A4FFA4B}"/>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ED04E4B0-F769-418F-8CB7-EFB13040A66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3C69AD71-1BC7-4C29-AFE7-52EB4D7036E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a2542361cb2f460b"/>
          </a:graphicData>
        </a:graphic>
      </p:graphicFrame>
      <p:sp>
        <p:nvSpPr>
          <p:cNvPr id="15" name="Python 할당 피크">
            <a:extLst xmlns:a="http://schemas.openxmlformats.org/drawingml/2006/main">
              <a:ext uri="{FF2B5EF4-FFF2-40B4-BE49-F238E27FC236}">
                <a16:creationId xmlns:a16="http://schemas.microsoft.com/office/drawing/2014/main" id="{14BB316C-C0C9-4FFD-B8D0-733C4D352E8F}"/>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AD0C0CFD-FB26-4D5F-9807-788D94BFCB31}"/>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23443554-55DF-432E-AD41-69509CF75466}"/>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A2C5B995-D6C7-420C-85CE-43E468514345}"/>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37BEF9F-2B79-41D9-8785-2899DBE1D601}"/>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D62A446-3836-4304-B239-E4AAB743A068}"/>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16E8BC89-4AB0-4E92-8BA2-C2D761BCB2F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F6B2194B-3639-49C0-ACCC-6E0FF0464E05}"/>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964EA0A4-41B8-4633-A99E-FC1DFB95F8C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1C0CA02-705C-41F6-8946-6A06C5805AEC}"/>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DD4381B0-4C3E-4D1F-85B7-43717E01E8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2557167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74D48FF9-3085-4FD8-ABD1-DCEDD62BE2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61997CB3-1824-4BED-ADFD-20AA1D28C2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BBE08F0E-ED32-4531-BFF4-859FA898CF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657E484C-05DE-441D-9E1A-2BC1E3045E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A715389D-19E0-4594-87E6-18DDAB238C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6D8D8A2E-1C05-4047-9DC9-14EBDBC3A9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C8ECE409-6ED0-4D6E-B250-4245D57AD6A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6B1B64DE-12C7-4FF0-8432-DDAA48C0E960}"/>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0A81C446-5D8E-4332-9FF5-7EEB918D8E7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DC93C712-4627-442F-A3E6-9AF962DCC83A}"/>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E9A0A11-E966-4547-A964-AB0BBB40AC6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7F6DF315-AD13-4E65-AF9A-79AFAF09B8FB}"/>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29F6A77A-1407-4AD9-A6D2-F2136EF9D02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300CBFBA-77B0-42AE-807C-D099A69F655A}"/>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DE3F30D-BC9A-41A0-9579-7C8B04F3927C}"/>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204183D2-8EF4-4066-BBBC-605D8F249E40}"/>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16B8EFDA-96EA-4516-BBA1-DA6E5B8223EB}"/>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B96632FA-7F14-454E-976B-A82E31E1F2D0}"/>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E4BE078-813A-4D80-82A5-285D6DFFA62A}"/>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F911A02E-BCD3-4590-8B50-D4261665331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1BC6797-8EFA-4AC5-8B1B-F1073EDAFFE2}"/>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FB4D88AC-D540-43C4-9CE7-F2BE539A3EAB}"/>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0A379E2E-259C-4D90-BAC3-A8780A3A0BC1}"/>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67284447-A0CD-41E3-A0B9-D6ABA06BDAB8}"/>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E864AE8C-639A-4A25-9525-D687AE0FDE99}"/>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F22F7BA4-10D4-4E17-A0A8-BD31217A6E6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7136CA3-8DDF-4429-8EE7-88D31973552D}"/>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BF6D17E8-2334-49CD-A015-F164BF9C4B85}"/>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AC2DA340-A392-4427-BF11-995084A07D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81CEE257-665F-4926-ACA3-8ECAB2651C56}"/>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B73D7511-00A0-4DC4-855B-C73441BF680E}"/>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C2F74D2-D83F-48D2-8190-F95C5FED9781}"/>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34CD3D24-1E6D-4231-94E0-E6FBA52F9E50}"/>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3A509EF0-E993-4465-B4F4-434594FA4BB7}"/>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6A22022B-9BE6-4FEC-9DA8-6550BF7567B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B2B7631F-774A-4073-839A-DAD4AA13830E}"/>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99CAB2DF-A86B-4883-9B4E-8D64E3805573}"/>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736CF1DB-4C9B-4D4F-AC82-5467ED0A6356}"/>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1FD32D4F-ED06-4470-9E8E-E264C6E5C1B6}"/>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FDF29190-C16D-4669-972D-2122DAE0513E}"/>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A35DF56-B565-4556-933D-21A3EC8C10E7}"/>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44E3F1E9-E51A-429B-8E24-BFE9A1B9E6D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28857039-FC83-4986-ADCC-223F14E1EB14}"/>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F9F9803C-0861-411D-AEE5-812AEE0401EA}"/>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4402DCC2-D826-4BCC-8635-B9123A941CEA}"/>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7303D8F3-CD82-4A06-AB40-34653F8094A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3DBE4881-B09F-4160-8722-2FC50FFA8C26}"/>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D31B537D-FA41-4BC6-B0C3-87AE1EF8597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577644C0-365B-47BF-BE47-E011562D88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303324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1DB25FA-9B47-4B48-B296-CF47A6C04C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39856AA5-10F4-463F-9115-04AF49768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64FE7507-E31C-4299-99EE-EC7A7AAE2F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DE61C030-1805-4BF4-B500-8E3D57E754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BED0EDF1-F79B-43BC-9083-68D4E585EF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36989BDC-046A-48BA-A8A5-D21D8D4523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F18F502B-F155-4547-8436-9AB8C381C32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9596EA28-B757-4A11-87D7-DBA835CF92C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6F8914E-4044-4BC6-A6DB-9261B497D247}"/>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3624C837-601A-4A8D-A7AC-15ECDA10720A}"/>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3488F3FE-A3F0-4C79-AA57-0E7172CFBA3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2E73B19-8B66-4A90-83F5-2F2F305D041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3C40268D-8A03-4A25-8F58-B300B73C71AE}"/>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089DCA7E-8D75-4C3B-AD73-CFACA4AB922A}"/>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0DCBB002-76E0-4EEF-BB28-65803725A0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DC044809-935D-47D7-A3CB-006DFE94D869}"/>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6EC65A8-BBA4-44B5-AEEB-64DF5BCA8ED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3340552C-50C0-4EBE-8404-6AE85534CD72}"/>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9C9C66F1-5780-48B4-9044-0BB81B87E60A}"/>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3CE3824-0FF0-4839-A05A-96F3D69EDC30}"/>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7A45CC4-3176-4618-B4FD-BE7CEC8BDE37}"/>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B45E49E3-A8CB-4616-B8AC-72DBE2F7801C}"/>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7836F28-8803-4E57-A1B1-C2A0F98BE6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687191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170FF46A-AFC5-4918-921C-36CFD72873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779A5C05-860E-4C99-9CB6-C1F51FF517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24285F17-6183-452D-B7AC-E545D76C2E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A652E1FA-17D9-4F74-9DAD-1B6A486F7A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47FFF09-88DB-45AA-93FF-126AB03A1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0A90A13A-427B-419A-83CF-86426C7E23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D5FE15C4-EF99-40BF-BDE0-9EED11C67DE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5F1B3BC6-8B62-4B0B-BAED-CA7B54618A35}"/>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07998D2C-1CE9-482B-80DD-585A5CEED56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220C4ED5-69AC-414E-B5A7-FA4E9DED32CA}"/>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F55192F6-96BE-4AB5-A7A6-114AD83C4441}"/>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9C020882-197B-4981-BD24-CDB1021207F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C5BAA960-F35E-48B0-AC31-1A84F23F91D8}"/>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9F7A73B0-5238-4D8B-B8D0-ADED04C78E9A}"/>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ECAC474D-7022-4B3B-93AB-D09BB763D25B}"/>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EA55BAEF-DEC9-4182-AD1D-7995E47DD8A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45BA9992-AF06-40A3-A313-CC96783AA45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2CC24DB-415F-4883-A6D7-9975293F58CF}"/>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B54BEBF2-9FC1-4B5A-B90E-CC5DB2794240}"/>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E07B6819-82F3-46AF-9A3E-5ADB016DDE21}"/>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B8EB325-C0CC-4B0C-8054-E3A6A9C76A9E}"/>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E6AF7AE9-2FEE-4391-9FE3-D18DBF8DC832}"/>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99454768-910B-4729-A3F3-26E01FE506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8713403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E84F1D4A-F5EC-4CDD-9EB9-52FE16560A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8A79C696-7AFB-45C4-883F-192A4255F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09E03D2F-4837-4A19-A8F6-6A2C11885D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4B04D353-4B91-4523-995B-A346A62C7A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1DBC46DF-7B54-4BB5-9287-6BD9386223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901D5C85-B8D6-4F0C-AEB5-7D67494F9A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CB2A1616-7B42-4DF0-B991-625C6AED7833}"/>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F92E1E1E-C9F7-419B-8C14-48B8DF529722}"/>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CA7FAE1-ED0D-48B9-8564-0AA55BF9EDD4}"/>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76289A0-5F56-4BE2-A690-4F2CB6392F6F}"/>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AEDA95D-CB30-4941-BA0B-C2E5038530C8}"/>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F2793774-D43B-4064-9291-683A3C1E6C03}"/>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22EDE37A-394C-47A1-88CA-8E63C5B7B0D3}"/>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DD9B4A27-6BD5-4E4A-BAC2-FD0709CFCB88}"/>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3C671FA5-0EA3-400E-B627-62FEB09736E3}"/>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DA4A77B-A1AE-45B1-B944-1516C3BB4B22}"/>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D0C8AAD6-A7C6-48B8-8463-5FEC3A42A0B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0641E3D6-71B6-4C8B-84DF-574532D413F4}"/>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D8780FA-7C4B-448D-B22E-3CB46170C83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AA52B915-CE77-495C-BDB1-EB186C7F45CA}"/>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08E2812-A3B0-4138-BD4E-2529BB9FCA78}"/>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B33EDF74-C3E8-409B-A07B-BDDA40D69F9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189C1F2-9BF2-4B97-B863-368EE18E560A}"/>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27C83D9D-348B-453A-A7DC-9963C2301D7E}"/>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391CB65-804C-4769-8093-78CD3ECF5B39}"/>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CA684ACC-1430-4347-A3DB-DB5E432A83C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B80D1A3D-EBE2-4077-8AAA-455FC962E4C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6A10344C-3EDC-4CD0-8471-A12F31DE3E2F}"/>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B00D25E3-F3BA-4AA3-9104-BFAF03B327BE}"/>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7245FCE2-5488-4E2F-8D20-C2A32B46FAB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67F6D19F-09CB-4AE0-9328-975E6B2DAF5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4C371276-6F0F-4759-B52F-E64419706096}"/>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B69D14A5-DACC-4C53-BE04-6A4F0FC897C8}"/>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B79BBBA3-0392-425C-A258-0E72E9547755}"/>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4C2125F-936D-43CA-8FC0-DBA985B217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225837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F1C2BDF1-D61E-4CCD-AAA7-260CAED8C5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F5A352DB-45D6-4DC8-9BD7-0E0ED4B1B8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B56A6780-3D0B-4B58-BC11-FC1AFE745C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B8665C5A-9D78-48B8-AAF0-21F05D28D1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1C91F9F-9223-4C25-B63B-82D7791336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6E3AB4E9-472F-4CF7-B2A0-E294398E65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A75D0E07-7162-40C7-A6DF-CC2C58E3A058}"/>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44D2B49D-E555-4077-AFE3-7EA23E70F7E9}"/>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52A26417-31CF-479E-BCB1-1383421187AF}"/>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A4F8C9B0-817F-40F3-93A8-8746F1B9551B}"/>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D756560A-E1CB-43E8-A6D4-86FDED3E4B9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4715DAF8-99CB-4935-94F1-F8ACB5EF0092}"/>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FE9E0341-1862-4FB6-9BEE-C6002BDD7510}"/>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C6610CFE-FBDC-42A5-B986-75C15E27320F}"/>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0A9EF227-5A36-4B27-946B-37AC556D21A8}"/>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3ED17585-27FD-4BE2-93CB-81DE82D86C6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F9710BD6-AB74-4060-8DA9-D3EE3D35968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D9615840-650C-4204-B498-4CCCB20BFD68}"/>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55886747-5184-47C7-9B7C-AD973AB31FF4}"/>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D95F3B9D-28A0-43FD-AA1B-8665DEB05F59}"/>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03A20B6-D578-4EF6-84D1-C5318E073086}"/>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9F250FC-0340-4306-AD5A-40B5606C7C61}"/>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B3B7B45-12FC-4456-9D42-CD2E581963C5}"/>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2CFC2600-E4B5-4BBE-8B91-364E8100883E}"/>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E7870477-B0E7-4096-8101-5D3CDCB3982F}"/>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669D815A-4312-48DB-94A3-3642B9FC40ED}"/>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D283A5F-8B07-482A-8997-BEE1E42941CC}"/>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D4295407-9C23-440F-AEF0-ADA83F6941E6}"/>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FE6580D-DB78-4275-8573-8B5C5053A1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9428460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97EA71EA-BC85-4F5D-9EED-349AF4113F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31BC4410-3A6D-46F7-8286-A2ED4BC9A8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56E38725-FBED-4D26-8851-DE216CE83B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874CCD6-859D-4374-A5A0-12C9FC448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3C8A4CD9-99F1-4671-87E3-608CD0A4E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41CC92F0-1433-4321-BC0A-CDA7D81C41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CEBE5318-18A1-4157-BCD8-97E5B713188D}"/>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D39D76D6-BC59-4B6D-8113-123B194BC0CA}"/>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47F415CA-F934-4B07-8AC4-55F8F8750566}"/>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1505D7BE-1DD9-4EC1-AABB-22885B6C8552}"/>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AA1BD77-027A-42D4-9A1F-43A89063A056}"/>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50E97D1-217A-4292-BEF2-53E4C1D4520F}"/>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A5CB0D93-B5F0-4901-B85C-F4FD9AE5977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8DFD499A-7F3B-4F48-8135-F40A51EFA031}"/>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A8E9001D-8F4F-4833-814A-316BA49918C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77C79F00-5EEC-47ED-AED6-28B3182B0097}"/>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735802BC-272F-4C73-9E8A-E23D77B0311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08A688B5-A4B4-4244-8807-ED5DCA69F0A5}"/>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B279557E-EB1F-4A3F-A9D3-33EB8B4205E9}"/>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6131A209-5639-4B1E-8C62-D5A2847810F6}"/>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92E93B03-7606-436A-A48F-07B6C0426D8F}"/>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47BBCB5C-FCEA-42DE-B114-CA28F1CB1D76}"/>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9F6AC5FC-7B62-4F92-AD91-E46DCAFD8459}"/>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90AFFAA7-663C-44ED-99E4-9FEE57D649DD}"/>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88571F57-01FE-48F1-B35F-802D8493D98F}"/>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DFF30B-6970-42AD-814B-6977F5403FF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49D276BF-C9D9-4E48-94A3-4D178577B19F}"/>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93F65B9D-8921-4C1E-A07D-B331AC19CAFC}"/>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3F3290C1-4310-463E-9749-CE0D811E24A1}"/>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2B57C347-0338-4B19-8B3E-8AE9001534D9}"/>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CE43A84-0FA1-45BE-A0C0-54794A85CA12}"/>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9B1D3C2D-F263-473D-A8A3-EB28B279498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484C9F56-848C-4117-8973-EFD9C2128CD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E431D615-8054-4777-9491-499012A722C2}"/>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9A15411-83BE-4479-A132-5AC83757CE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975990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D0F45BD3-2E87-4A0E-818A-F3872D9F3B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7AB0B2A8-960A-4C41-B129-8F934E5785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0F9F4E01-0F1E-4024-84A5-05F18AB9C7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B82329CD-9484-4EE7-B9F7-E7CFACC703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43966DB-852C-45F0-8E36-6FED314E206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756D4631-CF01-4CF5-B34C-74994FDE28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489D06BE-1406-425B-9B82-361568963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627570EC-5431-495B-92B7-7DB84C27C0BB}"/>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BE858AC1-4A33-4F15-9EB1-49CA09A8F01F}"/>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48966EA3-10C5-4EB6-B3F0-E69D1D63C0BD}"/>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E54FE2CC-1594-4A65-8FA8-0D0F8F0DB615}"/>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401EF27C-3477-4350-B9E5-644282780231}"/>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9BD257C1-3DAB-4364-AF0C-ACD3265D2BA9}"/>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34BF28D6-95C7-4CAD-948F-4C12CCCADFB6}"/>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22360713-60D3-4BC4-903D-9BFEC447D308}"/>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56C11C08-5783-4648-90B8-F74B6120C1CC}"/>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2A158598-1237-454B-9181-76A763EA30E5}"/>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CCFC2C4E-2127-4D02-9BC3-5AB77B05BC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5529711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71E45D3-DC4B-4577-BB89-C8D4064454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CC5564B6-EDFB-48B0-8858-C55C4388F0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0EFADF2B-30A2-4F90-AEFF-C752610DE4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93F74E92-25A9-4499-8555-D1C40188AD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CAA6218-88C3-4236-BE64-B5677F5C47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C1FB6850-E90A-4549-84DB-3BBA238B86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F1F2C031-B009-4DD6-8157-575FC95F14B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17EFE7F1-4AE8-4C6D-98CD-20A797BD2D2D}"/>
              </a:ext>
            </a:extLst>
          </p:cNvPr>
          <p:cNvPicPr>
            <a:picLocks xmlns:a="http://schemas.openxmlformats.org/drawingml/2006/main" noChangeAspect="1"/>
          </p:cNvPicPr>
          <p:nvPr/>
        </p:nvPicPr>
        <p:blipFill>
          <a:blip xmlns:r="http://schemas.openxmlformats.org/officeDocument/2006/relationships" xmlns:a="http://schemas.openxmlformats.org/drawingml/2006/main" r:embed="R44f1cdc38f924dae"/>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18793AF-7CDD-457E-BC87-267D3D79233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77258EC6-E60C-4D4C-B707-1A9395D39D1C}"/>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D0A4E6AF-6C44-4F50-9BEF-D4539DE499F1}"/>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FC6BAD19-36C9-4D59-8361-823C20288529}"/>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8AD4D187-59C0-42BD-8302-210D2435631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5563985C-31D8-4EB4-9E3E-B6293AC3547A}"/>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8B7B2232-E9B3-4340-9E0F-8D4E983C2615}"/>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CFD09362-F717-4B46-BAFB-E640AEB8112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BAFB3FED-252F-4918-89D4-24E1D45E11CC}"/>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3A450B57-0BDF-4EF2-907B-EEF247E27719}"/>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4094DD64-0AF5-4C39-8C2A-4A0D052C1AE9}"/>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3D994F33-C8B5-4E14-8649-1FEFED5B66F5}"/>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34BD263F-9E57-46FF-8301-0878ADA50AF1}"/>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403F31BB-3076-407F-A443-F0F05BED0C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113982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2D7CD905-E4F5-42F7-A3F3-26A60C87EB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FD4F64B9-6D97-4819-8CDC-293B529F24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6FB0AB37-D47B-4492-A682-B867A57037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06916C86-70DA-4576-85E5-5FDD81B2CF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192BD531-326C-4F7F-8F8B-9403245A69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9EEC8BAE-833E-49B0-8DA8-4438DB22CF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75FACC5F-6801-4513-9B86-AB77AE7FBA3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2013E036-EEB4-408A-AD96-8DDE05ABAFB5}"/>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84158137-67D4-4925-A23C-FAD077DDFF03}"/>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9488A512-8986-4B63-9371-CF489097655E}"/>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C43D98F2-89E0-474C-A74A-1D8E369DC6CC}"/>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C1A73293-1DC5-452D-A451-62571A759505}"/>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07E8F4B7-00C0-4ABE-B732-360EB90A3640}"/>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5B403639-349A-4BF0-82B9-5314F1E0165D}"/>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46B75A32-4353-4E16-8F68-1E9102D7A96C}"/>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683DDFD0-9C3F-47A9-B629-DEF8765B45FE}"/>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75583EBD-FC5B-42E5-B26D-E1897A6504F3}"/>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ECD35CDE-1719-4423-BF41-EE4BF34BB1B6}"/>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F20EF05C-9EF3-439D-9751-F9F298BB08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253404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2026-10-23T07:49:43.6020000Z</dcterms:created>
  <dcterms:modified xsi:type="dcterms:W3CDTF">2026-10-23T07:49:43.6020000Z</dcterms:modified>
</coreProperties>
</file>