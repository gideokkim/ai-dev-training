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S64에서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S65–S66로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S63 팁 뒤 S64에서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범위·S64 연결1.5). 지연 시 명령과 테스트 이름을 낭독하지 않고 행별 대응을 짚는다. 조건부 계획, 입력/수행 구분, 단독 효과 미입증은 생략하지 않는다. 6분에 S64으로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대화로 재사용할 Skill 만들기</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S62에서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S64의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S63이 이동한 S64로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S63 / production/preview/full/S63.png.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절차는 재사용하고, 답은 근거로 정한다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S63에서 대화로 Skill 초안을 만들 수 있음을 봤다. 이제 그 지침 안에서 다음 작업에도 유지할 수행 절차와 이번 Task의 근거로 결정할 답을 나눈다. 앞의 S62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S65에서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S65/S61보다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S65 연결0.75. 지연 시 지침 원문과 세 질문을 전부 낭독하지 않는다. 허용된 보류와 실제 결과의 구분은 생략하지 않고3분에 S65으로 이동한다.</a:t>
            </a:r>
          </a:p>
          <a:p xmlns:a="http://schemas.openxmlformats.org/drawingml/2006/main">
            <a:r>
              <a:t/>
            </a:r>
          </a:p>
          <a:p xmlns:a="http://schemas.openxmlformats.org/drawingml/2006/main">
            <a:r>
              <a:t>Fallback: LOCAL STATIC ARTIFACT — production/ACT_3.pptx의 S64, production/preview/act3/S64.png 및 production/preview/full/S64.png.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밝기 통계 계산의 성능 개선 후보</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S66은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S65에는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S66의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선택한 변경의 시간·메모리·동작 확인</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한 Agent 조사와 Subagent 역할 분리</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S66의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S69의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S69에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S68 제작 팁을 거친 뒤 S69의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S69으로 이동한다.</a:t>
            </a:r>
          </a:p>
          <a:p xmlns:a="http://schemas.openxmlformats.org/drawingml/2006/main">
            <a:r>
              <a:t/>
            </a:r>
          </a:p>
          <a:p xmlns:a="http://schemas.openxmlformats.org/drawingml/2006/main">
            <a:r>
              <a:t>Fallback: LOCAL STATIC ARTIFACT — production/ACT_3.pptx의 S67, production/preview/act3/S67.png 및 production/preview/full/S67.png.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대화로 조사 Agent 만들기</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S67의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S69의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S67이 이동한 S69에서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S68 / production/preview/full/S68.png.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 작업을 나누지 않은 이유</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“S67의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S67에서는 성능·빌드·테스트 조사가 서로 기다리지 않아도 된다고 가정했다. 이제 S65/S61의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S65에서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S66에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S67의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S67의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Lecture1분(S67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S70로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이번 Context와 다시 쓸 지식</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S69에서는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S71에서는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S71에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S69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Demo 지식의 원래 출처</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“S70의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S70의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S72으로 이동한다.</a:t>
            </a:r>
          </a:p>
          <a:p xmlns:a="http://schemas.openxmlformats.org/drawingml/2006/main">
            <a:r>
              <a:t/>
            </a:r>
          </a:p>
          <a:p xmlns:a="http://schemas.openxmlformats.org/drawingml/2006/main">
            <a:r>
              <a:t>Fallback: LOCAL STATIC ARTIFACT — production/ACT_3.pptx의 S71, production/preview/act3/S71.png 및 production/preview/full/S71.png.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밝기 통계 작업에 쓰인 구성의 역할</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“S71에서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S71의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S66처럼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S71의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S73에서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S61–S66의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S72, production/preview/act3/S72.png 및 production/preview/full/S72.png.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함께 작동하는 작업 환경, Harness</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“S72의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S72의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S74–S75를 연다. 제품이나 새 명령을 실행하지 않는다.</a:t>
            </a:r>
          </a:p>
          <a:p xmlns:a="http://schemas.openxmlformats.org/drawingml/2006/main">
            <a:r>
              <a:t>마지막 연결은 다음 프로젝트에서도 사용할 기반의 가치다. 실행 조건의 세부는 S76–S80에서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S72의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S74–S75은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S72/STATE-04-PERF의 AGENTS.md·docs·Skill·tests·benchmark와 기록된 입력/실행 조건을 같은 도식에 대응하는 CAPTURED 정적 요약이다. 실제 실행 캡처가 아니며 제품·Agent·benchmark·Demo repository를 실행하거나 새 Trial을 만들지 않는다. S72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만든 Harness를 다음 프로젝트의 기반으로</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S73의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공통 기반에 프로젝트 기준을 연결한다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S76의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S75의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S08과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S77을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첫 결과 뒤에도, 확인할 일이 남는다면?</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S78로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S78로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S77; production/preview/act3/S77.png 및 production/preview/full/S77.png.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남은 문제를 다음 수정으로 이어주는 사람</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같은 목표의 수정과 검토가 끊기지 않게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S80에서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S80에서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다음 수정에 넘길 기록</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S81에서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S81에서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내가 매번 이어 주는 다음 단계는 무엇일까?</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S82의 목표 기반 실행·검토 시스템 제목을 거쳐 S83의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S82의 목표 기반 실행·검토 시스템 제목을 거쳐 S83의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EF1A6E2C-2116-4E94-B93F-31FC3A6CDC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7BB1E05E-DDD3-4129-B397-86D506110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C4729BE-B96F-4C37-AA4C-30D3A2D413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667F12AE-B74D-4B92-8982-1EB316D01D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C26345AF-BD49-4AB5-9169-145C475A20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192C35F-9619-48D3-9646-7717F18FAB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94ACD3B6-B548-4F63-BA28-1F47D064DE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F5A74930-916E-4987-AC68-17A8B29716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E01492EC-6F82-4FA2-9845-2D80A7D326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FA472643-2A72-4798-89BB-1667F42664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FE09C425-A9BF-402B-868D-2603F0FFD1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4115CF5-DF8E-40C9-8B80-D30B9A244B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E5D63847-8A8F-49C2-A0F5-14DFB22146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4E594E5-0030-42B7-A2E4-ECCD742523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C30BD8B0-A036-49E7-96DA-2984A0F206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9AB37F2-F4E4-47A2-A646-6F026AE8E2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B7516B46-71AD-402C-B01A-6EE8E6693D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19A4327E-8137-4D82-AF73-458EC7C431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5C90D89E-E710-4303-A5AF-44AA761D43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16B31AFD-31B0-4113-BCE7-F31F714954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5F0B51F7-F145-4FF8-9ADD-C0E561F1E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CBEF7E2B-E711-4906-92FE-424975DEB7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9B1E0C6B-62F3-45A5-8AD8-A59D5DDFC9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63CFA414-55B7-4AEB-9012-27593B516C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5548DD58-D7CE-4626-AB66-57E480DE28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43E09074-22BE-4BF1-87DC-17F01BF543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