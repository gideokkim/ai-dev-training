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4d3e2685be14abb" /><Relationship Type="http://schemas.openxmlformats.org/officeDocument/2006/relationships/extended-properties" Target="/docProps/app.xml" Id="R786a68a3d4824bdf" /><Relationship Type="http://schemas.openxmlformats.org/officeDocument/2006/relationships/officeDocument" Target="/ppt/presentation.xml" Id="R43268c8c06974ee5" /></Relationships>
</file>

<file path=ppt/presentation.xml><?xml version="1.0" encoding="utf-8"?>
<p:presentation xmlns:p="http://schemas.openxmlformats.org/presentationml/2006/main">
  <p:sldMasterIdLst>
    <p:sldMasterId xmlns:r="http://schemas.openxmlformats.org/officeDocument/2006/relationships" id="2147483648" r:id="Rebc0ae65fd02411b"/>
  </p:sldMasterIdLst>
  <p:notesMasterIdLst>
    <p:notesMasterId xmlns:r="http://schemas.openxmlformats.org/officeDocument/2006/relationships" r:id="Re8809a65106844d5"/>
  </p:notesMasterIdLst>
  <p:sldIdLst>
    <p:sldId xmlns:r="http://schemas.openxmlformats.org/officeDocument/2006/relationships" id="256" r:id="R5859f0e8a66c45d8"/>
    <p:sldId xmlns:r="http://schemas.openxmlformats.org/officeDocument/2006/relationships" id="257" r:id="R8b052bd655934442"/>
    <p:sldId xmlns:r="http://schemas.openxmlformats.org/officeDocument/2006/relationships" id="258" r:id="Rd6e8f30a31d8437c"/>
    <p:sldId xmlns:r="http://schemas.openxmlformats.org/officeDocument/2006/relationships" id="259" r:id="R018c45a6fd634fca"/>
    <p:sldId xmlns:r="http://schemas.openxmlformats.org/officeDocument/2006/relationships" id="260" r:id="Ra314afcbb49444ce"/>
    <p:sldId xmlns:r="http://schemas.openxmlformats.org/officeDocument/2006/relationships" id="261" r:id="R2d283163656d4346"/>
    <p:sldId xmlns:r="http://schemas.openxmlformats.org/officeDocument/2006/relationships" id="262" r:id="R1563a3130a5f40ae"/>
    <p:sldId xmlns:r="http://schemas.openxmlformats.org/officeDocument/2006/relationships" id="263" r:id="R4477582ed526460d"/>
    <p:sldId xmlns:r="http://schemas.openxmlformats.org/officeDocument/2006/relationships" id="264" r:id="Rc6a87caa88ec489e"/>
    <p:sldId xmlns:r="http://schemas.openxmlformats.org/officeDocument/2006/relationships" id="265" r:id="R571e76c3aa474770"/>
    <p:sldId xmlns:r="http://schemas.openxmlformats.org/officeDocument/2006/relationships" id="266" r:id="Rc6c22ef5fd164fb6"/>
    <p:sldId xmlns:r="http://schemas.openxmlformats.org/officeDocument/2006/relationships" id="267" r:id="R6d23b44c528941eb"/>
    <p:sldId xmlns:r="http://schemas.openxmlformats.org/officeDocument/2006/relationships" id="268" r:id="R6420679d651144a5"/>
    <p:sldId xmlns:r="http://schemas.openxmlformats.org/officeDocument/2006/relationships" id="269" r:id="R5660464463d44748"/>
    <p:sldId xmlns:r="http://schemas.openxmlformats.org/officeDocument/2006/relationships" id="270" r:id="Rc6a95859b2564758"/>
    <p:sldId xmlns:r="http://schemas.openxmlformats.org/officeDocument/2006/relationships" id="271" r:id="Rfa49861f2ace4968"/>
    <p:sldId xmlns:r="http://schemas.openxmlformats.org/officeDocument/2006/relationships" id="272" r:id="R95d3ed6e7b2e46e7"/>
    <p:sldId xmlns:r="http://schemas.openxmlformats.org/officeDocument/2006/relationships" id="273" r:id="R4ff1a26fb144482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71af3399184ed9" /><Relationship Type="http://schemas.openxmlformats.org/officeDocument/2006/relationships/slideMaster" Target="/ppt/slideMasters/slideMaster1.xml" Id="Rebc0ae65fd02411b" /><Relationship Type="http://schemas.openxmlformats.org/officeDocument/2006/relationships/notesMaster" Target="/ppt/notesMasters/notesMaster1.xml" Id="Re8809a65106844d5" /><Relationship Type="http://schemas.openxmlformats.org/officeDocument/2006/relationships/presProps" Target="/ppt/presProps.xml" Id="Rb69c63a158454372" /><Relationship Type="http://schemas.openxmlformats.org/officeDocument/2006/relationships/tableStyles" Target="/ppt/tableStyles.xml" Id="R542257cb9fce40ad" /><Relationship Type="http://schemas.openxmlformats.org/officeDocument/2006/relationships/slide" Target="/ppt/slides/slide1.xml" Id="R5859f0e8a66c45d8" /><Relationship Type="http://schemas.openxmlformats.org/officeDocument/2006/relationships/slide" Target="/ppt/slides/slide2.xml" Id="R8b052bd655934442" /><Relationship Type="http://schemas.openxmlformats.org/officeDocument/2006/relationships/slide" Target="/ppt/slides/slide3.xml" Id="Rd6e8f30a31d8437c" /><Relationship Type="http://schemas.openxmlformats.org/officeDocument/2006/relationships/slide" Target="/ppt/slides/slide4.xml" Id="R018c45a6fd634fca" /><Relationship Type="http://schemas.openxmlformats.org/officeDocument/2006/relationships/slide" Target="/ppt/slides/slide5.xml" Id="Ra314afcbb49444ce" /><Relationship Type="http://schemas.openxmlformats.org/officeDocument/2006/relationships/slide" Target="/ppt/slides/slide6.xml" Id="R2d283163656d4346" /><Relationship Type="http://schemas.openxmlformats.org/officeDocument/2006/relationships/slide" Target="/ppt/slides/slide7.xml" Id="R1563a3130a5f40ae" /><Relationship Type="http://schemas.openxmlformats.org/officeDocument/2006/relationships/slide" Target="/ppt/slides/slide8.xml" Id="R4477582ed526460d" /><Relationship Type="http://schemas.openxmlformats.org/officeDocument/2006/relationships/slide" Target="/ppt/slides/slide9.xml" Id="Rc6a87caa88ec489e" /><Relationship Type="http://schemas.openxmlformats.org/officeDocument/2006/relationships/slide" Target="/ppt/slides/slide10.xml" Id="R571e76c3aa474770" /><Relationship Type="http://schemas.openxmlformats.org/officeDocument/2006/relationships/slide" Target="/ppt/slides/slide11.xml" Id="Rc6c22ef5fd164fb6" /><Relationship Type="http://schemas.openxmlformats.org/officeDocument/2006/relationships/slide" Target="/ppt/slides/slide12.xml" Id="R6d23b44c528941eb" /><Relationship Type="http://schemas.openxmlformats.org/officeDocument/2006/relationships/slide" Target="/ppt/slides/slide13.xml" Id="R6420679d651144a5" /><Relationship Type="http://schemas.openxmlformats.org/officeDocument/2006/relationships/slide" Target="/ppt/slides/slide14.xml" Id="R5660464463d44748" /><Relationship Type="http://schemas.openxmlformats.org/officeDocument/2006/relationships/slide" Target="/ppt/slides/slide15.xml" Id="Rc6a95859b2564758" /><Relationship Type="http://schemas.openxmlformats.org/officeDocument/2006/relationships/slide" Target="/ppt/slides/slide16.xml" Id="Rfa49861f2ace4968" /><Relationship Type="http://schemas.openxmlformats.org/officeDocument/2006/relationships/slide" Target="/ppt/slides/slide17.xml" Id="R95d3ed6e7b2e46e7" /><Relationship Type="http://schemas.openxmlformats.org/officeDocument/2006/relationships/slide" Target="/ppt/slides/slide18.xml" Id="R4ff1a26fb144482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21f90b992646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68967e6dce44c9" /><Relationship Type="http://schemas.openxmlformats.org/officeDocument/2006/relationships/notesMaster" Target="/ppt/notesMasters/notesMaster1.xml" Id="R1dfafe678e254f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22cba5adf54b20" /><Relationship Type="http://schemas.openxmlformats.org/officeDocument/2006/relationships/notesMaster" Target="/ppt/notesMasters/notesMaster1.xml" Id="Rfb8ec317eaaf46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11fe7502283b4202" /><Relationship Type="http://schemas.openxmlformats.org/officeDocument/2006/relationships/notesMaster" Target="/ppt/notesMasters/notesMaster1.xml" Id="Rbddec0a77fac4a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1c92c1908b4a4b" /><Relationship Type="http://schemas.openxmlformats.org/officeDocument/2006/relationships/notesMaster" Target="/ppt/notesMasters/notesMaster1.xml" Id="R6365d4d929f448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e232148f6b74665" /><Relationship Type="http://schemas.openxmlformats.org/officeDocument/2006/relationships/notesMaster" Target="/ppt/notesMasters/notesMaster1.xml" Id="R125db26ef81143d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cc9c8f1ed4b46f0" /><Relationship Type="http://schemas.openxmlformats.org/officeDocument/2006/relationships/notesMaster" Target="/ppt/notesMasters/notesMaster1.xml" Id="Rf5093aac8c7240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6b33e15d3343f4" /><Relationship Type="http://schemas.openxmlformats.org/officeDocument/2006/relationships/notesMaster" Target="/ppt/notesMasters/notesMaster1.xml" Id="Rb0622465463840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2e7edbce11f4927" /><Relationship Type="http://schemas.openxmlformats.org/officeDocument/2006/relationships/notesMaster" Target="/ppt/notesMasters/notesMaster1.xml" Id="R76ac7d72546342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10706bc2c64ebd" /><Relationship Type="http://schemas.openxmlformats.org/officeDocument/2006/relationships/notesMaster" Target="/ppt/notesMasters/notesMaster1.xml" Id="Ra1307c0b8a0647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0df86368b74fef" /><Relationship Type="http://schemas.openxmlformats.org/officeDocument/2006/relationships/notesMaster" Target="/ppt/notesMasters/notesMaster1.xml" Id="Rfcdcaf3cde804c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e807c240864a9c" /><Relationship Type="http://schemas.openxmlformats.org/officeDocument/2006/relationships/notesMaster" Target="/ppt/notesMasters/notesMaster1.xml" Id="R8544409ab92a4e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78eeff0a8f4745" /><Relationship Type="http://schemas.openxmlformats.org/officeDocument/2006/relationships/notesMaster" Target="/ppt/notesMasters/notesMaster1.xml" Id="Raa84e45e31d748a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3f1c016a85149c6" /><Relationship Type="http://schemas.openxmlformats.org/officeDocument/2006/relationships/notesMaster" Target="/ppt/notesMasters/notesMaster1.xml" Id="R51280c0a0aa043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b36ce5a18c4623" /><Relationship Type="http://schemas.openxmlformats.org/officeDocument/2006/relationships/notesMaster" Target="/ppt/notesMasters/notesMaster1.xml" Id="R4080d61006134e0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d1de16815b14892" /><Relationship Type="http://schemas.openxmlformats.org/officeDocument/2006/relationships/notesMaster" Target="/ppt/notesMasters/notesMaster1.xml" Id="Rddd0877cafa445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7dfc9845d74999" /><Relationship Type="http://schemas.openxmlformats.org/officeDocument/2006/relationships/notesMaster" Target="/ppt/notesMasters/notesMaster1.xml" Id="R6a4eb2094ade43a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f5901ba26c4ff7" /><Relationship Type="http://schemas.openxmlformats.org/officeDocument/2006/relationships/notesMaster" Target="/ppt/notesMasters/notesMaster1.xml" Id="Ra4f9f2c4b3394d0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ed8d5e21a2445cd" /><Relationship Type="http://schemas.openxmlformats.org/officeDocument/2006/relationships/notesMaster" Target="/ppt/notesMasters/notesMaster1.xml" Id="R08e427c3f4bf4b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5b031901604c0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2c435debcab4b0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708357cbb5458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47b270351446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c8ad4ff7a848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4dc33bace7d401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53A728-5596-4739-9893-8E287A981D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1B3309A-48CA-4A34-9640-B7E031C3BD6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3DA9E5-FFB0-4B7C-A369-C6B7B70EC78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F72CD7-CCC5-4AA3-8964-9BC6157351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DB359A3-9DE7-4AA4-B97F-AC240E5DBE0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C89BA23-8555-4289-B609-393F3E00B9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F81E03-81B1-4CD9-8D8F-4423EBE602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1F52B96-4EB4-4FAD-A77F-F1101FF43C2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2E85CE-9644-4E63-AFF5-DED0250775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6B3243-1CD4-4FD5-BDB4-7C564F3562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05f4e24b5a4849" /><Relationship Type="http://schemas.openxmlformats.org/officeDocument/2006/relationships/slideLayout" Target="/ppt/slideLayouts/slideLayout1.xml" Id="R3fcff6737b834e79" /><Relationship Type="http://schemas.openxmlformats.org/officeDocument/2006/relationships/slideLayout" Target="/ppt/slideLayouts/slideLayout2.xml" Id="R642ce959587147d6" /><Relationship Type="http://schemas.openxmlformats.org/officeDocument/2006/relationships/slideLayout" Target="/ppt/slideLayouts/slideLayout3.xml" Id="Rb2b98e35710e4ee9" /><Relationship Type="http://schemas.openxmlformats.org/officeDocument/2006/relationships/slideLayout" Target="/ppt/slideLayouts/slideLayout4.xml" Id="R9cd0f1dec46c46f1" /><Relationship Type="http://schemas.openxmlformats.org/officeDocument/2006/relationships/slideLayout" Target="/ppt/slideLayouts/slideLayout5.xml" Id="R6737a9989f0b416b" /><Relationship Type="http://schemas.openxmlformats.org/officeDocument/2006/relationships/slideLayout" Target="/ppt/slideLayouts/slideLayout6.xml" Id="Rca5c127ea9a743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cff6737b834e79"/>
    <p:sldLayoutId xmlns:r="http://schemas.openxmlformats.org/officeDocument/2006/relationships" id="2147483650" r:id="R642ce959587147d6"/>
    <p:sldLayoutId xmlns:r="http://schemas.openxmlformats.org/officeDocument/2006/relationships" id="2147483651" r:id="Rb2b98e35710e4ee9"/>
    <p:sldLayoutId xmlns:r="http://schemas.openxmlformats.org/officeDocument/2006/relationships" id="2147483652" r:id="R9cd0f1dec46c46f1"/>
    <p:sldLayoutId xmlns:r="http://schemas.openxmlformats.org/officeDocument/2006/relationships" id="2147483653" r:id="R6737a9989f0b416b"/>
    <p:sldLayoutId xmlns:r="http://schemas.openxmlformats.org/officeDocument/2006/relationships" id="2147483654" r:id="Rca5c127ea9a743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f3030d60cc4c28" /><Relationship Type="http://schemas.openxmlformats.org/officeDocument/2006/relationships/image" Target="/ppt/media/image.png" Id="R08fdf9227dd64dbf" /><Relationship Type="http://schemas.openxmlformats.org/officeDocument/2006/relationships/image" Target="/ppt/media/image2.png" Id="R30d6bb4951f44600" /><Relationship Type="http://schemas.openxmlformats.org/officeDocument/2006/relationships/notesSlide" Target="/ppt/notesSlides/notesSlide1.xml" Id="R0cb0344004b54f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8d70a8c04e94c8b" /><Relationship Type="http://schemas.openxmlformats.org/officeDocument/2006/relationships/notesSlide" Target="/ppt/notesSlides/notesSlide2.xml" Id="R9ddc0da82bf3484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3fc2922f58042d9" /><Relationship Type="http://schemas.openxmlformats.org/officeDocument/2006/relationships/notesSlide" Target="/ppt/notesSlides/notesSlide3.xml" Id="R0babdd31f54a43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e7b8e25b19643ac" /><Relationship Type="http://schemas.openxmlformats.org/officeDocument/2006/relationships/notesSlide" Target="/ppt/notesSlides/notesSlide4.xml" Id="Rb9034e4b985346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5fe6c59ebaa4d20" /><Relationship Type="http://schemas.openxmlformats.org/officeDocument/2006/relationships/notesSlide" Target="/ppt/notesSlides/notesSlide5.xml" Id="R4757a4d3fd6e45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1cfda0dd39460f" /><Relationship Type="http://schemas.openxmlformats.org/officeDocument/2006/relationships/notesSlide" Target="/ppt/notesSlides/notesSlide6.xml" Id="R9618c2d4bf0545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f9c4196519b4f17" /><Relationship Type="http://schemas.openxmlformats.org/officeDocument/2006/relationships/notesSlide" Target="/ppt/notesSlides/notesSlide7.xml" Id="Rb8ad4a21c8de4c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d96779acf764cd7" /><Relationship Type="http://schemas.openxmlformats.org/officeDocument/2006/relationships/notesSlide" Target="/ppt/notesSlides/notesSlide8.xml" Id="R2b6740890e1b4a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b800b1da2844270" /><Relationship Type="http://schemas.openxmlformats.org/officeDocument/2006/relationships/chart" Target="/ppt/slides/charts/chart1.xml" Id="R8e555a72fb1a49a5" /><Relationship Type="http://schemas.openxmlformats.org/officeDocument/2006/relationships/notesSlide" Target="/ppt/notesSlides/notesSlide9.xml" Id="R32f38d5667f841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c9fb8de7402457b" /><Relationship Type="http://schemas.openxmlformats.org/officeDocument/2006/relationships/notesSlide" Target="/ppt/notesSlides/notesSlide10.xml" Id="Rda6f9aacabf74c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52328deec41456d" /><Relationship Type="http://schemas.openxmlformats.org/officeDocument/2006/relationships/notesSlide" Target="/ppt/notesSlides/notesSlide11.xml" Id="R76a308fe46744f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154c0fa271f4cb3" /><Relationship Type="http://schemas.openxmlformats.org/officeDocument/2006/relationships/notesSlide" Target="/ppt/notesSlides/notesSlide12.xml" Id="R62de7bb5198f4ab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01648915c414346" /><Relationship Type="http://schemas.openxmlformats.org/officeDocument/2006/relationships/notesSlide" Target="/ppt/notesSlides/notesSlide13.xml" Id="R901fbd467a4442d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fed3be182b944b1" /><Relationship Type="http://schemas.openxmlformats.org/officeDocument/2006/relationships/notesSlide" Target="/ppt/notesSlides/notesSlide14.xml" Id="R650bfa97577d40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57458dc56574211" /><Relationship Type="http://schemas.openxmlformats.org/officeDocument/2006/relationships/notesSlide" Target="/ppt/notesSlides/notesSlide15.xml" Id="R23e0bfa2922449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dece2ccb11e4867" /><Relationship Type="http://schemas.openxmlformats.org/officeDocument/2006/relationships/notesSlide" Target="/ppt/notesSlides/notesSlide16.xml" Id="R2ae5b3421d5143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390e838c0304def" /><Relationship Type="http://schemas.openxmlformats.org/officeDocument/2006/relationships/image" Target="/ppt/media/image3.png" Id="R08d2e33382aa4a9a" /><Relationship Type="http://schemas.openxmlformats.org/officeDocument/2006/relationships/notesSlide" Target="/ppt/notesSlides/notesSlide17.xml" Id="R4cc5f80e6f2f4f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68a417f8fe404a" /><Relationship Type="http://schemas.openxmlformats.org/officeDocument/2006/relationships/notesSlide" Target="/ppt/notesSlides/notesSlide18.xml" Id="R1f02e36c5ea64a4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A0F63484-DBE7-4B17-99AC-C61ADD0D06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03847255-D817-4B2A-ABE2-F469083118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48BF5CB0-6AF7-4A2E-9CA6-21383ACC55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9808F84-3067-4F10-AA88-D3F25554B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AAB06154-0988-449A-A7F9-4693023378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0695BD26-FC6F-4244-A191-2F7A915AF8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0FA75431-0FA4-479F-8205-73BBB76D3F79}"/>
              </a:ext>
            </a:extLst>
          </p:cNvPr>
          <p:cNvPicPr>
            <a:picLocks xmlns:a="http://schemas.openxmlformats.org/drawingml/2006/main" noChangeAspect="1"/>
          </p:cNvPicPr>
          <p:nvPr/>
        </p:nvPicPr>
        <p:blipFill>
          <a:blip xmlns:r="http://schemas.openxmlformats.org/officeDocument/2006/relationships" xmlns:a="http://schemas.openxmlformats.org/drawingml/2006/main" r:embed="R08fdf9227dd64dbf"/>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76B3FFB-651B-4F81-8BFB-4F231963C826}"/>
              </a:ext>
            </a:extLst>
          </p:cNvPr>
          <p:cNvPicPr>
            <a:picLocks xmlns:a="http://schemas.openxmlformats.org/drawingml/2006/main" noChangeAspect="1"/>
          </p:cNvPicPr>
          <p:nvPr/>
        </p:nvPicPr>
        <p:blipFill>
          <a:blip xmlns:r="http://schemas.openxmlformats.org/officeDocument/2006/relationships" xmlns:a="http://schemas.openxmlformats.org/drawingml/2006/main" r:embed="R30d6bb4951f44600"/>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3869F5C5-0480-4265-9155-28D5601597C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909E7D6F-E573-40AE-B480-6D043541BA3E}"/>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61A3E5E1-22FC-4D07-B409-5362453CECE9}"/>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CC44547-7042-4B70-9FCA-5E8BCFEDD0D6}"/>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B7E4BB91-3786-4D04-AD06-20DED36B26E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71546E5-16C6-4761-A4ED-8961F003640A}"/>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1F50BC7-7775-4092-BAA6-928FF3B7096F}"/>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70F84E6F-31B3-4F3F-8390-CD852F79B7A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99640359-3370-4602-8F6F-8CAA56FF6DC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1C518F0-CC8C-4933-8018-82107B7737A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6FCA2EC5-0155-4F81-A954-1D3E393908F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C0B169D-743A-446B-A4CB-C73C6EFC9A95}"/>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5130F6DB-2D52-41B7-8FAB-B7F14CEEA1B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CC80C72-9EFF-4F55-96CE-FC26EDA7A56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C34AC576-D354-4F29-BBB3-11566003942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536D9F0F-C57F-45A5-92A1-08F14663513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EA743B6F-2D35-4064-8035-91BFB0F27132}"/>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E100558A-E0D7-448A-B8C4-E170C9113835}"/>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B83C854-A212-418B-ABBE-8214FF034B99}"/>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ABFFC96-49FE-472D-8103-545BADC84E41}"/>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0EDFFB6C-6BDD-4F91-A654-AC3CBA36C4D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DB6F9BE-D0DE-497B-BC79-0C59DC4923BB}"/>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702B37DC-598E-42C8-8B7F-D491BD10AD42}"/>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288BF40D-F2AF-4001-A86B-CAE7484E04C8}"/>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A542B37B-D8DD-4A15-B4C7-2E2EB5F5C56C}"/>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677892E8-432F-430A-83CF-7500ADEAFA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1479437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04171F62-ACB8-4F91-BE2F-E432F29C3A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AF951F4A-999C-4BCB-969B-275E14FBB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0E5A5C98-C238-4346-9743-CB63B09EF5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2F45BF83-82EF-465F-8E85-3733B264C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64A81B5E-553D-48E8-B53C-B0B5A4CDE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44A85C38-A920-4FDA-8B53-0BC56DE9D0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046BA40-35FC-4008-8503-A8CF98C7AE4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5EB63734-9BC2-49DC-B578-49224F65E721}"/>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D25741FA-147C-4B62-909C-EBC278AA2DC8}"/>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A50D7AA-4BEC-4B8E-A82C-42C466237519}"/>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55E83B8F-EFEB-4EC9-95A9-C12FB5DF954B}"/>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84F0E772-4CC5-4B7F-A3B0-1272129B869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80A72A4E-4780-4148-89E0-F64E159149DD}"/>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F9C3777B-E348-41C1-B74F-B9E31D385A24}"/>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E88511C-F144-4F8B-9FAE-653D4CBF3615}"/>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AF3B5621-61F3-43DF-AA4F-F0BDA121DF44}"/>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7138BDA-96BE-470D-A46C-D5C778E4A6A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0B8DC4A-689A-41FE-B861-2D3E0E23B63A}"/>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874E7BC1-6690-4E0C-A0B6-6F03B38561E0}"/>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85F6F388-993A-4676-A6E2-435AFB356516}"/>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F96300D-0961-4CF7-8A48-D80FF71B4E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F1316DE-7276-462F-87D9-C8889FEAF13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D09BC335-3677-4BB0-A818-D7AB1B92BFB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38A65F00-2878-474E-B0ED-F24F34A5E66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48C8849-313E-4591-9C14-E3F1506FE361}"/>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65EF35D-C33C-4605-B86D-47C94AC2DD7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6B0ABADA-5A6B-4BD5-9802-61FACA2160EB}"/>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2C85799-BC3F-4563-B2F1-1B68FE74B632}"/>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0FDBE1C-1C9B-4D39-B66F-EDA46599E63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93178EF4-8698-4152-8A3B-3C2C75558F1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66277BD-43CC-4FF2-B58E-4424B110F2E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7651DD9-E528-4FB2-A5B5-71849E48225A}"/>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05004A17-97FF-4870-A1E1-7D31EE08B717}"/>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23323BD4-38A9-4A92-8A1F-F848F00D0809}"/>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76876625-91D1-41A9-9368-8A8DC6F8F3FE}"/>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AF80456-20E9-47B6-B125-A8E8643B1EEF}"/>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97BE314-5CCB-43CB-8B84-48BA47B5901E}"/>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3987EBE-0DAE-4FD7-B9B3-760415B0D475}"/>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552FB49E-2B80-415C-BED7-722C7A32571A}"/>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7037A0FD-74BF-47C2-942F-57E1816C54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454422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66B953A0-3599-4A2F-801C-4DFBF63E36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5304519B-B7A9-4237-A626-FC95E6023E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6B4BA7DB-2B9F-48FA-B509-2B8427EE90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0CBC09CD-62A6-4009-B0BC-61C908EEB3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AFB38E9D-4CF7-4A87-9640-9D55C9582D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84CE732B-99F3-4A39-A485-06DD3F6FA3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E5103611-F9A2-4203-99D5-68128B059606}"/>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7BE26353-C793-425E-BE93-3A131BF09A2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479282BB-879D-4494-BAE8-6FA4BB7C99B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A4C18D59-E6DD-4C25-BA48-53756D70141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A6B39B8-4A7C-46FD-8167-C0DAAD27DCB0}"/>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36D1DC8D-AD64-439E-843B-E5E52CD4381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91233DF1-104B-4A8F-AC26-B57B82CE95DD}"/>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C7068E4-6DB5-49AC-9A0A-6209BD92B95D}"/>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C2ABD57F-2CA8-46F8-A195-A8DD0797380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5E185ECB-A221-4A9B-A325-BF7ADAD984C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8A913CD7-FA14-4F17-A554-CB9FE8D4516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CAEC4D7C-C984-4D0A-88E5-5B16E6987570}"/>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C7444DA-7530-498F-A2A1-5012B1C8018A}"/>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A6E2815-2630-4EE8-9C0B-BBC65845A41C}"/>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5CDC0E88-912C-47A7-B7D4-767E8F3F7F3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342C5083-561E-4240-B964-D0FAC551DE2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C2783DFA-2C3A-4464-A7C4-B2D173AF3C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2795320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3A71943F-BF76-469A-8302-D7C78C1718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09E99113-C6A6-42F6-B84E-933BDD58A9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048F77E-2A92-46DB-A1E2-7A9C014F5E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4EC19778-2DDF-4C76-8B5A-1A87B95E53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7AFD8AA5-AA43-4BC5-A674-D77F617A67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88B87B0-F20D-4553-A1DA-DAF70830CC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5974D60-D7BE-46AF-BFC8-D481AFCFD6EE}"/>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E15C9109-3493-4D40-8A18-296F8B596BC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BF5856B2-74A2-4DCF-9019-D1C6D3098632}"/>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F4B058EB-3D62-4C92-9246-4C5C7444994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85FD1B80-AACA-4E2A-A438-CE53F7F075DC}"/>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A57448A8-D8FF-4736-865C-F8B43439A2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F1C3BE94-D359-47C8-838C-CE599D646D6D}"/>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9FA69F3-09C2-4B61-A734-C7A5D3745142}"/>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C6291204-2255-45A6-B896-19FBD20C81C1}"/>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8AD0379-65EF-4879-B118-00F165E59C6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2FC39F6D-ECC7-49DF-AF50-EAEB2A66DB81}"/>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F4608D7D-7CE6-46CE-881F-6F60A5FF0E3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3D45D448-58FA-47B9-BA64-6783DC9A9679}"/>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B7A7BCC4-A570-42A7-93A8-5C9660859B06}"/>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5C0AE06B-21D2-4D25-9959-414D56AA243E}"/>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4257CCF-D6A3-4F13-BD22-27F5465C0F32}"/>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0AD7138-1007-4F44-A990-38DD647C8AD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D4E9B3D4-E874-4FE1-A115-6507EB03F317}"/>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5E62B943-0D08-47CE-8544-0167B8D876AC}"/>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9E5023E-55A4-4E4F-9832-FBEE2E057FB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8F7C04A9-EFB4-4C3E-A821-16DFA92B5F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870166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686BE84-AF31-4943-B624-4C0C521084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4DA544F0-7725-462B-9944-7F46B8E849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3300B1D2-8730-4DBE-B5C2-C024183625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5753F6D9-A43E-48F1-A3D4-01E138F8F3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991F34AD-29A7-460B-B118-97502CD61C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15D75346-14B7-441F-A6DB-94F8A8B2B5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130ACE66-6A87-414C-98E4-0E25121757D3}"/>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B6ACC0A9-0EFF-47D0-A35C-7DC62EE6C8FC}"/>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6EA8638F-792C-4AEE-BE51-35F9216F9205}"/>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E3201F9D-43BE-4000-8C99-6F66C97E68EA}"/>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91642181-3E37-4BBD-BC56-DA4B5D502FA6}"/>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749DC28A-BEA7-4806-9D42-DBF6096EC6CE}"/>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935621F-2E9F-4336-85BB-BAAD2AA60069}"/>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B7FF79FA-E604-479D-B753-CD8DA30841C5}"/>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CD992D28-67D0-424E-8DD3-92A4AED249F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56FC5F78-DA25-474C-8118-BD2A8FC766CC}"/>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2D353280-0D8B-4F34-8B23-68F3B0A1117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B4CFDA32-06DC-45F2-8CDD-471751F75022}"/>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15B23B24-AF73-418C-85EF-0582AA13A8A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D47C967D-91ED-4591-BC81-0CE76C9B259D}"/>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ECB6EC3A-86AD-4260-8775-4B8B4CD2391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9A986463-CF37-4F0C-B150-E29AAA7D777C}"/>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64F3DE89-EC62-4F4F-9081-ADCE5D36509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C0CC7D3-FA22-473C-BF3C-1FB4268549C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8D0EA88D-4C1B-4402-B392-6B735597C577}"/>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716868F2-DB7B-457F-9838-C10D325E828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6DC7C3C6-16A2-4D96-BF20-9AFE7FF74AF9}"/>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58DD0AA8-57F0-48E2-A9B7-FB2D9C2BFA0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439DAA89-6364-46F1-A0A0-E9B770A8C3B9}"/>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CFCA8741-1D55-4B42-803F-2EB6C44C77B5}"/>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FDD36DBE-29A8-444E-920D-753DF86043A9}"/>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A2C49236-9A08-4A5C-A4CE-4B92F2DCBE1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7FCB43E3-9543-4611-A439-9A04D8C812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459745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AB0BD3DB-E7E9-418C-B5CE-B25BFDC541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552D5204-6227-4D6B-813C-F6B59109B9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5DA021BC-7394-42AF-AF22-17CF2A5E7A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C64A8DFA-1139-4A31-8568-108311FC89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858D1B16-CE3F-425D-81E0-9B43CE50AA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456C0C57-4E26-4C55-97E1-C5918A1134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C58C4B5A-C104-4FA0-9EB5-B3A4DF543733}"/>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9058F15-21E6-424A-A217-A9609269587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61DF721A-1FA7-4B6C-A12B-4AAF938C14C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155C6BE-7474-4922-9EBC-1299D0402A4B}"/>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FA46235-4756-4725-A3D2-36F01A2DB2CD}"/>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2B88F59-FD09-47DB-B964-E418887647AD}"/>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C361EBA-DA6A-4B94-A7C9-2FB6A42E8661}"/>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9CFAC97-A230-4B88-9D04-7AC97CFA01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0128014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6B891801-F283-4923-93BF-42178539A5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503E6360-179C-4673-894F-025D84A0A6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0CC8762D-E98B-4C57-9FC7-D81DF869A3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4C1B1F27-129F-4BCD-BCB3-0EF0CF2C78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AB232F28-A238-4A3F-A191-95C6B5E700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E735FCD9-6D2E-4FFB-B811-4CD2A91869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EE6887B6-808B-4E13-AF88-73FF58709BC7}"/>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17C32C4B-7B0E-4726-A795-2CAC4580BA65}"/>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CEEAAEF1-DE29-41C2-93FF-9F8BC769755C}"/>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0784893F-0D2D-4B42-B4E1-947D9088B268}"/>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3A64E619-0D14-4313-894B-8D251F436E13}"/>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34E9312B-EE9D-420E-AF91-95A7222EA615}"/>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A17D5FC5-FE93-4165-B026-131A9FDAD6E4}"/>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AD070E8F-CA69-497A-8821-9F77C70321D1}"/>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55876996-9F27-4488-BDA4-B7BEEA6556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0626602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D77590FC-ED27-415D-A975-E3A1BD18A7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96342F0C-2F3D-4AB5-A964-F95A742B66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D6A1A9B4-CA23-40B6-AE86-68A87C5C73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7DBFEC5F-27D5-4B4B-BE72-2F3BFBFC9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AA884D4C-77FB-417B-951F-7BD9D4C895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75EDC20B-95F9-4078-8537-F66AC2815B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76E95D5B-0786-4267-B3BB-9AB3445DB9E6}"/>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E99B645C-C1F2-4530-A5D8-1E6CEF2B46FF}"/>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86AF1C06-69CB-4C41-AC1B-56927174BE3B}"/>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6C5F7C2F-FD8D-4706-A7CE-F30B671DA6A1}"/>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E21888BE-8BF8-4FCA-9AA5-DB1F9D9ED55C}"/>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2B343132-EB77-4CFD-9F19-C2A13FDEFDD7}"/>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4CBD3E84-B0EF-47AB-95F3-3CE37861BBA8}"/>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2EB1D046-3C20-49E2-AC5E-AD94FD8E8AFE}"/>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81699797-F6E9-48E2-A576-504FDEEEA862}"/>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9815D137-6715-4A55-878D-A494F6333DF2}"/>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94A62122-6237-448C-9AB3-882DCCC97ABB}"/>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03438B07-7459-4507-AC39-04CF40A5136E}"/>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4CF1E5FE-F09C-4E0E-8BF5-3C833B2D75EC}"/>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C70EBD67-29A9-4154-BD92-DAE3334EC3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60977991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8F88D4D2-372B-4AAA-9AB6-73E5B9EF2A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11E1BE19-1231-40BF-A840-EE5B2931A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C9B14703-9A2A-4A8F-AF40-E55BDD9107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66A052E9-AD70-48B6-B5E1-B4506D13AC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312F32E6-A3B3-4824-ACEC-99A7463E9A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08D4B82-7E67-43D7-A207-6D3D052B29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DA9AC659-6DAF-4944-8615-E2D8859EC8A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096F32DB-C970-4564-B363-E717C5B1A4C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AC6BBE13-6446-4B88-B596-39A4D4784292}"/>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6C47175-C4D0-45EF-A8C3-DBE5A981300C}"/>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8e555a72fb1a49a5"/>
          </a:graphicData>
        </a:graphic>
      </p:graphicFrame>
      <p:sp>
        <p:nvSpPr>
          <p:cNvPr id="11" name="">
            <a:extLst xmlns:a="http://schemas.openxmlformats.org/drawingml/2006/main">
              <a:ext uri="{FF2B5EF4-FFF2-40B4-BE49-F238E27FC236}">
                <a16:creationId xmlns:a16="http://schemas.microsoft.com/office/drawing/2014/main" id="{748C9438-8AAD-4B6D-B54B-ED14412A0C5F}"/>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C46834D-54DE-43D1-A545-187EB63F49B4}"/>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7AEEB486-B848-4E8E-B9F3-F45DA53863F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25C81EB0-1BC5-4C9C-8137-FA0ADF19D54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93927033-7E35-43DF-A59D-0537BC4EB4A0}"/>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B3A6A130-3FE7-4F81-BFBC-70CCC85CCA9B}"/>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BF5C4B3-CB67-411B-945C-B380A7F05828}"/>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589B943-7F3D-4DD1-BB89-060926E9D50B}"/>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21F0DE0C-B641-41D3-B970-64D76E672402}"/>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32309BAD-B7C0-477A-85D0-F7FDD10373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09811926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C5A842CB-0182-4622-8AD4-278BC54549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D3E613EE-7258-4E15-B666-8FFC31FC6D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0F775E94-529D-4649-83E2-2A52CBA92C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41A50C9A-CF85-47F8-AD5E-7C4E93E169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2889D425-D1B0-491C-9494-FA18260E39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9F3CAB99-2511-4ABC-9E21-C9E6439CD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7D86422F-6F9D-4321-B6F1-B2797641B456}"/>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7EE96B50-FE51-4394-A208-7C2FF78742AC}"/>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55ACE0F3-3759-4F91-8B66-2724E12D7121}"/>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5B1ABE69-30BA-42D4-8EF2-344C19D9987D}"/>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483ADA00-1AA7-43B5-A979-02BC3354F4D9}"/>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4E72555B-35D3-40FA-9527-51D227A55A60}"/>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F3C2B845-CA08-4828-BDAD-19751D9A4392}"/>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E381AB74-46CB-46C7-A6B1-327EBB42E065}"/>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D6541A47-F541-4A98-9D51-4216A44671B6}"/>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E47A398A-24B2-4793-9F12-912C553DBB00}"/>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B78BF6FC-559C-424D-9BF1-BFFE35BD9FBB}"/>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DF1FD5D-E1F2-4EF4-83EB-07495637E1AD}"/>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65A45F6-9654-43EA-9AF5-23864D2470F1}"/>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D8CB8B2-BC3D-4D11-821C-E16458939BA1}"/>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5EEBACA2-E7B2-4FC9-B846-54AD22645531}"/>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E6FFC45B-AE1B-4423-AC93-1BCF043057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527292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5F7DBAFB-0B2C-4A52-A0E5-D47C31E4C6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1B7EF5AD-E6F2-4A5D-9791-BB5201C7F0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489C76B3-5AB6-4AD9-B90A-9C1048917F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35072BB8-FDB3-4D29-A566-466CD87432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81F8B559-946F-4BFD-A121-6E7F9E7B7A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6C81C69C-7EF0-4D3A-ADC5-466DDBD7EF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A2225693-A7F3-4F36-AA8A-50866CA80A3C}"/>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BF37427D-9827-409E-818E-2C021310292E}"/>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D8FB42D9-59DE-448A-BF07-AB4BEC20C94A}"/>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7A2F9E0E-8448-4E1C-90BD-232C6A20D124}"/>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59A71C1-2701-42E0-B553-6195878E3D22}"/>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FE107EBE-BD87-4B30-AC25-D7D8CEC7C585}"/>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2E48E047-7852-4A8F-A41D-B004F1075F4E}"/>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41F0393E-0E80-4CD0-A71C-FE3E8049CEB9}"/>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DF262C4-499F-4581-B897-4C5F41899E18}"/>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8AFE9319-D586-4F64-8F34-54C1DC8174EB}"/>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7508490A-2A11-48E7-8E96-2417AA8AAB7C}"/>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93159A97-61A4-4F24-B0EE-DC202E5F7E07}"/>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6CEB405C-8DC9-48D4-8C68-E875AD0D40F3}"/>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DF440EE0-37C9-426A-AEE0-B136795485AC}"/>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A2D2B735-765F-47F1-8626-A53C28189B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030714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654DF381-6DF5-4B09-BDE6-12E7B40214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25FAE09B-719F-488A-ADC8-B1883B48B3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7E9B4579-EF59-4D13-976B-EC20A2C85E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B9DF88BB-248A-4F52-9415-1BA8F95C41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17A9EAC3-58DC-4050-BDFA-843B494321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B5DABA78-3A8D-4D55-A97A-A0917F6776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53B9DCAB-8DDA-4888-9109-BBF97729BE02}"/>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B3EF8F07-4B79-4CC4-A3B7-53452A34992A}"/>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3DE75A2D-38B5-47FF-8647-2299003EE94E}"/>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650ABDE4-97A1-4F13-80CB-93C13D1FA5A9}"/>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29EBD908-CDCC-4648-9610-43FDC10329FF}"/>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20C8C4E-B29D-4AAF-AACD-9EC851E0EB7D}"/>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7B953CE3-CB84-4D26-B918-16A9A5A71EB0}"/>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A8F419CC-B557-4BA3-BCB7-84976607FCF9}"/>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489968D4-AB78-46C2-84CF-F4FE2CAD615D}"/>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F554EDA-7D3A-4ECC-B9D9-51C1B4C74FCF}"/>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5DBC879B-8BA6-4BA6-93D8-F8FF47B4366A}"/>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6352FCBA-FD1D-41B5-9AF3-860C133C891A}"/>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01E49C37-CE4E-4590-A455-7D4963DF8303}"/>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9EA54D09-8E5C-4594-A12D-E8765832C5A4}"/>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87166E6B-8887-4897-840F-FA1F18D4C8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953703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B50DB837-691A-4ECA-A275-F6DACD32BA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06CE58F5-F712-4B7F-93CC-11172532BA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F6F86B79-BAEB-4920-8A57-3E22EB6496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7713A4CA-E45E-4A64-90EA-7706C9692C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DC4CB30D-903F-430E-947E-11660B8303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277915C2-740F-4F89-B485-8D96C415D4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32684844-A109-4345-A04C-34256DE64D17}"/>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CCF6DBB3-1B86-4166-99B0-6E2D9693877E}"/>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CF340E28-B736-4F66-B2DF-31FAEFDE93A9}"/>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70F9DBE7-1147-4703-846B-9FF8555DFB04}"/>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0B364DCC-43D3-4295-BC32-3314E83EBEF0}"/>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BFC0620B-8012-4EF4-970C-CD57D7EB500B}"/>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2179DC02-0DD8-4ED4-95FA-E5DF92C212B7}"/>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B6F1FAF5-B3B6-4873-86C2-32180C544279}"/>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9E6CC746-B07C-44A7-BF2B-7CFE18D2D50E}"/>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DE3A14B1-C7CC-45EF-827E-F34189ECE2D5}"/>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B220412D-A5BA-4BA7-8DB9-EF297C4E4874}"/>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2A6B4C69-5CD1-417A-8823-84663B300C5C}"/>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143095BE-8813-48D0-BC2D-AFB88FB5B3FE}"/>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55740298-03D5-45F0-95D7-C979F376C07A}"/>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BA37133E-2BAF-4626-9CE3-08D7E5906BE4}"/>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3890679A-8814-4CDE-81EF-E7F20D089F22}"/>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C94DE8A3-6411-4C20-A418-DB021D629CE2}"/>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07593BF7-4EEC-4C2B-8408-A8D42D453AB9}"/>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34EDD62C-7BCF-41CC-8778-3EFFED75A12F}"/>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89F70AD3-E802-4568-BF68-7BBF22B8F6FC}"/>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98535F1F-D98E-437E-919D-B3A3380F4137}"/>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E5400DB7-8F77-426D-9D86-17BA786BD69D}"/>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BF56218A-56EF-47F8-B60F-13632B93D866}"/>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2487462A-57E4-4F7B-8A9E-5F32F4C0BF0C}"/>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845DEFA1-65DD-4B56-9E5E-4C00958EBAEC}"/>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845DE1D9-6608-4D9F-BA97-3F3C08410D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72444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99F25EBA-1AC9-488B-ABEA-550C29E463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89B27D30-905F-4F27-86A0-103903686A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50DAC3EB-4BB1-4805-A967-5B2FCBF7B3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D8F74DF9-8350-4D9C-A361-841A485E0C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7CE9276D-1EE5-4A39-9621-EAA46FAA3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DBABD943-9F8A-4675-8DD0-481EE0A68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C98EE0DE-2068-4313-9CB5-0C10399BD45A}"/>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DD0D3499-14DE-47AF-B64A-3337F324F731}"/>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79854610-0A80-4DCB-81E6-EA664E259257}"/>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68DCC865-F813-4BF3-B652-2006F8313F28}"/>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B806AE10-B1FB-4D12-A365-E005FE7D2F7A}"/>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923B9C83-5FC7-468B-8CED-B09E1821AA43}"/>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1A0AB0C5-C8A4-4853-A25F-90A373AFC442}"/>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EE0010E6-02CC-44D3-8108-0B64125C525F}"/>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ACFBEC14-F986-4A91-85FE-343169264299}"/>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2CA869EF-AEAD-416F-94BA-3823A8A111CF}"/>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5B3D8520-7532-4070-9990-B70D552FB13A}"/>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CADC7B8F-D262-4A6D-93C4-B98805001A9B}"/>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C82B1113-2838-46C6-AF04-E650E27E724B}"/>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8DD51D7F-481B-41D6-BC69-42C7611F9963}"/>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55DE9DC2-E0F0-4431-A9CF-7C070BFC515E}"/>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EDE8140D-6BD3-4CC6-9841-17CFD60760AD}"/>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DEB4FFBD-7955-4C4C-9908-0193160628A6}"/>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034E4874-23F4-4EDD-BE24-704B9FA712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473094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99816089-B5C9-4A48-A85C-57B43C2055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83B01171-B9F5-4B00-8509-F548889FB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64BE0757-E327-4BC6-9D10-30375D131B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67DEC6E8-CCFA-4781-84A8-254754CFF1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EC187ED9-EE4A-4BAF-A697-3303BD88BA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2B69E024-1FDA-4FC5-94DB-1F86B9D5E2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F8DEEE49-3DCB-49EE-BE95-6FD914D1E082}"/>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BAFDE33B-4EF1-4476-973B-0E979EBCE800}"/>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36FB3D8F-456C-4397-BE6A-6CABEA98F3E0}"/>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BF4BA1A5-E3B5-485C-8358-054C9B6E6647}"/>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2348474D-5383-450B-BDCB-FD93B24EA24F}"/>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E1847195-51E4-4F87-8D8A-1A59F3E5B734}"/>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E679601-22E1-4076-9A90-DFBD5589AC80}"/>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58EB6879-CE2E-4422-8193-5F6568075B19}"/>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4B8B08FE-6CD4-4912-A3AA-23CD51670D5D}"/>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AD57F2AF-5D8D-4A7F-A17D-8E9A124FF2AB}"/>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8D24ABC-E459-4E62-899B-BF0E92A82392}"/>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65046299-2E56-4ABD-ABFF-66FEF3226177}"/>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C85BBE20-6C70-4680-9FA9-D19C6E6F547B}"/>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F1E1FF7C-871F-4B92-87C4-0DA7373B4040}"/>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A45AB818-245A-43A8-9D79-333CCB1E426D}"/>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AC2904DD-9ABC-43C3-9214-7DE8DB48AF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6927753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9A5D1647-A2E3-4462-AE7C-71FEFBBE4F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758FC715-E2E9-4777-8CA2-837A37DF24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FD4BF62F-4EE6-4ECD-AC88-7551CFDA0B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B47DA8DA-1930-40C4-9D41-C2408CA35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98248A4-2C9E-4393-816D-7EE2D55DA7B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409EE032-7548-46BF-9432-01AD039BE9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9BD7CFA4-EA12-4D11-83AA-E5003C2282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96F6BDFE-1523-4D87-B97C-9D3599483A8F}"/>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6DB374E7-3298-43C9-9CB7-CD4F31F283F6}"/>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F6A1BC64-1797-4843-B7ED-0363AA5B8B7A}"/>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16C90890-7BE3-4247-9908-B909EF98F05D}"/>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15C09415-9A52-4160-98F6-4C66B76710E6}"/>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4450111E-1C6F-403D-A595-B7E1530ADA4F}"/>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A1347DBE-F766-4D5E-9A02-A2427EF6F3FF}"/>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5EE8C939-A9D1-4737-9C6B-E8C14221B2F4}"/>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7FAD6935-DC9E-40FB-BF9C-D71F46682A45}"/>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D2F10C99-B4D8-4FB0-AB14-ADDF3B29C4DD}"/>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EED9D38D-F343-45DA-8E27-E068BD7CEE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5162996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EEF512F-436B-4D1A-B6C5-29BDF12169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4F519D34-22DC-47D0-B71B-5CAC054F8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704B4784-68F4-43FE-A576-3082FC3E18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B6D4DBE2-8B39-40DD-98B6-0E65A33EE4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5C711D7-C984-4DB6-AD61-2D8451C69D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756178C-82EE-450F-9A22-8A264E53EE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340B43DC-A7DA-4333-A75A-FFD078005DDD}"/>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196FA25F-FB1B-469A-B2C2-8CBB2ABBE751}"/>
              </a:ext>
            </a:extLst>
          </p:cNvPr>
          <p:cNvPicPr>
            <a:picLocks xmlns:a="http://schemas.openxmlformats.org/drawingml/2006/main" noChangeAspect="1"/>
          </p:cNvPicPr>
          <p:nvPr/>
        </p:nvPicPr>
        <p:blipFill>
          <a:blip xmlns:r="http://schemas.openxmlformats.org/officeDocument/2006/relationships" xmlns:a="http://schemas.openxmlformats.org/drawingml/2006/main" r:embed="R08d2e33382aa4a9a"/>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B62075A2-6456-4FED-9558-875DCB7929E7}"/>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B8F51FB-AC98-4CA7-9EA4-9F0E7661AB69}"/>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EA337523-B2B2-41A5-8BC4-2A66E83395A1}"/>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63BD2B7C-BFA9-4FE6-A556-7126BFCBBBFA}"/>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650B980B-9429-4A06-A943-4D0E1D0B5251}"/>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4BFE28AF-CAB9-4F46-BFBE-A519797AAD15}"/>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455DCBC1-F442-4634-B20B-F3D9FD6B07FA}"/>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7925081E-22CA-49CD-8E7D-E5A84D8A6E05}"/>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B5A97EC2-7864-46F9-BD2E-130E06031324}"/>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B962D94C-E111-4E30-A063-8FE8D08278C1}"/>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DFDFC895-5FE3-41F1-AEB0-7128303975C8}"/>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5477956E-49D3-4228-8EB5-A0063F3C22A8}"/>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B3A5426A-3860-4E3A-89FF-1043F4FEEFA2}"/>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B9C00E39-8D85-4616-B06D-51D50C24E1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3960648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3ADFEBFD-DC60-45F0-96B0-D8BC9C3416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A7D09D89-3835-4711-8B2E-CDB87B258F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610417B0-0062-46C1-AE89-1404495004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E4AFA381-01FF-44EF-A14D-0BE3D7DCE3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9870C1F6-2970-4C77-B97F-12F68389EF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1B39D7D7-05B6-49E7-8863-53F3BE6327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6A2E16B3-C280-44BC-86D1-92EC05AF4DD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6FD9A1DE-FF9D-49A0-9985-D4DCAB469A25}"/>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71A43931-2248-44D0-AEFB-4021D2944D5D}"/>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7C36E8F3-127B-4C2C-885A-64312C4BBC00}"/>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F80E1197-421E-48F7-AE61-E86F5AE10CAF}"/>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E84EEB4C-AE5A-405C-A867-78863CDF1F8F}"/>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01D5E60A-2FF6-4701-A13E-EA66FB71DC7E}"/>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5DE644D9-93DD-4C85-8389-F8E753C98140}"/>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C91DA4D-6C2A-414C-B905-ED634971B17D}"/>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BC50BFC2-11EF-4B34-9FDA-70657614535D}"/>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F75D65FA-64E8-4787-BC2B-8247C7EF4FFA}"/>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DB953368-7CCC-4641-8FC9-E497FDA03A3F}"/>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1CFA2923-5D56-4F22-B179-83BF36A195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772962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2026-10-22T07:38:32.9700000Z</dcterms:created>
  <dcterms:modified xsi:type="dcterms:W3CDTF">2026-10-22T07:38:32.9700000Z</dcterms:modified>
</coreProperties>
</file>