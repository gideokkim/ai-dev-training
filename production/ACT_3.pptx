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5a516297137140c8" /><Relationship Type="http://schemas.openxmlformats.org/officeDocument/2006/relationships/extended-properties" Target="/docProps/app.xml" Id="R2df86b0be28b48de" /><Relationship Type="http://schemas.openxmlformats.org/officeDocument/2006/relationships/officeDocument" Target="/ppt/presentation.xml" Id="R2ed2566bc362409f" /></Relationships>
</file>

<file path=ppt/presentation.xml><?xml version="1.0" encoding="utf-8"?>
<p:presentation xmlns:p="http://schemas.openxmlformats.org/presentationml/2006/main">
  <p:sldMasterIdLst>
    <p:sldMasterId xmlns:r="http://schemas.openxmlformats.org/officeDocument/2006/relationships" id="2147483648" r:id="Rbf1454bfe3284242"/>
  </p:sldMasterIdLst>
  <p:notesMasterIdLst>
    <p:notesMasterId xmlns:r="http://schemas.openxmlformats.org/officeDocument/2006/relationships" r:id="Rde0381ec4cce400d"/>
  </p:notesMasterIdLst>
  <p:sldIdLst>
    <p:sldId xmlns:r="http://schemas.openxmlformats.org/officeDocument/2006/relationships" id="256" r:id="Rd57077819df04489"/>
    <p:sldId xmlns:r="http://schemas.openxmlformats.org/officeDocument/2006/relationships" id="257" r:id="Rbe2b8280c06e4883"/>
    <p:sldId xmlns:r="http://schemas.openxmlformats.org/officeDocument/2006/relationships" id="258" r:id="R12d8fa8260b24b66"/>
    <p:sldId xmlns:r="http://schemas.openxmlformats.org/officeDocument/2006/relationships" id="259" r:id="R507c2582f8804583"/>
    <p:sldId xmlns:r="http://schemas.openxmlformats.org/officeDocument/2006/relationships" id="260" r:id="R6324a66f65db4f54"/>
    <p:sldId xmlns:r="http://schemas.openxmlformats.org/officeDocument/2006/relationships" id="261" r:id="R7ef05e8cc62f4115"/>
    <p:sldId xmlns:r="http://schemas.openxmlformats.org/officeDocument/2006/relationships" id="262" r:id="Ra4ba4fdac1404239"/>
    <p:sldId xmlns:r="http://schemas.openxmlformats.org/officeDocument/2006/relationships" id="263" r:id="Rb8a8af3a53b74924"/>
    <p:sldId xmlns:r="http://schemas.openxmlformats.org/officeDocument/2006/relationships" id="264" r:id="R84a8d916873d49ca"/>
    <p:sldId xmlns:r="http://schemas.openxmlformats.org/officeDocument/2006/relationships" id="265" r:id="R50115dff1e5a44fe"/>
    <p:sldId xmlns:r="http://schemas.openxmlformats.org/officeDocument/2006/relationships" id="266" r:id="R31824bfe21f34c61"/>
    <p:sldId xmlns:r="http://schemas.openxmlformats.org/officeDocument/2006/relationships" id="267" r:id="R23a46ed073c448d3"/>
    <p:sldId xmlns:r="http://schemas.openxmlformats.org/officeDocument/2006/relationships" id="268" r:id="R557a7d8711ae4523"/>
    <p:sldId xmlns:r="http://schemas.openxmlformats.org/officeDocument/2006/relationships" id="269" r:id="R20b34a8e7bc34bf5"/>
    <p:sldId xmlns:r="http://schemas.openxmlformats.org/officeDocument/2006/relationships" id="270" r:id="R18df080e4684421d"/>
    <p:sldId xmlns:r="http://schemas.openxmlformats.org/officeDocument/2006/relationships" id="271" r:id="Rd1ebe37405844cd6"/>
    <p:sldId xmlns:r="http://schemas.openxmlformats.org/officeDocument/2006/relationships" id="272" r:id="R549989115bea41c2"/>
    <p:sldId xmlns:r="http://schemas.openxmlformats.org/officeDocument/2006/relationships" id="273" r:id="Rec2c9e167350486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0d0545205894f67" /><Relationship Type="http://schemas.openxmlformats.org/officeDocument/2006/relationships/slideMaster" Target="/ppt/slideMasters/slideMaster1.xml" Id="Rbf1454bfe3284242" /><Relationship Type="http://schemas.openxmlformats.org/officeDocument/2006/relationships/notesMaster" Target="/ppt/notesMasters/notesMaster1.xml" Id="Rde0381ec4cce400d" /><Relationship Type="http://schemas.openxmlformats.org/officeDocument/2006/relationships/presProps" Target="/ppt/presProps.xml" Id="R695c82653b984290" /><Relationship Type="http://schemas.openxmlformats.org/officeDocument/2006/relationships/tableStyles" Target="/ppt/tableStyles.xml" Id="R113d64ce2d704480" /><Relationship Type="http://schemas.openxmlformats.org/officeDocument/2006/relationships/slide" Target="/ppt/slides/slide1.xml" Id="Rd57077819df04489" /><Relationship Type="http://schemas.openxmlformats.org/officeDocument/2006/relationships/slide" Target="/ppt/slides/slide2.xml" Id="Rbe2b8280c06e4883" /><Relationship Type="http://schemas.openxmlformats.org/officeDocument/2006/relationships/slide" Target="/ppt/slides/slide3.xml" Id="R12d8fa8260b24b66" /><Relationship Type="http://schemas.openxmlformats.org/officeDocument/2006/relationships/slide" Target="/ppt/slides/slide4.xml" Id="R507c2582f8804583" /><Relationship Type="http://schemas.openxmlformats.org/officeDocument/2006/relationships/slide" Target="/ppt/slides/slide5.xml" Id="R6324a66f65db4f54" /><Relationship Type="http://schemas.openxmlformats.org/officeDocument/2006/relationships/slide" Target="/ppt/slides/slide6.xml" Id="R7ef05e8cc62f4115" /><Relationship Type="http://schemas.openxmlformats.org/officeDocument/2006/relationships/slide" Target="/ppt/slides/slide7.xml" Id="Ra4ba4fdac1404239" /><Relationship Type="http://schemas.openxmlformats.org/officeDocument/2006/relationships/slide" Target="/ppt/slides/slide8.xml" Id="Rb8a8af3a53b74924" /><Relationship Type="http://schemas.openxmlformats.org/officeDocument/2006/relationships/slide" Target="/ppt/slides/slide9.xml" Id="R84a8d916873d49ca" /><Relationship Type="http://schemas.openxmlformats.org/officeDocument/2006/relationships/slide" Target="/ppt/slides/slide10.xml" Id="R50115dff1e5a44fe" /><Relationship Type="http://schemas.openxmlformats.org/officeDocument/2006/relationships/slide" Target="/ppt/slides/slide11.xml" Id="R31824bfe21f34c61" /><Relationship Type="http://schemas.openxmlformats.org/officeDocument/2006/relationships/slide" Target="/ppt/slides/slide12.xml" Id="R23a46ed073c448d3" /><Relationship Type="http://schemas.openxmlformats.org/officeDocument/2006/relationships/slide" Target="/ppt/slides/slide13.xml" Id="R557a7d8711ae4523" /><Relationship Type="http://schemas.openxmlformats.org/officeDocument/2006/relationships/slide" Target="/ppt/slides/slide14.xml" Id="R20b34a8e7bc34bf5" /><Relationship Type="http://schemas.openxmlformats.org/officeDocument/2006/relationships/slide" Target="/ppt/slides/slide15.xml" Id="R18df080e4684421d" /><Relationship Type="http://schemas.openxmlformats.org/officeDocument/2006/relationships/slide" Target="/ppt/slides/slide16.xml" Id="Rd1ebe37405844cd6" /><Relationship Type="http://schemas.openxmlformats.org/officeDocument/2006/relationships/slide" Target="/ppt/slides/slide17.xml" Id="R549989115bea41c2" /><Relationship Type="http://schemas.openxmlformats.org/officeDocument/2006/relationships/slide" Target="/ppt/slides/slide18.xml" Id="Rec2c9e167350486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e2fcd2d87f9482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0c9ee2496a14265" /><Relationship Type="http://schemas.openxmlformats.org/officeDocument/2006/relationships/notesMaster" Target="/ppt/notesMasters/notesMaster1.xml" Id="R02d4f3cc1f9b4060" /></Relationships>
</file>

<file path=ppt/notesSlides/_rels/notesSlide2.xml.rels>&#65279;<?xml version="1.0" encoding="utf-8"?><Relationships xmlns="http://schemas.openxmlformats.org/package/2006/relationships"><Relationship Type="http://schemas.openxmlformats.org/officeDocument/2006/relationships/slide" Target="/ppt/slides/slide2.xml" Id="Rab32352e42e247f9" /><Relationship Type="http://schemas.openxmlformats.org/officeDocument/2006/relationships/notesMaster" Target="/ppt/notesMasters/notesMaster1.xml" Id="R5311f3978b4a4b5b" /></Relationships>
</file>

<file path=ppt/notesSlides/_rels/notesSlide3.xml.rels>&#65279;<?xml version="1.0" encoding="utf-8"?><Relationships xmlns="http://schemas.openxmlformats.org/package/2006/relationships"><Relationship Type="http://schemas.openxmlformats.org/officeDocument/2006/relationships/slide" Target="/ppt/slides/slide3.xml" Id="R1d7fcc6cd89e4ade" /><Relationship Type="http://schemas.openxmlformats.org/officeDocument/2006/relationships/notesMaster" Target="/ppt/notesMasters/notesMaster1.xml" Id="R64b72f5d01d64e62" /></Relationships>
</file>

<file path=ppt/notesSlides/_rels/notesSlide4.xml.rels>&#65279;<?xml version="1.0" encoding="utf-8"?><Relationships xmlns="http://schemas.openxmlformats.org/package/2006/relationships"><Relationship Type="http://schemas.openxmlformats.org/officeDocument/2006/relationships/slide" Target="/ppt/slides/slide4.xml" Id="R082015dec587487e" /><Relationship Type="http://schemas.openxmlformats.org/officeDocument/2006/relationships/notesMaster" Target="/ppt/notesMasters/notesMaster1.xml" Id="R94f3cb8e1a244d05" /></Relationships>
</file>

<file path=ppt/notesSlides/_rels/notesSlide5.xml.rels>&#65279;<?xml version="1.0" encoding="utf-8"?><Relationships xmlns="http://schemas.openxmlformats.org/package/2006/relationships"><Relationship Type="http://schemas.openxmlformats.org/officeDocument/2006/relationships/slide" Target="/ppt/slides/slide5.xml" Id="R6ae7ef3ed5cd4d4b" /><Relationship Type="http://schemas.openxmlformats.org/officeDocument/2006/relationships/notesMaster" Target="/ppt/notesMasters/notesMaster1.xml" Id="R220d413b39e24249" /></Relationships>
</file>

<file path=ppt/notesSlides/_rels/notesSlide6.xml.rels>&#65279;<?xml version="1.0" encoding="utf-8"?><Relationships xmlns="http://schemas.openxmlformats.org/package/2006/relationships"><Relationship Type="http://schemas.openxmlformats.org/officeDocument/2006/relationships/slide" Target="/ppt/slides/slide6.xml" Id="Rce5a4f68a0924d21" /><Relationship Type="http://schemas.openxmlformats.org/officeDocument/2006/relationships/notesMaster" Target="/ppt/notesMasters/notesMaster1.xml" Id="R1fe6581eaf3c4814" /></Relationships>
</file>

<file path=ppt/notesSlides/_rels/notesSlide7.xml.rels>&#65279;<?xml version="1.0" encoding="utf-8"?><Relationships xmlns="http://schemas.openxmlformats.org/package/2006/relationships"><Relationship Type="http://schemas.openxmlformats.org/officeDocument/2006/relationships/slide" Target="/ppt/slides/slide7.xml" Id="R21ed5374e9634fca" /><Relationship Type="http://schemas.openxmlformats.org/officeDocument/2006/relationships/notesMaster" Target="/ppt/notesMasters/notesMaster1.xml" Id="R336533e4420340db" /></Relationships>
</file>

<file path=ppt/notesSlides/_rels/notesSlide8.xml.rels>&#65279;<?xml version="1.0" encoding="utf-8"?><Relationships xmlns="http://schemas.openxmlformats.org/package/2006/relationships"><Relationship Type="http://schemas.openxmlformats.org/officeDocument/2006/relationships/slide" Target="/ppt/slides/slide8.xml" Id="R57ea790d01ab47af" /><Relationship Type="http://schemas.openxmlformats.org/officeDocument/2006/relationships/notesMaster" Target="/ppt/notesMasters/notesMaster1.xml" Id="Rf11f9bbdd34c40fb" /></Relationships>
</file>

<file path=ppt/notesSlides/_rels/notesSlide9.xml.rels>&#65279;<?xml version="1.0" encoding="utf-8"?><Relationships xmlns="http://schemas.openxmlformats.org/package/2006/relationships"><Relationship Type="http://schemas.openxmlformats.org/officeDocument/2006/relationships/slide" Target="/ppt/slides/slide9.xml" Id="R4ca5586a6d024aee" /><Relationship Type="http://schemas.openxmlformats.org/officeDocument/2006/relationships/notesMaster" Target="/ppt/notesMasters/notesMaster1.xml" Id="R9db5b6573624418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976bfe881a5444b" /><Relationship Type="http://schemas.openxmlformats.org/officeDocument/2006/relationships/notesMaster" Target="/ppt/notesMasters/notesMaster1.xml" Id="Re42ccae8728e406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e58f3bdd0f84b11" /><Relationship Type="http://schemas.openxmlformats.org/officeDocument/2006/relationships/notesMaster" Target="/ppt/notesMasters/notesMaster1.xml" Id="R5fb51683b4b1460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5c2134480b84799" /><Relationship Type="http://schemas.openxmlformats.org/officeDocument/2006/relationships/notesMaster" Target="/ppt/notesMasters/notesMaster1.xml" Id="R416ac6cb6d63439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6bf0b7169554ea1" /><Relationship Type="http://schemas.openxmlformats.org/officeDocument/2006/relationships/notesMaster" Target="/ppt/notesMasters/notesMaster1.xml" Id="Rc420dbb96d50443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749b6cfa9d14039" /><Relationship Type="http://schemas.openxmlformats.org/officeDocument/2006/relationships/notesMaster" Target="/ppt/notesMasters/notesMaster1.xml" Id="Radf1cc7a7cf9483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3ddb884679340b8" /><Relationship Type="http://schemas.openxmlformats.org/officeDocument/2006/relationships/notesMaster" Target="/ppt/notesMasters/notesMaster1.xml" Id="Ref9f7e58509d45e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f97ac10c0ef4eb8" /><Relationship Type="http://schemas.openxmlformats.org/officeDocument/2006/relationships/notesMaster" Target="/ppt/notesMasters/notesMaster1.xml" Id="R54ce83053c59410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145de12d84d471f" /><Relationship Type="http://schemas.openxmlformats.org/officeDocument/2006/relationships/notesMaster" Target="/ppt/notesMasters/notesMaster1.xml" Id="R14ec14712c214f9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662d91e039a4275" /><Relationship Type="http://schemas.openxmlformats.org/officeDocument/2006/relationships/notesMaster" Target="/ppt/notesMasters/notesMaster1.xml" Id="R0ca10fa29c0f497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두 실제 요청에 같은 절차가 반복됐다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S52의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S53, production/preview/act3/S53.png 및 production/preview/full/S53.png.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테스트 명령을 언제 쓰고 무엇을 판단할까?</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1. (0:00–0:45) S53의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S55의 이번 목표·프로젝트 기준·수행 방법 결합으로 넘어간다.</a:t>
            </a:r>
          </a:p>
          <a:p xmlns:a="http://schemas.openxmlformats.org/drawingml/2006/main">
            <a:r>
              <a:t>운영 표시: “실무 적용 팁 · 수행 방법”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S55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S54, production/preview/act3/S54.png 및 production/preview/full/S54.png.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목표·기준·방법을 한 작업에 적용한다</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S54에서 명령의 사용 시점·판단 기준까지 정한 방법을 봤음을 한 문장으로 회수한다. 상단 이번 목표 ‘normalize 성능을 조사해줘’를 읽고, 아래 작업 영역으로 들어가는 연결을 짚는다. S54의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S56에서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S54 회수·목표1, 기준·한 작업1.5, 방법 적용1.5, S56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S55, production/preview/act3/S55.png 및 production/preview/full/S55.png.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반복 절차를 Skill로 모으는 이유</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S55의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S55의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S54에서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S57의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S57에서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S55 회수0.75, 요청/기준 구분1, 공통 Skill과 관리 이유1.25, 선택 범위/S57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S56, production/preview/act3/S56.png 및 production/preview/full/S56.png.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Skill 발견·호출·본문 포함의 근거</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S56의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S58에서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S58로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S56 회수·업무 목적0.75, 목록1, 요청1, trace1.5, 범위·S58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S57, production/preview/act3/S57.png 및 production/preview/full/S57.png.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Skill 지침과 실제 작업 기록의 대응</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S57의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S59에서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S57의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S60–S61로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범위·S59 연결1.5). 지연 시 명령과 테스트 이름을 낭독하지 않고 행별 대응을 짚는다. 조건부 계획, 입력/수행 구분, 단독 효과 미입증은 생략하지 않는다. 6분에 S59으로 이동한다.</a:t>
            </a:r>
          </a:p>
          <a:p xmlns:a="http://schemas.openxmlformats.org/drawingml/2006/main">
            <a:r>
              <a:t/>
            </a:r>
          </a:p>
          <a:p xmlns:a="http://schemas.openxmlformats.org/drawingml/2006/main">
            <a:r>
              <a:t>Fallback: LOCAL STATIC ARTIFACT — production/ACT_3.pptx의 S58, production/preview/act3/S58.png 및 production/preview/full/S58.png.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절차는 재사용하고, 답은 근거로 정한다</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S58의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S60에서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S60/S61보다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S58 회수0.5, 재사용 방법0.75, 이번 근거·답1, 채택/보류와 S60 연결0.75. 지연 시 지침 원문과 세 질문을 전부 낭독하지 않는다. 허용된 보류와 실제 결과의 구분은 생략하지 않고3분에 S60으로 이동한다.</a:t>
            </a:r>
          </a:p>
          <a:p xmlns:a="http://schemas.openxmlformats.org/drawingml/2006/main">
            <a:r>
              <a:t/>
            </a:r>
          </a:p>
          <a:p xmlns:a="http://schemas.openxmlformats.org/drawingml/2006/main">
            <a:r>
              <a:t>Fallback: LOCAL STATIC ARTIFACT — production/ACT_3.pptx의 S59, production/preview/act3/S59.png 및 production/preview/full/S59.png.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밝기 통계 계산의 성능 개선 후보</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S59의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S61은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S60에는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S61의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S60, production/preview/act3/S60.png 및 production/preview/full/S60.png.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선택한 변경의 시간·메모리·동작 확인</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S60에서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S61, production/preview/act3/S61.png 및 production/preview/full/S61.png.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한 Agent 조사와 Subagent 역할 분리</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S61의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S63의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S63에 유지한다. 새 Subagent 실행이나 비교 실험은 없다.; DEC-0080.</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S63으로 이동한다.</a:t>
            </a:r>
          </a:p>
          <a:p xmlns:a="http://schemas.openxmlformats.org/drawingml/2006/main">
            <a:r>
              <a:t/>
            </a:r>
          </a:p>
          <a:p xmlns:a="http://schemas.openxmlformats.org/drawingml/2006/main">
            <a:r>
              <a:t>Fallback: LOCAL STATIC ARTIFACT — production/ACT_3.pptx의 S62, production/preview/act3/S62.png 및 production/preview/full/S62.png.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밝기 통계 작업을 나누지 않은 이유</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“S62의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S62에서는 성능·빌드·테스트 조사가 서로 기다리지 않아도 된다고 가정했다. 이제 S60/S61의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S60에서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S61에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S62의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S62의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Lecture1분(S62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S64로 이동한다.</a:t>
            </a:r>
          </a:p>
          <a:p xmlns:a="http://schemas.openxmlformats.org/drawingml/2006/main">
            <a:r>
              <a:t/>
            </a:r>
          </a:p>
          <a:p xmlns:a="http://schemas.openxmlformats.org/drawingml/2006/main">
            <a:r>
              <a:t>Fallback: LOCAL STATIC ARTIFACT — production/ACT_3.pptx의 S63, production/preview/act3/S63.png 및 production/preview/full/S63.png.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이번 Context와 다시 쓸 지식</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1. (0:00–0:30 / Demo) S63에서는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S65에서는 실제 Demo 지식이 이미 어디에 있었는지와 별도 후보 유무를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S65에 유지한다.; DEC-0080.</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S63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S65로 이동한다.</a:t>
            </a:r>
          </a:p>
          <a:p xmlns:a="http://schemas.openxmlformats.org/drawingml/2006/main">
            <a:r>
              <a:t/>
            </a:r>
          </a:p>
          <a:p xmlns:a="http://schemas.openxmlformats.org/drawingml/2006/main">
            <a:r>
              <a:t>Fallback: LOCAL STATIC ARTIFACT — production/ACT_3.pptx의 S64, production/preview/act3/S64.png 및 production/preview/full/S64.png.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실제 Demo 지식의 원래 출처</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“S64의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S64의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S66으로 이동한다.</a:t>
            </a:r>
          </a:p>
          <a:p xmlns:a="http://schemas.openxmlformats.org/drawingml/2006/main">
            <a:r>
              <a:t/>
            </a:r>
          </a:p>
          <a:p xmlns:a="http://schemas.openxmlformats.org/drawingml/2006/main">
            <a:r>
              <a:t>Fallback: LOCAL STATIC ARTIFACT — production/ACT_3.pptx의 S65, production/preview/act3/S65.png 및 production/preview/full/S65.png.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밝기 통계 작업에 쓰인 구성의 역할</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“S65에서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S65의 출처 감사에서 실제 밝기 통계 작업으로 돌아온다. 이번 장은 각 자료가 이 한 작업에서 맡은 역할의 회수다. 재구성 도식이며 시간순 실행 trace가 아니다.</a:t>
            </a:r>
          </a:p>
          <a:p xmlns:a="http://schemas.openxmlformats.org/drawingml/2006/main">
            <a:r>
              <a:t>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S57/S58에서 확인했으므로 다시 강의하지 않는다.</a:t>
            </a:r>
          </a:p>
          <a:p xmlns:a="http://schemas.openxmlformats.org/drawingml/2006/main">
            <a:r>
              <a:t>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S61처럼 다시 읽지 않는다. 모든 동작의 정확성이나 각 요소의 단독 효과가 입증된 것은 아니다.</a:t>
            </a:r>
          </a:p>
          <a:p xmlns:a="http://schemas.openxmlformats.org/drawingml/2006/main">
            <a:r>
              <a:t>4. (2:30–3:00 / Demo) Subagent·별도 Memory를 추가하지 않은 범위의 실제 구성을 회수한다. 다음 장은 요소 목록을 반복하는 대신 실행 조건과 사람의 검토 책임까지 연결한 Harness 모델로 확장한다.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 S69에서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CAPTURED 정적 기본 경로 — S65의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S67에서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실제 작업으로 복귀0.5, 입력 역할을 함께 회수1, 검증 근거1, 실행 조건·검토 책임으로 연결0.5. S57–S61의 지침·수치 설명을 반복하지 않는다. 실제3분 리허설은 UNVERIFIED다.</a:t>
            </a:r>
          </a:p>
          <a:p xmlns:a="http://schemas.openxmlformats.org/drawingml/2006/main">
            <a:r>
              <a:t/>
            </a:r>
          </a:p>
          <a:p xmlns:a="http://schemas.openxmlformats.org/drawingml/2006/main">
            <a:r>
              <a:t>Fallback: LOCAL STATIC ARTIFACT — production/ACT_3.pptx의 S66, production/preview/act3/S66.png 및 production/preview/full/S66.png.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함께 작동하는 작업 환경, Harness</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“S66의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Lecture) S66의 실제 구성과 같은 배치임을 짚는다. 목표·Context·Skill의 정의를 다시 차례로 설명하지 않고, 이 작업이 가능하도록 실행 조건과 사람의 검토 책임까지 설계하는 관계로 확장한다.</a:t>
            </a:r>
          </a:p>
          <a:p xmlns:a="http://schemas.openxmlformats.org/drawingml/2006/main">
            <a:r>
              <a:t>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xmlns:a="http://schemas.openxmlformats.org/drawingml/2006/main">
            <a:r>
              <a:t>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xmlns:a="http://schemas.openxmlformats.org/drawingml/2006/main">
            <a:r>
              <a:t>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xmlns:a="http://schemas.openxmlformats.org/drawingml/2006/main">
            <a:r>
              <a:t>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xmlns:a="http://schemas.openxmlformats.org/drawingml/2006/main">
            <a:r>
              <a:t>6. (5:30–6:00 / Demo) 실제 성공을 보존하고 ‘Repository 밖에서 적용되는 조건도 있지 않을까요?’로 S68를 연다. 제품이나 새 명령을 실행하지 않는다.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S66의 실제 구성 대응을 사용한다. AGENTS.md·상세 문서·repository Skill·테스트·benchmark는 보존된 실제 근거이며 환경 전체의 완전한 감사 증거는 아니다.; DEC-0080.</a:t>
            </a:r>
          </a:p>
          <a:p xmlns:a="http://schemas.openxmlformats.org/drawingml/2006/main">
            <a:r>
              <a:t/>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 S69에서 C++ 프로젝트의 명세·빌드·검증·성능 조건에 같은 Engineering Pattern을 연결한다. 이 장에 CMake·하드웨어 도구 목록을 추가하지 않는다.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S66/STATE-04-PERF의 AGENTS.md·docs·Skill·tests·benchmark와 기록된 입력/실행 조건을 같은 도식에 대응하는 CAPTURED 정적 요약이다. 실제 실행 캡처가 아니며 제품·Agent·benchmark·Demo repository를 실행하거나 새 Trial을 만들지 않는다. S66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실제 구성 회수0.5, 실행 환경1, 사람의 검토1, 전체 운영 모델·범위1.5. Demo2분: 실제 자료/기록 대응1.5, 저장소 밖 조건 질문0.5. 입력 세 요소의 정의와 이전 지침·측정값을 반복하지 않는다.6분에 이동하며 실제 리허설은 UNVERIFIED다.</a:t>
            </a:r>
          </a:p>
          <a:p xmlns:a="http://schemas.openxmlformats.org/drawingml/2006/main">
            <a:r>
              <a:t/>
            </a:r>
          </a:p>
          <a:p xmlns:a="http://schemas.openxmlformats.org/drawingml/2006/main">
            <a:r>
              <a:t>Fallback: LOCAL STATIC ARTIFACT — production/ACT_3.pptx의 S67, production/preview/act3/S67.png 및 production/preview/full/S67.png.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같은 저장소여도 실행 조건은 다를 수 있다</a:t>
            </a:r>
          </a:p>
          <a:p xmlns:a="http://schemas.openxmlformats.org/drawingml/2006/main">
            <a:r>
              <a:t/>
            </a:r>
          </a:p>
          <a:p xmlns:a="http://schemas.openxmlformats.org/drawingml/2006/main">
            <a:r>
              <a:t>Slide ID: S68</a:t>
            </a:r>
          </a:p>
          <a:p xmlns:a="http://schemas.openxmlformats.org/drawingml/2006/main">
            <a:r>
              <a:t/>
            </a:r>
          </a:p>
          <a:p xmlns:a="http://schemas.openxmlformats.org/drawingml/2006/main">
            <a:r>
              <a:t>Working Title: 같은 저장소여도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“S67의 실행 환경은 같은 Repository 파일만으로 모두 정해질까요?”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S67의 실행 조건을 회수한다. 위 도식에서 같은 Repository의 코드·AGENTS.md·문서와 외부의 전역 지침/Skills·모델/설정·권한이 한 실행에 적용되는 관계를 짚는다. 점선의 ‘적용 확인’은 실제 세션에서 무엇이 적용됐는지 확인하라는 뜻이다. 조건 두 개를 비교 실행한 실험이나 과거 Trial의 정확한 파일 트리가 아니다.</a:t>
            </a:r>
          </a:p>
          <a:p xmlns:a="http://schemas.openxmlformats.org/drawingml/2006/main">
            <a:r>
              <a:t>2. (1:00–2:00 / Lecture) TRIAL-006에 전역 Skills4개 포함과 시작 경고가 보존됐다는 관찰만 짧게 회수한다. 경고가 실제 Hook/MCP 실행이나 작업 기여를 증명하지 않으며 전체 설정·권한의 감사도 아니다. 결과를 Prompt만의 효과로 분리할 수 없었다는 한계를 남긴다. 이 관찰로 평가·보고를 어떻게 바꿨는지는 ACT4 S83–S87의 다른 질문으로 남긴다.</a:t>
            </a:r>
          </a:p>
          <a:p xmlns:a="http://schemas.openxmlformats.org/drawingml/2006/main">
            <a:r>
              <a:t>3. (2:00–3:00 / Lecture) 이번 장의 실무 판단은 결과와 함께 실제 적용 지침·입력·설정/권한·실행 조건을 남기자는 것이다. 구체 명령이나 새 환경 설정을 지정하지 않는다. OS/runtime도 기록할 조건이며 각 조건의 독립적 효과는 미입증이다. S69에서 같은 확인 기준을 C++ 검사 업무로 옮긴다.</a:t>
            </a:r>
          </a:p>
          <a:p xmlns:a="http://schemas.openxmlformats.org/drawingml/2006/main">
            <a:r>
              <a:t/>
            </a:r>
          </a:p>
          <a:p xmlns:a="http://schemas.openxmlformats.org/drawingml/2006/main">
            <a:r>
              <a:t>Evidence / Source: plan/DEMO_MATRIX.md의 STEP07 DEMO ENVIRONMENT AUDIT AND DECISION UPDATE / TRIAL-006 Impact 및 Global Harness Inventory, Meta Claim Status Table; plan/CLAIM_FREEZE.md의 TRIAL-006→DEC-0016→TRIAL-007/008 경계; DEC-0016/0021/0062/0077; BEAT-033/036; DEMO-04B. OBSERVED_META / TEACHING_MODEL. 과거 Codex CLI0.154.0 기록이며 현재 호스트 설정을 다시 감사한 것이 아니다. 메인 관찰 줄은 TRIAL-006으로 한정하고 후속007/008 기록은 기존 불일치·부분 범위를 보존한다.; DEC-0080.</a:t>
            </a:r>
          </a:p>
          <a:p xmlns:a="http://schemas.openxmlformats.org/drawingml/2006/main">
            <a:r>
              <a:t/>
            </a:r>
          </a:p>
          <a:p xmlns:a="http://schemas.openxmlformats.org/drawingml/2006/main">
            <a:r>
              <a:t>Claim Boundary: OBSERVED_META / TEACHING_MODEL — 상단은 실행 조건의 관계도, 아래는 보존된 실제 관찰 요약과 해석의 한계다. 동일 저장소의 통제된 두 환경 비교나 인과 실험이 아니다. 전역 지침 파일의 존재·문서화된 발견 규칙과 완전한 주입 원문의 직접 관찰을 구분한다. Hook 경고는 Hook 실행·소스 변경의 증거가 아니며 MCP 시작 오류는 MCP task call/result 사용의 증거가 아니다. TRIAL-007의 보고/stderr 불일치를 해결한 것으로 표현하지 않는다. 전체 환경 inventory·개별 설정/권한의 인과효과·Prompt/Skill 우월성·현재 제품/계정 지원을 확정하지 않는다. 실제 Product State·측정 결과·Demo 역할은 유지한다.</a:t>
            </a:r>
          </a:p>
          <a:p xmlns:a="http://schemas.openxmlformats.org/drawingml/2006/main">
            <a:r>
              <a:t/>
            </a:r>
          </a:p>
          <a:p xmlns:a="http://schemas.openxmlformats.org/drawingml/2006/main">
            <a:r>
              <a:t>Beginner Explanation: 저장소 안의 코드와 프로젝트 안내가 같아도, Agent가 시작할 때 적용된 개인 지침·설정과 허용 범위는 함께 확인해야 한다. 시작 중 경고를 봤다는 사실만으로 그 도구가 일을 했거나 답을 바꿨다고 판단할 수는 없다.</a:t>
            </a:r>
          </a:p>
          <a:p xmlns:a="http://schemas.openxmlformats.org/drawingml/2006/main">
            <a:r>
              <a:t/>
            </a:r>
          </a:p>
          <a:p xmlns:a="http://schemas.openxmlformats.org/drawingml/2006/main">
            <a:r>
              <a:t>Advanced Insight: 적용 지침·모델/설정·권한·OS/runtime을 결과와 함께 기록하고 존재/로딩/실행/결과 기여를 구분한다. TRIAL-006의 bounded correctness·benchmark 관찰은 보존하면서 Prompt-only attribution을 PARTIAL로 유지한다. 현재 설정 파일을 과거 세션의 완전한 snapshot으로 소급하지 않는다. 전역 영향을 알아냈다는 사실만으로 전체 환경을 포착하거나 Trial 품질이 향상됐다고 주장하지 않는다. 세부 보존 범위: TRIAL-006은 전역 Skills4개 포함, Hook 구성 경고, MCP 연결/인증 시작 문제가 있었으나 Hook 실행·소스 변경이나 MCP 작업 결과 기여는 입증하지 않는다. 전역 지침 주입 원문 전체는 별도 보존되지 않았다. TRIAL-007 보고/stderr 불일치와 TRIAL-008의 부분적 영향 기록은 S83–S87에서 다룬다.</a:t>
            </a:r>
          </a:p>
          <a:p xmlns:a="http://schemas.openxmlformats.org/drawingml/2006/main">
            <a:r>
              <a:t/>
            </a:r>
          </a:p>
          <a:p xmlns:a="http://schemas.openxmlformats.org/drawingml/2006/main">
            <a:r>
              <a:t>C++ Vision Bridge: 같은 C++ Repository라도 Toolchain, 권한, runtime 조건이 다를 수 있다는 정도로만 잇는다. 구체적 빌드·검증 도구 선택과 명세 전이는 S69에서 회수한다.</a:t>
            </a:r>
          </a:p>
          <a:p xmlns:a="http://schemas.openxmlformats.org/drawingml/2006/main">
            <a:r>
              <a:t/>
            </a:r>
          </a:p>
          <a:p xmlns:a="http://schemas.openxmlformats.org/drawingml/2006/main">
            <a:r>
              <a:t>Demo Operation: Lecture3분의 정적 보조 도식 — Repository → Agent와 외부 조건 → 적용 확인의 선을 읽고, 아래 실제 관찰 → 해석의 한계로 이동한다. Meta 이중선 프레임을 유지한다. DEMO-04B의 ACT4 상세 Timeline·보고 불일치를 여기서 재강의하거나 추가 Demo 시간으로 계산하지 않는다. 제품·Agent·Demo repository를 실행하지 않으며 현재 설정/권한을 변경하거나 새 Trial을 만들지 않는다.</a:t>
            </a:r>
          </a:p>
          <a:p xmlns:a="http://schemas.openxmlformats.org/drawingml/2006/main">
            <a:r>
              <a:t/>
            </a:r>
          </a:p>
          <a:p xmlns:a="http://schemas.openxmlformats.org/drawingml/2006/main">
            <a:r>
              <a:t>Audience Interaction: ‘코드가 같다는 사실만으로, 같은 조건에서 실행했다고 말할 수 있을까요?’를 잠시 생각하게 한 뒤 외부 조건의 적용 기록으로 회수한다. 필수 실습·공개 답변·별도 Q&amp;A 시간은 추가하지 않는다.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Repository/외부 조건 관계1, 보존 관찰과 인과 한계1, 기록할 조건과 C++ 전이1. Hook/MCP 정의·오류 목록·후속 Trial 연혁은 여기서 열지 않는다. 실제 리허설은 UNVERIFIED다.</a:t>
            </a:r>
          </a:p>
          <a:p xmlns:a="http://schemas.openxmlformats.org/drawingml/2006/main">
            <a:r>
              <a:t/>
            </a:r>
          </a:p>
          <a:p xmlns:a="http://schemas.openxmlformats.org/drawingml/2006/main">
            <a:r>
              <a:t>Fallback: LOCAL STATIC ARTIFACT — production/ACT_3.pptx의 S68, production/preview/act3/S68.png 및 production/preview/full/S68.png. 관계도·보존 기록 요약이며 raw 실행 캡처가 아니다. Lecture 보조 Preview로 기존32개 Demo fallback inventory에 추가하지 않는다. 파일 대조는 production/evaluation/S65_EXTERNAL_CONDITIONS_REVISION.md를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밝기 통계의 판단을 C++ 검사에 적용하기</a:t>
            </a:r>
          </a:p>
          <a:p xmlns:a="http://schemas.openxmlformats.org/drawingml/2006/main">
            <a:r>
              <a:t/>
            </a:r>
          </a:p>
          <a:p xmlns:a="http://schemas.openxmlformats.org/drawingml/2006/main">
            <a:r>
              <a:t>Slide ID: S69</a:t>
            </a:r>
          </a:p>
          <a:p xmlns:a="http://schemas.openxmlformats.org/drawingml/2006/main">
            <a:r>
              <a:t/>
            </a:r>
          </a:p>
          <a:p xmlns:a="http://schemas.openxmlformats.org/drawingml/2006/main">
            <a:r>
              <a:t>Working Title: 밝기 통계의 판단을 C++ 검사에 적용하기</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“S68에서 본 실행 조건까지 고려하면, 밝기 통계 Demo의 세 기준을 우리 C++ 검사 업무에 어떻게 적용할까요?”</a:t>
            </a:r>
          </a:p>
          <a:p xmlns:a="http://schemas.openxmlformats.org/drawingml/2006/main">
            <a:r>
              <a:t/>
            </a:r>
          </a:p>
          <a:p xmlns:a="http://schemas.openxmlformats.org/drawingml/2006/main">
            <a:r>
              <a:t>**Speaker Flow:**</a:t>
            </a:r>
          </a:p>
          <a:p xmlns:a="http://schemas.openxmlformats.org/drawingml/2006/main">
            <a:r>
              <a:t>1. (0:00–0:45) S68의 ‘같은 코드여도 실행 조건을 확인한다’를 회수하고 우리 검사 업무로 전이한다. 위의 기존 삽화는 카메라·영상·처리·결과의 교육용 파이프라인이며 실제 회사 장비·C++ 구현 화면이 아니다. 아래 세 행은 이 파이프라인 전체에 적용할 기준이지 그림의 세 단계에 각각 하나씩 배당하는 순서가 아니다.</a:t>
            </a:r>
          </a:p>
          <a:p xmlns:a="http://schemas.openxmlformats.org/drawingml/2006/main">
            <a:r>
              <a:t>2. (0:45–1:45) 명세 행을 왼쪽에서 오른쪽으로 읽는다. 밝기 통계에서는 출력6항목의 동작을 보존했다. C++ 검사에서는 ROI 좌표 범위·픽셀값 범위·입출력 명세를 프로젝트 문서와 코드에서 확인하고 보존할 기준으로 정한다. 구체적 범위·임계값·알고리즘은 이 자료가 새로 확정하지 않는다.</a:t>
            </a:r>
          </a:p>
          <a:p xmlns:a="http://schemas.openxmlformats.org/drawingml/2006/main">
            <a:r>
              <a:t>3. (1:45–2:45) 수행 방법 행을 읽는다. 실제 Demo의 기준선 확보·해당 경로 조사·변경·같은 조건 비교를 검사 모듈에도 적용하는 패턴이다. 바꿀 경로와 가설을 먼저 확인하고 최소 변경 뒤 동작·회귀를 확인해 동일 조건에서 비교한다. 성능 Skill이 답을 주거나 Python 구현을 그대로 복사한다는 의미가 아니다.</a:t>
            </a:r>
          </a:p>
          <a:p xmlns:a="http://schemas.openxmlformats.org/drawingml/2006/main">
            <a:r>
              <a:t>4. (2:45–4:00) 검증 근거 행을 읽는다. Demo의 테스트와 기록된 실행시간·Python 할당 피크를 C++ 업무의 동작·회귀·통합 검사와 적합한 성능 측정 근거에 대응한다. 도구 이름이 아니라 무엇을 확인할지를 먼저 고른다. GoogleTest/CTest·통합 테스트·benchmark/profiler는 예시이며 실제 팀 표준을 확인해야 한다. Python tracemalloc 수치를 C++ 메모리/RSS 기준으로 옮기거나 같은 성능 개선을 보장하지 않는다.</a:t>
            </a:r>
          </a:p>
          <a:p xmlns:a="http://schemas.openxmlformats.org/drawingml/2006/main">
            <a:r>
              <a:t>5. (4:00–4:40) 마지막 입력·빌드·장비 조건을 짚는다. 비교할 입력, 빌드 모드/옵션, 실행 장비와 권한·runtime 같은 조건을 실제 프로젝트에서 확인·기록한다. Release build도 승인된 기존 예시일 뿐 어떤 명령·컴파일러·장비 구성을 여기서 지정하거나 검증한 것은 아니다. S68의 조건 확인을 C++ 작업에 연결한다.</a:t>
            </a:r>
          </a:p>
          <a:p xmlns:a="http://schemas.openxmlformats.org/drawingml/2006/main">
            <a:r>
              <a:t>6. (4:40–5:00) 세 기준을 옮기는 것이며 실제 C++ Trial이나 회사 성과가 아니라는 범위를 회수한다. 다음 S70에서는 이 중 자기 업무에서 먼저 정리할 반복 한 가지와 검토·갱신 책임을 고르게 한다.</a:t>
            </a:r>
          </a:p>
          <a:p xmlns:a="http://schemas.openxmlformats.org/drawingml/2006/main">
            <a:r>
              <a:t>운영 표시: “실무 적용 팁 · 업무 적용”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BEAT-036; CLM-0016/0017/0030; OQ-011; DEC-0062/0078; plan/DEMO_MATRIX.md의 TRIAL-008·STATE-04-PERF 실제 동작 보존·수행 절차·검증 기록; repository 성능 Skill. TEACHING_MODEL. 삽화 출처: prototype/image-illustration-pilot/assets/S53.png, built-in image_gen,2026-10-18; 프롬프트: prototype/image-illustration-pilot/PROMPTS.md. 승인된 이미지 bytes·crop(top0.08/bottom0.12)을 유지하고 화면 배치/크기만 조정한다. 실제 화면·현장 사진·C++ 관찰 자료가 아니다.</a:t>
            </a:r>
          </a:p>
          <a:p xmlns:a="http://schemas.openxmlformats.org/drawingml/2006/main">
            <a:r>
              <a:t/>
            </a:r>
          </a:p>
          <a:p xmlns:a="http://schemas.openxmlformats.org/drawingml/2006/main">
            <a:r>
              <a:t>Claim Boundary: TEACHING_MODEL — 왼쪽은 보존된 밝기 통계 Demo의 기준 요약, 오른쪽은 C++ 검사 업무에 대입할 교육용 질문과 적용 방향이다. 실제 C++ 구현·테스트 실행·회사 장비·성능 결과는 없다. ROI·픽셀 명세와 빌드·장비·도구 선택은 팀에서 확인하며 구체적 Windows/shell/IDE/hardware 지시를 추가하려면 별도 검증한다. 측정 수치·알고리즘·Skill 효과를 다른 언어/장비에 그대로 이전하지 않는다. 기존 이미지의 범위와 단독 Harness/Skill 인과효과 미입증 경계를 유지한다.</a:t>
            </a:r>
          </a:p>
          <a:p xmlns:a="http://schemas.openxmlformats.org/drawingml/2006/main">
            <a:r>
              <a:t/>
            </a:r>
          </a:p>
          <a:p xmlns:a="http://schemas.openxmlformats.org/drawingml/2006/main">
            <a:r>
              <a:t>Beginner Explanation: 먼저 무엇을 지킬지 정하고, 어떻게 조사·변경할지 정하며, 무엇을 확인해야 완료인지 정한다. Python 밝기 통계에서 사용한 이 세 기준을 C++ 검사 모듈의 명세·일하는 절차·확인 근거에 대입한다. 입력과 빌드·장비 조건도 함께 확인한다.</a:t>
            </a:r>
          </a:p>
          <a:p xmlns:a="http://schemas.openxmlformats.org/drawingml/2006/main">
            <a:r>
              <a:t/>
            </a:r>
          </a:p>
          <a:p xmlns:a="http://schemas.openxmlformats.org/drawingml/2006/main">
            <a:r>
              <a:t>Advanced Insight: Project Context→알고리즘/입출력 명세·빌드/하드웨어 가정, 반복 절차→대상 경로의 기준선/가설/변경/회귀/동일 조건 비교, unittest·benchmark script→팀의 적합한 동작/통합/성능 근거로 대응한다. 도구와 측정량은 실제 프로젝트에 맞춰 선택하고 동작 동등성·측정 조건·미확인 범위를 함께 검토한다. Python 할당 피크는 C++ 메모리 지표로 직접 이전할 근거가 아니다.</a:t>
            </a:r>
          </a:p>
          <a:p xmlns:a="http://schemas.openxmlformats.org/drawingml/2006/main">
            <a:r>
              <a:t/>
            </a:r>
          </a:p>
          <a:p xmlns:a="http://schemas.openxmlformats.org/drawingml/2006/main">
            <a:r>
              <a:t>C++ Vision Bridge: PRIMARY — 화면 전체가 세 기준의 C++ 적용이다. unittest→GoogleTest/CTest 또는 통합 검사, benchmark script→benchmark/profiler는 기존 예시이며 권장 도구를 새로 확정하지 않는다. 빌드 모드·장비 가정·ROI/픽셀 명세·회귀 기준과 팀 표준을 확인한다.</a:t>
            </a:r>
          </a:p>
          <a:p xmlns:a="http://schemas.openxmlformats.org/drawingml/2006/main">
            <a:r>
              <a:t/>
            </a:r>
          </a:p>
          <a:p xmlns:a="http://schemas.openxmlformats.org/drawingml/2006/main">
            <a:r>
              <a:t>Demo Operation: Lecture5분의 정적 전이 도식 — 기존 승인된 검사 파이프라인 삽화를 짚은 뒤 명세/수행 방법/검증 근거를 각 행의 Demo→C++ 순서로 대응한다. 마지막 실행 조건을 회수하고 S70로 이동한다. 실제 C++ 결과 화면처럼 말하지 않는다. 제품·Agent·Demo repository·컴파일러·테스트·benchmark를 실행하거나 새 Trial을 만들지 않는다. Demo 시간을 추가하지 않는다.</a:t>
            </a:r>
          </a:p>
          <a:p xmlns:a="http://schemas.openxmlformats.org/drawingml/2006/main">
            <a:r>
              <a:t/>
            </a:r>
          </a:p>
          <a:p xmlns:a="http://schemas.openxmlformats.org/drawingml/2006/main">
            <a:r>
              <a:t>Audience Interaction: ‘우리 검사 코드에서 출력6항목 보존에 해당하는 명세는 무엇일까요?’를 짧게 생각하게 하고 ROI·픽셀·입출력 조건의 실제 확인으로 회수한다. 정답이나 팀별 수치를 즉석에서 만들어 주지 않으며 필수 실습·공개 답변·별도 Q&amp;A 시간을 추가하지 않는다.</a:t>
            </a:r>
          </a:p>
          <a:p xmlns:a="http://schemas.openxmlformats.org/drawingml/2006/main">
            <a:r>
              <a:t/>
            </a:r>
          </a:p>
          <a:p xmlns:a="http://schemas.openxmlformats.org/drawingml/2006/main">
            <a:r>
              <a:t>**Transition:**</a:t>
            </a:r>
          </a:p>
          <a:p xmlns:a="http://schemas.openxmlformats.org/drawingml/2006/main">
            <a:r>
              <a:t>“우리 팀에서 먼저 정리할 반복 한 가지와 유지할 책임을 골라 보겠습니다.”</a:t>
            </a:r>
          </a:p>
          <a:p xmlns:a="http://schemas.openxmlformats.org/drawingml/2006/main">
            <a:r>
              <a:t/>
            </a:r>
          </a:p>
          <a:p xmlns:a="http://schemas.openxmlformats.org/drawingml/2006/main">
            <a:r>
              <a:t>Time Management: Lecture5분: S68/삽화 연결0.75, 명세1, 수행 방법1, 검증 근거1.25, 실행 조건0.67, 적용 범위/전환0.33. 지연 시 도구 이름과 측정량 상세 설명을 줄이고 세 행의 대응·입력/빌드/장비 조건·교육용 범위는 유지한다.5분에 S70로 이동한다. 실제 리허설은 UNVERIFIED다.</a:t>
            </a:r>
          </a:p>
          <a:p xmlns:a="http://schemas.openxmlformats.org/drawingml/2006/main">
            <a:r>
              <a:t/>
            </a:r>
          </a:p>
          <a:p xmlns:a="http://schemas.openxmlformats.org/drawingml/2006/main">
            <a:r>
              <a:t>Fallback: LOCAL STATIC ARTIFACT — production/ACT_3.pptx의 S69, production/preview/act3/S69.png 및 production/preview/full/S69.png. 교육용 전이 도식·승인된 AI 삽화이며 실제 C++ 실행 캡처가 아니다. Lecture 보조 Preview로 기존32개 Demo fallback inventory에는 추가하지 않는다. 파일 대조는 production/evaluation/S66_CPP_TRANSFER_REVISION.md를 따른다. 실제 발표 PC 재생은 UNVERIFIED다.</a:t>
            </a:r>
          </a:p>
          <a:p xmlns:a="http://schemas.openxmlformats.org/drawingml/2006/main">
            <a:r>
              <a:t/>
            </a:r>
          </a:p>
          <a:p xmlns:a="http://schemas.openxmlformats.org/drawingml/2006/main">
            <a:r>
              <a:t>Validation Status: ALIGNED — DEC-0078의19필드·Lecture5분·TEACHING_MODEL·기존 이미지와 실제/교육용 적용 경계를 정렬했다. 최종 패키지/PNG/내장 Notes 대조는 production/evaluation/S66_CPP_TRANSFER_REVISION.md에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우리 업무에서 먼저 정리할 한 가지</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우리 업무에서 먼저 정리할 한 가지</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“S69의 기준을 우리 업무에 대입하면, 어떤 반복 한 가지를 먼저 정리하고 어디에 두며 누가 유지하면 좋을까요?”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Reflection, R1) S69에서 명세·수행 방법·검증 근거를 C++ 검사 업무에 대입했다. 이제 자기 업무에서 반복되는 정보·절차·검증 근거를 떠올리게 한다. 화면의 세 후보는 같은 비중이며 특정 유형을 정답으로 고르지 않는다. 필기·파일 작성·저장소 수정·발표는 요구하지 않는다.</a:t>
            </a:r>
          </a:p>
          <a:p xmlns:a="http://schemas.openxmlformats.org/drawingml/2006/main">
            <a:r>
              <a:t>2. (0:30–1:30 / Reflection, R1) ‘하나만 선택’을 짚고 현재 반복 비용이나 혼란이 큰 한 가지를 조용히 고르게 한다. 세 후보가 모이는 선은 선택지를 뜻하며 세 종류를 전부 합치거나 새 시스템을 만들라는 뜻이 아니다. 아직 고르지 못해도 강제로 답을 정하지 않는다.</a:t>
            </a:r>
          </a:p>
          <a:p xmlns:a="http://schemas.openxmlformats.org/drawingml/2006/main">
            <a:r>
              <a:t>3. (1:30–2:15 / Reflection, R1) ‘어디에 둘까?’를 짚는다. 이미 관리되는 원래 출처와 팀의 흐름을 먼저 확인한다. 프로젝트 문서·재사용 수행 방법·날짜가 있는 검증 기록은 위치를 생각할 예시이며 정보 종류와 특정 파일을 배타적으로 고정하지 않는다. 이 시간에 새 문서·Skill·Memory를 만들지 않는다.</a:t>
            </a:r>
          </a:p>
          <a:p xmlns:a="http://schemas.openxmlformats.org/drawingml/2006/main">
            <a:r>
              <a:t>4. (2:15–3:00 / Reflection, R1) ‘누가 검토·갱신할까?’를 짚고 역할 또는 사람을 생각하게 한다. 검토자와 갱신 담당은 같은 사람일 수도 있다. 결정할 수 없으면 미확정으로 남기며 청중의 팀 역할을 대신 배정하지 않는다.</a:t>
            </a:r>
          </a:p>
          <a:p xmlns:a="http://schemas.openxmlformats.org/drawingml/2006/main">
            <a:r>
              <a:t>5. (3:00–8:00 / Q&amp;A, R2) 공유는 선택이며 질문을 받는다. 답변은 선택한 반복·둘 위치·검토/갱신 책임으로 회수한다. 기능 개수를 늘리는 방향이나 특정 도구를 정답으로 유도하지 않는다. 질문이 없으면 ‘이미 관리되는 출처가 있나요?’, ‘기준이나 측정 조건이 바뀌면 누가 확인하나요?’로 대화를 열거나 조용히 생각할 시간을 준다.8분에 답변을 마치고 초과 질문은 후속 확인으로 남긴다.</a:t>
            </a:r>
          </a:p>
          <a:p xmlns:a="http://schemas.openxmlformats.org/drawingml/2006/main">
            <a:r>
              <a:t>6. (8:00–10:00 / Transition, R3) ‘위치와 담당을 생각했다면, 다시 확인할 때는?’을 짚는다. 선택한 자료가 다음 작업에도 쓰이는 동안 어떤 기준 변화가 검토를 요구할지 떠올리게 한다. 실제 담당을 정했다고 취급하지 않는다. 실제 STATE-04-PERF 성공은 S71에서 짧게 보존하고, 그다음 별도 가상 사례에서 유지 문제를 살펴본다. 성공을 다시 자세히 설명하거나 가상 변화의 결과를 먼저 말하지 않는다.</a:t>
            </a:r>
          </a:p>
          <a:p xmlns:a="http://schemas.openxmlformats.org/drawingml/2006/main">
            <a:r>
              <a:t/>
            </a:r>
          </a:p>
          <a:p xmlns:a="http://schemas.openxmlformats.org/drawingml/2006/main">
            <a:r>
              <a:t>Evidence / Source: STATE-04-PERF의 보존된 성공; DEC-0018/0021/0062/0079; BEAT-035–038; INV-VERIFY-001; INV-DELIVERY-001. TEACHING_MODEL / 개인 성찰 운영 질문이다. 실제 청중 답변·팀별 운영 결정·추가 기능의 효과를 수집하거나 관찰한 결과가 아니다.; DEC-0080.</a:t>
            </a:r>
          </a:p>
          <a:p xmlns:a="http://schemas.openxmlformats.org/drawingml/2006/main">
            <a:r>
              <a:t/>
            </a:r>
          </a:p>
          <a:p xmlns:a="http://schemas.openxmlformats.org/drawingml/2006/main">
            <a:r>
              <a:t>Claim Boundary: TEACHING_MODEL — 반복 한 가지와 위치·유지 책임을 생각하는 질문이다. 필수 실습·공개 답변·저장소 변경이 아니며 정답이나 팀별 선택을 만들어 주지 않는다. 새 문서·Skill·Subagent·Memory 추가를 전제하지 않는다. 보존된 실제 성공을 실패한 Harness로 재해석하거나 다음 ACT의 개념적 변화를 실제 Product failure로 말하지 않는다. R1/R2/R3는 정적 화면에서 발표자가 초점을 옮기는 운영 구분이며 Native animation·실제 리허설 검증이 아니다.</a:t>
            </a:r>
          </a:p>
          <a:p xmlns:a="http://schemas.openxmlformats.org/drawingml/2006/main">
            <a:r>
              <a:t/>
            </a:r>
          </a:p>
          <a:p xmlns:a="http://schemas.openxmlformats.org/drawingml/2006/main">
            <a:r>
              <a:t>Beginner Explanation: 매번 다시 찾는 정보, 다시 설명하는 순서, 완료를 확인할 근거 중 하나를 고른다. 그것을 어디에서 관리하고 누가 확인·수정할지 생각한다. 지금 직접 만들거나 발표할 필요는 없다.</a:t>
            </a:r>
          </a:p>
          <a:p xmlns:a="http://schemas.openxmlformats.org/drawingml/2006/main">
            <a:r>
              <a:t/>
            </a:r>
          </a:p>
          <a:p xmlns:a="http://schemas.openxmlformats.org/drawingml/2006/main">
            <a:r>
              <a:t>Advanced Insight: 새 구조를 추가하기 전에 원래 출처·재사용 비용·검증 요구를 확인하고 위치와 유지 책임을 함께 본다. 담당은 역할로 생각해도 되며 검토와 갱신을 반드시 다른 사람에게 배정할 필요는 없다. 기능 수를 늘리는 답으로 유도하지 않고 프로젝트 변경 시 가정·내용의 재확인 필요만 연다.</a:t>
            </a:r>
          </a:p>
          <a:p xmlns:a="http://schemas.openxmlformats.org/drawingml/2006/main">
            <a:r>
              <a:t/>
            </a:r>
          </a:p>
          <a:p xmlns:a="http://schemas.openxmlformats.org/drawingml/2006/main">
            <a:r>
              <a:t>C++ Vision Bridge: S69의 프로젝트별 명세·수행 방법·완료 근거를 청중 자신의 업무로 가져오는 contextual cue다. 별도 C++ 삽화나 도구 목록·구현 지시를 추가하지 않는다.</a:t>
            </a:r>
          </a:p>
          <a:p xmlns:a="http://schemas.openxmlformats.org/drawingml/2006/main">
            <a:r>
              <a:t/>
            </a:r>
          </a:p>
          <a:p xmlns:a="http://schemas.openxmlformats.org/drawingml/2006/main">
            <a:r>
              <a:t>Demo Operation: 정적 성찰 화면이다. R1은 세 후보→하나 선택→위치/담당 질문, R2는 선택적 Q&amp;A, R3는 다시 확인할 시점으로 초점을 옮긴다. 정적 화면 전체가 보이며 Native animation·제품 실행·새 Trial은 없다. 실제 성공과 별도 가상 사례의 경계는 유지한다.</a:t>
            </a:r>
          </a:p>
          <a:p xmlns:a="http://schemas.openxmlformats.org/drawingml/2006/main">
            <a:r>
              <a:t/>
            </a:r>
          </a:p>
          <a:p xmlns:a="http://schemas.openxmlformats.org/drawingml/2006/main">
            <a:r>
              <a:t>Audience Interaction: Reflection3분은 개인적으로 생각하고 공유는 선택이다. Q&amp;A5분에는 질문이 없을 때 ‘선택한 한 가지는 이미 어디에 있나요?’, ‘누가 검토하고 어떤 변화가 생기면 갱신하나요?’를 예비 질문으로 쓴다. 답이 없거나 담당이 미정이어도 미확정으로 두며 실습·즉석 산출물을 요구하지 않는다.8분에 cutoff하고 마지막2분을 전환으로 보호한다.</a:t>
            </a:r>
          </a:p>
          <a:p xmlns:a="http://schemas.openxmlformats.org/drawingml/2006/main">
            <a:r>
              <a:t/>
            </a:r>
          </a:p>
          <a:p xmlns:a="http://schemas.openxmlformats.org/drawingml/2006/main">
            <a:r>
              <a:t>Transition: “남길 위치와 검토·갱신 역할을 생각해 봤습니다. 이제 확인한 성공을 기준점으로 두고, 그 방법을 계속 맞게 유지하는 문제로 넘어가겠습니다.”</a:t>
            </a:r>
          </a:p>
          <a:p xmlns:a="http://schemas.openxmlformats.org/drawingml/2006/main">
            <a:r>
              <a:t/>
            </a:r>
          </a:p>
          <a:p xmlns:a="http://schemas.openxmlformats.org/drawingml/2006/main">
            <a:r>
              <a:t>Time Management: Reflection3분(연결0.5, 하나 선택1, 위치0.75, 검토/갱신0.75) → Q&amp;A5분 → Transition2분.8분에 Q&amp;A를 마치고10분에 S71로 이동한다. 지연 시 예시와 도구 설명을 줄이며 선택·위치·책임 및 실제 성공/가상 변화 경계는 유지한다. 실제10분 리허설은 UNVERIFIED다.</a:t>
            </a:r>
          </a:p>
          <a:p xmlns:a="http://schemas.openxmlformats.org/drawingml/2006/main">
            <a:r>
              <a:t/>
            </a:r>
          </a:p>
          <a:p xmlns:a="http://schemas.openxmlformats.org/drawingml/2006/main">
            <a:r>
              <a:t>Fallback: LOCAL STATIC ARTIFACT — production/ACT_3.pptx의 S70, production/preview/act3/S70.png 및 production/preview/full/S70.png. 정적 성찰/대화 화면이며 실제 청중 답변·제품 실행 캡처가 아니다. 기존32개 Demo fallback inventory에는 추가하지 않는다. 파일 대조는 production/evaluation/S67_REFLECTION_OWNERSHIP_REVISION.md를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e4a6f02131949a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cbe4877268948a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7d1bd1e81ab495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3a975c510d74b3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7b7f0fd5dcf487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baf9810f0f2479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AAEF94C-6582-46E3-B9AA-2B3CC01F3B0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05E2D5A-9EF2-4502-82B6-4AF6DE36FAA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D631A1E-7847-4B44-89A2-1C1D6312A97A}"/>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C1D9D3E-37C9-4999-9160-C606E86929D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0E9ACE0-1F02-40AC-87DC-4293B57324A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6CA35D1-673D-447B-A98E-1E3AD71B82A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4CBDE32-B380-4B03-9E6B-312A2BE4A37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D7F91AB-68F1-48E3-95D2-7B85BD0EDA8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D0F7C47-06AA-4F33-8CC0-728AF748622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FC6E101-34FF-4004-970A-1B14060A5D6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c4a2686fb5c4b92" /><Relationship Type="http://schemas.openxmlformats.org/officeDocument/2006/relationships/slideLayout" Target="/ppt/slideLayouts/slideLayout1.xml" Id="Rf81937e165af4cac" /><Relationship Type="http://schemas.openxmlformats.org/officeDocument/2006/relationships/slideLayout" Target="/ppt/slideLayouts/slideLayout2.xml" Id="R0873d35ecf9d4fd6" /><Relationship Type="http://schemas.openxmlformats.org/officeDocument/2006/relationships/slideLayout" Target="/ppt/slideLayouts/slideLayout3.xml" Id="R1cd3f03a4dd947ee" /><Relationship Type="http://schemas.openxmlformats.org/officeDocument/2006/relationships/slideLayout" Target="/ppt/slideLayouts/slideLayout4.xml" Id="R12f1e401cb67446b" /><Relationship Type="http://schemas.openxmlformats.org/officeDocument/2006/relationships/slideLayout" Target="/ppt/slideLayouts/slideLayout5.xml" Id="Rd931a1117eb441e1" /><Relationship Type="http://schemas.openxmlformats.org/officeDocument/2006/relationships/slideLayout" Target="/ppt/slideLayouts/slideLayout6.xml" Id="Rd1f77019cadf42e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81937e165af4cac"/>
    <p:sldLayoutId xmlns:r="http://schemas.openxmlformats.org/officeDocument/2006/relationships" id="2147483650" r:id="R0873d35ecf9d4fd6"/>
    <p:sldLayoutId xmlns:r="http://schemas.openxmlformats.org/officeDocument/2006/relationships" id="2147483651" r:id="R1cd3f03a4dd947ee"/>
    <p:sldLayoutId xmlns:r="http://schemas.openxmlformats.org/officeDocument/2006/relationships" id="2147483652" r:id="R12f1e401cb67446b"/>
    <p:sldLayoutId xmlns:r="http://schemas.openxmlformats.org/officeDocument/2006/relationships" id="2147483653" r:id="Rd931a1117eb441e1"/>
    <p:sldLayoutId xmlns:r="http://schemas.openxmlformats.org/officeDocument/2006/relationships" id="2147483654" r:id="Rd1f77019cadf42e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eedd84b0d8a43ea" /><Relationship Type="http://schemas.openxmlformats.org/officeDocument/2006/relationships/image" Target="/ppt/media/image.png" Id="Rb1c91cb1ec3d4b85" /><Relationship Type="http://schemas.openxmlformats.org/officeDocument/2006/relationships/image" Target="/ppt/media/image2.png" Id="R386c10ef6d4044a1" /><Relationship Type="http://schemas.openxmlformats.org/officeDocument/2006/relationships/notesSlide" Target="/ppt/notesSlides/notesSlide1.xml" Id="Rfa186eb8937843f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d1e4e796282411b" /><Relationship Type="http://schemas.openxmlformats.org/officeDocument/2006/relationships/notesSlide" Target="/ppt/notesSlides/notesSlide2.xml" Id="R57267192d03b467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3d66b2b1a944de0" /><Relationship Type="http://schemas.openxmlformats.org/officeDocument/2006/relationships/notesSlide" Target="/ppt/notesSlides/notesSlide3.xml" Id="Rb52516fd6ec2404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832f02ed4c441b4" /><Relationship Type="http://schemas.openxmlformats.org/officeDocument/2006/relationships/notesSlide" Target="/ppt/notesSlides/notesSlide4.xml" Id="Rc428179e4882401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55ff0b8606d4df3" /><Relationship Type="http://schemas.openxmlformats.org/officeDocument/2006/relationships/notesSlide" Target="/ppt/notesSlides/notesSlide5.xml" Id="Rc4e0a92788f04e9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c0966f0a09c4be2" /><Relationship Type="http://schemas.openxmlformats.org/officeDocument/2006/relationships/notesSlide" Target="/ppt/notesSlides/notesSlide6.xml" Id="Rc9a44a36c6754e5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bd230b9c2864bbe" /><Relationship Type="http://schemas.openxmlformats.org/officeDocument/2006/relationships/notesSlide" Target="/ppt/notesSlides/notesSlide7.xml" Id="R3c85adcf41e441a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c484ddd4b724a91" /><Relationship Type="http://schemas.openxmlformats.org/officeDocument/2006/relationships/notesSlide" Target="/ppt/notesSlides/notesSlide8.xml" Id="R9bb5efaff9ac411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8cf0046595e4be5" /><Relationship Type="http://schemas.openxmlformats.org/officeDocument/2006/relationships/chart" Target="/ppt/slides/charts/chart1.xml" Id="R5cd166f3bce6479c" /><Relationship Type="http://schemas.openxmlformats.org/officeDocument/2006/relationships/notesSlide" Target="/ppt/notesSlides/notesSlide9.xml" Id="Re474e3d4ce164b8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88e7242f4bf4d4e" /><Relationship Type="http://schemas.openxmlformats.org/officeDocument/2006/relationships/notesSlide" Target="/ppt/notesSlides/notesSlide10.xml" Id="R703fd661464f440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727ab6e45404632" /><Relationship Type="http://schemas.openxmlformats.org/officeDocument/2006/relationships/notesSlide" Target="/ppt/notesSlides/notesSlide11.xml" Id="R78636e1626ca448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6a879f2f25649b3" /><Relationship Type="http://schemas.openxmlformats.org/officeDocument/2006/relationships/notesSlide" Target="/ppt/notesSlides/notesSlide12.xml" Id="Rc4b82d5d0ef94fe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742208af2cda4d1f" /><Relationship Type="http://schemas.openxmlformats.org/officeDocument/2006/relationships/notesSlide" Target="/ppt/notesSlides/notesSlide13.xml" Id="Rce5eb6526688446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8e9fabea7fb8497a" /><Relationship Type="http://schemas.openxmlformats.org/officeDocument/2006/relationships/notesSlide" Target="/ppt/notesSlides/notesSlide14.xml" Id="R38732dbae42e4a6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c250db13d9345bc" /><Relationship Type="http://schemas.openxmlformats.org/officeDocument/2006/relationships/notesSlide" Target="/ppt/notesSlides/notesSlide15.xml" Id="R216e50a9bf7d4e2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9145f5cca4d049d7" /><Relationship Type="http://schemas.openxmlformats.org/officeDocument/2006/relationships/notesSlide" Target="/ppt/notesSlides/notesSlide16.xml" Id="Rdc640a501c7e4c3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0bc08626810d4b81" /><Relationship Type="http://schemas.openxmlformats.org/officeDocument/2006/relationships/image" Target="/ppt/media/image3.png" Id="R0a00f32ded184fd6" /><Relationship Type="http://schemas.openxmlformats.org/officeDocument/2006/relationships/notesSlide" Target="/ppt/notesSlides/notesSlide17.xml" Id="R30de18593b454d4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bb5ba8acaee041a5" /><Relationship Type="http://schemas.openxmlformats.org/officeDocument/2006/relationships/notesSlide" Target="/ppt/notesSlides/notesSlide18.xml" Id="R6c9885e6daba45f6"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54184454-2F90-4E0B-A0C8-0B5AF14AA49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3">
            <a:extLst xmlns:a="http://schemas.openxmlformats.org/drawingml/2006/main">
              <a:ext uri="{FF2B5EF4-FFF2-40B4-BE49-F238E27FC236}">
                <a16:creationId xmlns:a16="http://schemas.microsoft.com/office/drawing/2014/main" id="{9C209D9D-CB1E-469D-82CA-7E128EC0EC7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두 실제 요청에 같은 절차가 반복됐다">
            <a:extLst xmlns:a="http://schemas.openxmlformats.org/drawingml/2006/main">
              <a:ext uri="{FF2B5EF4-FFF2-40B4-BE49-F238E27FC236}">
                <a16:creationId xmlns:a16="http://schemas.microsoft.com/office/drawing/2014/main" id="{42E2C814-62BE-4B2D-B147-ED84CD9AA9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972CB1A2-4538-41EA-83C2-DA19A167547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54B4D186-0854-4AA8-A7C5-43C4497134A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26A60C8C-0B0E-4962-8572-58EE9A1006B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934A7DBC-EBD1-4D75-A3DA-C5BC5B20A35D}"/>
              </a:ext>
            </a:extLst>
          </p:cNvPr>
          <p:cNvPicPr>
            <a:picLocks xmlns:a="http://schemas.openxmlformats.org/drawingml/2006/main" noChangeAspect="1"/>
          </p:cNvPicPr>
          <p:nvPr/>
        </p:nvPicPr>
        <p:blipFill>
          <a:blip xmlns:r="http://schemas.openxmlformats.org/officeDocument/2006/relationships" xmlns:a="http://schemas.openxmlformats.org/drawingml/2006/main" r:embed="Rb1c91cb1ec3d4b85"/>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B58A44AC-8A69-4D49-916B-A8739990AF39}"/>
              </a:ext>
            </a:extLst>
          </p:cNvPr>
          <p:cNvPicPr>
            <a:picLocks xmlns:a="http://schemas.openxmlformats.org/drawingml/2006/main" noChangeAspect="1"/>
          </p:cNvPicPr>
          <p:nvPr/>
        </p:nvPicPr>
        <p:blipFill>
          <a:blip xmlns:r="http://schemas.openxmlformats.org/officeDocument/2006/relationships" xmlns:a="http://schemas.openxmlformats.org/drawingml/2006/main" r:embed="R386c10ef6d4044a1"/>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80570286-1294-4571-9CA0-ADC57B48604B}"/>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8AB52CAF-D101-4C54-AA38-8169640E58F0}"/>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1FA651E5-6FFD-4685-90AF-48357F67DE66}"/>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45FCC696-229E-40EB-A118-34AE574A5BE8}"/>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9BD54824-033E-4525-8756-9930228F91DC}"/>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25C67BC2-A441-4A1E-934B-5A3EEAB5616E}"/>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9A5ECCDA-933E-4AEC-968F-B092AA3DABD8}"/>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DED5CAF0-049C-47A0-B973-D1C5054F0AD0}"/>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9F224AEE-9C9E-4ED9-B5B8-3883F24DB7C2}"/>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942F818D-9E48-47C5-B67F-D38BC937F2D1}"/>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2281B84C-9FC2-4759-8FA8-444002F1BA7D}"/>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387CF259-CB4B-4815-BFFD-FD4D6A4E5218}"/>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0680C0AC-1F63-4E3D-991F-FE4CD7D046A3}"/>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902B85A4-1B36-4F83-9BAC-2F12EE8CB3CF}"/>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BA634281-5481-48CD-A215-2D0D4A32DE1D}"/>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67F6DF58-040D-46BD-A666-E4753E713FEA}"/>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E571CBEE-F153-4070-9219-8BD7E38959EE}"/>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94A42511-AED1-4910-A1A4-C9DA0077BEA2}"/>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B8BE176A-F2A2-440B-8A29-8310104993A3}"/>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4EC771AC-4A44-4806-A6FE-3364B6A84131}"/>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CEFC9BB1-1BCE-42F0-AF82-83344C3F4DD1}"/>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5B47ECC5-C8EE-49CC-AB24-69F6F3B6F243}"/>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D30CB350-DD7A-4F46-B9A1-695D786142AD}"/>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751A52C2-F202-4CE7-9ACE-2AC6763F9CD6}"/>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B799589D-5241-4FC8-8F3F-D0CA0041530A}"/>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D309F982-0A8A-4B79-A014-BE443D6E69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2059618656"/>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DA026E22-617B-4BA8-80D0-BCDB08A50E9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4">
            <a:extLst xmlns:a="http://schemas.openxmlformats.org/drawingml/2006/main">
              <a:ext uri="{FF2B5EF4-FFF2-40B4-BE49-F238E27FC236}">
                <a16:creationId xmlns:a16="http://schemas.microsoft.com/office/drawing/2014/main" id="{430EE36A-4639-48E2-87B6-3B492174EDA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테스트 명령을 언제 쓰고 무엇을 판단할까?">
            <a:extLst xmlns:a="http://schemas.openxmlformats.org/drawingml/2006/main">
              <a:ext uri="{FF2B5EF4-FFF2-40B4-BE49-F238E27FC236}">
                <a16:creationId xmlns:a16="http://schemas.microsoft.com/office/drawing/2014/main" id="{DBE08805-979C-40E0-9C01-4EFBCE3044E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6CD8605E-564D-43E3-B57F-6BFA46A20B0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89420992-85A5-451E-9B73-3BEE5179B2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69E3FB51-DB9D-4B16-9AB5-0B4FD9E34C7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2B6500A6-059B-4DC1-8A97-59DF1E99A5DF}"/>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B5A27884-6837-4C3E-8C92-11A0BB956479}"/>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389D3133-9F80-469A-AB8A-E41FA44ADCA4}"/>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E157A99E-1CB2-43E2-8B49-62486D44BB48}"/>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0D49E147-B708-4D04-8C2A-0230AAB04D98}"/>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11D2CCBF-6280-421F-858A-FDD4FC97F3DD}"/>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10594E54-431B-463F-8D8F-ADB60769C2EF}"/>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4D052864-0BE9-453D-9247-4BA173352FCF}"/>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7CCDC4D4-2183-428F-BB2A-1302CF9DEC5D}"/>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2D9AD56D-BB9A-41F4-8FD4-FA572E67AA6F}"/>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FC5F745C-AD88-4053-914C-BEBAE2CF2B72}"/>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415E941D-5395-49EB-B5BB-88A23D7ADADA}"/>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568B5343-9645-4110-9C91-632082ED81D6}"/>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A824027F-9EC1-4099-A712-F6FB4D4C36BF}"/>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700AE868-5B0F-4375-9FCE-07714F35D02A}"/>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A62E8F36-F4A7-4CD2-985F-2C49F3AA846D}"/>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2A687EFE-4C6F-4B7A-9F9F-6EC639B915CF}"/>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FCBC860F-0DDC-4D18-954D-317218190F2C}"/>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49E7ABC6-A2BB-47F7-A944-2F72B9AAF5F4}"/>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2E6AFC94-5C36-4D91-973E-7F9CB5B67A57}"/>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E26F9E2E-0D76-4E03-AC2F-189B2CB3C79C}"/>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F09C2549-F4EF-4576-9EBF-A15F323A78D6}"/>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502D7D6C-E94F-4BFD-8231-2AEC0C1389EA}"/>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4AC77590-FCAE-4348-A8B1-1FCD89559B09}"/>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3887B920-6A0D-4B6A-B4E3-AA8BB685646E}"/>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0B5A7DCD-0235-49ED-9E9D-F7555B6481BD}"/>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F4B86262-ABBD-441C-8F99-C34FFA5565BC}"/>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DF818B8D-8A2B-4CED-B937-DB27BCE71738}"/>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3D95B17F-C31B-4807-8483-0EA5E9068ACC}"/>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E84E030B-B42F-423F-8683-57C69A83B9A2}"/>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F5DC73E9-A467-41F2-8183-9F8F31988698}"/>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E707202C-DA89-4CD8-BE96-BF597A8FC671}"/>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E789A25A-75B2-47E7-BCCE-78CC80D8A908}"/>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336951B4-0386-4491-81A4-535A473F8325}"/>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B78E5E8D-057A-46FC-A7A9-28F4F2F71CE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999B8D4A-90FA-41CF-8AE7-AC1C94E29A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35385385"/>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6D9BB467-4384-4680-87D6-BAE0ECBC5F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5">
            <a:extLst xmlns:a="http://schemas.openxmlformats.org/drawingml/2006/main">
              <a:ext uri="{FF2B5EF4-FFF2-40B4-BE49-F238E27FC236}">
                <a16:creationId xmlns:a16="http://schemas.microsoft.com/office/drawing/2014/main" id="{16B40E7C-9276-4AF2-9297-C3B7A916911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목표·기준·방법을 한 작업에 적용한다">
            <a:extLst xmlns:a="http://schemas.openxmlformats.org/drawingml/2006/main">
              <a:ext uri="{FF2B5EF4-FFF2-40B4-BE49-F238E27FC236}">
                <a16:creationId xmlns:a16="http://schemas.microsoft.com/office/drawing/2014/main" id="{F73C6A17-9558-4B19-9AEE-9B6B1530959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047A4387-EC6E-463A-87E0-E4E2E8C91D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FEEAB44F-4695-4A9A-8558-54BA817162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7C67E89B-8DC8-4059-9A0C-A92AEBD65F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866FE7A2-88E3-4DDE-89F5-E5A0C573C3B4}"/>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ECC721F4-6BA7-4590-8C2B-37EFA7055CB8}"/>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4218B4AE-A302-456B-8FD2-04F57D703902}"/>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B9172D58-6175-458D-A9DA-FC4C0285AAD0}"/>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C7B7722-AE3A-4F7B-BF61-EB786D9D6DA0}"/>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9F03C6FC-513A-4B7E-AFDC-69B42230307E}"/>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0A356CDD-AAB1-4E86-B96A-B0202ECC002A}"/>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2B3EF8FD-B976-407B-A56F-D01C2E020F11}"/>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AB26D8F4-9115-43E9-ADB7-D4406516347A}"/>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1DBDC823-2022-4BFB-ACBE-BDB29F80CA35}"/>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2FF353B8-517B-4424-BEDA-B118C4945D4F}"/>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261FD503-FE21-4E32-A075-25D0C08DF52D}"/>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D794FB3B-2CB6-4DA3-8818-6DE08EA3DA24}"/>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A74E90F5-2938-47E8-A118-C21A2EAD9CAF}"/>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856F29A3-3AB0-40A6-896B-DA5DF0C247CA}"/>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E2E58F5A-4B79-4119-B834-E480AF82F427}"/>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BA5F2AE8-61DC-4E39-AF09-6225C75FF8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01780153"/>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0D78BA6E-7014-46D1-BF7E-1D64B3DEFB3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6">
            <a:extLst xmlns:a="http://schemas.openxmlformats.org/drawingml/2006/main">
              <a:ext uri="{FF2B5EF4-FFF2-40B4-BE49-F238E27FC236}">
                <a16:creationId xmlns:a16="http://schemas.microsoft.com/office/drawing/2014/main" id="{83BAE568-6679-4650-9712-4D43C56F71A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반복 절차를 Skill로 모으는 이유">
            <a:extLst xmlns:a="http://schemas.openxmlformats.org/drawingml/2006/main">
              <a:ext uri="{FF2B5EF4-FFF2-40B4-BE49-F238E27FC236}">
                <a16:creationId xmlns:a16="http://schemas.microsoft.com/office/drawing/2014/main" id="{9FB803DD-A97E-409E-900E-83095EEFA2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2B0E3017-420F-40BB-9F21-99CCA4B0369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D73EB29F-51E7-4DA7-BC19-2F65E17C2F3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704D4F55-D77B-4FD9-91A2-6D96FC89657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934ED70D-367C-4DF9-93B6-22EF5898E92F}"/>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904D67A3-3B56-455E-A582-B44907B76BD9}"/>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FC1257E8-9AF2-4DC3-A1AF-96396BFDE8AD}"/>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19D8ECDE-0680-48C0-BE27-B1A98A61A9F1}"/>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4638B66C-227D-4C54-A28E-3EFB62C77DD2}"/>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49F54BBD-492F-4A00-BEAD-02B780347571}"/>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CCA57B1F-3526-48FF-82B4-BE7171E8D4FD}"/>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78192FAB-148C-4B7B-9B4B-D6B726D140E7}"/>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08B9A89F-29DB-4921-A1E1-93BAA9F8323E}"/>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570D0C56-89C3-4F05-9006-D261BACBEE35}"/>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0A998EDD-1D6A-42B8-830F-4235DB69274B}"/>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92FFB8A6-61CB-49D6-8C74-4367CF564FA0}"/>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4B4300F9-43A3-4B78-938C-D6806E4C8294}"/>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D8FE3FF2-75E5-459D-A0CF-A374B9D0ED77}"/>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81D3FDDD-83B5-4CDF-A32B-559E9B202F57}"/>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35F007AC-91FF-458A-9B21-308649D908A4}"/>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022DD117-37DF-480C-925F-B6A191FAA563}"/>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621F7CBE-8F0E-4FF7-B53E-D9BF13A4EC8F}"/>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2B286A28-9E40-444B-8E59-B3AA0DDE0826}"/>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93A2E319-A806-42C0-A1B7-FE02AFA839F4}"/>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5374AABD-981E-433D-9D49-F1872BAD537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05197287"/>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5D7EE5A3-BC8A-4B7A-8AB2-C8F1C55DCDA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7">
            <a:extLst xmlns:a="http://schemas.openxmlformats.org/drawingml/2006/main">
              <a:ext uri="{FF2B5EF4-FFF2-40B4-BE49-F238E27FC236}">
                <a16:creationId xmlns:a16="http://schemas.microsoft.com/office/drawing/2014/main" id="{2932515E-2059-437D-BBA7-F83F7F1ED39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Skill 발견·호출·본문 포함의 근거">
            <a:extLst xmlns:a="http://schemas.openxmlformats.org/drawingml/2006/main">
              <a:ext uri="{FF2B5EF4-FFF2-40B4-BE49-F238E27FC236}">
                <a16:creationId xmlns:a16="http://schemas.microsoft.com/office/drawing/2014/main" id="{2F37400B-1EE5-47B6-81F6-054CF092602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4CF2CCA4-16DB-4681-BF7F-468C5BE2F6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5713466F-344D-4689-909C-2592ADD82A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A8554F3F-B065-4097-921C-070E842956A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3B280FF2-956E-485D-892B-FF58C34D69DC}"/>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462E44CF-AEFD-4406-A661-43F624B5CF6B}"/>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0F10B579-6341-4C1B-BF64-89D9FE56C989}"/>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B86FE033-2B33-431D-BFB5-58932F8E57EF}"/>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BCFD6979-2D7E-49B9-B856-824BA50C427D}"/>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8CC0B6B6-5186-4633-863E-6108AC2833CE}"/>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B4353597-EA64-4818-9D55-E6D527EC2B68}"/>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DBAEE089-1020-43BF-8941-71FC1533CAE3}"/>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436CAEE0-7BEC-4D46-9815-0E3B537C545A}"/>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62DD2B96-F3ED-49D5-84DC-BFCA020D0D4C}"/>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6CF831DA-6269-4779-A1D4-83DFFE070A13}"/>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B1C55EB4-2F3F-4A28-B041-ED438B6B5535}"/>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F970A78C-F7F7-4FF2-88A4-337A2238FAAA}"/>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FAAA8F9D-F85F-40FB-AD12-A2AFF7CBCFAA}"/>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F0F52F03-65EE-4186-A345-571C3D49C1D3}"/>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FD5936C9-7755-44D5-93CA-29F72F838CCF}"/>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991F01F8-2E63-45BC-9C51-18A51138BA39}"/>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733F5BC8-76A8-4599-8CD7-9F0A1B3763C8}"/>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E0F70B6A-2751-4ACC-AD9D-48FAA489EC31}"/>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B3A629BF-09DA-46A3-8497-F7DC9B64D061}"/>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B91F43AE-DC0D-4938-939B-DF65D2BCBDCC}"/>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15EF0D34-3931-4BF5-BF4D-0F8311A44FC5}"/>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BD505799-BE08-4223-936C-88602C0C7DC6}"/>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8F07AA54-5D86-49C6-8E71-5AF394779499}"/>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17335EBA-DAF4-41CD-974A-8CB09D49F71F}"/>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0176DB5F-7186-42B6-A127-3B620189D2B0}"/>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7D35DE34-EFE6-4BB6-A35F-58773B0DE4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3045493"/>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ED0972CF-3367-40F8-9D21-0A6B37D7ADC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58">
            <a:extLst xmlns:a="http://schemas.openxmlformats.org/drawingml/2006/main">
              <a:ext uri="{FF2B5EF4-FFF2-40B4-BE49-F238E27FC236}">
                <a16:creationId xmlns:a16="http://schemas.microsoft.com/office/drawing/2014/main" id="{19EA42D3-4D6B-4264-95C3-A577D85254E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Skill 지침과 실제 작업 기록의 대응">
            <a:extLst xmlns:a="http://schemas.openxmlformats.org/drawingml/2006/main">
              <a:ext uri="{FF2B5EF4-FFF2-40B4-BE49-F238E27FC236}">
                <a16:creationId xmlns:a16="http://schemas.microsoft.com/office/drawing/2014/main" id="{6534BDE5-98BA-47E4-BBD2-F806AE126B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26C47CED-13C0-4969-888F-5B8E85480C7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9F3536E2-283D-4606-B477-89EDB2D8DD5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96DD88AB-50B6-48FD-8588-F45ED43DEAA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B10771CD-F108-4CA5-AF6F-F8E3307A2801}"/>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C31668A1-E12B-4044-B566-552E71E3FC76}"/>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BABA2A1C-775D-4552-80C8-F6133EC92BF0}"/>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A452DAE7-CF04-4B6B-93E8-97A56230A5AE}"/>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1260A16C-EAAF-4D88-8008-6C14A63A07D6}"/>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AD893AA6-4D72-45EB-833E-268026C04A3D}"/>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6BAEEA5A-2527-49A3-82CB-D48771878B1D}"/>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CBD5C034-5C16-4543-BA87-B269DC4F780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29512417"/>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588A52DC-014D-4274-8F91-66126D935F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9">
            <a:extLst xmlns:a="http://schemas.openxmlformats.org/drawingml/2006/main">
              <a:ext uri="{FF2B5EF4-FFF2-40B4-BE49-F238E27FC236}">
                <a16:creationId xmlns:a16="http://schemas.microsoft.com/office/drawing/2014/main" id="{736AB104-6A38-4FE3-8441-62A8EC28202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절차는 재사용하고, 답은 근거로 정한다">
            <a:extLst xmlns:a="http://schemas.openxmlformats.org/drawingml/2006/main">
              <a:ext uri="{FF2B5EF4-FFF2-40B4-BE49-F238E27FC236}">
                <a16:creationId xmlns:a16="http://schemas.microsoft.com/office/drawing/2014/main" id="{CE525F5F-D5F9-4201-A25C-5C52AC22390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A5D0B12C-0CF2-4743-96B0-438D517F1E4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5D3FA3AA-0196-4FB6-80AC-4CD1AB8E7C7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5254BC7B-D424-4D20-8685-B67A75CE09E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71528377-94AF-42F4-B511-D72280153D5A}"/>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7E97C2E2-B4F4-4A22-AA42-4794D3892197}"/>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CE5FE585-31A1-4DD8-8937-D0F6B325C106}"/>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1E0275C4-6D48-4377-B323-E915176CF246}"/>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642255FB-8F2A-4DE8-88D4-B2D386F77CBC}"/>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C3EEA53B-6EAF-499B-99C2-8AA789651008}"/>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1A0C6C17-08A5-49D8-9E0E-6738C13C1F78}"/>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122903C7-6A56-4CBD-9751-16139E46DA56}"/>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0AB5643E-5265-4C90-B1CE-BDE413CCE132}"/>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0AE0071E-4E1F-4A83-B0AB-9FF2B231E216}"/>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AA71D6A1-53A8-4F5A-8412-ADCC045589C5}"/>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8CD2CCAD-8C7B-4A8A-8D4E-5B59726D06E1}"/>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8785DBB1-D720-4928-B969-A7B7E5C30286}"/>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D80A7161-C74A-41F0-AEEA-7D9E5CCC90E4}"/>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301575F0-2012-4923-8A51-F56A506A0B90}"/>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F5D394A5-2214-44E1-A6D3-0DF6FEB3B9E9}"/>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29610A18-822C-494F-B6DF-D47CCFE6B2F1}"/>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DFAA49D2-0A16-40AA-BD3C-CDED8D4DE3E7}"/>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011231E2-9437-4CE8-9BED-F73944B30847}"/>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1A2CBDC7-213A-4EF4-B619-035D585F2586}"/>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ED846876-677B-4A81-927D-06A843F75CD0}"/>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DAC14314-36EF-4158-A933-D8E528C161B2}"/>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0677B2C8-00BE-4169-8B01-DFDA475265D7}"/>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15A9E3CF-D88E-493E-9CEB-45E01A9F4E5D}"/>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0295AF2E-79CB-4ABA-B02D-2B454E9D7CA0}"/>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79F8BD99-1BA7-4E18-AD53-2DC2583A629F}"/>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6345E871-5BCC-48F2-BE57-90E31A5791C3}"/>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8D019771-1AF8-4770-A401-95801D3116EF}"/>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AE271350-B100-4A13-B3BB-0AEF95BD2FEB}"/>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873FBAD0-7FE6-4AAC-8432-E4370634B50A}"/>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C3F9CE97-8F7F-4953-94C3-7840C3D9122F}"/>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E2B0056F-DB8F-4A8D-AC8B-4D149A466693}"/>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5C175949-ABD2-4C46-9474-B29B68543DC8}"/>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F2DBEF80-B605-4C1E-A55A-124708C89F4D}"/>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2710A1A0-A973-45C5-8A1B-334E93899EB6}"/>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EA5B7751-97A9-4D25-9F5E-81ACD2B5D597}"/>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F2D5512B-9E0E-4551-9EF2-70EFABE92DB7}"/>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5F21CF85-C621-4BC7-A9A9-636B8252B2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054222395"/>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379F026D-D043-4C39-82B7-4D825FA144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0">
            <a:extLst xmlns:a="http://schemas.openxmlformats.org/drawingml/2006/main">
              <a:ext uri="{FF2B5EF4-FFF2-40B4-BE49-F238E27FC236}">
                <a16:creationId xmlns:a16="http://schemas.microsoft.com/office/drawing/2014/main" id="{1C0D4F04-82BB-47E0-B327-5E2453F0B09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밝기 통계 계산의 성능 개선 후보">
            <a:extLst xmlns:a="http://schemas.openxmlformats.org/drawingml/2006/main">
              <a:ext uri="{FF2B5EF4-FFF2-40B4-BE49-F238E27FC236}">
                <a16:creationId xmlns:a16="http://schemas.microsoft.com/office/drawing/2014/main" id="{7E87CCBE-DAB2-471F-AD46-836EF11B456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0B8A038A-FD9F-4658-AB64-F0979812D5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6CDD4D01-8698-494B-8C38-678FF4ECEB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DFF9A2AE-856F-4BC8-82A4-D23AF94BD9C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B8F32505-33D6-4660-899F-8F635A433E9F}"/>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FF1976D3-4ED4-4D22-AD0A-8108C9B83145}"/>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1CFB33E4-E34E-417E-82C8-829F91EE883C}"/>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D0EEF872-6688-49F6-94FD-9799BFD4EF8A}"/>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1D65CAA3-DBE1-462C-8236-330112F01B1F}"/>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617E58ED-FF59-4C7F-AD0B-30EEB1F45DD9}"/>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A65D44EB-21D1-4769-B958-8A0DCD316E5E}"/>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AD3066A4-120A-4390-AFCF-0807F886295F}"/>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A77A9C26-5F15-45E9-B2B1-E0DFFB8D6FF3}"/>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F5664337-5A2C-436B-9EDC-659720C76A07}"/>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C4C36E5D-E3C8-4A03-BCB2-31527F2F3CA4}"/>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CBF69D6F-79DD-4226-8ED4-53128270B050}"/>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D4E2683F-DBF8-4DD2-8AAD-5A539AD7582E}"/>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12AB20BB-D0DB-45D4-8910-1FBFFD658A3B}"/>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8E545841-4B4F-4527-96EB-1F15F7478B52}"/>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8799BF4E-912E-4DF4-954A-DB4E2A9B078D}"/>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D0F1EE09-A507-4D5E-B470-2C7A9B36246F}"/>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387EF35A-F748-4C78-97D0-D5D91AF62F3E}"/>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0DCD38F1-60AA-4DB2-A9C1-06A884A36CF5}"/>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856C42F7-C06D-4ABD-9F97-5669056D5871}"/>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E6CF8BB7-F5FA-4B1B-8472-8C9B9E2274F4}"/>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5618F855-5540-43BA-9BA0-CFAC50960A4B}"/>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AA803F69-2D5E-4A10-8031-CE70169560D1}"/>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F38DB889-3B0B-4B25-92F9-E7CF65DCC47B}"/>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719C3E27-F5CE-4E3B-A8FA-7E379D0F5810}"/>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7CF35B62-5717-4B72-8A2C-AB8C3C5E0DA8}"/>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D36D0136-4978-41F6-8815-5C4EEE195290}"/>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284E1F03-8674-47A5-9F35-EFCED2626A70}"/>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23553172-E5F1-40FC-8E98-2BB49D9F7CAA}"/>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26AD326E-4A0A-436D-BB0B-FBC0CC984898}"/>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7989AF2D-9FD0-4D74-8DEF-62776A842286}"/>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8C34A377-5A2A-4DCB-A9D9-EA43EB995592}"/>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50D4A126-CF56-49E2-AE2B-AC019AD699F7}"/>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1A472D68-0981-440C-B881-E133694770A0}"/>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63066EE4-42B6-4812-B4BB-D44E8029E84F}"/>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DA18489D-B403-43A9-B4A8-B11133312A1C}"/>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3DA23679-91F3-4BFB-80CE-33FB99411846}"/>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0FF0FED9-6B0D-4287-9623-E5A4BA8695F6}"/>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6DFFF029-C790-4748-A69A-1608D301CAF5}"/>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181B2140-71FD-4674-9D8B-C98C241A929B}"/>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C34516A6-41E3-4668-A8D0-4714C3EDFC3F}"/>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98FABC61-7CBB-429A-BF9F-F1034916E6CD}"/>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41EE6430-8C21-4990-B6AD-DEE14B6E04E2}"/>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451554AF-C4F6-4007-B675-2B08F251D33C}"/>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55E3218D-B766-45A6-AA7D-4DD2238871D9}"/>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36B95EF2-7E1A-4960-8CAC-C1398BB22422}"/>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2E9C1A78-DFDF-4B22-A248-25E4072DE0D1}"/>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63988EFB-2965-419C-9C24-E2DEDB6DA9E4}"/>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0581C494-C2BD-435D-A685-90312C483A8F}"/>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55AFC968-FCA4-4F50-985E-D514A4679C96}"/>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91B27656-06CC-4897-A22D-448A3F4862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389686674"/>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310B4117-56D4-46DE-A39D-5E65A9BCDF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61">
            <a:extLst xmlns:a="http://schemas.openxmlformats.org/drawingml/2006/main">
              <a:ext uri="{FF2B5EF4-FFF2-40B4-BE49-F238E27FC236}">
                <a16:creationId xmlns:a16="http://schemas.microsoft.com/office/drawing/2014/main" id="{3965D39D-C225-4950-9852-54D7B7313E5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선택한 변경의 시간·메모리·동작 확인">
            <a:extLst xmlns:a="http://schemas.openxmlformats.org/drawingml/2006/main">
              <a:ext uri="{FF2B5EF4-FFF2-40B4-BE49-F238E27FC236}">
                <a16:creationId xmlns:a16="http://schemas.microsoft.com/office/drawing/2014/main" id="{4E857666-94D1-41D8-A871-785534EFF9E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1498473C-0DED-4456-90F7-E7AD206726E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781B51EB-F082-4F18-930D-903D00E634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67A05063-B6D6-4CCB-BA09-0CA154E3B73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388C391A-7576-4DE3-82AF-68639209E7DC}"/>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F08DD97B-B6D6-4AD3-857C-6FD65B690265}"/>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3A0D94A1-FFF2-4EF9-8DBF-358AB1C23E87}"/>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AA859639-681C-412C-8E99-5EB65C88F6E5}"/>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2C364F60-7B32-4D81-8C86-66FDEF38378D}"/>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C1C1B0C-7FD8-462C-9778-A4BEF598E3B1}"/>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79200C6D-27D3-48CB-BF6F-F99E860F0EAC}"/>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CF09FFCD-BB51-4EEE-8981-42EE2AFBF3E3}"/>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5cd166f3bce6479c"/>
          </a:graphicData>
        </a:graphic>
      </p:graphicFrame>
      <p:sp>
        <p:nvSpPr>
          <p:cNvPr id="15" name="Python 할당 피크">
            <a:extLst xmlns:a="http://schemas.openxmlformats.org/drawingml/2006/main">
              <a:ext uri="{FF2B5EF4-FFF2-40B4-BE49-F238E27FC236}">
                <a16:creationId xmlns:a16="http://schemas.microsoft.com/office/drawing/2014/main" id="{EC3A4137-F2E6-411B-9C63-E48D6F1B32DC}"/>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E359DA94-AE01-47DE-BE3E-D49F824A6D49}"/>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B7787BE3-B1F5-4643-B437-A8BF103B0A57}"/>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204FD655-A54B-416D-A9A5-35C936FCE419}"/>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54A56371-BE0F-4381-9887-162DBBD6147C}"/>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DAEBBE45-97DE-4DA9-85F4-93263CE5B9FB}"/>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6A234C73-E880-40DA-B848-734D9E9F3AE0}"/>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112DD61A-D795-4813-B056-F53FCF5491F2}"/>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3EA6664C-3928-4AD0-A577-C9E105E6D9D6}"/>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BBEC6996-FC25-4C31-A242-718A54B2A040}"/>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F3252689-4C8C-4043-9716-1CED687954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122762589"/>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11E2BA01-1CAB-4C63-8BD3-217CDC2EDD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62">
            <a:extLst xmlns:a="http://schemas.openxmlformats.org/drawingml/2006/main">
              <a:ext uri="{FF2B5EF4-FFF2-40B4-BE49-F238E27FC236}">
                <a16:creationId xmlns:a16="http://schemas.microsoft.com/office/drawing/2014/main" id="{6C46AAA6-30AF-4D2D-8050-3FD3C400A4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한 Agent 조사와 Subagent 역할 분리">
            <a:extLst xmlns:a="http://schemas.openxmlformats.org/drawingml/2006/main">
              <a:ext uri="{FF2B5EF4-FFF2-40B4-BE49-F238E27FC236}">
                <a16:creationId xmlns:a16="http://schemas.microsoft.com/office/drawing/2014/main" id="{A5616F02-6876-4314-B6D9-FBC2AC7A8B5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CE2C52B7-791C-49AE-8E93-8D5E6440205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7329951F-7A91-404B-B3BD-BD6228104AF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C4773CB0-FB86-48AC-A8E7-8E9E533DE83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ACDE464D-845A-480C-81D7-F8C4120DA65B}"/>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204AB8F4-D693-4D47-B5D0-3039BC1A0B26}"/>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79251758-0309-4296-A7B7-0C7F96269847}"/>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4BE9DA75-0582-4287-BA78-7711D77F674D}"/>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39F40CA7-C6FA-4E56-BBF9-929D1C9FA8F5}"/>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C283E9C6-178C-43F3-8ED9-4E3FABF67BD3}"/>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F6CBD4F1-20BE-4355-988C-E0898D79B4E6}"/>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71DC44AD-18A5-4CCE-B728-60E0B52081CE}"/>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065AAD16-9516-429C-943B-8733D81D38B3}"/>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4E79DF10-266D-4789-8B0E-4E4F858C869D}"/>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FF919D3F-17AB-437D-95D0-983C0F5B7009}"/>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C24589B8-D682-4E04-85E2-D733F7BAC284}"/>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2B2515D1-9001-479D-BA63-3B34CF33E902}"/>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CFA9AE03-2C2C-41DF-953A-3F9A4F4B9946}"/>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F066EE27-2950-478A-BBAB-04E3831AFB8C}"/>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BA8C4545-BA3F-429C-918C-33ACDF11CBD5}"/>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42DB030A-95CD-4DFA-A8CE-94EE387F4046}"/>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C3A5630A-FAE6-4EAE-952C-4B3CC7F73E1F}"/>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3846E986-4C4D-46BC-8D17-3CB908D4684D}"/>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972B5C26-801D-4172-B58B-4FDBCDBD2851}"/>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DFA7F59A-66CB-47B7-9FC5-042CB9CAA5B2}"/>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2FB34632-6DE2-47E8-85FD-0B3D903959D2}"/>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7ADACAF1-E09D-44A4-ABFB-42AD6CFBE33C}"/>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7C71513B-86EF-4E86-810D-2F23DE17CDA8}"/>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34308546-2E2A-415C-ABA2-BF41311BF67D}"/>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349FC449-F0E5-4CB6-8A1A-E8C50145F688}"/>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10797D7B-C4C2-4DB5-A313-B1A3B5BECC26}"/>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60AAD321-4D00-432E-8850-E1F2371C68AE}"/>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0EA3D9EA-C5F1-4849-AE13-66D2D2DD0868}"/>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F1F767B7-511A-4597-969D-3CD85C29A0A5}"/>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B4758DFF-86B1-42DB-B66B-903A5B541771}"/>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A1C308A6-DE1F-4AAE-8B8C-6B6058539E45}"/>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DD59F0F7-A0AB-45AE-9147-4DA2AFC966FA}"/>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9D7A88E8-C5D3-42CC-9D66-483BE2D44A71}"/>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BFC53734-65FC-4199-9F19-E5CD4A5D2C3E}"/>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EC7067B5-7846-426D-9B67-A4A249848968}"/>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28273051-CFBE-49DE-AA04-39A64A277FD0}"/>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0964DFCC-D6A3-4518-95C9-4C86EDA00167}"/>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86443130-8231-4822-915E-D9756598171E}"/>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D29E361E-E14D-478B-873F-AB7E5457CD25}"/>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ACB687B9-FD23-4E2C-9496-65C9D86A45E5}"/>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7AADC83B-7CAD-4186-BF4A-89B97EB24C76}"/>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E27D18D2-7320-4282-8C8B-29D928BA91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66494814"/>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0A630A04-A32C-4506-A95A-B1B61394E53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3">
            <a:extLst xmlns:a="http://schemas.openxmlformats.org/drawingml/2006/main">
              <a:ext uri="{FF2B5EF4-FFF2-40B4-BE49-F238E27FC236}">
                <a16:creationId xmlns:a16="http://schemas.microsoft.com/office/drawing/2014/main" id="{BE6B1968-A5A1-4F1B-82E3-B43AD64B9FB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밝기 통계 작업을 나누지 않은 이유">
            <a:extLst xmlns:a="http://schemas.openxmlformats.org/drawingml/2006/main">
              <a:ext uri="{FF2B5EF4-FFF2-40B4-BE49-F238E27FC236}">
                <a16:creationId xmlns:a16="http://schemas.microsoft.com/office/drawing/2014/main" id="{F64503BC-0B80-4738-B1FA-B3792943FE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6D1D7F3F-F64E-4937-A455-586D61B4011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61C19D18-0711-4AF7-93D0-821CB5288B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91B316F1-5126-4D53-B098-3691C543D40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3BD53E6F-8A18-4260-91B5-E041952A9D89}"/>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508DE532-27F3-4B24-883C-68853515CA3D}"/>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9913E70D-E6ED-4158-8417-830EA7B4CF64}"/>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2A81A1D1-F1D0-47C4-9166-60092B530D09}"/>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104E9441-87ED-4CB4-A56D-895D15D4226F}"/>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FB1814B8-043C-44EE-A2BF-5691E7FBA0A3}"/>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4A0A8A02-4893-4706-901C-A41956866198}"/>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9107CDD1-5E8C-4BB5-8B82-60A1BDB5AE4B}"/>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72EEE702-0448-4DC4-A043-DD2391161D92}"/>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10A23E6E-5DB6-4A75-803B-D5E64FBDD64E}"/>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BB4F9A41-77E7-44EA-B2A7-F98CCC298491}"/>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C0B5C2D0-08D6-4A29-8FD3-453CCAB80420}"/>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EFCD354B-1C88-46A3-892F-F3737E03789A}"/>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5BE7572A-A9AA-408A-983B-A403EF785AF3}"/>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F3EC43ED-9BB9-475D-9ECF-E654481ED616}"/>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149548EE-599C-4033-89CB-452F4E5BAFAC}"/>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E42DF5A8-31D8-44AD-B2D9-0AA1F354503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76533930"/>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12523839-D6B7-4031-BAC9-7FAA63F35F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64">
            <a:extLst xmlns:a="http://schemas.openxmlformats.org/drawingml/2006/main">
              <a:ext uri="{FF2B5EF4-FFF2-40B4-BE49-F238E27FC236}">
                <a16:creationId xmlns:a16="http://schemas.microsoft.com/office/drawing/2014/main" id="{438D462F-EC5A-4DBB-82B1-63CBFDFA50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이번 Context와 다시 쓸 지식">
            <a:extLst xmlns:a="http://schemas.openxmlformats.org/drawingml/2006/main">
              <a:ext uri="{FF2B5EF4-FFF2-40B4-BE49-F238E27FC236}">
                <a16:creationId xmlns:a16="http://schemas.microsoft.com/office/drawing/2014/main" id="{64226928-82BE-483A-89C1-EA373DFF63C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C65A4A9A-88AD-4E61-86CE-E04AB12645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4371D572-7F9F-4E02-9B08-CB518831B30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EA5A1B5A-EB0D-4F63-AE66-179FB36DFD1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CF6FA438-BD77-4D84-847B-A49F0D88C2E3}"/>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F3B61604-6A25-4151-A560-E983F4CDBC72}"/>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2227B9DF-3ACA-4EB7-8D18-BEA561BD9D1C}"/>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BE69B05C-BB97-433E-8926-D4E042CCC526}"/>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62ED17C8-3C8A-4077-ACC4-73A6E4A36936}"/>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BDD5816D-6917-46D2-B51B-2FA9C8D246EB}"/>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953D986E-37DB-48FA-B52D-970C31ECDD3F}"/>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4A67A72C-9913-4084-A432-E9CD26F0EB31}"/>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26B4AEDA-437E-425E-9FDD-BA7AD75D346E}"/>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9D171718-027B-4E98-A7E4-A6EF7C3B40DE}"/>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0D8D9ED8-730C-4326-A198-EED47C307F43}"/>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DE820020-3726-43A0-B8DD-91AEFB521670}"/>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22F2D697-C745-4F32-BBE0-ABBD23707E5C}"/>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793ABEB0-6314-4ADE-927F-84EA0F646696}"/>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43DEAB28-20E8-4ABF-A73C-D20C310DCC1E}"/>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4600B1CB-D4BC-42D2-94B9-A8AD4555643C}"/>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B33C0158-0C05-41EE-B2BC-E62A60133965}"/>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7595BD4D-EAB3-46C0-94F2-81FF5169091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CCBFA569-048E-4B27-8707-CDD07A9358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47270342"/>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6DCEC0FB-6D83-4F35-906A-BF34E2B9787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65">
            <a:extLst xmlns:a="http://schemas.openxmlformats.org/drawingml/2006/main">
              <a:ext uri="{FF2B5EF4-FFF2-40B4-BE49-F238E27FC236}">
                <a16:creationId xmlns:a16="http://schemas.microsoft.com/office/drawing/2014/main" id="{1AEFE725-EDCF-4E2C-81E7-37211F12ABC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실제 Demo 지식의 원래 출처">
            <a:extLst xmlns:a="http://schemas.openxmlformats.org/drawingml/2006/main">
              <a:ext uri="{FF2B5EF4-FFF2-40B4-BE49-F238E27FC236}">
                <a16:creationId xmlns:a16="http://schemas.microsoft.com/office/drawing/2014/main" id="{5A6EDFDB-C8D8-49B7-8F46-6D70C03D0C6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7C81BC62-6484-4CAE-870A-A0A941A38BC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C5D30B35-3CA6-4773-B45B-C57FC599D80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EB2D3799-6936-4A07-9110-56CB55AF7F6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88238CC1-2659-4F5F-B735-5F846840842D}"/>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659931EF-758E-4945-BC73-6D7C41A24DBA}"/>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92507DD6-5F93-486F-9142-69E45B97C61B}"/>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79AD94D1-41E6-4A7D-B38D-472B367FF24F}"/>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CD6B5A6E-DCEC-432B-AD36-D23F4D0C91EC}"/>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2512CFA7-6AAD-4BC3-8389-B6436C695663}"/>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E3C8C06A-35BB-4608-BB71-737305C5BEDF}"/>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84A2C03C-C333-4D5A-96A2-6154634CDB1F}"/>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057194DD-C2A8-49CA-8F6F-C56208DA65B1}"/>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2BCF734D-91E9-4E5B-8A55-E619543CCA05}"/>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ECA9E213-5980-4FB9-8C29-5D6CB5586C24}"/>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F1FFC728-7AF4-449D-9CA0-6EDD5EE5B336}"/>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5E2C55E7-1CCA-40F3-ADF4-B8FED205AA01}"/>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B229F72D-19A0-440A-B017-7060F9D05097}"/>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C643A034-B559-491D-8A44-8F69C8F700DB}"/>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5CC55A9C-C8AB-4E36-870C-5EFAAFA8F4A0}"/>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2470B0C0-AF18-4457-85C3-31231EB9F1DD}"/>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0851DAD5-DA61-412A-B0E6-055BD35D89BA}"/>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74B75694-0FA3-47E4-9100-3601AA4DA314}"/>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838E07F9-7850-4C71-889A-79D765F16CEF}"/>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6646FD0A-0495-4B14-B1F8-7EF229AC68F9}"/>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D176DDDD-EC18-4202-B1E7-D900D67A0066}"/>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9EC9CEA2-84F3-452C-8DEA-80D804C41C9E}"/>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A383C985-6183-4A1E-9591-5915A76E75C2}"/>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558F7849-A088-4D92-A1D8-6D1CD854F487}"/>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77DAD901-B8A2-42AB-89CD-1EE11852520B}"/>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9A5460C9-0188-43E1-94C0-F9D5DA2428C3}"/>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025B1A2B-20E6-4DA1-8F26-4DAC12B55DFA}"/>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2124430C-587F-49C8-8EE2-4B4648003D5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68453709"/>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D8F3B259-DA07-41BD-A960-A0EE1083270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66">
            <a:extLst xmlns:a="http://schemas.openxmlformats.org/drawingml/2006/main">
              <a:ext uri="{FF2B5EF4-FFF2-40B4-BE49-F238E27FC236}">
                <a16:creationId xmlns:a16="http://schemas.microsoft.com/office/drawing/2014/main" id="{9380A82D-F2DF-49A4-B0C7-33C68DE4C7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밝기 통계 작업에 쓰인 구성의 역할">
            <a:extLst xmlns:a="http://schemas.openxmlformats.org/drawingml/2006/main">
              <a:ext uri="{FF2B5EF4-FFF2-40B4-BE49-F238E27FC236}">
                <a16:creationId xmlns:a16="http://schemas.microsoft.com/office/drawing/2014/main" id="{CE42936F-40E4-4C43-AA8A-685F384DE2F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3C1FDE06-1C81-42FE-95C0-0BDEE86D331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58A20FDC-0159-4CAD-A225-6B7477C11D4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B3ADAB21-4453-4083-A12F-E24FBDCA39C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ADFAD825-6391-481D-A9F7-86565F23255C}"/>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63D7A760-103D-418E-834F-C1FDFB7149DB}"/>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A022D330-2961-4B9D-89C9-FD26D37FDB07}"/>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E5FC459C-4304-4B6B-9C78-BB8750FF7F57}"/>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9D8AB2EE-14E3-4303-9D37-9F6671578799}"/>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D4C3F757-2569-49C5-A787-D8C40BAF3772}"/>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9EC6002C-F023-40C8-9291-995885F4EC55}"/>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A8C6F3ED-702F-4AF7-ADC2-1DBE49B42ACC}"/>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87AD2AEB-A637-48EF-9C59-3A389A19C29E}"/>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5266FFCD-46A8-4A09-AF50-92AEA5848CDD}"/>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0D437F08-8FDB-4320-AFE0-D29B51404E08}"/>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D22978F9-F465-4528-A89C-A50F0907B22D}"/>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E6DCC59F-9F0F-4B7E-A2CB-D515063672C3}"/>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89F2004B-51D8-491D-A584-F0E4DD8F7BA8}"/>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A3F2592F-20C9-4F5B-8AD1-11D7BEAE6BDE}"/>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0F9BBC2B-EEBF-4097-ADF0-9596ED78EF1F}"/>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4B95A538-D84A-4DCC-BE87-5961E22E6F65}"/>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98720569-4214-45EB-A842-DD7A94535D63}"/>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CB92DF90-DEFF-4980-B11A-5455A7025AE0}"/>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B4773616-6513-415B-B5F1-3246BE2C497C}"/>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A3FB1F38-609B-479D-831E-C5F4D6C0740A}"/>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05940DF9-9A81-482B-9E3A-377AA5BA5656}"/>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3D92B9F0-65E2-47C1-831E-45F073EA38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59855439"/>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302EC01C-3705-4B28-AA34-64F10565B8F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67">
            <a:extLst xmlns:a="http://schemas.openxmlformats.org/drawingml/2006/main">
              <a:ext uri="{FF2B5EF4-FFF2-40B4-BE49-F238E27FC236}">
                <a16:creationId xmlns:a16="http://schemas.microsoft.com/office/drawing/2014/main" id="{FA7582C1-4037-4D62-9392-CC476E0B40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함께 작동하는 작업 환경, Harness">
            <a:extLst xmlns:a="http://schemas.openxmlformats.org/drawingml/2006/main">
              <a:ext uri="{FF2B5EF4-FFF2-40B4-BE49-F238E27FC236}">
                <a16:creationId xmlns:a16="http://schemas.microsoft.com/office/drawing/2014/main" id="{0D4C5CE7-AFE1-478A-8D30-D00D457FAC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9FE831D3-7B40-4C92-A593-AB51549F955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모델 · 사례 대응: AGENTS.md · docs · Skill · tests · b">
            <a:extLst xmlns:a="http://schemas.openxmlformats.org/drawingml/2006/main">
              <a:ext uri="{FF2B5EF4-FFF2-40B4-BE49-F238E27FC236}">
                <a16:creationId xmlns:a16="http://schemas.microsoft.com/office/drawing/2014/main" id="{0A2C4186-7BE1-4E87-96F2-853960B2953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모델 · 사례 대응: AGENTS.md · docs · Skill · tests · benchmark</a:t>
            </a:r>
          </a:p>
        </p:txBody>
      </p:sp>
      <p:sp>
        <p:nvSpPr>
          <p:cNvPr id="6" name="공식 정의·필수 목록이 아님 · 모든 실행 조건의 감사·각 요소의 단독 성능 효과는 미입증">
            <a:extLst xmlns:a="http://schemas.openxmlformats.org/drawingml/2006/main">
              <a:ext uri="{FF2B5EF4-FFF2-40B4-BE49-F238E27FC236}">
                <a16:creationId xmlns:a16="http://schemas.microsoft.com/office/drawing/2014/main" id="{340C83F5-CEAC-4289-8B54-6E44A8E7641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정의·필수 목록이 아님 · 모든 실행 조건의 감사·각 요소의 단독 성능 효과는 미입증</a:t>
            </a:r>
          </a:p>
        </p:txBody>
      </p:sp>
      <p:sp>
        <p:nvSpPr>
          <p:cNvPr id="7" name="">
            <a:extLst xmlns:a="http://schemas.openxmlformats.org/drawingml/2006/main">
              <a:ext uri="{FF2B5EF4-FFF2-40B4-BE49-F238E27FC236}">
                <a16:creationId xmlns:a16="http://schemas.microsoft.com/office/drawing/2014/main" id="{43DAB810-9CD2-41DC-BEBD-973B6FA63A23}"/>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723E2276-051D-426F-8E0A-73A29A43817D}"/>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8F318ED8-B68C-4C90-8E4E-D0DF679D5C69}"/>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7A6D698C-9E52-45CA-A9C4-2F0B6CC39922}"/>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6972F626-AD53-40E4-8A14-2B0724D595DF}"/>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3C6648ED-A482-486B-A4B9-5B4E4454C464}"/>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FA47BCBA-E3DD-4523-8D36-53C46370D6DD}"/>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5CFC9CF8-D6B2-40D5-AFA8-E5B29E3A8648}"/>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BB878823-1CF9-4BCC-A265-971BEA275490}"/>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8EFDDCE4-A02A-4A62-84E0-4D4D9630FD10}"/>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8E9B3B87-5AD4-4E1F-9126-39782AE155D6}"/>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9E6FA50F-379E-4EE9-A7AA-1F4CB53D7FEA}"/>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5E82AB37-8716-4586-9871-164BAF500803}"/>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D78EB85D-AEB7-42F3-B2C5-39824797C865}"/>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DB2A3A47-66FD-4BA3-98F1-F9D3F317204F}"/>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A1898E12-02FB-4D49-9424-B8AC7914FC9F}"/>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B6A57035-16B4-4E6A-B1D8-9B90FE69AC90}"/>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916467E0-647E-4BFC-9D0E-CAE42FED4E30}"/>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94630F1F-DEB7-44EB-84C2-56B3802EE022}"/>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DC685695-993E-4741-8C1E-BA87A637845E}"/>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193A67F2-3ED0-4E9B-8340-0BCE8DDCA2A8}"/>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D6D2F2CE-A8AE-4A19-B51F-D16C3612BD35}"/>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46402B70-5DE7-4CCB-81E4-116DB7809F7A}"/>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A6DBF9E9-93D7-4931-97BB-B44B2C133CB1}"/>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BDE28C60-5528-4CD6-9DA1-6E23F4BA784C}"/>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B7C95DD0-E769-4C1C-9E04-09DFB86ECFA2}"/>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38153BEE-CE4D-489D-A89F-401B01EFC0AB}"/>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20AC1274-C302-468D-8F9F-7468268EDD0A}"/>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27DA9425-B25C-4665-80F0-89056637F9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20228164"/>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Harness의 실행 조건을 함께 기록">
            <a:extLst xmlns:a="http://schemas.openxmlformats.org/drawingml/2006/main">
              <a:ext uri="{FF2B5EF4-FFF2-40B4-BE49-F238E27FC236}">
                <a16:creationId xmlns:a16="http://schemas.microsoft.com/office/drawing/2014/main" id="{23597263-F63F-442F-BC60-FF2CA4289C6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Harness의 실행 조건을 함께 기록</a:t>
            </a:r>
          </a:p>
        </p:txBody>
      </p:sp>
      <p:sp>
        <p:nvSpPr>
          <p:cNvPr id="2" name="S68">
            <a:extLst xmlns:a="http://schemas.openxmlformats.org/drawingml/2006/main">
              <a:ext uri="{FF2B5EF4-FFF2-40B4-BE49-F238E27FC236}">
                <a16:creationId xmlns:a16="http://schemas.microsoft.com/office/drawing/2014/main" id="{3EE42D63-9093-40F6-8610-0523A8386B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같은 저장소여도 실행 조건은 다를 수 있다">
            <a:extLst xmlns:a="http://schemas.openxmlformats.org/drawingml/2006/main">
              <a:ext uri="{FF2B5EF4-FFF2-40B4-BE49-F238E27FC236}">
                <a16:creationId xmlns:a16="http://schemas.microsoft.com/office/drawing/2014/main" id="{FA5A49CC-6F7A-4BE2-BD56-5F97AB1F4F9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저장소여도 실행 조건은 다를 수 있다</a:t>
            </a:r>
          </a:p>
        </p:txBody>
      </p:sp>
      <p:sp>
        <p:nvSpPr>
          <p:cNvPr id="4" name="">
            <a:extLst xmlns:a="http://schemas.openxmlformats.org/drawingml/2006/main">
              <a:ext uri="{FF2B5EF4-FFF2-40B4-BE49-F238E27FC236}">
                <a16:creationId xmlns:a16="http://schemas.microsoft.com/office/drawing/2014/main" id="{EBE325F0-4E5E-4884-9C3A-0F880AD6AF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2E0F3043-5EB7-4B7D-9D3A-533369F1D29C}"/>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 기록 요약 · 위 도식은 실행 조건의 교육용 구성">
            <a:extLst xmlns:a="http://schemas.openxmlformats.org/drawingml/2006/main">
              <a:ext uri="{FF2B5EF4-FFF2-40B4-BE49-F238E27FC236}">
                <a16:creationId xmlns:a16="http://schemas.microsoft.com/office/drawing/2014/main" id="{E999F007-5521-4D72-8870-18A089B30A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 기록 요약 · 위 도식은 실행 조건의 교육용 구성</a:t>
            </a:r>
          </a:p>
        </p:txBody>
      </p:sp>
      <p:sp>
        <p:nvSpPr>
          <p:cNvPr id="7" name="전체 설정·권한 감사·개별 인과효과는 미입증 · 현재 제품·계정은 별도 확인">
            <a:extLst xmlns:a="http://schemas.openxmlformats.org/drawingml/2006/main">
              <a:ext uri="{FF2B5EF4-FFF2-40B4-BE49-F238E27FC236}">
                <a16:creationId xmlns:a16="http://schemas.microsoft.com/office/drawing/2014/main" id="{CA8996E1-C6E4-447A-B1BE-6AB195058F6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설정·권한 감사·개별 인과효과는 미입증 · 현재 제품·계정은 별도 확인</a:t>
            </a:r>
          </a:p>
        </p:txBody>
      </p:sp>
      <p:sp>
        <p:nvSpPr>
          <p:cNvPr id="8" name="">
            <a:extLst xmlns:a="http://schemas.openxmlformats.org/drawingml/2006/main">
              <a:ext uri="{FF2B5EF4-FFF2-40B4-BE49-F238E27FC236}">
                <a16:creationId xmlns:a16="http://schemas.microsoft.com/office/drawing/2014/main" id="{5A961E1A-6CC4-401E-9E04-E56DE515A08F}"/>
              </a:ext>
            </a:extLst>
          </p:cNvPr>
          <p:cNvSpPr>
            <a:spLocks xmlns:a="http://schemas.openxmlformats.org/drawingml/2006/main" noGrp="1"/>
          </p:cNvSpPr>
          <p:nvPr/>
        </p:nvSpPr>
        <p:spPr>
          <a:xfrm xmlns:a="http://schemas.openxmlformats.org/drawingml/2006/main">
            <a:off x="609600" y="2133600"/>
            <a:ext cx="3390900" cy="1638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같은 Repository">
            <a:extLst xmlns:a="http://schemas.openxmlformats.org/drawingml/2006/main">
              <a:ext uri="{FF2B5EF4-FFF2-40B4-BE49-F238E27FC236}">
                <a16:creationId xmlns:a16="http://schemas.microsoft.com/office/drawing/2014/main" id="{6A1E82B6-E15B-4EA5-9008-B26D41A8CFCD}"/>
              </a:ext>
            </a:extLst>
          </p:cNvPr>
          <p:cNvSpPr>
            <a:spLocks xmlns:a="http://schemas.openxmlformats.org/drawingml/2006/main" noGrp="1"/>
          </p:cNvSpPr>
          <p:nvPr/>
        </p:nvSpPr>
        <p:spPr>
          <a:xfrm xmlns:a="http://schemas.openxmlformats.org/drawingml/2006/main">
            <a:off x="800100" y="2266950"/>
            <a:ext cx="3009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a:t>
            </a:r>
          </a:p>
        </p:txBody>
      </p:sp>
      <p:sp>
        <p:nvSpPr>
          <p:cNvPr id="10" name="코드 · AGENTS.md&#10;프로젝트 문서">
            <a:extLst xmlns:a="http://schemas.openxmlformats.org/drawingml/2006/main">
              <a:ext uri="{FF2B5EF4-FFF2-40B4-BE49-F238E27FC236}">
                <a16:creationId xmlns:a16="http://schemas.microsoft.com/office/drawing/2014/main" id="{38FCCA0D-6C6C-4E20-9CF2-4801B536D1EC}"/>
              </a:ext>
            </a:extLst>
          </p:cNvPr>
          <p:cNvSpPr>
            <a:spLocks xmlns:a="http://schemas.openxmlformats.org/drawingml/2006/main" noGrp="1"/>
          </p:cNvSpPr>
          <p:nvPr/>
        </p:nvSpPr>
        <p:spPr>
          <a:xfrm xmlns:a="http://schemas.openxmlformats.org/drawingml/2006/main">
            <a:off x="800100" y="2857500"/>
            <a:ext cx="3009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프로젝트 문서</a:t>
            </a:r>
          </a:p>
        </p:txBody>
      </p:sp>
      <p:cxnSp>
        <p:nvCxnSpPr>
          <p:cNvPr id="11" name="">
            <a:extLst xmlns:a="http://schemas.openxmlformats.org/drawingml/2006/main">
              <a:ext uri="{FF2B5EF4-FFF2-40B4-BE49-F238E27FC236}">
                <a16:creationId xmlns:a16="http://schemas.microsoft.com/office/drawing/2014/main" id="{EE7499E3-E066-41F6-8566-C4EDBE1E5F32}"/>
              </a:ext>
            </a:extLst>
          </p:cNvPr>
          <p:cNvCxnSpPr/>
          <p:nvPr/>
        </p:nvCxnSpPr>
        <p:spPr>
          <a:xfrm xmlns:a="http://schemas.openxmlformats.org/drawingml/2006/main">
            <a:off x="4000500" y="2952750"/>
            <a:ext cx="1047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409CAE59-5EAF-44D8-BE95-90C3D62415DC}"/>
              </a:ext>
            </a:extLst>
          </p:cNvPr>
          <p:cNvSpPr>
            <a:spLocks xmlns:a="http://schemas.openxmlformats.org/drawingml/2006/main" noGrp="1"/>
          </p:cNvSpPr>
          <p:nvPr/>
        </p:nvSpPr>
        <p:spPr>
          <a:xfrm xmlns:a="http://schemas.openxmlformats.org/drawingml/2006/main">
            <a:off x="5124450" y="2324100"/>
            <a:ext cx="2133600" cy="1257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Agent">
            <a:extLst xmlns:a="http://schemas.openxmlformats.org/drawingml/2006/main">
              <a:ext uri="{FF2B5EF4-FFF2-40B4-BE49-F238E27FC236}">
                <a16:creationId xmlns:a16="http://schemas.microsoft.com/office/drawing/2014/main" id="{28EB341E-FF9F-4F3B-9A6C-EB2903209623}"/>
              </a:ext>
            </a:extLst>
          </p:cNvPr>
          <p:cNvSpPr>
            <a:spLocks xmlns:a="http://schemas.openxmlformats.org/drawingml/2006/main" noGrp="1"/>
          </p:cNvSpPr>
          <p:nvPr/>
        </p:nvSpPr>
        <p:spPr>
          <a:xfrm xmlns:a="http://schemas.openxmlformats.org/drawingml/2006/main">
            <a:off x="5314950" y="24765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14" name="실행">
            <a:extLst xmlns:a="http://schemas.openxmlformats.org/drawingml/2006/main">
              <a:ext uri="{FF2B5EF4-FFF2-40B4-BE49-F238E27FC236}">
                <a16:creationId xmlns:a16="http://schemas.microsoft.com/office/drawing/2014/main" id="{15835D75-D452-436A-9927-E679237D1F24}"/>
              </a:ext>
            </a:extLst>
          </p:cNvPr>
          <p:cNvSpPr>
            <a:spLocks xmlns:a="http://schemas.openxmlformats.org/drawingml/2006/main" noGrp="1"/>
          </p:cNvSpPr>
          <p:nvPr/>
        </p:nvSpPr>
        <p:spPr>
          <a:xfrm xmlns:a="http://schemas.openxmlformats.org/drawingml/2006/main">
            <a:off x="5314950" y="30480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a:t>
            </a:r>
          </a:p>
        </p:txBody>
      </p:sp>
      <p:sp>
        <p:nvSpPr>
          <p:cNvPr id="15" name="적용 확인">
            <a:extLst xmlns:a="http://schemas.openxmlformats.org/drawingml/2006/main">
              <a:ext uri="{FF2B5EF4-FFF2-40B4-BE49-F238E27FC236}">
                <a16:creationId xmlns:a16="http://schemas.microsoft.com/office/drawing/2014/main" id="{52CDE4B1-5F14-460B-ACFD-2DDECD9D4525}"/>
              </a:ext>
            </a:extLst>
          </p:cNvPr>
          <p:cNvSpPr>
            <a:spLocks xmlns:a="http://schemas.openxmlformats.org/drawingml/2006/main" noGrp="1"/>
          </p:cNvSpPr>
          <p:nvPr/>
        </p:nvSpPr>
        <p:spPr>
          <a:xfrm xmlns:a="http://schemas.openxmlformats.org/drawingml/2006/main">
            <a:off x="7334250" y="2514600"/>
            <a:ext cx="104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적용 확인</a:t>
            </a:r>
          </a:p>
        </p:txBody>
      </p:sp>
      <p:cxnSp>
        <p:nvCxnSpPr>
          <p:cNvPr id="16" name="">
            <a:extLst xmlns:a="http://schemas.openxmlformats.org/drawingml/2006/main">
              <a:ext uri="{FF2B5EF4-FFF2-40B4-BE49-F238E27FC236}">
                <a16:creationId xmlns:a16="http://schemas.microsoft.com/office/drawing/2014/main" id="{5E8374F3-B21B-4DE3-B438-09035E2DB2AA}"/>
              </a:ext>
            </a:extLst>
          </p:cNvPr>
          <p:cNvCxnSpPr/>
          <p:nvPr/>
        </p:nvCxnSpPr>
        <p:spPr>
          <a:xfrm xmlns:a="http://schemas.openxmlformats.org/drawingml/2006/main">
            <a:off x="7334250" y="2952750"/>
            <a:ext cx="1047750" cy="0"/>
          </a:xfrm>
          <a:prstGeom xmlns:a="http://schemas.openxmlformats.org/drawingml/2006/main" prst="straightConnector1">
            <a:avLst/>
          </a:prstGeom>
          <a:ln xmlns:a="http://schemas.openxmlformats.org/drawingml/2006/main" w="23813">
            <a:solidFill>
              <a:srgbClr val="0B6172"/>
            </a:solidFill>
            <a:prstDash val="dash"/>
            <a:headEnd type="triangle" w="sm" len="sm"/>
          </a:ln>
        </p:spPr>
      </p:cxnSp>
      <p:sp>
        <p:nvSpPr>
          <p:cNvPr id="17" name="">
            <a:extLst xmlns:a="http://schemas.openxmlformats.org/drawingml/2006/main">
              <a:ext uri="{FF2B5EF4-FFF2-40B4-BE49-F238E27FC236}">
                <a16:creationId xmlns:a16="http://schemas.microsoft.com/office/drawing/2014/main" id="{811F96DD-A0E3-441C-B462-668CF0D3AEB5}"/>
              </a:ext>
            </a:extLst>
          </p:cNvPr>
          <p:cNvSpPr>
            <a:spLocks xmlns:a="http://schemas.openxmlformats.org/drawingml/2006/main" noGrp="1"/>
          </p:cNvSpPr>
          <p:nvPr/>
        </p:nvSpPr>
        <p:spPr>
          <a:xfrm xmlns:a="http://schemas.openxmlformats.org/drawingml/2006/main">
            <a:off x="8458200" y="2133600"/>
            <a:ext cx="3124200" cy="16383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8" name="저장소 밖 조건">
            <a:extLst xmlns:a="http://schemas.openxmlformats.org/drawingml/2006/main">
              <a:ext uri="{FF2B5EF4-FFF2-40B4-BE49-F238E27FC236}">
                <a16:creationId xmlns:a16="http://schemas.microsoft.com/office/drawing/2014/main" id="{E8AC2C43-1BE1-4AFB-9D2C-D2FCFA297A80}"/>
              </a:ext>
            </a:extLst>
          </p:cNvPr>
          <p:cNvSpPr>
            <a:spLocks xmlns:a="http://schemas.openxmlformats.org/drawingml/2006/main" noGrp="1"/>
          </p:cNvSpPr>
          <p:nvPr/>
        </p:nvSpPr>
        <p:spPr>
          <a:xfrm xmlns:a="http://schemas.openxmlformats.org/drawingml/2006/main">
            <a:off x="8648700" y="2266950"/>
            <a:ext cx="2743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저장소 밖 조건</a:t>
            </a:r>
          </a:p>
        </p:txBody>
      </p:sp>
      <p:sp>
        <p:nvSpPr>
          <p:cNvPr id="19" name="전역 지침·Skills&#10;모델/설정 · 권한">
            <a:extLst xmlns:a="http://schemas.openxmlformats.org/drawingml/2006/main">
              <a:ext uri="{FF2B5EF4-FFF2-40B4-BE49-F238E27FC236}">
                <a16:creationId xmlns:a16="http://schemas.microsoft.com/office/drawing/2014/main" id="{9D71D93B-525C-4237-A2B4-6644C19623E1}"/>
              </a:ext>
            </a:extLst>
          </p:cNvPr>
          <p:cNvSpPr>
            <a:spLocks xmlns:a="http://schemas.openxmlformats.org/drawingml/2006/main" noGrp="1"/>
          </p:cNvSpPr>
          <p:nvPr/>
        </p:nvSpPr>
        <p:spPr>
          <a:xfrm xmlns:a="http://schemas.openxmlformats.org/drawingml/2006/main">
            <a:off x="8648700" y="2857500"/>
            <a:ext cx="2743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지침·Skills</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모델/설정 · 권한</a:t>
            </a:r>
          </a:p>
        </p:txBody>
      </p:sp>
      <p:sp>
        <p:nvSpPr>
          <p:cNvPr id="20" name="">
            <a:extLst xmlns:a="http://schemas.openxmlformats.org/drawingml/2006/main">
              <a:ext uri="{FF2B5EF4-FFF2-40B4-BE49-F238E27FC236}">
                <a16:creationId xmlns:a16="http://schemas.microsoft.com/office/drawing/2014/main" id="{95C93626-2A81-4151-BC97-7A0791A93717}"/>
              </a:ext>
            </a:extLst>
          </p:cNvPr>
          <p:cNvSpPr>
            <a:spLocks xmlns:a="http://schemas.openxmlformats.org/drawingml/2006/main" noGrp="1"/>
          </p:cNvSpPr>
          <p:nvPr/>
        </p:nvSpPr>
        <p:spPr>
          <a:xfrm xmlns:a="http://schemas.openxmlformats.org/drawingml/2006/main">
            <a:off x="609600" y="4133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실제 관찰">
            <a:extLst xmlns:a="http://schemas.openxmlformats.org/drawingml/2006/main">
              <a:ext uri="{FF2B5EF4-FFF2-40B4-BE49-F238E27FC236}">
                <a16:creationId xmlns:a16="http://schemas.microsoft.com/office/drawing/2014/main" id="{95A96EAF-EE76-413F-8E1C-CBF2E3F84320}"/>
              </a:ext>
            </a:extLst>
          </p:cNvPr>
          <p:cNvSpPr>
            <a:spLocks xmlns:a="http://schemas.openxmlformats.org/drawingml/2006/main" noGrp="1"/>
          </p:cNvSpPr>
          <p:nvPr/>
        </p:nvSpPr>
        <p:spPr>
          <a:xfrm xmlns:a="http://schemas.openxmlformats.org/drawingml/2006/main">
            <a:off x="609600" y="435292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실제 관찰</a:t>
            </a:r>
          </a:p>
        </p:txBody>
      </p:sp>
      <p:sp>
        <p:nvSpPr>
          <p:cNvPr id="22" name="전역 Skills 포함 · 시작 단계의 경고">
            <a:extLst xmlns:a="http://schemas.openxmlformats.org/drawingml/2006/main">
              <a:ext uri="{FF2B5EF4-FFF2-40B4-BE49-F238E27FC236}">
                <a16:creationId xmlns:a16="http://schemas.microsoft.com/office/drawing/2014/main" id="{5FF8F720-0601-40D6-A9DA-461A77D3E8E3}"/>
              </a:ext>
            </a:extLst>
          </p:cNvPr>
          <p:cNvSpPr>
            <a:spLocks xmlns:a="http://schemas.openxmlformats.org/drawingml/2006/main" noGrp="1"/>
          </p:cNvSpPr>
          <p:nvPr/>
        </p:nvSpPr>
        <p:spPr>
          <a:xfrm xmlns:a="http://schemas.openxmlformats.org/drawingml/2006/main">
            <a:off x="2762250" y="435292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Skills 포함 · 시작 단계의 경고</a:t>
            </a:r>
          </a:p>
        </p:txBody>
      </p:sp>
      <p:sp>
        <p:nvSpPr>
          <p:cNvPr id="23" name="해석의 한계">
            <a:extLst xmlns:a="http://schemas.openxmlformats.org/drawingml/2006/main">
              <a:ext uri="{FF2B5EF4-FFF2-40B4-BE49-F238E27FC236}">
                <a16:creationId xmlns:a16="http://schemas.microsoft.com/office/drawing/2014/main" id="{058489D8-6E9E-4B00-BF91-FB73BEFCC9BD}"/>
              </a:ext>
            </a:extLst>
          </p:cNvPr>
          <p:cNvSpPr>
            <a:spLocks xmlns:a="http://schemas.openxmlformats.org/drawingml/2006/main" noGrp="1"/>
          </p:cNvSpPr>
          <p:nvPr/>
        </p:nvSpPr>
        <p:spPr>
          <a:xfrm xmlns:a="http://schemas.openxmlformats.org/drawingml/2006/main">
            <a:off x="609600" y="509587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해석의 한계</a:t>
            </a:r>
          </a:p>
        </p:txBody>
      </p:sp>
      <p:sp>
        <p:nvSpPr>
          <p:cNvPr id="24" name="경고만으로 도구 실행·결과 기여는 알 수 없음">
            <a:extLst xmlns:a="http://schemas.openxmlformats.org/drawingml/2006/main">
              <a:ext uri="{FF2B5EF4-FFF2-40B4-BE49-F238E27FC236}">
                <a16:creationId xmlns:a16="http://schemas.microsoft.com/office/drawing/2014/main" id="{4D6A259B-FDBE-4465-85F6-C17053C381A6}"/>
              </a:ext>
            </a:extLst>
          </p:cNvPr>
          <p:cNvSpPr>
            <a:spLocks xmlns:a="http://schemas.openxmlformats.org/drawingml/2006/main" noGrp="1"/>
          </p:cNvSpPr>
          <p:nvPr/>
        </p:nvSpPr>
        <p:spPr>
          <a:xfrm xmlns:a="http://schemas.openxmlformats.org/drawingml/2006/main">
            <a:off x="2762250" y="509587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경고만으로 도구 실행·결과 기여는 알 수 없음</a:t>
            </a:r>
          </a:p>
        </p:txBody>
      </p:sp>
      <p:sp>
        <p:nvSpPr>
          <p:cNvPr id="25" name="Legacy module connection">
            <a:extLst xmlns:a="http://schemas.openxmlformats.org/drawingml/2006/main">
              <a:ext uri="{FF2B5EF4-FFF2-40B4-BE49-F238E27FC236}">
                <a16:creationId xmlns:a16="http://schemas.microsoft.com/office/drawing/2014/main" id="{70FA2363-A961-4532-861C-49A2D54CFE5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2071627331"/>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3 · 우리 검사 업무에 적용하기">
            <a:extLst xmlns:a="http://schemas.openxmlformats.org/drawingml/2006/main">
              <a:ext uri="{FF2B5EF4-FFF2-40B4-BE49-F238E27FC236}">
                <a16:creationId xmlns:a16="http://schemas.microsoft.com/office/drawing/2014/main" id="{514B1527-D91C-465D-86A1-1B75A302E8B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우리 검사 업무에 적용하기</a:t>
            </a:r>
          </a:p>
        </p:txBody>
      </p:sp>
      <p:sp>
        <p:nvSpPr>
          <p:cNvPr id="2" name="S69">
            <a:extLst xmlns:a="http://schemas.openxmlformats.org/drawingml/2006/main">
              <a:ext uri="{FF2B5EF4-FFF2-40B4-BE49-F238E27FC236}">
                <a16:creationId xmlns:a16="http://schemas.microsoft.com/office/drawing/2014/main" id="{600A5DDE-F700-4F2B-BE27-D2B35BA13AD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밝기 통계의 판단을 C++ 검사에 적용하기">
            <a:extLst xmlns:a="http://schemas.openxmlformats.org/drawingml/2006/main">
              <a:ext uri="{FF2B5EF4-FFF2-40B4-BE49-F238E27FC236}">
                <a16:creationId xmlns:a16="http://schemas.microsoft.com/office/drawing/2014/main" id="{549AC13E-06EB-4C0E-BD77-A5221BB8826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통계의 판단을 C++ 검사에 적용하기</a:t>
            </a:r>
          </a:p>
        </p:txBody>
      </p:sp>
      <p:sp>
        <p:nvSpPr>
          <p:cNvPr id="4" name="">
            <a:extLst xmlns:a="http://schemas.openxmlformats.org/drawingml/2006/main">
              <a:ext uri="{FF2B5EF4-FFF2-40B4-BE49-F238E27FC236}">
                <a16:creationId xmlns:a16="http://schemas.microsoft.com/office/drawing/2014/main" id="{5A1062EF-31D0-4269-A066-61F8C0B575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C++ 검사 적용 예 · 밝기 통계의 판단을 대응 · 기존 AI 생성 삽화">
            <a:extLst xmlns:a="http://schemas.openxmlformats.org/drawingml/2006/main">
              <a:ext uri="{FF2B5EF4-FFF2-40B4-BE49-F238E27FC236}">
                <a16:creationId xmlns:a16="http://schemas.microsoft.com/office/drawing/2014/main" id="{79C082BA-73AA-4021-BAD5-815D4A5E0E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C++ 검사 적용 예 · 밝기 통계의 판단을 대응 · 기존 AI 생성 삽화</a:t>
            </a:r>
          </a:p>
        </p:txBody>
      </p:sp>
      <p:sp>
        <p:nvSpPr>
          <p:cNvPr id="6" name="실제 C++ 구현·회사 장비·측정 성과 아님 · 도구·빌드·장비 조건은 팀에서 확인">
            <a:extLst xmlns:a="http://schemas.openxmlformats.org/drawingml/2006/main">
              <a:ext uri="{FF2B5EF4-FFF2-40B4-BE49-F238E27FC236}">
                <a16:creationId xmlns:a16="http://schemas.microsoft.com/office/drawing/2014/main" id="{08208BD4-3782-4B52-BFC2-8CFDAD4E529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구현·회사 장비·측정 성과 아님 · 도구·빌드·장비 조건은 팀에서 확인</a:t>
            </a:r>
          </a:p>
        </p:txBody>
      </p:sp>
      <p:pic>
        <p:nvPicPr>
          <p:cNvPr id="7" name="">
            <a:extLst xmlns:a="http://schemas.openxmlformats.org/drawingml/2006/main">
              <a:ext uri="{FF2B5EF4-FFF2-40B4-BE49-F238E27FC236}">
                <a16:creationId xmlns:a16="http://schemas.microsoft.com/office/drawing/2014/main" id="{D7325E6D-CC20-457F-9449-0BE794EA1CC8}"/>
              </a:ext>
            </a:extLst>
          </p:cNvPr>
          <p:cNvPicPr>
            <a:picLocks xmlns:a="http://schemas.openxmlformats.org/drawingml/2006/main" noChangeAspect="1"/>
          </p:cNvPicPr>
          <p:nvPr/>
        </p:nvPicPr>
        <p:blipFill>
          <a:blip xmlns:r="http://schemas.openxmlformats.org/officeDocument/2006/relationships" xmlns:a="http://schemas.openxmlformats.org/drawingml/2006/main" r:embed="R0a00f32ded184fd6"/>
          <a:srcRect xmlns:a="http://schemas.openxmlformats.org/drawingml/2006/main" l="0" t="8000" r="0" b="12000"/>
          <a:stretch xmlns:a="http://schemas.openxmlformats.org/drawingml/2006/main"/>
        </p:blipFill>
        <p:spPr>
          <a:xfrm xmlns:a="http://schemas.openxmlformats.org/drawingml/2006/main">
            <a:off x="2934891" y="1571625"/>
            <a:ext cx="6322219" cy="1457325"/>
          </a:xfrm>
          <a:prstGeom xmlns:a="http://schemas.openxmlformats.org/drawingml/2006/main" prst="rect">
            <a:avLst/>
          </a:prstGeom>
        </p:spPr>
      </p:pic>
      <p:sp>
        <p:nvSpPr>
          <p:cNvPr id="8" name="밝기 통계 Demo에서 확인">
            <a:extLst xmlns:a="http://schemas.openxmlformats.org/drawingml/2006/main">
              <a:ext uri="{FF2B5EF4-FFF2-40B4-BE49-F238E27FC236}">
                <a16:creationId xmlns:a16="http://schemas.microsoft.com/office/drawing/2014/main" id="{11747B8C-4DE3-4B4F-A764-B867C1A859B8}"/>
              </a:ext>
            </a:extLst>
          </p:cNvPr>
          <p:cNvSpPr>
            <a:spLocks xmlns:a="http://schemas.openxmlformats.org/drawingml/2006/main" noGrp="1"/>
          </p:cNvSpPr>
          <p:nvPr/>
        </p:nvSpPr>
        <p:spPr>
          <a:xfrm xmlns:a="http://schemas.openxmlformats.org/drawingml/2006/main">
            <a:off x="2628900" y="3181350"/>
            <a:ext cx="3371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 Demo에서 확인</a:t>
            </a:r>
          </a:p>
        </p:txBody>
      </p:sp>
      <p:sp>
        <p:nvSpPr>
          <p:cNvPr id="9" name="C++ 검사 업무에 적용">
            <a:extLst xmlns:a="http://schemas.openxmlformats.org/drawingml/2006/main">
              <a:ext uri="{FF2B5EF4-FFF2-40B4-BE49-F238E27FC236}">
                <a16:creationId xmlns:a16="http://schemas.microsoft.com/office/drawing/2014/main" id="{6858417D-A31D-4E03-A9FA-93643140D6DE}"/>
              </a:ext>
            </a:extLst>
          </p:cNvPr>
          <p:cNvSpPr>
            <a:spLocks xmlns:a="http://schemas.openxmlformats.org/drawingml/2006/main" noGrp="1"/>
          </p:cNvSpPr>
          <p:nvPr/>
        </p:nvSpPr>
        <p:spPr>
          <a:xfrm xmlns:a="http://schemas.openxmlformats.org/drawingml/2006/main">
            <a:off x="7391400" y="3181350"/>
            <a:ext cx="419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 검사 업무에 적용</a:t>
            </a:r>
          </a:p>
        </p:txBody>
      </p:sp>
      <p:sp>
        <p:nvSpPr>
          <p:cNvPr id="10" name="">
            <a:extLst xmlns:a="http://schemas.openxmlformats.org/drawingml/2006/main">
              <a:ext uri="{FF2B5EF4-FFF2-40B4-BE49-F238E27FC236}">
                <a16:creationId xmlns:a16="http://schemas.microsoft.com/office/drawing/2014/main" id="{052D8409-D525-4C85-B0C3-8A47DCB2D62C}"/>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지킬 명세">
            <a:extLst xmlns:a="http://schemas.openxmlformats.org/drawingml/2006/main">
              <a:ext uri="{FF2B5EF4-FFF2-40B4-BE49-F238E27FC236}">
                <a16:creationId xmlns:a16="http://schemas.microsoft.com/office/drawing/2014/main" id="{BE7A665F-017E-4DDE-8FCD-E778F540A426}"/>
              </a:ext>
            </a:extLst>
          </p:cNvPr>
          <p:cNvSpPr>
            <a:spLocks xmlns:a="http://schemas.openxmlformats.org/drawingml/2006/main" noGrp="1"/>
          </p:cNvSpPr>
          <p:nvPr/>
        </p:nvSpPr>
        <p:spPr>
          <a:xfrm xmlns:a="http://schemas.openxmlformats.org/drawingml/2006/main">
            <a:off x="609600" y="3676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지킬 명세</a:t>
            </a:r>
          </a:p>
        </p:txBody>
      </p:sp>
      <p:sp>
        <p:nvSpPr>
          <p:cNvPr id="12" name="출력 6항목 유지">
            <a:extLst xmlns:a="http://schemas.openxmlformats.org/drawingml/2006/main">
              <a:ext uri="{FF2B5EF4-FFF2-40B4-BE49-F238E27FC236}">
                <a16:creationId xmlns:a16="http://schemas.microsoft.com/office/drawing/2014/main" id="{72D44FCD-FEAD-4811-AE1F-080687DA3AAD}"/>
              </a:ext>
            </a:extLst>
          </p:cNvPr>
          <p:cNvSpPr>
            <a:spLocks xmlns:a="http://schemas.openxmlformats.org/drawingml/2006/main" noGrp="1"/>
          </p:cNvSpPr>
          <p:nvPr/>
        </p:nvSpPr>
        <p:spPr>
          <a:xfrm xmlns:a="http://schemas.openxmlformats.org/drawingml/2006/main">
            <a:off x="2628900" y="3676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출력 6항목 유지</a:t>
            </a:r>
          </a:p>
        </p:txBody>
      </p:sp>
      <p:cxnSp>
        <p:nvCxnSpPr>
          <p:cNvPr id="13" name="">
            <a:extLst xmlns:a="http://schemas.openxmlformats.org/drawingml/2006/main">
              <a:ext uri="{FF2B5EF4-FFF2-40B4-BE49-F238E27FC236}">
                <a16:creationId xmlns:a16="http://schemas.microsoft.com/office/drawing/2014/main" id="{D1D6C097-C824-484B-8B1A-06E2D7DC9763}"/>
              </a:ext>
            </a:extLst>
          </p:cNvPr>
          <p:cNvCxnSpPr/>
          <p:nvPr/>
        </p:nvCxnSpPr>
        <p:spPr>
          <a:xfrm xmlns:a="http://schemas.openxmlformats.org/drawingml/2006/main">
            <a:off x="6343650" y="3886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ROI · 픽셀값 명세">
            <a:extLst xmlns:a="http://schemas.openxmlformats.org/drawingml/2006/main">
              <a:ext uri="{FF2B5EF4-FFF2-40B4-BE49-F238E27FC236}">
                <a16:creationId xmlns:a16="http://schemas.microsoft.com/office/drawing/2014/main" id="{F2DE92D4-4717-4B3A-9FD6-526679BC1544}"/>
              </a:ext>
            </a:extLst>
          </p:cNvPr>
          <p:cNvSpPr>
            <a:spLocks xmlns:a="http://schemas.openxmlformats.org/drawingml/2006/main" noGrp="1"/>
          </p:cNvSpPr>
          <p:nvPr/>
        </p:nvSpPr>
        <p:spPr>
          <a:xfrm xmlns:a="http://schemas.openxmlformats.org/drawingml/2006/main">
            <a:off x="7391400" y="3676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 픽셀값 명세</a:t>
            </a:r>
          </a:p>
        </p:txBody>
      </p:sp>
      <p:sp>
        <p:nvSpPr>
          <p:cNvPr id="15" name="수행 방법">
            <a:extLst xmlns:a="http://schemas.openxmlformats.org/drawingml/2006/main">
              <a:ext uri="{FF2B5EF4-FFF2-40B4-BE49-F238E27FC236}">
                <a16:creationId xmlns:a16="http://schemas.microsoft.com/office/drawing/2014/main" id="{96B8BD68-A590-430C-96C7-C9ACB90890C9}"/>
              </a:ext>
            </a:extLst>
          </p:cNvPr>
          <p:cNvSpPr>
            <a:spLocks xmlns:a="http://schemas.openxmlformats.org/drawingml/2006/main" noGrp="1"/>
          </p:cNvSpPr>
          <p:nvPr/>
        </p:nvSpPr>
        <p:spPr>
          <a:xfrm xmlns:a="http://schemas.openxmlformats.org/drawingml/2006/main">
            <a:off x="609600" y="42481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수행 방법</a:t>
            </a:r>
          </a:p>
        </p:txBody>
      </p:sp>
      <p:sp>
        <p:nvSpPr>
          <p:cNvPr id="16" name="기준선·조사·변경·비교">
            <a:extLst xmlns:a="http://schemas.openxmlformats.org/drawingml/2006/main">
              <a:ext uri="{FF2B5EF4-FFF2-40B4-BE49-F238E27FC236}">
                <a16:creationId xmlns:a16="http://schemas.microsoft.com/office/drawing/2014/main" id="{622C4FC3-EEB2-4113-8DD1-72441388B5E2}"/>
              </a:ext>
            </a:extLst>
          </p:cNvPr>
          <p:cNvSpPr>
            <a:spLocks xmlns:a="http://schemas.openxmlformats.org/drawingml/2006/main" noGrp="1"/>
          </p:cNvSpPr>
          <p:nvPr/>
        </p:nvSpPr>
        <p:spPr>
          <a:xfrm xmlns:a="http://schemas.openxmlformats.org/drawingml/2006/main">
            <a:off x="2628900" y="42481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기준선·조사·변경·비교</a:t>
            </a:r>
          </a:p>
        </p:txBody>
      </p:sp>
      <p:cxnSp>
        <p:nvCxnSpPr>
          <p:cNvPr id="17" name="">
            <a:extLst xmlns:a="http://schemas.openxmlformats.org/drawingml/2006/main">
              <a:ext uri="{FF2B5EF4-FFF2-40B4-BE49-F238E27FC236}">
                <a16:creationId xmlns:a16="http://schemas.microsoft.com/office/drawing/2014/main" id="{D59E7672-538E-4D92-A9A1-1FABAFA131AE}"/>
              </a:ext>
            </a:extLst>
          </p:cNvPr>
          <p:cNvCxnSpPr/>
          <p:nvPr/>
        </p:nvCxnSpPr>
        <p:spPr>
          <a:xfrm xmlns:a="http://schemas.openxmlformats.org/drawingml/2006/main">
            <a:off x="6343650" y="44577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검사 모듈에 같은 절차">
            <a:extLst xmlns:a="http://schemas.openxmlformats.org/drawingml/2006/main">
              <a:ext uri="{FF2B5EF4-FFF2-40B4-BE49-F238E27FC236}">
                <a16:creationId xmlns:a16="http://schemas.microsoft.com/office/drawing/2014/main" id="{87020689-5F9A-4C47-9E5A-5A82B4E2E902}"/>
              </a:ext>
            </a:extLst>
          </p:cNvPr>
          <p:cNvSpPr>
            <a:spLocks xmlns:a="http://schemas.openxmlformats.org/drawingml/2006/main" noGrp="1"/>
          </p:cNvSpPr>
          <p:nvPr/>
        </p:nvSpPr>
        <p:spPr>
          <a:xfrm xmlns:a="http://schemas.openxmlformats.org/drawingml/2006/main">
            <a:off x="7391400" y="42481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검사 모듈에 같은 절차</a:t>
            </a:r>
          </a:p>
        </p:txBody>
      </p:sp>
      <p:sp>
        <p:nvSpPr>
          <p:cNvPr id="19" name="검증 근거">
            <a:extLst xmlns:a="http://schemas.openxmlformats.org/drawingml/2006/main">
              <a:ext uri="{FF2B5EF4-FFF2-40B4-BE49-F238E27FC236}">
                <a16:creationId xmlns:a16="http://schemas.microsoft.com/office/drawing/2014/main" id="{DD73B8AF-0D55-4F35-8EF1-1CD5B7C165A5}"/>
              </a:ext>
            </a:extLst>
          </p:cNvPr>
          <p:cNvSpPr>
            <a:spLocks xmlns:a="http://schemas.openxmlformats.org/drawingml/2006/main" noGrp="1"/>
          </p:cNvSpPr>
          <p:nvPr/>
        </p:nvSpPr>
        <p:spPr>
          <a:xfrm xmlns:a="http://schemas.openxmlformats.org/drawingml/2006/main">
            <a:off x="609600" y="4819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근거</a:t>
            </a:r>
          </a:p>
        </p:txBody>
      </p:sp>
      <p:sp>
        <p:nvSpPr>
          <p:cNvPr id="20" name="테스트 · 시간·할당량">
            <a:extLst xmlns:a="http://schemas.openxmlformats.org/drawingml/2006/main">
              <a:ext uri="{FF2B5EF4-FFF2-40B4-BE49-F238E27FC236}">
                <a16:creationId xmlns:a16="http://schemas.microsoft.com/office/drawing/2014/main" id="{44AC305C-AF95-4DA6-8981-B42DCF6D9D92}"/>
              </a:ext>
            </a:extLst>
          </p:cNvPr>
          <p:cNvSpPr>
            <a:spLocks xmlns:a="http://schemas.openxmlformats.org/drawingml/2006/main" noGrp="1"/>
          </p:cNvSpPr>
          <p:nvPr/>
        </p:nvSpPr>
        <p:spPr>
          <a:xfrm xmlns:a="http://schemas.openxmlformats.org/drawingml/2006/main">
            <a:off x="2628900" y="4819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 시간·할당량</a:t>
            </a:r>
          </a:p>
        </p:txBody>
      </p:sp>
      <p:cxnSp>
        <p:nvCxnSpPr>
          <p:cNvPr id="21" name="">
            <a:extLst xmlns:a="http://schemas.openxmlformats.org/drawingml/2006/main">
              <a:ext uri="{FF2B5EF4-FFF2-40B4-BE49-F238E27FC236}">
                <a16:creationId xmlns:a16="http://schemas.microsoft.com/office/drawing/2014/main" id="{639D0504-09EF-43F3-BE64-FBA48903877A}"/>
              </a:ext>
            </a:extLst>
          </p:cNvPr>
          <p:cNvCxnSpPr/>
          <p:nvPr/>
        </p:nvCxnSpPr>
        <p:spPr>
          <a:xfrm xmlns:a="http://schemas.openxmlformats.org/drawingml/2006/main">
            <a:off x="6343650" y="5029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동작·회귀·성능 검증">
            <a:extLst xmlns:a="http://schemas.openxmlformats.org/drawingml/2006/main">
              <a:ext uri="{FF2B5EF4-FFF2-40B4-BE49-F238E27FC236}">
                <a16:creationId xmlns:a16="http://schemas.microsoft.com/office/drawing/2014/main" id="{91C7A69A-06D6-4378-B125-33C02C70084F}"/>
              </a:ext>
            </a:extLst>
          </p:cNvPr>
          <p:cNvSpPr>
            <a:spLocks xmlns:a="http://schemas.openxmlformats.org/drawingml/2006/main" noGrp="1"/>
          </p:cNvSpPr>
          <p:nvPr/>
        </p:nvSpPr>
        <p:spPr>
          <a:xfrm xmlns:a="http://schemas.openxmlformats.org/drawingml/2006/main">
            <a:off x="7391400" y="4819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동작·회귀·성능 검증</a:t>
            </a:r>
          </a:p>
        </p:txBody>
      </p:sp>
      <p:sp>
        <p:nvSpPr>
          <p:cNvPr id="23" name="입력·빌드·장비 조건도 함께 확인">
            <a:extLst xmlns:a="http://schemas.openxmlformats.org/drawingml/2006/main">
              <a:ext uri="{FF2B5EF4-FFF2-40B4-BE49-F238E27FC236}">
                <a16:creationId xmlns:a16="http://schemas.microsoft.com/office/drawing/2014/main" id="{62117064-3871-4502-BD46-B0D2811372AC}"/>
              </a:ext>
            </a:extLst>
          </p:cNvPr>
          <p:cNvSpPr>
            <a:spLocks xmlns:a="http://schemas.openxmlformats.org/drawingml/2006/main" noGrp="1"/>
          </p:cNvSpPr>
          <p:nvPr/>
        </p:nvSpPr>
        <p:spPr>
          <a:xfrm xmlns:a="http://schemas.openxmlformats.org/drawingml/2006/main">
            <a:off x="609600" y="540067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입력·빌드·장비 조건도 함께 확인</a:t>
            </a:r>
          </a:p>
        </p:txBody>
      </p:sp>
      <p:sp>
        <p:nvSpPr>
          <p:cNvPr id="24" name="">
            <a:extLst xmlns:a="http://schemas.openxmlformats.org/drawingml/2006/main">
              <a:ext uri="{FF2B5EF4-FFF2-40B4-BE49-F238E27FC236}">
                <a16:creationId xmlns:a16="http://schemas.microsoft.com/office/drawing/2014/main" id="{454D21E0-5910-4EE2-812C-B955A09854F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5" name="Practical application tip badge">
            <a:extLst xmlns:a="http://schemas.openxmlformats.org/drawingml/2006/main">
              <a:ext uri="{FF2B5EF4-FFF2-40B4-BE49-F238E27FC236}">
                <a16:creationId xmlns:a16="http://schemas.microsoft.com/office/drawing/2014/main" id="{6E260107-0F66-403A-9C81-D10F58F6AEB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업무 적용</a:t>
            </a:r>
          </a:p>
        </p:txBody>
      </p:sp>
      <p:sp>
        <p:nvSpPr>
          <p:cNvPr id="26" name="Legacy module connection">
            <a:extLst xmlns:a="http://schemas.openxmlformats.org/drawingml/2006/main">
              <a:ext uri="{FF2B5EF4-FFF2-40B4-BE49-F238E27FC236}">
                <a16:creationId xmlns:a16="http://schemas.microsoft.com/office/drawing/2014/main" id="{E61022E9-DAAF-44F3-83E7-ACBC41370E0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04107566"/>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반복을 고르고 유지할 책임을 정하기">
            <a:extLst xmlns:a="http://schemas.openxmlformats.org/drawingml/2006/main">
              <a:ext uri="{FF2B5EF4-FFF2-40B4-BE49-F238E27FC236}">
                <a16:creationId xmlns:a16="http://schemas.microsoft.com/office/drawing/2014/main" id="{D1099549-3617-41AE-99B9-ABB14C48EE3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고르고 유지할 책임을 정하기</a:t>
            </a:r>
          </a:p>
        </p:txBody>
      </p:sp>
      <p:sp>
        <p:nvSpPr>
          <p:cNvPr id="2" name="S70">
            <a:extLst xmlns:a="http://schemas.openxmlformats.org/drawingml/2006/main">
              <a:ext uri="{FF2B5EF4-FFF2-40B4-BE49-F238E27FC236}">
                <a16:creationId xmlns:a16="http://schemas.microsoft.com/office/drawing/2014/main" id="{87CD3F85-BBDB-4FFF-B71C-A08CFE5E681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우리 업무에서 먼저 정리할 한 가지">
            <a:extLst xmlns:a="http://schemas.openxmlformats.org/drawingml/2006/main">
              <a:ext uri="{FF2B5EF4-FFF2-40B4-BE49-F238E27FC236}">
                <a16:creationId xmlns:a16="http://schemas.microsoft.com/office/drawing/2014/main" id="{F555CBA0-62AF-4F7A-BD68-B308FEC9C4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업무에서 먼저 정리할 한 가지</a:t>
            </a:r>
          </a:p>
        </p:txBody>
      </p:sp>
      <p:sp>
        <p:nvSpPr>
          <p:cNvPr id="4" name="">
            <a:extLst xmlns:a="http://schemas.openxmlformats.org/drawingml/2006/main">
              <a:ext uri="{FF2B5EF4-FFF2-40B4-BE49-F238E27FC236}">
                <a16:creationId xmlns:a16="http://schemas.microsoft.com/office/drawing/2014/main" id="{28368B6B-0C1F-48A8-AD61-3411450E88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 · 공유는 선택 · 실제 Demo의 성공은 기준점으로 유지">
            <a:extLst xmlns:a="http://schemas.openxmlformats.org/drawingml/2006/main">
              <a:ext uri="{FF2B5EF4-FFF2-40B4-BE49-F238E27FC236}">
                <a16:creationId xmlns:a16="http://schemas.microsoft.com/office/drawing/2014/main" id="{6043BFCD-C279-409B-AE9E-25871402DC6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 · 공유는 선택 · 실제 Demo의 성공은 기준점으로 유지</a:t>
            </a:r>
          </a:p>
        </p:txBody>
      </p:sp>
      <p:sp>
        <p:nvSpPr>
          <p:cNvPr id="6" name="교육용 적용 질문 · 기능 추가를 전제하지 않음 · 다음 ACT의 변화는 별도 가상 사례">
            <a:extLst xmlns:a="http://schemas.openxmlformats.org/drawingml/2006/main">
              <a:ext uri="{FF2B5EF4-FFF2-40B4-BE49-F238E27FC236}">
                <a16:creationId xmlns:a16="http://schemas.microsoft.com/office/drawing/2014/main" id="{45905F08-E3AE-4BB4-B6E0-E9DA286C24D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적용 질문 · 기능 추가를 전제하지 않음 · 다음 ACT의 변화는 별도 가상 사례</a:t>
            </a:r>
          </a:p>
        </p:txBody>
      </p:sp>
      <p:sp>
        <p:nvSpPr>
          <p:cNvPr id="7" name="">
            <a:extLst xmlns:a="http://schemas.openxmlformats.org/drawingml/2006/main">
              <a:ext uri="{FF2B5EF4-FFF2-40B4-BE49-F238E27FC236}">
                <a16:creationId xmlns:a16="http://schemas.microsoft.com/office/drawing/2014/main" id="{C3CED629-10DA-436F-87AE-63AFA7852C4F}"/>
              </a:ext>
            </a:extLst>
          </p:cNvPr>
          <p:cNvSpPr>
            <a:spLocks xmlns:a="http://schemas.openxmlformats.org/drawingml/2006/main" noGrp="1"/>
          </p:cNvSpPr>
          <p:nvPr/>
        </p:nvSpPr>
        <p:spPr>
          <a:xfrm xmlns:a="http://schemas.openxmlformats.org/drawingml/2006/main">
            <a:off x="60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반복 정보">
            <a:extLst xmlns:a="http://schemas.openxmlformats.org/drawingml/2006/main">
              <a:ext uri="{FF2B5EF4-FFF2-40B4-BE49-F238E27FC236}">
                <a16:creationId xmlns:a16="http://schemas.microsoft.com/office/drawing/2014/main" id="{03039065-713D-4730-934B-1997D4BC4AF2}"/>
              </a:ext>
            </a:extLst>
          </p:cNvPr>
          <p:cNvSpPr>
            <a:spLocks xmlns:a="http://schemas.openxmlformats.org/drawingml/2006/main" noGrp="1"/>
          </p:cNvSpPr>
          <p:nvPr/>
        </p:nvSpPr>
        <p:spPr>
          <a:xfrm xmlns:a="http://schemas.openxmlformats.org/drawingml/2006/main">
            <a:off x="80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반복 정보</a:t>
            </a:r>
          </a:p>
        </p:txBody>
      </p:sp>
      <p:sp>
        <p:nvSpPr>
          <p:cNvPr id="9" name="명세 · 프로젝트 안내">
            <a:extLst xmlns:a="http://schemas.openxmlformats.org/drawingml/2006/main">
              <a:ext uri="{FF2B5EF4-FFF2-40B4-BE49-F238E27FC236}">
                <a16:creationId xmlns:a16="http://schemas.microsoft.com/office/drawing/2014/main" id="{D8278640-8ADE-447C-9E9A-A6925323B6E2}"/>
              </a:ext>
            </a:extLst>
          </p:cNvPr>
          <p:cNvSpPr>
            <a:spLocks xmlns:a="http://schemas.openxmlformats.org/drawingml/2006/main" noGrp="1"/>
          </p:cNvSpPr>
          <p:nvPr/>
        </p:nvSpPr>
        <p:spPr>
          <a:xfrm xmlns:a="http://schemas.openxmlformats.org/drawingml/2006/main">
            <a:off x="80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명세 · 프로젝트 안내</a:t>
            </a:r>
          </a:p>
        </p:txBody>
      </p:sp>
      <p:sp>
        <p:nvSpPr>
          <p:cNvPr id="10" name="">
            <a:extLst xmlns:a="http://schemas.openxmlformats.org/drawingml/2006/main">
              <a:ext uri="{FF2B5EF4-FFF2-40B4-BE49-F238E27FC236}">
                <a16:creationId xmlns:a16="http://schemas.microsoft.com/office/drawing/2014/main" id="{25B8790E-E23A-4366-A904-8EFD0C6B8A85}"/>
              </a:ext>
            </a:extLst>
          </p:cNvPr>
          <p:cNvSpPr>
            <a:spLocks xmlns:a="http://schemas.openxmlformats.org/drawingml/2006/main" noGrp="1"/>
          </p:cNvSpPr>
          <p:nvPr/>
        </p:nvSpPr>
        <p:spPr>
          <a:xfrm xmlns:a="http://schemas.openxmlformats.org/drawingml/2006/main">
            <a:off x="2286000" y="3009900"/>
            <a:ext cx="0" cy="361950"/>
          </a:xfrm>
          <a:prstGeom xmlns:a="http://schemas.openxmlformats.org/drawingml/2006/main" prst="line">
            <a:avLst/>
          </a:prstGeom>
          <a:ln xmlns:a="http://schemas.openxmlformats.org/drawingml/2006/main" w="23813">
            <a:solidFill>
              <a:srgbClr val="0B6172"/>
            </a:solidFill>
          </a:ln>
        </p:spPr>
      </p:sp>
      <p:sp>
        <p:nvSpPr>
          <p:cNvPr id="11" name="">
            <a:extLst xmlns:a="http://schemas.openxmlformats.org/drawingml/2006/main">
              <a:ext uri="{FF2B5EF4-FFF2-40B4-BE49-F238E27FC236}">
                <a16:creationId xmlns:a16="http://schemas.microsoft.com/office/drawing/2014/main" id="{54B7870A-6216-42BF-9B09-F2000F120CC3}"/>
              </a:ext>
            </a:extLst>
          </p:cNvPr>
          <p:cNvSpPr>
            <a:spLocks xmlns:a="http://schemas.openxmlformats.org/drawingml/2006/main" noGrp="1"/>
          </p:cNvSpPr>
          <p:nvPr/>
        </p:nvSpPr>
        <p:spPr>
          <a:xfrm xmlns:a="http://schemas.openxmlformats.org/drawingml/2006/main">
            <a:off x="441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반복 절차">
            <a:extLst xmlns:a="http://schemas.openxmlformats.org/drawingml/2006/main">
              <a:ext uri="{FF2B5EF4-FFF2-40B4-BE49-F238E27FC236}">
                <a16:creationId xmlns:a16="http://schemas.microsoft.com/office/drawing/2014/main" id="{A2374DEF-ED26-403D-9936-F813E7C6FADC}"/>
              </a:ext>
            </a:extLst>
          </p:cNvPr>
          <p:cNvSpPr>
            <a:spLocks xmlns:a="http://schemas.openxmlformats.org/drawingml/2006/main" noGrp="1"/>
          </p:cNvSpPr>
          <p:nvPr/>
        </p:nvSpPr>
        <p:spPr>
          <a:xfrm xmlns:a="http://schemas.openxmlformats.org/drawingml/2006/main">
            <a:off x="461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반복 절차</a:t>
            </a:r>
          </a:p>
        </p:txBody>
      </p:sp>
      <p:sp>
        <p:nvSpPr>
          <p:cNvPr id="13" name="조사 · 변경 · 검증">
            <a:extLst xmlns:a="http://schemas.openxmlformats.org/drawingml/2006/main">
              <a:ext uri="{FF2B5EF4-FFF2-40B4-BE49-F238E27FC236}">
                <a16:creationId xmlns:a16="http://schemas.microsoft.com/office/drawing/2014/main" id="{6F8C6416-9742-4D99-8720-70859B7CF0A7}"/>
              </a:ext>
            </a:extLst>
          </p:cNvPr>
          <p:cNvSpPr>
            <a:spLocks xmlns:a="http://schemas.openxmlformats.org/drawingml/2006/main" noGrp="1"/>
          </p:cNvSpPr>
          <p:nvPr/>
        </p:nvSpPr>
        <p:spPr>
          <a:xfrm xmlns:a="http://schemas.openxmlformats.org/drawingml/2006/main">
            <a:off x="461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a:t>
            </a:r>
          </a:p>
        </p:txBody>
      </p:sp>
      <p:sp>
        <p:nvSpPr>
          <p:cNvPr id="14" name="">
            <a:extLst xmlns:a="http://schemas.openxmlformats.org/drawingml/2006/main">
              <a:ext uri="{FF2B5EF4-FFF2-40B4-BE49-F238E27FC236}">
                <a16:creationId xmlns:a16="http://schemas.microsoft.com/office/drawing/2014/main" id="{75EA3743-15DA-4470-ABF4-6FD7877416D4}"/>
              </a:ext>
            </a:extLst>
          </p:cNvPr>
          <p:cNvSpPr>
            <a:spLocks xmlns:a="http://schemas.openxmlformats.org/drawingml/2006/main" noGrp="1"/>
          </p:cNvSpPr>
          <p:nvPr/>
        </p:nvSpPr>
        <p:spPr>
          <a:xfrm xmlns:a="http://schemas.openxmlformats.org/drawingml/2006/main">
            <a:off x="6096000" y="3009900"/>
            <a:ext cx="0" cy="361950"/>
          </a:xfrm>
          <a:prstGeom xmlns:a="http://schemas.openxmlformats.org/drawingml/2006/main" prst="line">
            <a:avLst/>
          </a:prstGeom>
          <a:ln xmlns:a="http://schemas.openxmlformats.org/drawingml/2006/main" w="23813">
            <a:solidFill>
              <a:srgbClr val="0B6172"/>
            </a:solidFill>
          </a:ln>
        </p:spPr>
      </p:sp>
      <p:sp>
        <p:nvSpPr>
          <p:cNvPr id="15" name="">
            <a:extLst xmlns:a="http://schemas.openxmlformats.org/drawingml/2006/main">
              <a:ext uri="{FF2B5EF4-FFF2-40B4-BE49-F238E27FC236}">
                <a16:creationId xmlns:a16="http://schemas.microsoft.com/office/drawing/2014/main" id="{D9343D62-BFE3-4179-9B95-0753151D2811}"/>
              </a:ext>
            </a:extLst>
          </p:cNvPr>
          <p:cNvSpPr>
            <a:spLocks xmlns:a="http://schemas.openxmlformats.org/drawingml/2006/main" noGrp="1"/>
          </p:cNvSpPr>
          <p:nvPr/>
        </p:nvSpPr>
        <p:spPr>
          <a:xfrm xmlns:a="http://schemas.openxmlformats.org/drawingml/2006/main">
            <a:off x="822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검증 근거">
            <a:extLst xmlns:a="http://schemas.openxmlformats.org/drawingml/2006/main">
              <a:ext uri="{FF2B5EF4-FFF2-40B4-BE49-F238E27FC236}">
                <a16:creationId xmlns:a16="http://schemas.microsoft.com/office/drawing/2014/main" id="{D94C5AAD-288D-43A1-90E1-EC4304BD3FD3}"/>
              </a:ext>
            </a:extLst>
          </p:cNvPr>
          <p:cNvSpPr>
            <a:spLocks xmlns:a="http://schemas.openxmlformats.org/drawingml/2006/main" noGrp="1"/>
          </p:cNvSpPr>
          <p:nvPr/>
        </p:nvSpPr>
        <p:spPr>
          <a:xfrm xmlns:a="http://schemas.openxmlformats.org/drawingml/2006/main">
            <a:off x="842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근거</a:t>
            </a:r>
          </a:p>
        </p:txBody>
      </p:sp>
      <p:sp>
        <p:nvSpPr>
          <p:cNvPr id="17" name="테스트 · 측정 조건">
            <a:extLst xmlns:a="http://schemas.openxmlformats.org/drawingml/2006/main">
              <a:ext uri="{FF2B5EF4-FFF2-40B4-BE49-F238E27FC236}">
                <a16:creationId xmlns:a16="http://schemas.microsoft.com/office/drawing/2014/main" id="{D9B0597D-6AB4-49AA-ADBC-5CA9F81B90C2}"/>
              </a:ext>
            </a:extLst>
          </p:cNvPr>
          <p:cNvSpPr>
            <a:spLocks xmlns:a="http://schemas.openxmlformats.org/drawingml/2006/main" noGrp="1"/>
          </p:cNvSpPr>
          <p:nvPr/>
        </p:nvSpPr>
        <p:spPr>
          <a:xfrm xmlns:a="http://schemas.openxmlformats.org/drawingml/2006/main">
            <a:off x="842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조건</a:t>
            </a:r>
          </a:p>
        </p:txBody>
      </p:sp>
      <p:sp>
        <p:nvSpPr>
          <p:cNvPr id="18" name="">
            <a:extLst xmlns:a="http://schemas.openxmlformats.org/drawingml/2006/main">
              <a:ext uri="{FF2B5EF4-FFF2-40B4-BE49-F238E27FC236}">
                <a16:creationId xmlns:a16="http://schemas.microsoft.com/office/drawing/2014/main" id="{D7EE2232-F446-45A4-BD06-0008B5238F27}"/>
              </a:ext>
            </a:extLst>
          </p:cNvPr>
          <p:cNvSpPr>
            <a:spLocks xmlns:a="http://schemas.openxmlformats.org/drawingml/2006/main" noGrp="1"/>
          </p:cNvSpPr>
          <p:nvPr/>
        </p:nvSpPr>
        <p:spPr>
          <a:xfrm xmlns:a="http://schemas.openxmlformats.org/drawingml/2006/main">
            <a:off x="9906000" y="3009900"/>
            <a:ext cx="0" cy="3619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23A6A99D-C177-4EBD-B926-4251BB6DE8E5}"/>
              </a:ext>
            </a:extLst>
          </p:cNvPr>
          <p:cNvSpPr>
            <a:spLocks xmlns:a="http://schemas.openxmlformats.org/drawingml/2006/main" noGrp="1"/>
          </p:cNvSpPr>
          <p:nvPr/>
        </p:nvSpPr>
        <p:spPr>
          <a:xfrm xmlns:a="http://schemas.openxmlformats.org/drawingml/2006/main">
            <a:off x="2286000" y="337185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A5327F95-EFF1-477D-B10F-208D8BBDAA0E}"/>
              </a:ext>
            </a:extLst>
          </p:cNvPr>
          <p:cNvCxnSpPr/>
          <p:nvPr/>
        </p:nvCxnSpPr>
        <p:spPr>
          <a:xfrm xmlns:a="http://schemas.openxmlformats.org/drawingml/2006/main">
            <a:off x="6096000" y="3371850"/>
            <a:ext cx="0" cy="1905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969BABF1-5BE0-4747-9284-02B27A3CA364}"/>
              </a:ext>
            </a:extLst>
          </p:cNvPr>
          <p:cNvSpPr>
            <a:spLocks xmlns:a="http://schemas.openxmlformats.org/drawingml/2006/main" noGrp="1"/>
          </p:cNvSpPr>
          <p:nvPr/>
        </p:nvSpPr>
        <p:spPr>
          <a:xfrm xmlns:a="http://schemas.openxmlformats.org/drawingml/2006/main">
            <a:off x="4953000" y="3619500"/>
            <a:ext cx="2286000" cy="5524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하나만 선택">
            <a:extLst xmlns:a="http://schemas.openxmlformats.org/drawingml/2006/main">
              <a:ext uri="{FF2B5EF4-FFF2-40B4-BE49-F238E27FC236}">
                <a16:creationId xmlns:a16="http://schemas.microsoft.com/office/drawing/2014/main" id="{A41B8290-C021-4891-83E6-24A5744C1411}"/>
              </a:ext>
            </a:extLst>
          </p:cNvPr>
          <p:cNvSpPr>
            <a:spLocks xmlns:a="http://schemas.openxmlformats.org/drawingml/2006/main" noGrp="1"/>
          </p:cNvSpPr>
          <p:nvPr/>
        </p:nvSpPr>
        <p:spPr>
          <a:xfrm xmlns:a="http://schemas.openxmlformats.org/drawingml/2006/main">
            <a:off x="5105400" y="3705225"/>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하나만 선택</a:t>
            </a:r>
          </a:p>
        </p:txBody>
      </p:sp>
      <p:sp>
        <p:nvSpPr>
          <p:cNvPr id="23" name="">
            <a:extLst xmlns:a="http://schemas.openxmlformats.org/drawingml/2006/main">
              <a:ext uri="{FF2B5EF4-FFF2-40B4-BE49-F238E27FC236}">
                <a16:creationId xmlns:a16="http://schemas.microsoft.com/office/drawing/2014/main" id="{5B9112A8-2ECA-413B-A7C2-ACF782E2F08D}"/>
              </a:ext>
            </a:extLst>
          </p:cNvPr>
          <p:cNvSpPr>
            <a:spLocks xmlns:a="http://schemas.openxmlformats.org/drawingml/2006/main" noGrp="1"/>
          </p:cNvSpPr>
          <p:nvPr/>
        </p:nvSpPr>
        <p:spPr>
          <a:xfrm xmlns:a="http://schemas.openxmlformats.org/drawingml/2006/main">
            <a:off x="6096000" y="4171950"/>
            <a:ext cx="0" cy="171450"/>
          </a:xfrm>
          <a:prstGeom xmlns:a="http://schemas.openxmlformats.org/drawingml/2006/main" prst="line">
            <a:avLst/>
          </a:prstGeom>
          <a:ln xmlns:a="http://schemas.openxmlformats.org/drawingml/2006/main" w="23813">
            <a:solidFill>
              <a:srgbClr val="0B6172"/>
            </a:solidFill>
          </a:ln>
        </p:spPr>
      </p:sp>
      <p:sp>
        <p:nvSpPr>
          <p:cNvPr id="24" name="">
            <a:extLst xmlns:a="http://schemas.openxmlformats.org/drawingml/2006/main">
              <a:ext uri="{FF2B5EF4-FFF2-40B4-BE49-F238E27FC236}">
                <a16:creationId xmlns:a16="http://schemas.microsoft.com/office/drawing/2014/main" id="{617AA2F1-D7F9-4DB2-8992-41B9ABEEF823}"/>
              </a:ext>
            </a:extLst>
          </p:cNvPr>
          <p:cNvSpPr>
            <a:spLocks xmlns:a="http://schemas.openxmlformats.org/drawingml/2006/main" noGrp="1"/>
          </p:cNvSpPr>
          <p:nvPr/>
        </p:nvSpPr>
        <p:spPr>
          <a:xfrm xmlns:a="http://schemas.openxmlformats.org/drawingml/2006/main">
            <a:off x="3200400" y="4343400"/>
            <a:ext cx="5791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5" name="">
            <a:extLst xmlns:a="http://schemas.openxmlformats.org/drawingml/2006/main">
              <a:ext uri="{FF2B5EF4-FFF2-40B4-BE49-F238E27FC236}">
                <a16:creationId xmlns:a16="http://schemas.microsoft.com/office/drawing/2014/main" id="{CA4A8D3D-7616-4214-8AF5-D50D94EB4755}"/>
              </a:ext>
            </a:extLst>
          </p:cNvPr>
          <p:cNvCxnSpPr/>
          <p:nvPr/>
        </p:nvCxnSpPr>
        <p:spPr>
          <a:xfrm xmlns:a="http://schemas.openxmlformats.org/drawingml/2006/main">
            <a:off x="32004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6" name="">
            <a:extLst xmlns:a="http://schemas.openxmlformats.org/drawingml/2006/main">
              <a:ext uri="{FF2B5EF4-FFF2-40B4-BE49-F238E27FC236}">
                <a16:creationId xmlns:a16="http://schemas.microsoft.com/office/drawing/2014/main" id="{0FE6FB46-729E-4193-9F76-559D5FC1197B}"/>
              </a:ext>
            </a:extLst>
          </p:cNvPr>
          <p:cNvCxnSpPr/>
          <p:nvPr/>
        </p:nvCxnSpPr>
        <p:spPr>
          <a:xfrm xmlns:a="http://schemas.openxmlformats.org/drawingml/2006/main">
            <a:off x="89916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15BE0D09-AFAE-4BD6-A3CA-9DABB027341B}"/>
              </a:ext>
            </a:extLst>
          </p:cNvPr>
          <p:cNvSpPr>
            <a:spLocks xmlns:a="http://schemas.openxmlformats.org/drawingml/2006/main" noGrp="1"/>
          </p:cNvSpPr>
          <p:nvPr/>
        </p:nvSpPr>
        <p:spPr>
          <a:xfrm xmlns:a="http://schemas.openxmlformats.org/drawingml/2006/main">
            <a:off x="6096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어디에 둘까?">
            <a:extLst xmlns:a="http://schemas.openxmlformats.org/drawingml/2006/main">
              <a:ext uri="{FF2B5EF4-FFF2-40B4-BE49-F238E27FC236}">
                <a16:creationId xmlns:a16="http://schemas.microsoft.com/office/drawing/2014/main" id="{77071FB6-8C8A-4F94-BFAD-307912027B2B}"/>
              </a:ext>
            </a:extLst>
          </p:cNvPr>
          <p:cNvSpPr>
            <a:spLocks xmlns:a="http://schemas.openxmlformats.org/drawingml/2006/main" noGrp="1"/>
          </p:cNvSpPr>
          <p:nvPr/>
        </p:nvSpPr>
        <p:spPr>
          <a:xfrm xmlns:a="http://schemas.openxmlformats.org/drawingml/2006/main">
            <a:off x="8001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어디에 둘까?</a:t>
            </a:r>
          </a:p>
        </p:txBody>
      </p:sp>
      <p:sp>
        <p:nvSpPr>
          <p:cNvPr id="29" name="">
            <a:extLst xmlns:a="http://schemas.openxmlformats.org/drawingml/2006/main">
              <a:ext uri="{FF2B5EF4-FFF2-40B4-BE49-F238E27FC236}">
                <a16:creationId xmlns:a16="http://schemas.microsoft.com/office/drawing/2014/main" id="{E7F6BE00-C4C6-4751-BACA-2F2B89188D89}"/>
              </a:ext>
            </a:extLst>
          </p:cNvPr>
          <p:cNvSpPr>
            <a:spLocks xmlns:a="http://schemas.openxmlformats.org/drawingml/2006/main" noGrp="1"/>
          </p:cNvSpPr>
          <p:nvPr/>
        </p:nvSpPr>
        <p:spPr>
          <a:xfrm xmlns:a="http://schemas.openxmlformats.org/drawingml/2006/main">
            <a:off x="64008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누가 검토·갱신할까?">
            <a:extLst xmlns:a="http://schemas.openxmlformats.org/drawingml/2006/main">
              <a:ext uri="{FF2B5EF4-FFF2-40B4-BE49-F238E27FC236}">
                <a16:creationId xmlns:a16="http://schemas.microsoft.com/office/drawing/2014/main" id="{CB3053BD-493A-4E67-BC55-A918D00299D1}"/>
              </a:ext>
            </a:extLst>
          </p:cNvPr>
          <p:cNvSpPr>
            <a:spLocks xmlns:a="http://schemas.openxmlformats.org/drawingml/2006/main" noGrp="1"/>
          </p:cNvSpPr>
          <p:nvPr/>
        </p:nvSpPr>
        <p:spPr>
          <a:xfrm xmlns:a="http://schemas.openxmlformats.org/drawingml/2006/main">
            <a:off x="65913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누가 검토·갱신할까?</a:t>
            </a:r>
          </a:p>
        </p:txBody>
      </p:sp>
      <p:sp>
        <p:nvSpPr>
          <p:cNvPr id="31" name="위치와 담당을 생각했다면, 다시 확인할 때는?">
            <a:extLst xmlns:a="http://schemas.openxmlformats.org/drawingml/2006/main">
              <a:ext uri="{FF2B5EF4-FFF2-40B4-BE49-F238E27FC236}">
                <a16:creationId xmlns:a16="http://schemas.microsoft.com/office/drawing/2014/main" id="{E424384F-AAC8-447E-807F-E71D9102314C}"/>
              </a:ext>
            </a:extLst>
          </p:cNvPr>
          <p:cNvSpPr>
            <a:spLocks xmlns:a="http://schemas.openxmlformats.org/drawingml/2006/main" noGrp="1"/>
          </p:cNvSpPr>
          <p:nvPr/>
        </p:nvSpPr>
        <p:spPr>
          <a:xfrm xmlns:a="http://schemas.openxmlformats.org/drawingml/2006/main">
            <a:off x="609600" y="54292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위치와 담당을 생각했다면, 다시 확인할 때는?</a:t>
            </a:r>
          </a:p>
        </p:txBody>
      </p:sp>
      <p:sp>
        <p:nvSpPr>
          <p:cNvPr id="32" name="Legacy module connection">
            <a:extLst xmlns:a="http://schemas.openxmlformats.org/drawingml/2006/main">
              <a:ext uri="{FF2B5EF4-FFF2-40B4-BE49-F238E27FC236}">
                <a16:creationId xmlns:a16="http://schemas.microsoft.com/office/drawing/2014/main" id="{EFD13BF8-2D1D-4250-B6A8-68BA4382795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4725540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2026-10-25T09:03:45.4860000Z</dcterms:created>
  <dcterms:modified xsi:type="dcterms:W3CDTF">2026-10-25T09:03:45.4860000Z</dcterms:modified>
</coreProperties>
</file>