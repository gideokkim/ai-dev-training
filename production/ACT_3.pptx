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3a4895d99dd4a58" /><Relationship Type="http://schemas.openxmlformats.org/officeDocument/2006/relationships/extended-properties" Target="/docProps/app.xml" Id="Rc022a227686f49d3" /><Relationship Type="http://schemas.openxmlformats.org/officeDocument/2006/relationships/officeDocument" Target="/ppt/presentation.xml" Id="R1323de24c2364ab3" /></Relationships>
</file>

<file path=ppt/presentation.xml><?xml version="1.0" encoding="utf-8"?>
<p:presentation xmlns:p="http://schemas.openxmlformats.org/presentationml/2006/main">
  <p:sldMasterIdLst>
    <p:sldMasterId xmlns:r="http://schemas.openxmlformats.org/officeDocument/2006/relationships" id="2147483648" r:id="R26b20ef058894ed6"/>
  </p:sldMasterIdLst>
  <p:notesMasterIdLst>
    <p:notesMasterId xmlns:r="http://schemas.openxmlformats.org/officeDocument/2006/relationships" r:id="Rd5d0657b41be423c"/>
  </p:notesMasterIdLst>
  <p:sldIdLst>
    <p:sldId xmlns:r="http://schemas.openxmlformats.org/officeDocument/2006/relationships" id="256" r:id="Re624b225613c411e"/>
    <p:sldId xmlns:r="http://schemas.openxmlformats.org/officeDocument/2006/relationships" id="257" r:id="R4e29402f725d4f0c"/>
    <p:sldId xmlns:r="http://schemas.openxmlformats.org/officeDocument/2006/relationships" id="258" r:id="R4fdef793d0db4649"/>
    <p:sldId xmlns:r="http://schemas.openxmlformats.org/officeDocument/2006/relationships" id="259" r:id="Ra8c652eabb744be6"/>
    <p:sldId xmlns:r="http://schemas.openxmlformats.org/officeDocument/2006/relationships" id="260" r:id="R54d3c7d2414b42bd"/>
    <p:sldId xmlns:r="http://schemas.openxmlformats.org/officeDocument/2006/relationships" id="261" r:id="R66faa729990d43b8"/>
    <p:sldId xmlns:r="http://schemas.openxmlformats.org/officeDocument/2006/relationships" id="262" r:id="R978e1dee927f43f9"/>
    <p:sldId xmlns:r="http://schemas.openxmlformats.org/officeDocument/2006/relationships" id="263" r:id="R6cc8f5edcf854b66"/>
    <p:sldId xmlns:r="http://schemas.openxmlformats.org/officeDocument/2006/relationships" id="264" r:id="R8119d318a5214dff"/>
    <p:sldId xmlns:r="http://schemas.openxmlformats.org/officeDocument/2006/relationships" id="265" r:id="Rfcbeb4a75dee4ce0"/>
    <p:sldId xmlns:r="http://schemas.openxmlformats.org/officeDocument/2006/relationships" id="266" r:id="Ra3f907d395774ee4"/>
    <p:sldId xmlns:r="http://schemas.openxmlformats.org/officeDocument/2006/relationships" id="267" r:id="R20baeadcbc3f4a22"/>
    <p:sldId xmlns:r="http://schemas.openxmlformats.org/officeDocument/2006/relationships" id="268" r:id="R1c2b872094874b8c"/>
    <p:sldId xmlns:r="http://schemas.openxmlformats.org/officeDocument/2006/relationships" id="269" r:id="R596280d430924def"/>
    <p:sldId xmlns:r="http://schemas.openxmlformats.org/officeDocument/2006/relationships" id="270" r:id="R486d5a88fbf54abf"/>
    <p:sldId xmlns:r="http://schemas.openxmlformats.org/officeDocument/2006/relationships" id="271" r:id="R121229823d874731"/>
    <p:sldId xmlns:r="http://schemas.openxmlformats.org/officeDocument/2006/relationships" id="272" r:id="Rd5500c3dbb6a47c5"/>
    <p:sldId xmlns:r="http://schemas.openxmlformats.org/officeDocument/2006/relationships" id="273" r:id="R829e0307d5e9435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6e4be3cefaf4fa9" /><Relationship Type="http://schemas.openxmlformats.org/officeDocument/2006/relationships/slideMaster" Target="/ppt/slideMasters/slideMaster1.xml" Id="R26b20ef058894ed6" /><Relationship Type="http://schemas.openxmlformats.org/officeDocument/2006/relationships/notesMaster" Target="/ppt/notesMasters/notesMaster1.xml" Id="Rd5d0657b41be423c" /><Relationship Type="http://schemas.openxmlformats.org/officeDocument/2006/relationships/presProps" Target="/ppt/presProps.xml" Id="Rf27b2235795b48c1" /><Relationship Type="http://schemas.openxmlformats.org/officeDocument/2006/relationships/tableStyles" Target="/ppt/tableStyles.xml" Id="Rb20bac76d5bb4ed6" /><Relationship Type="http://schemas.openxmlformats.org/officeDocument/2006/relationships/slide" Target="/ppt/slides/slide1.xml" Id="Re624b225613c411e" /><Relationship Type="http://schemas.openxmlformats.org/officeDocument/2006/relationships/slide" Target="/ppt/slides/slide2.xml" Id="R4e29402f725d4f0c" /><Relationship Type="http://schemas.openxmlformats.org/officeDocument/2006/relationships/slide" Target="/ppt/slides/slide3.xml" Id="R4fdef793d0db4649" /><Relationship Type="http://schemas.openxmlformats.org/officeDocument/2006/relationships/slide" Target="/ppt/slides/slide4.xml" Id="Ra8c652eabb744be6" /><Relationship Type="http://schemas.openxmlformats.org/officeDocument/2006/relationships/slide" Target="/ppt/slides/slide5.xml" Id="R54d3c7d2414b42bd" /><Relationship Type="http://schemas.openxmlformats.org/officeDocument/2006/relationships/slide" Target="/ppt/slides/slide6.xml" Id="R66faa729990d43b8" /><Relationship Type="http://schemas.openxmlformats.org/officeDocument/2006/relationships/slide" Target="/ppt/slides/slide7.xml" Id="R978e1dee927f43f9" /><Relationship Type="http://schemas.openxmlformats.org/officeDocument/2006/relationships/slide" Target="/ppt/slides/slide8.xml" Id="R6cc8f5edcf854b66" /><Relationship Type="http://schemas.openxmlformats.org/officeDocument/2006/relationships/slide" Target="/ppt/slides/slide9.xml" Id="R8119d318a5214dff" /><Relationship Type="http://schemas.openxmlformats.org/officeDocument/2006/relationships/slide" Target="/ppt/slides/slide10.xml" Id="Rfcbeb4a75dee4ce0" /><Relationship Type="http://schemas.openxmlformats.org/officeDocument/2006/relationships/slide" Target="/ppt/slides/slide11.xml" Id="Ra3f907d395774ee4" /><Relationship Type="http://schemas.openxmlformats.org/officeDocument/2006/relationships/slide" Target="/ppt/slides/slide12.xml" Id="R20baeadcbc3f4a22" /><Relationship Type="http://schemas.openxmlformats.org/officeDocument/2006/relationships/slide" Target="/ppt/slides/slide13.xml" Id="R1c2b872094874b8c" /><Relationship Type="http://schemas.openxmlformats.org/officeDocument/2006/relationships/slide" Target="/ppt/slides/slide14.xml" Id="R596280d430924def" /><Relationship Type="http://schemas.openxmlformats.org/officeDocument/2006/relationships/slide" Target="/ppt/slides/slide15.xml" Id="R486d5a88fbf54abf" /><Relationship Type="http://schemas.openxmlformats.org/officeDocument/2006/relationships/slide" Target="/ppt/slides/slide16.xml" Id="R121229823d874731" /><Relationship Type="http://schemas.openxmlformats.org/officeDocument/2006/relationships/slide" Target="/ppt/slides/slide17.xml" Id="Rd5500c3dbb6a47c5" /><Relationship Type="http://schemas.openxmlformats.org/officeDocument/2006/relationships/slide" Target="/ppt/slides/slide18.xml" Id="R829e0307d5e9435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1505f5e4c9a47b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7aca1a1db8b4d0b" /><Relationship Type="http://schemas.openxmlformats.org/officeDocument/2006/relationships/notesMaster" Target="/ppt/notesMasters/notesMaster1.xml" Id="R381f2cb37ce749db" /></Relationships>
</file>

<file path=ppt/notesSlides/_rels/notesSlide2.xml.rels>&#65279;<?xml version="1.0" encoding="utf-8"?><Relationships xmlns="http://schemas.openxmlformats.org/package/2006/relationships"><Relationship Type="http://schemas.openxmlformats.org/officeDocument/2006/relationships/slide" Target="/ppt/slides/slide2.xml" Id="R75a01ddfa6af4289" /><Relationship Type="http://schemas.openxmlformats.org/officeDocument/2006/relationships/notesMaster" Target="/ppt/notesMasters/notesMaster1.xml" Id="Rcdbddc679a6c40cb" /></Relationships>
</file>

<file path=ppt/notesSlides/_rels/notesSlide3.xml.rels>&#65279;<?xml version="1.0" encoding="utf-8"?><Relationships xmlns="http://schemas.openxmlformats.org/package/2006/relationships"><Relationship Type="http://schemas.openxmlformats.org/officeDocument/2006/relationships/slide" Target="/ppt/slides/slide3.xml" Id="Rcc1c863630bf4831" /><Relationship Type="http://schemas.openxmlformats.org/officeDocument/2006/relationships/notesMaster" Target="/ppt/notesMasters/notesMaster1.xml" Id="R6557ab2b6f834a2a" /></Relationships>
</file>

<file path=ppt/notesSlides/_rels/notesSlide4.xml.rels>&#65279;<?xml version="1.0" encoding="utf-8"?><Relationships xmlns="http://schemas.openxmlformats.org/package/2006/relationships"><Relationship Type="http://schemas.openxmlformats.org/officeDocument/2006/relationships/slide" Target="/ppt/slides/slide4.xml" Id="R56c0088a79f24b68" /><Relationship Type="http://schemas.openxmlformats.org/officeDocument/2006/relationships/notesMaster" Target="/ppt/notesMasters/notesMaster1.xml" Id="R8d8f747643ba4aad" /></Relationships>
</file>

<file path=ppt/notesSlides/_rels/notesSlide5.xml.rels>&#65279;<?xml version="1.0" encoding="utf-8"?><Relationships xmlns="http://schemas.openxmlformats.org/package/2006/relationships"><Relationship Type="http://schemas.openxmlformats.org/officeDocument/2006/relationships/slide" Target="/ppt/slides/slide5.xml" Id="Re35d5f9d84cd4dd0" /><Relationship Type="http://schemas.openxmlformats.org/officeDocument/2006/relationships/notesMaster" Target="/ppt/notesMasters/notesMaster1.xml" Id="R992dbe056d1f4b22" /></Relationships>
</file>

<file path=ppt/notesSlides/_rels/notesSlide6.xml.rels>&#65279;<?xml version="1.0" encoding="utf-8"?><Relationships xmlns="http://schemas.openxmlformats.org/package/2006/relationships"><Relationship Type="http://schemas.openxmlformats.org/officeDocument/2006/relationships/slide" Target="/ppt/slides/slide6.xml" Id="R97db6346f86a4151" /><Relationship Type="http://schemas.openxmlformats.org/officeDocument/2006/relationships/notesMaster" Target="/ppt/notesMasters/notesMaster1.xml" Id="R2b799fae31134075" /></Relationships>
</file>

<file path=ppt/notesSlides/_rels/notesSlide7.xml.rels>&#65279;<?xml version="1.0" encoding="utf-8"?><Relationships xmlns="http://schemas.openxmlformats.org/package/2006/relationships"><Relationship Type="http://schemas.openxmlformats.org/officeDocument/2006/relationships/slide" Target="/ppt/slides/slide7.xml" Id="R0c0b66d8528e4d71" /><Relationship Type="http://schemas.openxmlformats.org/officeDocument/2006/relationships/notesMaster" Target="/ppt/notesMasters/notesMaster1.xml" Id="R7d662c302d8449cd" /></Relationships>
</file>

<file path=ppt/notesSlides/_rels/notesSlide8.xml.rels>&#65279;<?xml version="1.0" encoding="utf-8"?><Relationships xmlns="http://schemas.openxmlformats.org/package/2006/relationships"><Relationship Type="http://schemas.openxmlformats.org/officeDocument/2006/relationships/slide" Target="/ppt/slides/slide8.xml" Id="R86906180085c4875" /><Relationship Type="http://schemas.openxmlformats.org/officeDocument/2006/relationships/notesMaster" Target="/ppt/notesMasters/notesMaster1.xml" Id="R5a11ff93232c42d6" /></Relationships>
</file>

<file path=ppt/notesSlides/_rels/notesSlide9.xml.rels>&#65279;<?xml version="1.0" encoding="utf-8"?><Relationships xmlns="http://schemas.openxmlformats.org/package/2006/relationships"><Relationship Type="http://schemas.openxmlformats.org/officeDocument/2006/relationships/slide" Target="/ppt/slides/slide9.xml" Id="Rb961cff4dd12497a" /><Relationship Type="http://schemas.openxmlformats.org/officeDocument/2006/relationships/notesMaster" Target="/ppt/notesMasters/notesMaster1.xml" Id="R9ec37b5ba3f1438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64350cc6036493f" /><Relationship Type="http://schemas.openxmlformats.org/officeDocument/2006/relationships/notesMaster" Target="/ppt/notesMasters/notesMaster1.xml" Id="Raadbf63af97642b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e6e365aa1b449e5" /><Relationship Type="http://schemas.openxmlformats.org/officeDocument/2006/relationships/notesMaster" Target="/ppt/notesMasters/notesMaster1.xml" Id="R4efc84c54f0f410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b9b5cb44d764687" /><Relationship Type="http://schemas.openxmlformats.org/officeDocument/2006/relationships/notesMaster" Target="/ppt/notesMasters/notesMaster1.xml" Id="R5abe46e95c90439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ea911614cff443c" /><Relationship Type="http://schemas.openxmlformats.org/officeDocument/2006/relationships/notesMaster" Target="/ppt/notesMasters/notesMaster1.xml" Id="R7ba6f3753f1b4c2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20b9bdb6bfc4328" /><Relationship Type="http://schemas.openxmlformats.org/officeDocument/2006/relationships/notesMaster" Target="/ppt/notesMasters/notesMaster1.xml" Id="Rea2993fdf6e0474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3d3cbaaaab142d9" /><Relationship Type="http://schemas.openxmlformats.org/officeDocument/2006/relationships/notesMaster" Target="/ppt/notesMasters/notesMaster1.xml" Id="Rd2b3fd98b6ed4e1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a94d0db81de4b0c" /><Relationship Type="http://schemas.openxmlformats.org/officeDocument/2006/relationships/notesMaster" Target="/ppt/notesMasters/notesMaster1.xml" Id="R5430fc0406234ee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d29ec5afaa44085" /><Relationship Type="http://schemas.openxmlformats.org/officeDocument/2006/relationships/notesMaster" Target="/ppt/notesMasters/notesMaster1.xml" Id="Rff831fec071c4a4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b165d92737b4bb6" /><Relationship Type="http://schemas.openxmlformats.org/officeDocument/2006/relationships/notesMaster" Target="/ppt/notesMasters/notesMaster1.xml" Id="R2f07c77be37041e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두 실제 요청에 같은 절차가 반복됐다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S52의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S53, production/preview/act3/S53.png 및 production/preview/full/S53.png.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테스트 명령을 언제 쓰고 무엇을 판단할까?</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S55의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S55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S54, production/preview/act3/S54.png 및 production/preview/full/S54.png.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목표·기준·방법을 한 작업에 적용한다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S54에서 명령의 사용 시점·판단 기준까지 정한 방법을 봤음을 한 문장으로 회수한다. 상단 이번 목표 ‘normalize 성능을 조사해줘’를 읽고, 아래 작업 영역으로 들어가는 연결을 짚는다. S54의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S56에서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S54 회수·목표1, 기준·한 작업1.5, 방법 적용1.5, S56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S55, production/preview/act3/S55.png 및 production/preview/full/S55.png.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반복 절차를 Skill로 모으는 이유</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S55의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S55의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S54에서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S57의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S57에서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S55 회수0.75, 요청/기준 구분1, 공통 Skill과 관리 이유1.25, 선택 범위/S57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S56, production/preview/act3/S56.png 및 production/preview/full/S56.png.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Skill 발견·호출·본문 포함의 근거</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S58에서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S58로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S56 회수·업무 목적0.75, 목록1, 요청1, trace1.5, 범위·S58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S57, production/preview/act3/S57.png 및 production/preview/full/S57.png.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Skill 지침과 실제 작업 기록의 대응</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S57의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S59에서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S57의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S60–S61로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범위·S59 연결1.5). 지연 시 명령과 테스트 이름을 낭독하지 않고 행별 대응을 짚는다. 조건부 계획, 입력/수행 구분, 단독 효과 미입증은 생략하지 않는다. 6분에 S59으로 이동한다.</a:t>
            </a:r>
          </a:p>
          <a:p xmlns:a="http://schemas.openxmlformats.org/drawingml/2006/main">
            <a:r>
              <a:t/>
            </a:r>
          </a:p>
          <a:p xmlns:a="http://schemas.openxmlformats.org/drawingml/2006/main">
            <a:r>
              <a:t>Fallback: LOCAL STATIC ARTIFACT — production/ACT_3.pptx의 S58, production/preview/act3/S58.png 및 production/preview/full/S58.png.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절차는 재사용하고, 답은 근거로 정한다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S58의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S60에서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S60/S61보다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S58 회수0.5, 재사용 방법0.75, 이번 근거·답1, 채택/보류와 S60 연결0.75. 지연 시 지침 원문과 세 질문을 전부 낭독하지 않는다. 허용된 보류와 실제 결과의 구분은 생략하지 않고3분에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계산의 성능 개선 후보</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S59의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S61은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S60에는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S61의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S60, production/preview/act3/S60.png 및 production/preview/full/S60.png.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선택한 변경의 시간·메모리·동작 확인</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S61, production/preview/act3/S61.png 및 production/preview/full/S61.png.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한 Agent 조사와 Subagent 역할 분리</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S61의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S63의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S63에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작업을 나누지 않은 이유</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“S62의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S62에서는 성능·빌드·테스트 조사가 서로 기다리지 않아도 된다고 가정했다. 이제 S60/S61의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S60에서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S61에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S62의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S62의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Lecture1분(S62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S64로 이동한다.</a:t>
            </a:r>
          </a:p>
          <a:p xmlns:a="http://schemas.openxmlformats.org/drawingml/2006/main">
            <a:r>
              <a:t/>
            </a:r>
          </a:p>
          <a:p xmlns:a="http://schemas.openxmlformats.org/drawingml/2006/main">
            <a:r>
              <a:t>Fallback: LOCAL STATIC ARTIFACT — production/ACT_3.pptx의 S63, production/preview/act3/S63.png 및 production/preview/full/S63.png.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이번 Context와 다시 쓸 지식</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S63에서는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S65에서는 실제 Demo 지식이 이미 어디에 있었는지와 별도 후보 유무를 확인한다.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S65에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S63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S65로 이동한다.</a:t>
            </a:r>
          </a:p>
          <a:p xmlns:a="http://schemas.openxmlformats.org/drawingml/2006/main">
            <a:r>
              <a:t/>
            </a:r>
          </a:p>
          <a:p xmlns:a="http://schemas.openxmlformats.org/drawingml/2006/main">
            <a:r>
              <a:t>Fallback: LOCAL STATIC ARTIFACT — production/ACT_3.pptx의 S64, production/preview/act3/S64.png 및 production/preview/full/S64.png.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실제 Demo 지식의 원래 출처</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“S64의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S64의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S66으로 이동한다.</a:t>
            </a:r>
          </a:p>
          <a:p xmlns:a="http://schemas.openxmlformats.org/drawingml/2006/main">
            <a:r>
              <a:t/>
            </a:r>
          </a:p>
          <a:p xmlns:a="http://schemas.openxmlformats.org/drawingml/2006/main">
            <a:r>
              <a:t>Fallback: LOCAL STATIC ARTIFACT — production/ACT_3.pptx의 S65, production/preview/act3/S65.png 및 production/preview/full/S65.png.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밝기 통계 작업에 쓰인 구성의 역할</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“S65에서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S65의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S57/S58에서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S61처럼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S69에서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S65의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S67에서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S57–S61의 지침·수치 설명을 반복하지 않는다. 실제3분 리허설은 UNVERIFIED다.</a:t>
            </a:r>
          </a:p>
          <a:p xmlns:a="http://schemas.openxmlformats.org/drawingml/2006/main">
            <a:r>
              <a:t/>
            </a:r>
          </a:p>
          <a:p xmlns:a="http://schemas.openxmlformats.org/drawingml/2006/main">
            <a:r>
              <a:t>Fallback: LOCAL STATIC ARTIFACT — production/ACT_3.pptx의 S66, production/preview/act3/S66.png 및 production/preview/full/S66.png.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함께 작동하는 작업 환경, Harness</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“S66의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Lecture) S66의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‘Repository 밖에서 적용되는 조건도 있지 않을까요?’로 S68를 연다. 제품이나 새 명령을 실행하지 않는다.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S66의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S69에서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S66/STATE-04-PERF의 AGENTS.md·docs·Skill·tests·benchmark와 기록된 입력/실행 조건을 같은 도식에 대응하는 CAPTURED 정적 요약이다. 실제 실행 캡처가 아니며 제품·Agent·benchmark·Demo repository를 실행하거나 새 Trial을 만들지 않는다. S66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실제 구성 회수0.5, 실행 환경1, 사람의 검토1, 전체 운영 모델·범위1.5. Demo2분: 실제 자료/기록 대응1.5, 저장소 밖 조건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S67, production/preview/act3/S67.png 및 production/preview/full/S67.png.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같은 저장소여도 실행 조건은 다를 수 있다</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같은 저장소여도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“S67의 실행 환경은 같은 Repository 파일만으로 모두 정해질까요?”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S67의 실행 조건을 회수한다. 위 도식에서 같은 Repository의 코드·AGENTS.md·문서와 외부의 전역 지침/Skills·모델/설정·권한이 한 실행에 적용되는 관계를 짚는다. 점선의 ‘적용 확인’은 실제 세션에서 무엇이 적용됐는지 확인하라는 뜻이다. 조건 두 개를 비교 실행한 실험이나 과거 Trial의 정확한 파일 트리가 아니다.</a:t>
            </a:r>
          </a:p>
          <a:p xmlns:a="http://schemas.openxmlformats.org/drawingml/2006/main">
            <a:r>
              <a:t>2. (1:00–2:00 / Lecture) TRIAL-006에 전역 Skills4개 포함과 시작 경고가 보존됐다는 관찰만 짧게 회수한다. 경고가 실제 Hook/MCP 실행이나 작업 기여를 증명하지 않으며 전체 설정·권한의 감사도 아니다. 결과를 Prompt만의 효과로 분리할 수 없었다는 한계를 남긴다. 이 관찰로 평가·보고를 어떻게 바꿨는지는 ACT4 S83–S87의 다른 질문으로 남긴다.</a:t>
            </a:r>
          </a:p>
          <a:p xmlns:a="http://schemas.openxmlformats.org/drawingml/2006/main">
            <a:r>
              <a:t>3. (2:00–3:00 / Lecture) 이번 장의 실무 판단은 결과와 함께 실제 적용 지침·입력·설정/권한·실행 조건을 남기자는 것이다. 구체 명령이나 새 환경 설정을 지정하지 않는다. OS/runtime도 기록할 조건이며 각 조건의 독립적 효과는 미입증이다. S69에서 같은 확인 기준을 C++ 검사 업무로 옮긴다.</a:t>
            </a:r>
          </a:p>
          <a:p xmlns:a="http://schemas.openxmlformats.org/drawingml/2006/main">
            <a:r>
              <a:t/>
            </a:r>
          </a:p>
          <a:p xmlns:a="http://schemas.openxmlformats.org/drawingml/2006/main">
            <a:r>
              <a:t>Evidence / Source: plan/DEMO_MATRIX.md의 STEP07 DEMO ENVIRONMENT AUDIT AND DECISION UPDATE / TRIAL-006 Impact 및 Global Harness Inventory, Meta Claim Status Table; plan/CLAIM_FREEZE.md의 TRIAL-006→DEC-0016→TRIAL-007/008 경계; DEC-0016/0021/0062/0077; BEAT-033/036; DEMO-04B. OBSERVED_META / TEACHING_MODEL. 과거 Codex CLI0.154.0 기록이며 현재 호스트 설정을 다시 감사한 것이 아니다. 메인 관찰 줄은 TRIAL-006으로 한정하고 후속007/008 기록은 기존 불일치·부분 범위를 보존한다.; DEC-0080.</a:t>
            </a:r>
          </a:p>
          <a:p xmlns:a="http://schemas.openxmlformats.org/drawingml/2006/main">
            <a:r>
              <a:t/>
            </a:r>
          </a:p>
          <a:p xmlns:a="http://schemas.openxmlformats.org/drawingml/2006/main">
            <a:r>
              <a:t>Claim Boundary: OBSERVED_META / TEACHING_MODEL — 상단은 실행 조건의 관계도, 아래는 보존된 실제 관찰 요약과 해석의 한계다. 동일 저장소의 통제된 두 환경 비교나 인과 실험이 아니다. 전역 지침 파일의 존재·문서화된 발견 규칙과 완전한 주입 원문의 직접 관찰을 구분한다. Hook 경고는 Hook 실행·소스 변경의 증거가 아니며 MCP 시작 오류는 MCP task call/result 사용의 증거가 아니다. TRIAL-007의 보고/stderr 불일치를 해결한 것으로 표현하지 않는다. 전체 환경 inventory·개별 설정/권한의 인과효과·Prompt/Skill 우월성·현재 제품/계정 지원을 확정하지 않는다. 실제 Product State·측정 결과·Demo 역할은 유지한다.</a:t>
            </a:r>
          </a:p>
          <a:p xmlns:a="http://schemas.openxmlformats.org/drawingml/2006/main">
            <a:r>
              <a:t/>
            </a:r>
          </a:p>
          <a:p xmlns:a="http://schemas.openxmlformats.org/drawingml/2006/main">
            <a:r>
              <a:t>Beginner Explanation: 저장소 안의 코드와 프로젝트 안내가 같아도, Agent가 시작할 때 적용된 개인 지침·설정과 허용 범위는 함께 확인해야 한다. 시작 중 경고를 봤다는 사실만으로 그 도구가 일을 했거나 답을 바꿨다고 판단할 수는 없다.</a:t>
            </a:r>
          </a:p>
          <a:p xmlns:a="http://schemas.openxmlformats.org/drawingml/2006/main">
            <a:r>
              <a:t/>
            </a:r>
          </a:p>
          <a:p xmlns:a="http://schemas.openxmlformats.org/drawingml/2006/main">
            <a:r>
              <a:t>Advanced Insight: 적용 지침·모델/설정·권한·OS/runtime을 결과와 함께 기록하고 존재/로딩/실행/결과 기여를 구분한다. TRIAL-006의 bounded correctness·benchmark 관찰은 보존하면서 Prompt-only attribution을 PARTIAL로 유지한다. 현재 설정 파일을 과거 세션의 완전한 snapshot으로 소급하지 않는다. 전역 영향을 알아냈다는 사실만으로 전체 환경을 포착하거나 Trial 품질이 향상됐다고 주장하지 않는다. 세부 보존 범위: TRIAL-006은 전역 Skills4개 포함, Hook 구성 경고, MCP 연결/인증 시작 문제가 있었으나 Hook 실행·소스 변경이나 MCP 작업 결과 기여는 입증하지 않는다. 전역 지침 주입 원문 전체는 별도 보존되지 않았다. TRIAL-007 보고/stderr 불일치와 TRIAL-008의 부분적 영향 기록은 S83–S87에서 다룬다.</a:t>
            </a:r>
          </a:p>
          <a:p xmlns:a="http://schemas.openxmlformats.org/drawingml/2006/main">
            <a:r>
              <a:t/>
            </a:r>
          </a:p>
          <a:p xmlns:a="http://schemas.openxmlformats.org/drawingml/2006/main">
            <a:r>
              <a:t>C++ Vision Bridge: 같은 C++ Repository라도 Toolchain, 권한, runtime 조건이 다를 수 있다는 정도로만 잇는다. 구체적 빌드·검증 도구 선택과 명세 전이는 S69에서 회수한다.</a:t>
            </a:r>
          </a:p>
          <a:p xmlns:a="http://schemas.openxmlformats.org/drawingml/2006/main">
            <a:r>
              <a:t/>
            </a:r>
          </a:p>
          <a:p xmlns:a="http://schemas.openxmlformats.org/drawingml/2006/main">
            <a:r>
              <a:t>Demo Operation: Lecture3분의 정적 보조 도식 — Repository → Agent와 외부 조건 → 적용 확인의 선을 읽고, 아래 실제 관찰 → 해석의 한계로 이동한다. Meta 이중선 프레임을 유지한다. DEMO-04B의 ACT4 상세 Timeline·보고 불일치를 여기서 재강의하거나 추가 Demo 시간으로 계산하지 않는다. 제품·Agent·Demo repository를 실행하지 않으며 현재 설정/권한을 변경하거나 새 Trial을 만들지 않는다.</a:t>
            </a:r>
          </a:p>
          <a:p xmlns:a="http://schemas.openxmlformats.org/drawingml/2006/main">
            <a:r>
              <a:t/>
            </a:r>
          </a:p>
          <a:p xmlns:a="http://schemas.openxmlformats.org/drawingml/2006/main">
            <a:r>
              <a:t>Audience Interaction: ‘코드가 같다는 사실만으로, 같은 조건에서 실행했다고 말할 수 있을까요?’를 잠시 생각하게 한 뒤 외부 조건의 적용 기록으로 회수한다. 필수 실습·공개 답변·별도 Q&amp;A 시간은 추가하지 않는다.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Repository/외부 조건 관계1, 보존 관찰과 인과 한계1, 기록할 조건과 C++ 전이1. Hook/MCP 정의·오류 목록·후속 Trial 연혁은 여기서 열지 않는다. 실제 리허설은 UNVERIFIED다.</a:t>
            </a:r>
          </a:p>
          <a:p xmlns:a="http://schemas.openxmlformats.org/drawingml/2006/main">
            <a:r>
              <a:t/>
            </a:r>
          </a:p>
          <a:p xmlns:a="http://schemas.openxmlformats.org/drawingml/2006/main">
            <a:r>
              <a:t>Fallback: LOCAL STATIC ARTIFACT — production/ACT_3.pptx의 S68, production/preview/act3/S68.png 및 production/preview/full/S68.png. 관계도·보존 기록 요약이며 raw 실행 캡처가 아니다. Lecture 보조 Preview로 기존32개 Demo fallback inventory에 추가하지 않는다. 파일 대조는 production/evaluation/S65_EXTERNAL_CONDITIONS_REVISION.md를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밝기 통계의 판단을 C++ 검사에 적용하기</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밝기 통계의 판단을 C++ 검사에 적용하기</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“S68에서 본 실행 조건까지 고려하면, 밝기 통계 Demo의 세 기준을 우리 C++ 검사 업무에 어떻게 적용할까요?”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S68의 ‘같은 코드여도 실행 조건을 확인한다’를 회수하고 우리 검사 업무로 전이한다. 위의 기존 삽화는 카메라·영상·처리·결과의 교육용 파이프라인이며 실제 회사 장비·C++ 구현 화면이 아니다. 아래 세 행은 이 파이프라인 전체에 적용할 기준이지 그림의 세 단계에 각각 하나씩 배당하는 순서가 아니다.</a:t>
            </a:r>
          </a:p>
          <a:p xmlns:a="http://schemas.openxmlformats.org/drawingml/2006/main">
            <a:r>
              <a:t>2. (0:45–1:45) 명세 행을 왼쪽에서 오른쪽으로 읽는다. 밝기 통계에서는 출력6항목의 동작을 보존했다. C++ 검사에서는 ROI 좌표 범위·픽셀값 범위·입출력 명세를 프로젝트 문서와 코드에서 확인하고 보존할 기준으로 정한다. 구체적 범위·임계값·알고리즘은 이 자료가 새로 확정하지 않는다.</a:t>
            </a:r>
          </a:p>
          <a:p xmlns:a="http://schemas.openxmlformats.org/drawingml/2006/main">
            <a:r>
              <a:t>3. (1:45–2:45) 수행 방법 행을 읽는다. 실제 Demo의 기준선 확보·해당 경로 조사·변경·같은 조건 비교를 검사 모듈에도 적용하는 패턴이다. 바꿀 경로와 가설을 먼저 확인하고 최소 변경 뒤 동작·회귀를 확인해 동일 조건에서 비교한다. 성능 Skill이 답을 주거나 Python 구현을 그대로 복사한다는 의미가 아니다.</a:t>
            </a:r>
          </a:p>
          <a:p xmlns:a="http://schemas.openxmlformats.org/drawingml/2006/main">
            <a:r>
              <a:t>4. (2:45–4:00) 검증 근거 행을 읽는다. Demo의 테스트와 기록된 실행시간·Python 할당 피크를 C++ 업무의 동작·회귀·통합 검사와 적합한 성능 측정 근거에 대응한다. 도구 이름이 아니라 무엇을 확인할지를 먼저 고른다. GoogleTest/CTest·통합 테스트·benchmark/profiler는 예시이며 실제 팀 표준을 확인해야 한다. Python tracemalloc 수치를 C++ 메모리/RSS 기준으로 옮기거나 같은 성능 개선을 보장하지 않는다.</a:t>
            </a:r>
          </a:p>
          <a:p xmlns:a="http://schemas.openxmlformats.org/drawingml/2006/main">
            <a:r>
              <a:t>5. (4:00–4:40) 마지막 입력·빌드·장비 조건을 짚는다. 비교할 입력, 빌드 모드/옵션, 실행 장비와 권한·runtime 같은 조건을 실제 프로젝트에서 확인·기록한다. Release build도 승인된 기존 예시일 뿐 어떤 명령·컴파일러·장비 구성을 여기서 지정하거나 검증한 것은 아니다. S68의 조건 확인을 C++ 작업에 연결한다.</a:t>
            </a:r>
          </a:p>
          <a:p xmlns:a="http://schemas.openxmlformats.org/drawingml/2006/main">
            <a:r>
              <a:t>6. (4:40–5:00) 세 기준을 옮기는 것이며 실제 C++ Trial이나 회사 성과가 아니라는 범위를 회수한다. 다음 S70에서는 이 중 자기 업무에서 먼저 정리할 반복 한 가지와 검토·갱신 책임을 고르게 한다.</a:t>
            </a:r>
          </a:p>
          <a:p xmlns:a="http://schemas.openxmlformats.org/drawingml/2006/main">
            <a:r>
              <a:t/>
            </a:r>
          </a:p>
          <a:p xmlns:a="http://schemas.openxmlformats.org/drawingml/2006/main">
            <a:r>
              <a:t>Evidence / Source: BEAT-036; CLM-0016/0017/0030; OQ-011; DEC-0062/0078; plan/DEMO_MATRIX.md의 TRIAL-008·STATE-04-PERF 실제 동작 보존·수행 절차·검증 기록; repository 성능 Skill. TEACHING_MODEL. 삽화 출처: prototype/image-illustration-pilot/assets/S53.png, built-in image_gen,2026-10-18; 프롬프트: prototype/image-illustration-pilot/PROMPTS.md. 승인된 이미지 bytes·crop(top0.08/bottom0.12)을 유지하고 화면 배치/크기만 조정한다. 실제 화면·현장 사진·C++ 관찰 자료가 아니다.</a:t>
            </a:r>
          </a:p>
          <a:p xmlns:a="http://schemas.openxmlformats.org/drawingml/2006/main">
            <a:r>
              <a:t/>
            </a:r>
          </a:p>
          <a:p xmlns:a="http://schemas.openxmlformats.org/drawingml/2006/main">
            <a:r>
              <a:t>Claim Boundary: TEACHING_MODEL — 왼쪽은 보존된 밝기 통계 Demo의 기준 요약, 오른쪽은 C++ 검사 업무에 대입할 교육용 질문과 적용 방향이다. 실제 C++ 구현·테스트 실행·회사 장비·성능 결과는 없다. ROI·픽셀 명세와 빌드·장비·도구 선택은 팀에서 확인하며 구체적 Windows/shell/IDE/hardware 지시를 추가하려면 별도 검증한다. 측정 수치·알고리즘·Skill 효과를 다른 언어/장비에 그대로 이전하지 않는다. 기존 이미지의 범위와 단독 Harness/Skill 인과효과 미입증 경계를 유지한다.</a:t>
            </a:r>
          </a:p>
          <a:p xmlns:a="http://schemas.openxmlformats.org/drawingml/2006/main">
            <a:r>
              <a:t/>
            </a:r>
          </a:p>
          <a:p xmlns:a="http://schemas.openxmlformats.org/drawingml/2006/main">
            <a:r>
              <a:t>Beginner Explanation: 먼저 무엇을 지킬지 정하고, 어떻게 조사·변경할지 정하며, 무엇을 확인해야 완료인지 정한다. Python 밝기 통계에서 사용한 이 세 기준을 C++ 검사 모듈의 명세·일하는 절차·확인 근거에 대입한다. 입력과 빌드·장비 조건도 함께 확인한다.</a:t>
            </a:r>
          </a:p>
          <a:p xmlns:a="http://schemas.openxmlformats.org/drawingml/2006/main">
            <a:r>
              <a:t/>
            </a:r>
          </a:p>
          <a:p xmlns:a="http://schemas.openxmlformats.org/drawingml/2006/main">
            <a:r>
              <a:t>Advanced Insight: Project Context→알고리즘/입출력 명세·빌드/하드웨어 가정, 반복 절차→대상 경로의 기준선/가설/변경/회귀/동일 조건 비교, unittest·benchmark script→팀의 적합한 동작/통합/성능 근거로 대응한다. 도구와 측정량은 실제 프로젝트에 맞춰 선택하고 동작 동등성·측정 조건·미확인 범위를 함께 검토한다. Python 할당 피크는 C++ 메모리 지표로 직접 이전할 근거가 아니다.</a:t>
            </a:r>
          </a:p>
          <a:p xmlns:a="http://schemas.openxmlformats.org/drawingml/2006/main">
            <a:r>
              <a:t/>
            </a:r>
          </a:p>
          <a:p xmlns:a="http://schemas.openxmlformats.org/drawingml/2006/main">
            <a:r>
              <a:t>C++ Vision Bridge: PRIMARY — 화면 전체가 세 기준의 C++ 적용이다. unittest→GoogleTest/CTest 또는 통합 검사, benchmark script→benchmark/profiler는 기존 예시이며 권장 도구를 새로 확정하지 않는다. 빌드 모드·장비 가정·ROI/픽셀 명세·회귀 기준과 팀 표준을 확인한다.</a:t>
            </a:r>
          </a:p>
          <a:p xmlns:a="http://schemas.openxmlformats.org/drawingml/2006/main">
            <a:r>
              <a:t/>
            </a:r>
          </a:p>
          <a:p xmlns:a="http://schemas.openxmlformats.org/drawingml/2006/main">
            <a:r>
              <a:t>Demo Operation: Lecture5분의 정적 전이 도식 — 기존 승인된 검사 파이프라인 삽화를 짚은 뒤 명세/수행 방법/검증 근거를 각 행의 Demo→C++ 순서로 대응한다. 마지막 실행 조건을 회수하고 S70로 이동한다. 실제 C++ 결과 화면처럼 말하지 않는다. 제품·Agent·Demo repository·컴파일러·테스트·benchmark를 실행하거나 새 Trial을 만들지 않는다. Demo 시간을 추가하지 않는다.</a:t>
            </a:r>
          </a:p>
          <a:p xmlns:a="http://schemas.openxmlformats.org/drawingml/2006/main">
            <a:r>
              <a:t/>
            </a:r>
          </a:p>
          <a:p xmlns:a="http://schemas.openxmlformats.org/drawingml/2006/main">
            <a:r>
              <a:t>Audience Interaction: ‘우리 검사 코드에서 출력6항목 보존에 해당하는 명세는 무엇일까요?’를 짧게 생각하게 하고 ROI·픽셀·입출력 조건의 실제 확인으로 회수한다. 정답이나 팀별 수치를 즉석에서 만들어 주지 않으며 필수 실습·공개 답변·별도 Q&amp;A 시간을 추가하지 않는다.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S68/삽화 연결0.75, 명세1, 수행 방법1, 검증 근거1.25, 실행 조건0.67, 적용 범위/전환0.33. 지연 시 도구 이름과 측정량 상세 설명을 줄이고 세 행의 대응·입력/빌드/장비 조건·교육용 범위는 유지한다.5분에 S70로 이동한다. 실제 리허설은 UNVERIFIED다.</a:t>
            </a:r>
          </a:p>
          <a:p xmlns:a="http://schemas.openxmlformats.org/drawingml/2006/main">
            <a:r>
              <a:t/>
            </a:r>
          </a:p>
          <a:p xmlns:a="http://schemas.openxmlformats.org/drawingml/2006/main">
            <a:r>
              <a:t>Fallback: LOCAL STATIC ARTIFACT — production/ACT_3.pptx의 S69, production/preview/act3/S69.png 및 production/preview/full/S69.png. 교육용 전이 도식·승인된 AI 삽화이며 실제 C++ 실행 캡처가 아니다. Lecture 보조 Preview로 기존32개 Demo fallback inventory에는 추가하지 않는다. 파일 대조는 production/evaluation/S66_CPP_TRANSFER_REVISION.md를 따른다. 실제 발표 PC 재생은 UNVERIFIED다.</a:t>
            </a:r>
          </a:p>
          <a:p xmlns:a="http://schemas.openxmlformats.org/drawingml/2006/main">
            <a:r>
              <a:t/>
            </a:r>
          </a:p>
          <a:p xmlns:a="http://schemas.openxmlformats.org/drawingml/2006/main">
            <a:r>
              <a:t>Validation Status: ALIGNED — DEC-0078의19필드·Lecture5분·TEACHING_MODEL·기존 이미지와 실제/교육용 적용 경계를 정렬했다. 최종 패키지/PNG/내장 Notes 대조는 production/evaluation/S66_CPP_TRANSFER_REVISION.md에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우리 업무에서 먼저 정리할 한 가지</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우리 업무에서 먼저 정리할 한 가지</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“S69의 기준을 우리 업무에 대입하면, 어떤 반복 한 가지를 먼저 정리하고 어디에 두며 누가 유지하면 좋을까요?”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Reflection, R1) S69에서 명세·수행 방법·검증 근거를 C++ 검사 업무에 대입했다. 이제 자기 업무에서 반복되는 정보·절차·검증 근거를 떠올리게 한다. 화면의 세 후보는 같은 비중이며 특정 유형을 정답으로 고르지 않는다. 필기·파일 작성·저장소 수정·발표는 요구하지 않는다.</a:t>
            </a:r>
          </a:p>
          <a:p xmlns:a="http://schemas.openxmlformats.org/drawingml/2006/main">
            <a:r>
              <a:t>2. (0:30–1:30 / Reflection, R1) ‘하나만 선택’을 짚고 현재 반복 비용이나 혼란이 큰 한 가지를 조용히 고르게 한다. 세 후보가 모이는 선은 선택지를 뜻하며 세 종류를 전부 합치거나 새 시스템을 만들라는 뜻이 아니다. 아직 고르지 못해도 강제로 답을 정하지 않는다.</a:t>
            </a:r>
          </a:p>
          <a:p xmlns:a="http://schemas.openxmlformats.org/drawingml/2006/main">
            <a:r>
              <a:t>3. (1:30–2:15 / Reflection, R1) ‘어디에 둘까?’를 짚는다. 이미 관리되는 원래 출처와 팀의 흐름을 먼저 확인한다. 프로젝트 문서·재사용 수행 방법·날짜가 있는 검증 기록은 위치를 생각할 예시이며 정보 종류와 특정 파일을 배타적으로 고정하지 않는다. 이 시간에 새 문서·Skill·Memory를 만들지 않는다.</a:t>
            </a:r>
          </a:p>
          <a:p xmlns:a="http://schemas.openxmlformats.org/drawingml/2006/main">
            <a:r>
              <a:t>4. (2:15–3:00 / Reflection, R1) ‘누가 검토·갱신할까?’를 짚고 역할 또는 사람을 생각하게 한다. 검토자와 갱신 담당은 같은 사람일 수도 있다. 결정할 수 없으면 미확정으로 남기며 청중의 팀 역할을 대신 배정하지 않는다.</a:t>
            </a:r>
          </a:p>
          <a:p xmlns:a="http://schemas.openxmlformats.org/drawingml/2006/main">
            <a:r>
              <a:t>5. (3:00–8:00 / Q&amp;A, R2) 공유는 선택이며 질문을 받는다. 답변은 선택한 반복·둘 위치·검토/갱신 책임으로 회수한다. 기능 개수를 늘리는 방향이나 특정 도구를 정답으로 유도하지 않는다. 질문이 없으면 ‘이미 관리되는 출처가 있나요?’, ‘기준이나 측정 조건이 바뀌면 누가 확인하나요?’로 대화를 열거나 조용히 생각할 시간을 준다.8분에 답변을 마치고 초과 질문은 후속 확인으로 남긴다.</a:t>
            </a:r>
          </a:p>
          <a:p xmlns:a="http://schemas.openxmlformats.org/drawingml/2006/main">
            <a:r>
              <a:t>6. (8:00–10:00 / Transition, R3) ‘위치와 담당을 생각했다면, 다시 확인할 때는?’을 짚는다. 선택한 자료가 다음 작업에도 쓰이는 동안 어떤 기준 변화가 검토를 요구할지 떠올리게 한다. 실제 담당을 정했다고 취급하지 않는다. 실제 STATE-04-PERF 성공은 S71에서 짧게 보존하고, 그다음 별도 가상 사례에서 유지 문제를 살펴본다. 성공을 다시 자세히 설명하거나 가상 변화의 결과를 먼저 말하지 않는다.</a:t>
            </a:r>
          </a:p>
          <a:p xmlns:a="http://schemas.openxmlformats.org/drawingml/2006/main">
            <a:r>
              <a:t/>
            </a:r>
          </a:p>
          <a:p xmlns:a="http://schemas.openxmlformats.org/drawingml/2006/main">
            <a:r>
              <a:t>Evidence / Source: STATE-04-PERF의 보존된 성공; DEC-0018/0021/0062/0079; BEAT-035–038; INV-VERIFY-001; INV-DELIVERY-001. TEACHING_MODEL / 개인 성찰 운영 질문이다. 실제 청중 답변·팀별 운영 결정·추가 기능의 효과를 수집하거나 관찰한 결과가 아니다.; DEC-0080.</a:t>
            </a:r>
          </a:p>
          <a:p xmlns:a="http://schemas.openxmlformats.org/drawingml/2006/main">
            <a:r>
              <a:t/>
            </a:r>
          </a:p>
          <a:p xmlns:a="http://schemas.openxmlformats.org/drawingml/2006/main">
            <a:r>
              <a:t>Claim Boundary: TEACHING_MODEL — 반복 한 가지와 위치·유지 책임을 생각하는 질문이다. 필수 실습·공개 답변·저장소 변경이 아니며 정답이나 팀별 선택을 만들어 주지 않는다. 새 문서·Skill·Subagent·Memory 추가를 전제하지 않는다. 보존된 실제 성공을 실패한 Harness로 재해석하거나 다음 ACT의 개념적 변화를 실제 Product failure로 말하지 않는다. R1/R2/R3는 정적 화면에서 발표자가 초점을 옮기는 운영 구분이며 Native animation·실제 리허설 검증이 아니다.</a:t>
            </a:r>
          </a:p>
          <a:p xmlns:a="http://schemas.openxmlformats.org/drawingml/2006/main">
            <a:r>
              <a:t/>
            </a:r>
          </a:p>
          <a:p xmlns:a="http://schemas.openxmlformats.org/drawingml/2006/main">
            <a:r>
              <a:t>Beginner Explanation: 매번 다시 찾는 정보, 다시 설명하는 순서, 완료를 확인할 근거 중 하나를 고른다. 그것을 어디에서 관리하고 누가 확인·수정할지 생각한다. 지금 직접 만들거나 발표할 필요는 없다.</a:t>
            </a:r>
          </a:p>
          <a:p xmlns:a="http://schemas.openxmlformats.org/drawingml/2006/main">
            <a:r>
              <a:t/>
            </a:r>
          </a:p>
          <a:p xmlns:a="http://schemas.openxmlformats.org/drawingml/2006/main">
            <a:r>
              <a:t>Advanced Insight: 새 구조를 추가하기 전에 원래 출처·재사용 비용·검증 요구를 확인하고 위치와 유지 책임을 함께 본다. 담당은 역할로 생각해도 되며 검토와 갱신을 반드시 다른 사람에게 배정할 필요는 없다. 기능 수를 늘리는 답으로 유도하지 않고 프로젝트 변경 시 가정·내용의 재확인 필요만 연다.</a:t>
            </a:r>
          </a:p>
          <a:p xmlns:a="http://schemas.openxmlformats.org/drawingml/2006/main">
            <a:r>
              <a:t/>
            </a:r>
          </a:p>
          <a:p xmlns:a="http://schemas.openxmlformats.org/drawingml/2006/main">
            <a:r>
              <a:t>C++ Vision Bridge: S69의 프로젝트별 명세·수행 방법·완료 근거를 청중 자신의 업무로 가져오는 contextual cue다. 별도 C++ 삽화나 도구 목록·구현 지시를 추가하지 않는다.</a:t>
            </a:r>
          </a:p>
          <a:p xmlns:a="http://schemas.openxmlformats.org/drawingml/2006/main">
            <a:r>
              <a:t/>
            </a:r>
          </a:p>
          <a:p xmlns:a="http://schemas.openxmlformats.org/drawingml/2006/main">
            <a:r>
              <a:t>Demo Operation: 정적 성찰 화면이다. R1은 세 후보→하나 선택→위치/담당 질문, R2는 선택적 Q&amp;A, R3는 다시 확인할 시점으로 초점을 옮긴다. 정적 화면 전체가 보이며 Native animation·제품 실행·새 Trial은 없다. 실제 성공과 별도 가상 사례의 경계는 유지한다.</a:t>
            </a:r>
          </a:p>
          <a:p xmlns:a="http://schemas.openxmlformats.org/drawingml/2006/main">
            <a:r>
              <a:t/>
            </a:r>
          </a:p>
          <a:p xmlns:a="http://schemas.openxmlformats.org/drawingml/2006/main">
            <a:r>
              <a:t>Audience Interaction: Reflection3분은 개인적으로 생각하고 공유는 선택이다. Q&amp;A5분에는 질문이 없을 때 ‘선택한 한 가지는 이미 어디에 있나요?’, ‘누가 검토하고 어떤 변화가 생기면 갱신하나요?’를 예비 질문으로 쓴다. 답이 없거나 담당이 미정이어도 미확정으로 두며 실습·즉석 산출물을 요구하지 않는다.8분에 cutoff하고 마지막2분을 전환으로 보호한다.</a:t>
            </a:r>
          </a:p>
          <a:p xmlns:a="http://schemas.openxmlformats.org/drawingml/2006/main">
            <a:r>
              <a:t/>
            </a:r>
          </a:p>
          <a:p xmlns:a="http://schemas.openxmlformats.org/drawingml/2006/main">
            <a:r>
              <a:t>Transition: “남길 위치와 검토·갱신 역할을 생각해 봤습니다. 이제 확인한 성공을 기준점으로 두고, 그 방법을 계속 맞게 유지하는 문제로 넘어가겠습니다.”</a:t>
            </a:r>
          </a:p>
          <a:p xmlns:a="http://schemas.openxmlformats.org/drawingml/2006/main">
            <a:r>
              <a:t/>
            </a:r>
          </a:p>
          <a:p xmlns:a="http://schemas.openxmlformats.org/drawingml/2006/main">
            <a:r>
              <a:t>Time Management: Reflection3분(연결0.5, 하나 선택1, 위치0.75, 검토/갱신0.75) → Q&amp;A5분 → Transition2분.8분에 Q&amp;A를 마치고10분에 S71로 이동한다. 지연 시 예시와 도구 설명을 줄이며 선택·위치·책임 및 실제 성공/가상 변화 경계는 유지한다. 실제10분 리허설은 UNVERIFIED다.</a:t>
            </a:r>
          </a:p>
          <a:p xmlns:a="http://schemas.openxmlformats.org/drawingml/2006/main">
            <a:r>
              <a:t/>
            </a:r>
          </a:p>
          <a:p xmlns:a="http://schemas.openxmlformats.org/drawingml/2006/main">
            <a:r>
              <a:t>Fallback: LOCAL STATIC ARTIFACT — production/ACT_3.pptx의 S70, production/preview/act3/S70.png 및 production/preview/full/S70.png. 정적 성찰/대화 화면이며 실제 청중 답변·제품 실행 캡처가 아니다. 기존32개 Demo fallback inventory에는 추가하지 않는다. 파일 대조는 production/evaluation/S67_REFLECTION_OWNERSHIP_REVISION.md를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88a0a52d6da493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ec098aec9ff4f4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6a4ba95f96e489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094254062b547a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d2128365998436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4a50729460d4f2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05C3D31-AAC5-4244-A82C-F8D06C74FF0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FE6A9FB-FC67-4AA3-9199-CB8F47A0A28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6DFF59C-E179-4FA7-9160-F4708BCD016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3D4D5CB-263D-42E5-9323-3E5E5806682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38DEC7A-8185-47B2-99CC-8031AE50E77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8454378-6832-4A78-8988-401EBB23FD3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396B137-34B1-4F6C-BE68-C2E336E1E4D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C718764-9686-407F-88AE-327D9219A8F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216501B-ACF9-4819-93BF-F0630B28B53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A9BBC00-2729-4BBA-844D-9ED1F6270EB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fef28cd53a04d35" /><Relationship Type="http://schemas.openxmlformats.org/officeDocument/2006/relationships/slideLayout" Target="/ppt/slideLayouts/slideLayout1.xml" Id="Rd2d36601df4a4ced" /><Relationship Type="http://schemas.openxmlformats.org/officeDocument/2006/relationships/slideLayout" Target="/ppt/slideLayouts/slideLayout2.xml" Id="R04cd00eb36fd4af1" /><Relationship Type="http://schemas.openxmlformats.org/officeDocument/2006/relationships/slideLayout" Target="/ppt/slideLayouts/slideLayout3.xml" Id="R949641196a044472" /><Relationship Type="http://schemas.openxmlformats.org/officeDocument/2006/relationships/slideLayout" Target="/ppt/slideLayouts/slideLayout4.xml" Id="Rbe235a2b22d24fa5" /><Relationship Type="http://schemas.openxmlformats.org/officeDocument/2006/relationships/slideLayout" Target="/ppt/slideLayouts/slideLayout5.xml" Id="Rd061d8577c384301" /><Relationship Type="http://schemas.openxmlformats.org/officeDocument/2006/relationships/slideLayout" Target="/ppt/slideLayouts/slideLayout6.xml" Id="Rb79cc536c6c544e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d36601df4a4ced"/>
    <p:sldLayoutId xmlns:r="http://schemas.openxmlformats.org/officeDocument/2006/relationships" id="2147483650" r:id="R04cd00eb36fd4af1"/>
    <p:sldLayoutId xmlns:r="http://schemas.openxmlformats.org/officeDocument/2006/relationships" id="2147483651" r:id="R949641196a044472"/>
    <p:sldLayoutId xmlns:r="http://schemas.openxmlformats.org/officeDocument/2006/relationships" id="2147483652" r:id="Rbe235a2b22d24fa5"/>
    <p:sldLayoutId xmlns:r="http://schemas.openxmlformats.org/officeDocument/2006/relationships" id="2147483653" r:id="Rd061d8577c384301"/>
    <p:sldLayoutId xmlns:r="http://schemas.openxmlformats.org/officeDocument/2006/relationships" id="2147483654" r:id="Rb79cc536c6c544e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d5a39169d574136" /><Relationship Type="http://schemas.openxmlformats.org/officeDocument/2006/relationships/image" Target="/ppt/media/image.png" Id="R0cddeb8fabb44331" /><Relationship Type="http://schemas.openxmlformats.org/officeDocument/2006/relationships/image" Target="/ppt/media/image2.png" Id="Rc4f069919d6d4fed" /><Relationship Type="http://schemas.openxmlformats.org/officeDocument/2006/relationships/notesSlide" Target="/ppt/notesSlides/notesSlide1.xml" Id="R24ff45e03a3948a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d848aa703294d27" /><Relationship Type="http://schemas.openxmlformats.org/officeDocument/2006/relationships/notesSlide" Target="/ppt/notesSlides/notesSlide2.xml" Id="R9acb3e9300d7427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c090bdd957241ec" /><Relationship Type="http://schemas.openxmlformats.org/officeDocument/2006/relationships/notesSlide" Target="/ppt/notesSlides/notesSlide3.xml" Id="R2c5c8e54b2d4484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4a2268680f74296" /><Relationship Type="http://schemas.openxmlformats.org/officeDocument/2006/relationships/notesSlide" Target="/ppt/notesSlides/notesSlide4.xml" Id="R5800a7aa7f3f40e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bc424282e40429b" /><Relationship Type="http://schemas.openxmlformats.org/officeDocument/2006/relationships/notesSlide" Target="/ppt/notesSlides/notesSlide5.xml" Id="Re289d50eb1c649d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5c05a5038844c73" /><Relationship Type="http://schemas.openxmlformats.org/officeDocument/2006/relationships/notesSlide" Target="/ppt/notesSlides/notesSlide6.xml" Id="Rcd7d582afa63452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3318749ccfb40b6" /><Relationship Type="http://schemas.openxmlformats.org/officeDocument/2006/relationships/notesSlide" Target="/ppt/notesSlides/notesSlide7.xml" Id="Rba20c6708b464f1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daaa74794b14080" /><Relationship Type="http://schemas.openxmlformats.org/officeDocument/2006/relationships/notesSlide" Target="/ppt/notesSlides/notesSlide8.xml" Id="R0531ccb945f34f1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3c520c4fb284346" /><Relationship Type="http://schemas.openxmlformats.org/officeDocument/2006/relationships/chart" Target="/ppt/slides/charts/chart1.xml" Id="Rb7f442fa0371488d" /><Relationship Type="http://schemas.openxmlformats.org/officeDocument/2006/relationships/notesSlide" Target="/ppt/notesSlides/notesSlide9.xml" Id="Rab3fd8577125418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85f3bf3f1004fc3" /><Relationship Type="http://schemas.openxmlformats.org/officeDocument/2006/relationships/notesSlide" Target="/ppt/notesSlides/notesSlide10.xml" Id="Reef90bfc8f6340b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3006d4648164ede" /><Relationship Type="http://schemas.openxmlformats.org/officeDocument/2006/relationships/notesSlide" Target="/ppt/notesSlides/notesSlide11.xml" Id="R241c7d1d3e10432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fc691479c3e428b" /><Relationship Type="http://schemas.openxmlformats.org/officeDocument/2006/relationships/notesSlide" Target="/ppt/notesSlides/notesSlide12.xml" Id="R38f88c9be3f4480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01ea7014d8d49fd" /><Relationship Type="http://schemas.openxmlformats.org/officeDocument/2006/relationships/notesSlide" Target="/ppt/notesSlides/notesSlide13.xml" Id="R463b3658637b483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7aed1379f214c56" /><Relationship Type="http://schemas.openxmlformats.org/officeDocument/2006/relationships/notesSlide" Target="/ppt/notesSlides/notesSlide14.xml" Id="R8bffd1a7f821477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68b330c430f45dc" /><Relationship Type="http://schemas.openxmlformats.org/officeDocument/2006/relationships/notesSlide" Target="/ppt/notesSlides/notesSlide15.xml" Id="R46e2383aebba4d8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553ff49a15f4d39" /><Relationship Type="http://schemas.openxmlformats.org/officeDocument/2006/relationships/notesSlide" Target="/ppt/notesSlides/notesSlide16.xml" Id="Rd81d062615aa4e9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c259ff4349b457e" /><Relationship Type="http://schemas.openxmlformats.org/officeDocument/2006/relationships/image" Target="/ppt/media/image3.png" Id="R11374ed7c3d247db" /><Relationship Type="http://schemas.openxmlformats.org/officeDocument/2006/relationships/notesSlide" Target="/ppt/notesSlides/notesSlide17.xml" Id="Ra0361fb59fb54d8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fddedd954ff4275" /><Relationship Type="http://schemas.openxmlformats.org/officeDocument/2006/relationships/notesSlide" Target="/ppt/notesSlides/notesSlide18.xml" Id="R3d595f4517d4491a"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837E98EA-C530-4F5E-B2BE-B4385EF3CE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3">
            <a:extLst xmlns:a="http://schemas.openxmlformats.org/drawingml/2006/main">
              <a:ext uri="{FF2B5EF4-FFF2-40B4-BE49-F238E27FC236}">
                <a16:creationId xmlns:a16="http://schemas.microsoft.com/office/drawing/2014/main" id="{B18D79B1-B465-4B65-99B3-0D504CAA8C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실제 요청에 같은 절차가 반복됐다">
            <a:extLst xmlns:a="http://schemas.openxmlformats.org/drawingml/2006/main">
              <a:ext uri="{FF2B5EF4-FFF2-40B4-BE49-F238E27FC236}">
                <a16:creationId xmlns:a16="http://schemas.microsoft.com/office/drawing/2014/main" id="{43250F7A-76B4-4CE1-8F9C-35F7867DBF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CD963678-A84F-40B6-806B-883AA6B882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21F5C3BD-95B3-41CA-8D81-44C83614D9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33F1AE1A-2856-41CE-AB96-A0E48F63DC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A5078C4A-F33D-4338-A57A-5CBAE3EAB317}"/>
              </a:ext>
            </a:extLst>
          </p:cNvPr>
          <p:cNvPicPr>
            <a:picLocks xmlns:a="http://schemas.openxmlformats.org/drawingml/2006/main" noChangeAspect="1"/>
          </p:cNvPicPr>
          <p:nvPr/>
        </p:nvPicPr>
        <p:blipFill>
          <a:blip xmlns:r="http://schemas.openxmlformats.org/officeDocument/2006/relationships" xmlns:a="http://schemas.openxmlformats.org/drawingml/2006/main" r:embed="R0cddeb8fabb44331"/>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A950740F-9D36-409E-8146-A5FA24B25C92}"/>
              </a:ext>
            </a:extLst>
          </p:cNvPr>
          <p:cNvPicPr>
            <a:picLocks xmlns:a="http://schemas.openxmlformats.org/drawingml/2006/main" noChangeAspect="1"/>
          </p:cNvPicPr>
          <p:nvPr/>
        </p:nvPicPr>
        <p:blipFill>
          <a:blip xmlns:r="http://schemas.openxmlformats.org/officeDocument/2006/relationships" xmlns:a="http://schemas.openxmlformats.org/drawingml/2006/main" r:embed="Rc4f069919d6d4fed"/>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87636670-8C47-4956-97EF-861FE3106122}"/>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8A44FFB0-A3F2-4379-BCF9-97E85ACEC84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20103BC7-DB32-489E-B7AD-C4584476200E}"/>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2C10D3B5-2575-475D-B469-76D15D825FEB}"/>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44589918-F58B-4407-91FD-2F31DB070A13}"/>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192F587-5EFE-4688-8DF4-E474F7336E4F}"/>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689FB0F6-732B-4E6B-AC6A-3EB4F3F46A6D}"/>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AAB0ACDF-9BD8-41A9-B462-512AD158937F}"/>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2A41DE5-71B9-4B59-B76A-E1A7B4C63FDF}"/>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BD6EA5DB-A538-4FD5-B669-6307FAC37306}"/>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E8CF1798-CE68-439D-A84E-843355205AEB}"/>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048FEB62-1955-4E2D-A526-6E99894DC2C0}"/>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34839228-307D-48D7-8BE3-80FEE04FA84A}"/>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B6F33783-4F5C-4652-8602-E5B3C6E6F790}"/>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B259F399-3B85-4BFD-A30A-E8AA17071CC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B0F5A0EE-18CD-400C-AD84-EF39B6E26EDE}"/>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77D733FE-4594-49EB-99A2-41393DAB73AD}"/>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E87223A5-48C2-42DE-B8D6-718D0A5EC1FD}"/>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1DFC0582-2D5D-45B5-9AF7-BF823A4C8826}"/>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9C36AC23-EA5C-42CC-AEDF-6C51B5D00630}"/>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2E5BF2B7-B06B-4BB2-9544-48B33D5187F4}"/>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0C8E1328-B5C5-4BB4-87BB-CE66B41BE9CA}"/>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7D44E035-01E1-48B8-949D-D0299C5511BB}"/>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BE9090A0-4F8E-40C5-9C1C-1AC2FB44ABA3}"/>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3E6D0C6A-E312-4CAE-9C61-037E8BCF10A2}"/>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95250EFE-6EE5-4491-A693-1146B5F9F2F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836798250"/>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B050B69E-BA9F-4110-905A-A1140E9F4D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4">
            <a:extLst xmlns:a="http://schemas.openxmlformats.org/drawingml/2006/main">
              <a:ext uri="{FF2B5EF4-FFF2-40B4-BE49-F238E27FC236}">
                <a16:creationId xmlns:a16="http://schemas.microsoft.com/office/drawing/2014/main" id="{CF956B40-B900-43DF-B225-955FBA8656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테스트 명령을 언제 쓰고 무엇을 판단할까?">
            <a:extLst xmlns:a="http://schemas.openxmlformats.org/drawingml/2006/main">
              <a:ext uri="{FF2B5EF4-FFF2-40B4-BE49-F238E27FC236}">
                <a16:creationId xmlns:a16="http://schemas.microsoft.com/office/drawing/2014/main" id="{D2F78FCF-0391-4948-9626-B95CA5D109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3E61835-3467-48C6-B824-3FCDE4B667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CAA2640A-42AA-4EC5-87E8-5AE104AC64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BDD1AAF6-FE3C-48E5-98CE-42C250EA6F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58A05927-AEA5-4857-B905-E4DE8CBEEE34}"/>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4F0E89D2-6C7C-4E53-9C0E-10A39F47738E}"/>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4BA4618F-10C0-46BA-92BE-9DD06A79894A}"/>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7989D90D-91AC-403B-8ABA-F16FFD446008}"/>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8547B9A1-D34B-4C5A-9C6D-F7E9B9FD0BD2}"/>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8A24DE66-5066-4105-8364-5C90A0534970}"/>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7C991C6F-24D8-4C9B-B5B3-885C0F766971}"/>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987B66B1-B346-4EB1-B5FD-EE4D6BCBFA82}"/>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1F90A146-E14F-4BC7-9164-FD9F3BE99FAE}"/>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1725C18F-1456-49B0-B129-941FD9557584}"/>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504E67A-F187-4C32-A01A-F9231348812B}"/>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7A74CC9-8BAF-4A61-98EA-9E7CAEC6924C}"/>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72E10B5C-E28E-459C-80A0-156B4E3241C5}"/>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24583055-0D41-4DBB-B908-170D39FD96E1}"/>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9BA0D4B2-76AD-4A1F-964A-07F4DEA5260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35EDDFEF-8314-4B04-BEB1-7293F8022E12}"/>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721CE78E-35B4-4980-8E00-B7DED5287E55}"/>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214F9077-D638-4C30-801C-A2EFC840CA39}"/>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789FACCB-914A-456D-80F6-C2E81B370B5B}"/>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DF96BA53-E335-43AD-AB4A-E6584A524C73}"/>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85D8A83C-3AA3-4E32-890C-DCD346BCB318}"/>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BA906FB5-1A34-48DA-BF83-C010CFB1D511}"/>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689F4294-D6E9-4DDD-B977-C3488FB5DFFF}"/>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68213318-728D-4B99-B882-D19F8D1241D1}"/>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30645E46-DCEF-4F18-A708-445E9D0807E4}"/>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7316CB4D-3A50-4BA9-A2A6-F6A92E4E096E}"/>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1E268B3B-9125-45F3-B5BC-87049D509E74}"/>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6920C64A-6DB5-470F-9C61-43A866520807}"/>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DC129E80-D686-4AEF-9957-8711EA2241FC}"/>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65167735-BCFF-40DE-9270-DA00A5BBD031}"/>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BCB51A85-3A45-43AA-B4C8-7975C613EF61}"/>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882C4158-F7C1-4000-9D49-6216520A9DE4}"/>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98906FF4-D3CE-496C-92E7-656E0F26D630}"/>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2363ADFF-C522-41C4-BF38-F2BC00E420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37342824"/>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88035BAF-88FF-47F6-96DA-45B874BEAC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5">
            <a:extLst xmlns:a="http://schemas.openxmlformats.org/drawingml/2006/main">
              <a:ext uri="{FF2B5EF4-FFF2-40B4-BE49-F238E27FC236}">
                <a16:creationId xmlns:a16="http://schemas.microsoft.com/office/drawing/2014/main" id="{2BB6092A-4715-414D-9F67-FE58D1D25C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목표·기준·방법을 한 작업에 적용한다">
            <a:extLst xmlns:a="http://schemas.openxmlformats.org/drawingml/2006/main">
              <a:ext uri="{FF2B5EF4-FFF2-40B4-BE49-F238E27FC236}">
                <a16:creationId xmlns:a16="http://schemas.microsoft.com/office/drawing/2014/main" id="{389D27F0-DBC3-4122-A932-EF9BE4C4FC0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69139B63-C461-49EA-9D9C-9C696A84D3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20CF1D01-8DD7-483C-8726-19E923F297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6F019002-7587-4300-8F15-E3EEECAD893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E553878A-2FA1-47B6-B5C2-5F39A040BE85}"/>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F43EBCDD-112C-4238-BD29-45C4DB3B3BCD}"/>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62B8DD2E-6A04-4155-98B0-D821404A833F}"/>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60071A4D-371E-4343-80CE-0112B3911872}"/>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C8C1B01-1BBA-47F1-A348-A1CFFFCB9DEC}"/>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10C08331-F4A2-40AF-9BC8-895C0E30FB8A}"/>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5358FEA8-CD16-4AE2-98A0-6BC72F62E145}"/>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54A1B44F-6B16-40D5-982F-A144B690CF03}"/>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1496AC38-DB38-4ACC-AD3C-B0F9CE6E2ED1}"/>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BBE98B73-F186-43CF-AC72-BC855C2384C4}"/>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6EEE3F26-E40E-4220-BDD0-D0735E7DE0C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B16228CF-9682-4A91-B587-055F09BE4FF1}"/>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7A4D418B-F7AD-422A-B21C-D2996A7DAF9B}"/>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C9EEEA26-C16F-4847-ACB6-BA8D2AE3DBA5}"/>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13DA64C-62F9-434F-91C7-887E8B350F6F}"/>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8CB1FC09-0898-4B64-931E-126D4E6A5823}"/>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717144A1-AE76-401B-8F58-0C2DBE6D0A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6834248"/>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7D76BA08-E90F-4424-A214-11E63BA3DE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6">
            <a:extLst xmlns:a="http://schemas.openxmlformats.org/drawingml/2006/main">
              <a:ext uri="{FF2B5EF4-FFF2-40B4-BE49-F238E27FC236}">
                <a16:creationId xmlns:a16="http://schemas.microsoft.com/office/drawing/2014/main" id="{1718E9F3-0D03-4958-AF8D-7F0E1120D0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반복 절차를 Skill로 모으는 이유">
            <a:extLst xmlns:a="http://schemas.openxmlformats.org/drawingml/2006/main">
              <a:ext uri="{FF2B5EF4-FFF2-40B4-BE49-F238E27FC236}">
                <a16:creationId xmlns:a16="http://schemas.microsoft.com/office/drawing/2014/main" id="{071E34C0-BBD4-4FF5-A9E4-FDBCC44CAB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A7D7A792-C422-4BE7-B40E-EFDF4C494F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AE8DEBC6-7A8E-473C-8472-14EA62A5C6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C1876F09-32FC-4313-ACB4-BA0569C702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B39CA592-E88A-4E05-B855-E98F4F63F040}"/>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DAB0919F-2793-4DFE-BE44-C621BF885852}"/>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C5D347B5-48EC-46B1-9471-3E9C572B6463}"/>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520FA82D-DCBA-48EA-A3AC-DD4DD935EABB}"/>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F6A46458-2554-4C9D-BC4E-3B66BADE32B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224C11DB-726E-4DD4-97EB-9E1BA2BF26C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1382B945-BB23-409A-BF68-23B6FA552872}"/>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B36A3BDA-421D-4115-97B9-A9FF550A84AA}"/>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2FB006B4-821C-4C6C-84CD-8948A99AF4C2}"/>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48E8D7DC-F216-44D8-8680-82904D95FA5A}"/>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F3BC925E-834A-4A1E-A3AB-CEB1209885C8}"/>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26787871-C5E3-4895-BDD0-A2B562EC0B70}"/>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04878A06-F2B8-4FE5-BAFC-AB4F530931C4}"/>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0E14E172-A268-4EA9-A080-9F3CAF7BD3D7}"/>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A3985670-045D-4CD2-822E-D89F813B8AC9}"/>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00585533-19D5-4CEA-951E-AF75874B55C3}"/>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DF4B5BF7-0734-4947-8AAE-9DE0F029254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194B812F-8724-4197-AE7B-7B67A711BC5C}"/>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7F14128D-C562-410F-A3CE-08558800D3E8}"/>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D0BC5391-8369-4F4F-82A3-F3DC153A532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24A7169B-2B0F-4F94-85A2-1165A22197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32405177"/>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7C4C3D88-2D00-4AAC-A9F5-DEF23EF16B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7">
            <a:extLst xmlns:a="http://schemas.openxmlformats.org/drawingml/2006/main">
              <a:ext uri="{FF2B5EF4-FFF2-40B4-BE49-F238E27FC236}">
                <a16:creationId xmlns:a16="http://schemas.microsoft.com/office/drawing/2014/main" id="{120534C0-9950-4423-9D6B-4DCAD1FA42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kill 발견·호출·본문 포함의 근거">
            <a:extLst xmlns:a="http://schemas.openxmlformats.org/drawingml/2006/main">
              <a:ext uri="{FF2B5EF4-FFF2-40B4-BE49-F238E27FC236}">
                <a16:creationId xmlns:a16="http://schemas.microsoft.com/office/drawing/2014/main" id="{65654074-DACB-444C-9753-6D98146866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00CD1A4C-E8AA-4D8E-B421-DB91348C68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789FF330-8DD1-40B5-85E4-725493BAD7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13C047EB-72CF-49AD-81D4-0F0744AABC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348B6797-3B04-46F8-BF44-9D56A221823E}"/>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94BC23ED-66FB-4A24-928A-08595FAEE523}"/>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BA0ADCB9-1ECD-44EC-BB13-E64B3350D2AB}"/>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0B813E85-254B-4022-BE6C-765313CA99F5}"/>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B2D1FE2F-46E1-4010-91B4-5B3C5B00280C}"/>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7E58FC0B-4805-46DA-B999-F02E105B1EA3}"/>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2A3D77DD-89D6-4611-88F3-E48475D9B579}"/>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A5A892EA-5541-4F13-9B13-7AAC36E223F9}"/>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C683C922-182C-4161-8A2C-811095B19EB6}"/>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83056842-08D5-479C-8BCB-E7EC4A5BCDFB}"/>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CEDE4633-0E51-4246-8453-1AF544FFBB4B}"/>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90581B57-62DF-4763-92D6-F9B4C6366D6A}"/>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E5C08A58-3AE7-4C0F-84DF-F1F06525BFBB}"/>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F5EED94D-A8E2-46F3-9505-D1EDC2F3778B}"/>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184BBD0E-4D19-4FC2-8752-667385F3661F}"/>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276B0151-D210-4040-AC51-2BFCD46D26CA}"/>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DA606B9E-8406-4211-A27B-180E56C017A7}"/>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FA77197-AC4E-45A4-82A6-C203C7425C58}"/>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348EB2AF-6C5A-4FC2-AFBF-C6BCB95663FF}"/>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58FD41FA-570D-4AF7-918A-E8AE02206AC7}"/>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EA5AB419-FD64-4EEE-AFBF-A0285BC2D34A}"/>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753B636C-4CB1-4A28-902A-A42A10206B30}"/>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A3020E44-95A1-413F-BA7E-8F6D12026EA2}"/>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89673227-AD8B-4E14-B3E1-FB1770B7D4BE}"/>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C5FC3685-4759-4DBF-BBFC-9FA669D2AC7C}"/>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CF7ADA73-EBFC-4F4F-9311-146C21B12FB1}"/>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9033E1EC-5873-40DC-8507-72256D7E71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68427070"/>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1A5AC996-1A9F-4BCE-A383-0E9B6DEFF15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8">
            <a:extLst xmlns:a="http://schemas.openxmlformats.org/drawingml/2006/main">
              <a:ext uri="{FF2B5EF4-FFF2-40B4-BE49-F238E27FC236}">
                <a16:creationId xmlns:a16="http://schemas.microsoft.com/office/drawing/2014/main" id="{46430B80-C4F9-4C50-ADA8-D2B88C372D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Skill 지침과 실제 작업 기록의 대응">
            <a:extLst xmlns:a="http://schemas.openxmlformats.org/drawingml/2006/main">
              <a:ext uri="{FF2B5EF4-FFF2-40B4-BE49-F238E27FC236}">
                <a16:creationId xmlns:a16="http://schemas.microsoft.com/office/drawing/2014/main" id="{BB551AE3-8146-4B5A-BCAA-A04F7219AB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DEEE4AF5-3313-442F-9994-5101C7C981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59F9FA3E-7343-4B53-BF03-4EBC6CFF17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5B71657D-AAED-4780-9C20-C169EA04F6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8739F513-015B-4E46-ABB5-D7E35901B5AC}"/>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A959595B-5A29-481E-B178-1AC1A4BAF1AA}"/>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523489DA-9C09-46A4-A021-3238115EB38A}"/>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ACDC06AC-76AD-4F43-BF84-CF408F837CA9}"/>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06828EA7-B423-4E20-872E-4CC21923FB92}"/>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D50253CC-E18A-48B3-9197-1262E9584DF6}"/>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3A2C0816-F710-418E-AB23-8CF239B91E8B}"/>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862F0D62-772D-46AC-9E3E-FD9D3651B8B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89356707"/>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DA8811A9-19DF-4E85-A47C-E517A85092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9">
            <a:extLst xmlns:a="http://schemas.openxmlformats.org/drawingml/2006/main">
              <a:ext uri="{FF2B5EF4-FFF2-40B4-BE49-F238E27FC236}">
                <a16:creationId xmlns:a16="http://schemas.microsoft.com/office/drawing/2014/main" id="{2E5DAD21-3DA9-461C-927A-CD2E953D62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절차는 재사용하고, 답은 근거로 정한다">
            <a:extLst xmlns:a="http://schemas.openxmlformats.org/drawingml/2006/main">
              <a:ext uri="{FF2B5EF4-FFF2-40B4-BE49-F238E27FC236}">
                <a16:creationId xmlns:a16="http://schemas.microsoft.com/office/drawing/2014/main" id="{CE59F13E-0EC3-4509-878B-09CAE32AF4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20066CF1-AC82-4786-B848-F660F88A2B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BA38278D-ACA5-49EF-9892-223FC16A2D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3A8E052C-E864-4BCA-9893-32DE3C45EB2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6DD8B96E-AEBD-4B30-9D75-750940D8530A}"/>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B8269C15-A707-4164-8D04-52BC4B489685}"/>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543125EB-4A53-4C6F-87A0-3CF91BB0B95B}"/>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23FD5EC5-FFE9-488F-93E1-2CC9E5DA1AC4}"/>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AA1EB87A-0702-41FB-B18D-F63FC845ACB8}"/>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580CD9B3-2012-40B0-81C3-DB37E41A518A}"/>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56243BBC-C787-4DB6-AFAF-A5BEF7BDF744}"/>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D4557B6F-28C7-4EFC-9D06-6FCBBF940BC9}"/>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DB1C5C90-99FE-49F5-B0F5-13F9F37D2793}"/>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162B24C-D0D1-494E-870A-44649F50D701}"/>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7875B067-F38B-4B38-A012-01CF7EEC1706}"/>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362B5CD0-486D-4D61-B039-B2995D273F75}"/>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78419702-23E1-4220-83E3-D9192656BD2A}"/>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A623738-6239-40F3-9FE1-1ED728B57E13}"/>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F0AAFA4E-0097-4BDE-A157-59B98D6AD5C7}"/>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6AD99470-C452-437E-A6CB-578AA55F02FF}"/>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38A74877-B2FE-47A5-A8CC-6E5C5A2BF8B2}"/>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02F8B7CD-986A-4A8B-8EE3-A8B0897AE6E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5130A6F1-DB14-49C6-A3A1-BA2AFC419AAF}"/>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31F925B4-891F-411E-AF0E-AF30BF6EAA45}"/>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4F37A9B7-8253-4B9F-9210-EBE05727DEA6}"/>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F65A931C-13F1-404A-B597-B83ED01BADD7}"/>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546B286C-CBCF-42CE-BC70-5CA78EDC472A}"/>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04F7D86E-6797-4C70-B15F-C4006BD924B8}"/>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DF099F9B-C244-499C-ACF6-5C659047CB06}"/>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511CF846-137A-4B11-930F-C82634E65A86}"/>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DC38B602-AA4C-49D9-B22A-78F7F81FCD4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8E9C78CA-DB75-4F2E-9C36-C467BEC8F1FE}"/>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81B88B39-821E-4703-BD2D-EA73DBC70CEC}"/>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948D0774-7F6B-4B2C-A9F1-0D7E21043FDB}"/>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83E12694-C81E-4F8F-AAAD-8E4781CE8356}"/>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402F14D0-8D74-4DCA-9EF6-421DBF70DD4D}"/>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FBE0054E-D171-4625-B3E6-93A0418A6B3A}"/>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62803C07-91BE-4904-9291-737DF6DAD5F6}"/>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0E581AC4-9F3D-46B0-A180-157D1D49E2AB}"/>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EA04ADC9-3F60-4E5F-A4B9-EFBC1E510302}"/>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84FD946D-2A2D-49FB-9363-D0192E7308C9}"/>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F62AA05B-2D55-43D6-BD6A-6D7A796843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354101143"/>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4F480E3F-869A-4BCF-AF66-F3EB232BBD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0">
            <a:extLst xmlns:a="http://schemas.openxmlformats.org/drawingml/2006/main">
              <a:ext uri="{FF2B5EF4-FFF2-40B4-BE49-F238E27FC236}">
                <a16:creationId xmlns:a16="http://schemas.microsoft.com/office/drawing/2014/main" id="{86EE0350-0BC8-49CB-851D-43E28F5749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계산의 성능 개선 후보">
            <a:extLst xmlns:a="http://schemas.openxmlformats.org/drawingml/2006/main">
              <a:ext uri="{FF2B5EF4-FFF2-40B4-BE49-F238E27FC236}">
                <a16:creationId xmlns:a16="http://schemas.microsoft.com/office/drawing/2014/main" id="{98A77157-4B7D-4DCE-B66E-2E5949D096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86E58E96-40D7-479D-A852-655A14C279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8C354141-D55B-41A0-9E67-6289994B68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9052E37C-F10A-4272-8A9F-25DB272A67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072C78FD-EB0F-4D9E-8A46-99741B601CBB}"/>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A220E0B3-EE25-44C8-8608-4EC70AA151D9}"/>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D121B359-958C-4B48-B015-B2C44C1F0683}"/>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82CD32F-7FA5-4E8C-A6B9-F2F602B65B50}"/>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EEDA4AF6-DDE4-44EC-A988-F068F6DDF4B4}"/>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581699EA-F238-4025-ACB5-1D9509145557}"/>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FC224FF3-023E-4303-8C12-3E84CE08E3B4}"/>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0E9212F4-68D3-42A1-9504-333339F0E42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8D5D24D2-4E5E-4119-A805-DDF8DCFBD992}"/>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F6AC3A99-377B-42A8-B107-E1578094CAA6}"/>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B3B165DA-7E6A-48E0-BE58-4B3575BC04A8}"/>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48C19807-2E31-4E24-88C4-CC211E4728C8}"/>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6C257152-B0D8-4ABA-B578-06977AFA5FEF}"/>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0C088388-17E7-4F6D-9EF7-879017B1A9BB}"/>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D62C7A9B-023D-4708-B73B-B641BA358AA6}"/>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A5FA6437-A95F-4396-AE49-37D8DDB6BD61}"/>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14B7A0BE-D30C-48E4-A1C8-5A7EF448FB60}"/>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0BF5AE78-1EE9-490F-B4AD-AF4F11B69A7B}"/>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35726E34-1DE6-4B83-8DCE-EC7520BE1C0C}"/>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0D4F8B13-79B5-4ADC-A0E9-7C31451868A3}"/>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79E332B7-18CF-43A6-A442-441CBA206CF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B2C146D9-C3A8-4D4D-A1B2-FD2432E4B69F}"/>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2C769B44-E530-4593-AAAF-5149774818C7}"/>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D4FF7E0C-E7E2-44B5-A2B4-9690F7163DA3}"/>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728E371A-7CB4-4AC2-A6D1-70B1584844E0}"/>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43925CB2-4983-46DF-894D-9325714348D9}"/>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A0DE2B95-F7C3-447C-8819-874EDD8F92C3}"/>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53BA52CA-20AC-49FE-9683-C4C95E42F6BF}"/>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66299355-A9F2-41A1-AB3F-22ACECC8814B}"/>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E490DFA5-7DB2-4024-BA89-16949FD957D1}"/>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A8A24456-8A17-45E3-B6F9-AEC8EB6022B2}"/>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10D221C2-77CC-468B-A948-8CDCDED6A026}"/>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608D1DB4-EEE0-47A4-A09A-B28E82EEC9BD}"/>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1E57CCB5-EC2C-40A9-AFF1-C02720A019AF}"/>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67179E57-BF95-4DBA-B00A-935845265040}"/>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7CBAC052-8239-498D-8AD8-09FB05E3A421}"/>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3A713605-F532-4FA7-A38E-CDDC7BABBE14}"/>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129D719D-7927-46DC-B150-BA47CDB8BC15}"/>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8531A0F3-13A2-4D0E-95F3-7E8DFDEDB6E4}"/>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7A0C80CF-617F-4D6F-96EC-49EEBEAAF85B}"/>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E34DAC41-2100-4ABF-BCA8-EDEFA3CC6243}"/>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750961F2-DBDB-4188-93E4-157A643F12B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A81E277A-DE5E-43FA-B80F-267EDC1F153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85A805DB-27FA-4DCE-8026-FE8F53A2F7B8}"/>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3B8A3307-5E51-44F6-9CCA-4671C25CFDEC}"/>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854D761E-7136-4193-A179-723329D69FC6}"/>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273B9272-79F5-49DC-A481-171B66955DA6}"/>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11A9EB71-936E-4C1D-B95F-C5A65B021520}"/>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580FDCD2-079A-4C72-8084-3671D2830766}"/>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547AECD2-9783-4002-A3C5-6D985809F582}"/>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63AD6089-0486-48B1-8F65-9C0CD7F359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202562400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87F38E77-745B-4B48-A48A-25C3D6ADD3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1">
            <a:extLst xmlns:a="http://schemas.openxmlformats.org/drawingml/2006/main">
              <a:ext uri="{FF2B5EF4-FFF2-40B4-BE49-F238E27FC236}">
                <a16:creationId xmlns:a16="http://schemas.microsoft.com/office/drawing/2014/main" id="{5BAD2B91-2ABF-405C-84CE-15CD4A083F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선택한 변경의 시간·메모리·동작 확인">
            <a:extLst xmlns:a="http://schemas.openxmlformats.org/drawingml/2006/main">
              <a:ext uri="{FF2B5EF4-FFF2-40B4-BE49-F238E27FC236}">
                <a16:creationId xmlns:a16="http://schemas.microsoft.com/office/drawing/2014/main" id="{44D730DC-C23D-436F-B330-A68E075B33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ED192DC8-36D8-4065-A02B-25C0E6AA94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3B3CBBAC-6BB8-4E32-B5E1-55A7D22526A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408F5EE9-35CA-4454-9374-7D840ED19B7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C43340B7-53D9-4AEC-B984-FF880588009C}"/>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C18E9251-12E6-47CE-BDF1-6E656A8641A0}"/>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E68F6E3D-E184-47D7-96B3-2FF11FADF8F0}"/>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57239F6F-0289-4813-A958-4BB338EC592D}"/>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0521D6DA-88DA-4E26-B3CA-CC3B40278604}"/>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F614C18-EB0D-47F0-AAA2-20655EBD6C2B}"/>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7E501E04-378F-49C3-A705-2F8AC11FB985}"/>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13E92B1A-F28A-41D3-AA83-216DF383DEA3}"/>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b7f442fa0371488d"/>
          </a:graphicData>
        </a:graphic>
      </p:graphicFrame>
      <p:sp>
        <p:nvSpPr>
          <p:cNvPr id="15" name="Python 할당 피크">
            <a:extLst xmlns:a="http://schemas.openxmlformats.org/drawingml/2006/main">
              <a:ext uri="{FF2B5EF4-FFF2-40B4-BE49-F238E27FC236}">
                <a16:creationId xmlns:a16="http://schemas.microsoft.com/office/drawing/2014/main" id="{770489C5-1A82-41A0-9029-7D6E67018903}"/>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34144CB5-1B48-4354-9F17-1EFBCE55E0C3}"/>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E8F82BFA-1D73-4E63-A339-3D7B012B2DE9}"/>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7CA8B914-1418-44C1-B64F-1A35BED80271}"/>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1F4834F9-11ED-417D-A8A3-A9E3A24802AF}"/>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FB8CECFF-BD91-4E33-8381-8D8214EF0436}"/>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E09C9EFF-3692-4BF4-8A0D-66624FB69C93}"/>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FDB838B0-67B8-4D74-A213-2B2E50AA519F}"/>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DE6271F2-3B90-428A-911D-E055A0D53115}"/>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C7100CEB-DED5-4E96-A445-99E5F732C4B3}"/>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A715DD5-9B6B-4E00-82A9-9A1A2CE7BC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043271211"/>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38963BCF-E3B8-467E-8607-0018072432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2">
            <a:extLst xmlns:a="http://schemas.openxmlformats.org/drawingml/2006/main">
              <a:ext uri="{FF2B5EF4-FFF2-40B4-BE49-F238E27FC236}">
                <a16:creationId xmlns:a16="http://schemas.microsoft.com/office/drawing/2014/main" id="{28EB584E-62B0-4D76-9DCE-9390CF59D2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한 Agent 조사와 Subagent 역할 분리">
            <a:extLst xmlns:a="http://schemas.openxmlformats.org/drawingml/2006/main">
              <a:ext uri="{FF2B5EF4-FFF2-40B4-BE49-F238E27FC236}">
                <a16:creationId xmlns:a16="http://schemas.microsoft.com/office/drawing/2014/main" id="{0CFC6CBE-9482-4A58-9C1F-6DD9D703FA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E4108A3C-E357-44C7-8413-5864D8995F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1C43EF10-0DD4-458A-8748-BD6140EF38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90E0EB9D-13AA-4F4C-AEA6-9F54394844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8E151255-CE80-4DD1-A221-35F1728A6A34}"/>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B24EB454-8DD8-4DC5-9199-10C0710475B2}"/>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CDA096FB-C741-4F86-94BB-7781C14FCEB2}"/>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A5196820-96DC-46BF-8C11-8BB3069484AB}"/>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29104AB-A118-42D3-A521-32858C93BC4C}"/>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47889966-07ED-4AA2-99A1-9DFEB7480943}"/>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D3E0F58C-A812-4AE3-98F5-5D5763D10ED7}"/>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4B94E0CB-911C-4D60-AFB2-7D90E9D055B2}"/>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ED6F0345-7344-4D32-BD49-299469D45B34}"/>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DEB9C789-5C5E-44A8-B876-7E62080EC73E}"/>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22B3FFB1-0747-461C-B1E8-F9535407A18F}"/>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B539A0AC-3989-4081-984A-F8A9092BC3D3}"/>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F56F2B30-B5D3-4D9F-B0DF-2B98F8EB22B9}"/>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16FE1860-8CFD-4150-B487-11E9320F538D}"/>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AA8E994-E68C-4AAC-AC2F-78EFBE19B5D6}"/>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69CD3DB5-0E45-46E7-856B-5C0FCD7690A5}"/>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6FDB8D6D-F467-4131-95C4-46690D84AD5E}"/>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BFBE1758-385A-4B90-A85C-2E700E3354F9}"/>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A81E4FD9-5590-40AC-9BD5-E04F843AE208}"/>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4E54DD72-6BA7-4C46-9F7B-0478E0153343}"/>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E64BF7B8-CAD8-46B1-BCAC-60E522FFA1C4}"/>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F51A57C7-93BB-4961-8689-C8D45552E6AA}"/>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2E1C4EAD-1FC2-4484-B76D-9F84FF1EDB4F}"/>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8D675010-8E1B-4319-AA93-DFBC49B3838E}"/>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1AD760C8-697D-4DB5-A69E-171EB12C51C2}"/>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B9C19D89-C99C-4C2A-BB73-9B8950DED03B}"/>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BFF68D36-9B4C-4B74-8411-5E0AE8A55C41}"/>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C4920E74-BEE5-49C9-A86E-BF1009573D8D}"/>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455AE44B-3D37-409A-B2F3-7020CA83F02E}"/>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4A7038CA-AA79-4F1A-B996-370F44485F22}"/>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06E9E6C3-EDA1-4B8E-BE08-1BD04012575B}"/>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3306B720-42F1-4C5A-BFCF-D9881D203F7D}"/>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3353343C-5B3A-4BD8-A643-2CB6E1B87F3E}"/>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504154BC-E282-408C-9FC6-516FF4EE9646}"/>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6261E8BC-8441-43D0-B301-4C132065D86A}"/>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6D8686FF-3C57-4B50-879C-8F3E7CBABE1C}"/>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03E3946C-90A1-41C1-A1AE-3E9379EF34A2}"/>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F14DB932-28D1-4470-B7A8-7C4C0F931E88}"/>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9A6E5D70-5997-410B-BC15-0F4655C8E1D0}"/>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A948401D-696D-4540-BAFF-32E5987D14E0}"/>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E05D2AC5-822C-4FA6-88C2-CFD08D06172A}"/>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7249F498-FE1F-4213-BD6C-9297C379B970}"/>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63441D72-2990-4355-8E44-F323810EFA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23786807"/>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71DF1885-1AD4-4EC4-BCB8-674FB09B5E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3">
            <a:extLst xmlns:a="http://schemas.openxmlformats.org/drawingml/2006/main">
              <a:ext uri="{FF2B5EF4-FFF2-40B4-BE49-F238E27FC236}">
                <a16:creationId xmlns:a16="http://schemas.microsoft.com/office/drawing/2014/main" id="{C5D1B179-E2C7-485F-A762-549BC07112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작업을 나누지 않은 이유">
            <a:extLst xmlns:a="http://schemas.openxmlformats.org/drawingml/2006/main">
              <a:ext uri="{FF2B5EF4-FFF2-40B4-BE49-F238E27FC236}">
                <a16:creationId xmlns:a16="http://schemas.microsoft.com/office/drawing/2014/main" id="{1385F745-F004-4D0C-A780-8FEA786F68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2327C5F4-61BA-4038-AD23-EFD661175F8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2162BCA9-6CE3-4AC6-A27B-B8AC6CFCC1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3D6C1A76-BBC2-425C-A609-EFA472962B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31546AF3-C217-47B6-95EC-945D5A0CF4C3}"/>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98757326-E4DE-45B4-ABAE-F07034EB6B56}"/>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D81D6C4E-BCC0-403E-BD50-BC85904155E6}"/>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D8D86AB1-6603-4E97-B617-773971973C5D}"/>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6AFA49D3-BFBC-4A6D-B3B8-20CEA405A0D2}"/>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B9FE1AE0-3000-4F1E-B4B6-0A452CB9063B}"/>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DFA65A3A-A5CF-4E49-BB0A-C307C6FD37BE}"/>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7C94B025-4C27-4F4D-853E-802F78C444B8}"/>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7EB2BC59-482C-49E7-81D1-513BD3AE6F65}"/>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681B1C7B-89C8-4541-8CA4-BD809DD7026C}"/>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DDD63027-475D-4451-8154-A4B605AC9BB0}"/>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B7944ED8-007A-4907-B34C-A59D1945EEE5}"/>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8BA89398-3EBB-451F-80FA-9DE917D9D17E}"/>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FCE5DDFC-F256-4303-B591-C494FDA5A183}"/>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E6038CDD-8F4F-4BA9-98C7-C0896C30532A}"/>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EA3C023D-46C6-4F55-831C-7CA48BE181AE}"/>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2CC3669A-CAED-45C8-AE36-F858A3D3AF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47689492"/>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Context와 Memory의 역할">
            <a:extLst xmlns:a="http://schemas.openxmlformats.org/drawingml/2006/main">
              <a:ext uri="{FF2B5EF4-FFF2-40B4-BE49-F238E27FC236}">
                <a16:creationId xmlns:a16="http://schemas.microsoft.com/office/drawing/2014/main" id="{DFED8D5D-ECC5-471C-BEEA-B6F5B0D5A3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4">
            <a:extLst xmlns:a="http://schemas.openxmlformats.org/drawingml/2006/main">
              <a:ext uri="{FF2B5EF4-FFF2-40B4-BE49-F238E27FC236}">
                <a16:creationId xmlns:a16="http://schemas.microsoft.com/office/drawing/2014/main" id="{5D2645AA-20C5-4ADE-B966-10DF53780F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번 Context와 다시 쓸 지식">
            <a:extLst xmlns:a="http://schemas.openxmlformats.org/drawingml/2006/main">
              <a:ext uri="{FF2B5EF4-FFF2-40B4-BE49-F238E27FC236}">
                <a16:creationId xmlns:a16="http://schemas.microsoft.com/office/drawing/2014/main" id="{192C61F5-3245-400A-AFA0-91A308C9EC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209BDE7B-0458-46EC-906F-91DA917DD4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723367BE-6EDD-402E-9272-BA645C5550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CB0321D9-B5E9-4E7B-AADF-46184FA55A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3D5FEF1A-4A75-440F-967F-7B6DD4E96DA6}"/>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93A07B09-83B8-455E-900F-6C5AD66A6004}"/>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156ECF2-532B-447F-A300-97FAD37FA745}"/>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78A69729-79B8-46DA-8F51-65DBC8539633}"/>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C77CADC9-0D88-4AC9-8544-1DF60C5FE27A}"/>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62C2684C-02BB-464A-BA5D-745B743B58B1}"/>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2AC1851C-6034-437A-9068-4D536DEAC4E9}"/>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3D9CF33B-593B-4B9F-8D70-147A1E56873F}"/>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FC580FE6-E3CF-4F09-ACA2-A09300FCE1E5}"/>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15DBCB71-0A69-4B35-93F9-E80896724BE2}"/>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C3F3CB04-888D-441C-93AF-006CC2742F50}"/>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380E3D66-B9CF-4FE7-AA92-3196A197EA31}"/>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4587BCDE-106E-43D9-9885-CA036318DB5B}"/>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74DBD582-5868-41FF-A9B2-1A34E24820BF}"/>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345E501F-31F0-4D52-91DF-BFBD1274A1BB}"/>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6CF77DDF-E0FC-4D94-BED3-52AF55C232C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Legacy module connection">
            <a:extLst xmlns:a="http://schemas.openxmlformats.org/drawingml/2006/main">
              <a:ext uri="{FF2B5EF4-FFF2-40B4-BE49-F238E27FC236}">
                <a16:creationId xmlns:a16="http://schemas.microsoft.com/office/drawing/2014/main" id="{0DDAB2CA-35FB-4A41-B6FE-EAABF3FE97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1099236"/>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F6BBAF84-3191-411F-9969-96258BC15C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5">
            <a:extLst xmlns:a="http://schemas.openxmlformats.org/drawingml/2006/main">
              <a:ext uri="{FF2B5EF4-FFF2-40B4-BE49-F238E27FC236}">
                <a16:creationId xmlns:a16="http://schemas.microsoft.com/office/drawing/2014/main" id="{60300422-209F-4143-8A82-956ADF35915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실제 Demo 지식의 원래 출처">
            <a:extLst xmlns:a="http://schemas.openxmlformats.org/drawingml/2006/main">
              <a:ext uri="{FF2B5EF4-FFF2-40B4-BE49-F238E27FC236}">
                <a16:creationId xmlns:a16="http://schemas.microsoft.com/office/drawing/2014/main" id="{DF1D50D5-DC8C-47E8-BF7F-CDB18BD9784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EEF877FC-1A79-4365-BB10-4B798D0EF5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1122B9C4-6874-4781-AE8D-15BD4B202A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CFADE8B1-6F91-494D-AE0A-5AAB91C2E7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4550BD7D-1CFA-494A-819F-A0AC94DDD3F9}"/>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4B8F0471-FF92-41C9-9DC8-8A3551F21FE5}"/>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27FA22E3-716D-4DD8-AB9F-A6094E746C6A}"/>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B618BF44-3130-45A8-92E6-0F99ABD34C47}"/>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AD16CAE3-ABDF-422A-A3A5-E5246C67254B}"/>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E3D0FCAC-5530-4D18-840A-2757C6483B18}"/>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32A4B9B8-D2A9-4C45-BB70-2B3931603372}"/>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125F40CC-FAAD-4B65-9D11-EAB0D2DCDAAA}"/>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54BE523C-C916-4CD3-B0D0-C7C98417F061}"/>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07093957-290D-40AC-B423-F45015D4090B}"/>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95B93418-F51B-46AB-B41B-39E4B82F5BED}"/>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5D7E3E22-719F-4942-8E53-9AA0E65501C9}"/>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350A6FF6-810F-4A9B-9BF1-A13DBADFD118}"/>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C8785564-8098-46C9-92DF-13D88C57DBD3}"/>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EFA87644-A6DE-4D3D-AE88-97884CB79AC0}"/>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C4580FF7-B7F4-4CE5-B561-9046308523D7}"/>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4B7624E4-B6AF-4DFD-BDB9-3612ED49EF2F}"/>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0706827F-6446-4EC7-A995-F2ED829BBB12}"/>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1F3808D7-D7FB-46DA-8D65-1F7C39865E3C}"/>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CA0939FE-0492-480A-B349-7DF18657390C}"/>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2D38E1A3-3E7D-420B-904F-AEC0F8D87726}"/>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B9CD8269-6AB2-40DD-BB5A-ACBB1C613795}"/>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2656B8DE-3639-4374-A9DB-DF99787A1066}"/>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11AF144B-F618-4E9B-AE4A-B696646914F9}"/>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1C35D5A1-7ABD-4141-A706-A2413BF1D1C6}"/>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484EAB60-9606-4CB8-8190-7F3C758FA9A0}"/>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30988459-40C9-4ACD-8A2C-D0EFE7849F58}"/>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F5C12713-23DA-413D-A12A-7DDBF96B7B68}"/>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BA8904DB-399A-40FB-8FE8-36F9919E2C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16640800"/>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73BD774E-229E-49AF-80B2-A5D7D2196E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6">
            <a:extLst xmlns:a="http://schemas.openxmlformats.org/drawingml/2006/main">
              <a:ext uri="{FF2B5EF4-FFF2-40B4-BE49-F238E27FC236}">
                <a16:creationId xmlns:a16="http://schemas.microsoft.com/office/drawing/2014/main" id="{AEAB5E5B-FEAD-4CEA-B43D-4F7BC6B09E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밝기 통계 작업에 쓰인 구성의 역할">
            <a:extLst xmlns:a="http://schemas.openxmlformats.org/drawingml/2006/main">
              <a:ext uri="{FF2B5EF4-FFF2-40B4-BE49-F238E27FC236}">
                <a16:creationId xmlns:a16="http://schemas.microsoft.com/office/drawing/2014/main" id="{42F0AF7D-0B75-4904-AFD1-13F742E773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2A9E65DB-E42C-4F72-AFC6-1FB3C02A05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182CD3C7-96B6-4433-9F2F-D94ED99113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52059394-5724-4B6B-8F22-11B14AA181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FAB3C258-70D2-418E-930F-D0144B0047E9}"/>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A118F01F-D3CD-4F0B-9AC0-77EC45E37D9C}"/>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DC7CDFB7-9690-4A6E-B7BF-02941B203C0F}"/>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C2F0C310-6396-494B-8822-4FF5C74B77A3}"/>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D5A032C6-B9FB-4AB1-9EF9-1EEAF00C04C8}"/>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6E040D9D-500A-423A-B80B-5B7BB1077CDA}"/>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BDEFD884-7CE2-4399-9DB8-A5B89E803D81}"/>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A2C88A1F-76D7-4294-9287-B2A9CA22C930}"/>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6CCE8CB7-F8BB-4A6C-A27A-F378AFF08861}"/>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0924F602-4E45-4A93-8FDC-2D5B9F591C27}"/>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9C34E176-317F-46A1-8067-586A994591AA}"/>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9FBF118E-497B-4455-B4B9-A50A8A61FA52}"/>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29E9CB83-89C3-42F5-BE63-6252737D8BCC}"/>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4F718C42-B5D9-41DF-8EED-C8B22665E885}"/>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68D50A55-70D7-4E40-8498-96939A253EE4}"/>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6D14D98C-2844-4E8F-AFB3-AAB5FFC92D03}"/>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6C35F32E-5975-41D3-B9B8-B64E6602DA95}"/>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1E84454D-0EF2-459D-97A9-D87412338D72}"/>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56C61325-27CE-4644-B2C8-C52E5AF02B5F}"/>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9FD14035-BB06-4763-AEFF-C2BC98EF805A}"/>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6BD5EEA0-5A20-4A50-BF19-97D27794314D}"/>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6DF26C21-404B-4F0E-A19F-4F91C8234256}"/>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8F0773D8-89F5-4261-AD2F-237B4D861E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50478768"/>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370F7605-602F-4988-97AB-43ABFEAAD3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67">
            <a:extLst xmlns:a="http://schemas.openxmlformats.org/drawingml/2006/main">
              <a:ext uri="{FF2B5EF4-FFF2-40B4-BE49-F238E27FC236}">
                <a16:creationId xmlns:a16="http://schemas.microsoft.com/office/drawing/2014/main" id="{EC4A4672-98CB-4553-B65B-BD8EF4E67F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함께 작동하는 작업 환경, Harness">
            <a:extLst xmlns:a="http://schemas.openxmlformats.org/drawingml/2006/main">
              <a:ext uri="{FF2B5EF4-FFF2-40B4-BE49-F238E27FC236}">
                <a16:creationId xmlns:a16="http://schemas.microsoft.com/office/drawing/2014/main" id="{52EF04B6-031C-439C-9BAC-06CDC15820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D67375C1-D98D-42BE-B79F-4A08D37041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E23A0100-FE4A-4565-BA26-41C0798264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31068A2E-2A1A-4FE5-93B1-E05C898213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0CF0B4B7-752B-4191-9A8E-0B9C25F81F93}"/>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265A07C7-C848-4062-B8E8-7DD2620DA2BA}"/>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AAAE9BBC-4692-48E2-A4C0-3C674410FCFC}"/>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91BB88B2-8A4B-4F6B-A5D1-92381D21F8D2}"/>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D245DF1C-5D0C-4088-BCD6-3324F85D495E}"/>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473B59A0-636A-4009-818E-F2B5C0610E41}"/>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01C1FDA6-8091-4DC2-BF39-464EFAFEB9FC}"/>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C001C940-65D5-4004-BE00-D065D91E643D}"/>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317575FF-F80B-48D0-AB9C-14A4F86A6F0A}"/>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BEF4873-1492-46FE-B9DD-C07E7888EBD0}"/>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1DEFA008-8046-4E07-A62C-865A439C6058}"/>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105B0116-0C93-4DEC-8890-0D1EE46F926C}"/>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6C1F4399-F7CB-41CC-9CF5-3AC8D0DF127F}"/>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53BF9795-4F16-4227-B6DB-B9CEFE091065}"/>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04AA8F84-5AE0-4CF7-ADD7-1440312E4E73}"/>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498D90B4-16A5-4D12-9A86-E4432A25A09A}"/>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678E1168-A240-41D8-9EAA-23166941E365}"/>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CFFFC35B-EA4E-424D-BE13-C95CF76D3099}"/>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0A169668-6895-4BC6-BAEC-B7E2544C74AA}"/>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68DD66C2-71FE-48A4-8727-50817B1E79D2}"/>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094C498A-49AB-4623-8BE1-037ACF08ECEB}"/>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D5C1FB3F-BA00-433C-B178-D8D0C86875A1}"/>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3BA414CD-E9FE-4D6D-BB0E-754B45DB29B6}"/>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46CD8B20-2EAE-494C-89C4-34A7D78FB534}"/>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AD590948-94A6-48FA-A035-867DD8FC0929}"/>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C9AAF9F7-547B-4152-B671-3B4F57D90878}"/>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89972A52-7F80-4874-81E6-D47F0EFC27D8}"/>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F32051FF-8F58-4240-9F5D-2AA0F3E5C8C1}"/>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48036BB1-7A18-44E0-A264-C895B36929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07430657"/>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Harness의 실행 조건을 함께 기록">
            <a:extLst xmlns:a="http://schemas.openxmlformats.org/drawingml/2006/main">
              <a:ext uri="{FF2B5EF4-FFF2-40B4-BE49-F238E27FC236}">
                <a16:creationId xmlns:a16="http://schemas.microsoft.com/office/drawing/2014/main" id="{9449FC5E-80FC-46CF-A99C-92817720E6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Harness의 실행 조건을 함께 기록</a:t>
            </a:r>
          </a:p>
        </p:txBody>
      </p:sp>
      <p:sp>
        <p:nvSpPr>
          <p:cNvPr id="2" name="S68">
            <a:extLst xmlns:a="http://schemas.openxmlformats.org/drawingml/2006/main">
              <a:ext uri="{FF2B5EF4-FFF2-40B4-BE49-F238E27FC236}">
                <a16:creationId xmlns:a16="http://schemas.microsoft.com/office/drawing/2014/main" id="{ABC1F843-4B4C-4956-B4BA-05E5A558EC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같은 저장소여도 실행 조건은 다를 수 있다">
            <a:extLst xmlns:a="http://schemas.openxmlformats.org/drawingml/2006/main">
              <a:ext uri="{FF2B5EF4-FFF2-40B4-BE49-F238E27FC236}">
                <a16:creationId xmlns:a16="http://schemas.microsoft.com/office/drawing/2014/main" id="{A6B027F6-86EF-4F8B-810B-1EBD69383B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저장소여도 실행 조건은 다를 수 있다</a:t>
            </a:r>
          </a:p>
        </p:txBody>
      </p:sp>
      <p:sp>
        <p:nvSpPr>
          <p:cNvPr id="4" name="">
            <a:extLst xmlns:a="http://schemas.openxmlformats.org/drawingml/2006/main">
              <a:ext uri="{FF2B5EF4-FFF2-40B4-BE49-F238E27FC236}">
                <a16:creationId xmlns:a16="http://schemas.microsoft.com/office/drawing/2014/main" id="{80A4534A-319B-48E5-B2E7-D8CA33CE8D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1A05C32-4681-4DAC-A444-82C3509349DE}"/>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기록 요약 · 위 도식은 실행 조건의 교육용 구성">
            <a:extLst xmlns:a="http://schemas.openxmlformats.org/drawingml/2006/main">
              <a:ext uri="{FF2B5EF4-FFF2-40B4-BE49-F238E27FC236}">
                <a16:creationId xmlns:a16="http://schemas.microsoft.com/office/drawing/2014/main" id="{DE2DAE63-9AF7-4FE1-9376-FBD5689DF8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기록 요약 · 위 도식은 실행 조건의 교육용 구성</a:t>
            </a:r>
          </a:p>
        </p:txBody>
      </p:sp>
      <p:sp>
        <p:nvSpPr>
          <p:cNvPr id="7" name="전체 설정·권한 감사·개별 인과효과는 미입증 · 현재 제품·계정은 별도 확인">
            <a:extLst xmlns:a="http://schemas.openxmlformats.org/drawingml/2006/main">
              <a:ext uri="{FF2B5EF4-FFF2-40B4-BE49-F238E27FC236}">
                <a16:creationId xmlns:a16="http://schemas.microsoft.com/office/drawing/2014/main" id="{C870A438-FBB0-464A-A5A6-9162F31CB5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설정·권한 감사·개별 인과효과는 미입증 · 현재 제품·계정은 별도 확인</a:t>
            </a:r>
          </a:p>
        </p:txBody>
      </p:sp>
      <p:sp>
        <p:nvSpPr>
          <p:cNvPr id="8" name="">
            <a:extLst xmlns:a="http://schemas.openxmlformats.org/drawingml/2006/main">
              <a:ext uri="{FF2B5EF4-FFF2-40B4-BE49-F238E27FC236}">
                <a16:creationId xmlns:a16="http://schemas.microsoft.com/office/drawing/2014/main" id="{40AA7022-98F8-4F22-BC45-2B4E599337B1}"/>
              </a:ext>
            </a:extLst>
          </p:cNvPr>
          <p:cNvSpPr>
            <a:spLocks xmlns:a="http://schemas.openxmlformats.org/drawingml/2006/main" noGrp="1"/>
          </p:cNvSpPr>
          <p:nvPr/>
        </p:nvSpPr>
        <p:spPr>
          <a:xfrm xmlns:a="http://schemas.openxmlformats.org/drawingml/2006/main">
            <a:off x="609600" y="2133600"/>
            <a:ext cx="33909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같은 Repository">
            <a:extLst xmlns:a="http://schemas.openxmlformats.org/drawingml/2006/main">
              <a:ext uri="{FF2B5EF4-FFF2-40B4-BE49-F238E27FC236}">
                <a16:creationId xmlns:a16="http://schemas.microsoft.com/office/drawing/2014/main" id="{31063E72-A435-48F0-BFA2-712C806EA044}"/>
              </a:ext>
            </a:extLst>
          </p:cNvPr>
          <p:cNvSpPr>
            <a:spLocks xmlns:a="http://schemas.openxmlformats.org/drawingml/2006/main" noGrp="1"/>
          </p:cNvSpPr>
          <p:nvPr/>
        </p:nvSpPr>
        <p:spPr>
          <a:xfrm xmlns:a="http://schemas.openxmlformats.org/drawingml/2006/main">
            <a:off x="800100" y="2266950"/>
            <a:ext cx="3009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a:t>
            </a:r>
          </a:p>
        </p:txBody>
      </p:sp>
      <p:sp>
        <p:nvSpPr>
          <p:cNvPr id="10" name="코드 · AGENTS.md&#10;프로젝트 문서">
            <a:extLst xmlns:a="http://schemas.openxmlformats.org/drawingml/2006/main">
              <a:ext uri="{FF2B5EF4-FFF2-40B4-BE49-F238E27FC236}">
                <a16:creationId xmlns:a16="http://schemas.microsoft.com/office/drawing/2014/main" id="{B33170C3-3C93-4557-B2A6-4C616A3C507E}"/>
              </a:ext>
            </a:extLst>
          </p:cNvPr>
          <p:cNvSpPr>
            <a:spLocks xmlns:a="http://schemas.openxmlformats.org/drawingml/2006/main" noGrp="1"/>
          </p:cNvSpPr>
          <p:nvPr/>
        </p:nvSpPr>
        <p:spPr>
          <a:xfrm xmlns:a="http://schemas.openxmlformats.org/drawingml/2006/main">
            <a:off x="800100" y="2857500"/>
            <a:ext cx="3009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a:t>
            </a:r>
          </a:p>
        </p:txBody>
      </p:sp>
      <p:cxnSp>
        <p:nvCxnSpPr>
          <p:cNvPr id="11" name="">
            <a:extLst xmlns:a="http://schemas.openxmlformats.org/drawingml/2006/main">
              <a:ext uri="{FF2B5EF4-FFF2-40B4-BE49-F238E27FC236}">
                <a16:creationId xmlns:a16="http://schemas.microsoft.com/office/drawing/2014/main" id="{64CD7362-D9FB-498A-A614-12AE8ED3E271}"/>
              </a:ext>
            </a:extLst>
          </p:cNvPr>
          <p:cNvCxnSpPr/>
          <p:nvPr/>
        </p:nvCxnSpPr>
        <p:spPr>
          <a:xfrm xmlns:a="http://schemas.openxmlformats.org/drawingml/2006/main">
            <a:off x="4000500" y="2952750"/>
            <a:ext cx="1047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923E441-480C-4C0E-81FD-EA3C302C2FB2}"/>
              </a:ext>
            </a:extLst>
          </p:cNvPr>
          <p:cNvSpPr>
            <a:spLocks xmlns:a="http://schemas.openxmlformats.org/drawingml/2006/main" noGrp="1"/>
          </p:cNvSpPr>
          <p:nvPr/>
        </p:nvSpPr>
        <p:spPr>
          <a:xfrm xmlns:a="http://schemas.openxmlformats.org/drawingml/2006/main">
            <a:off x="5124450" y="2324100"/>
            <a:ext cx="2133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Agent">
            <a:extLst xmlns:a="http://schemas.openxmlformats.org/drawingml/2006/main">
              <a:ext uri="{FF2B5EF4-FFF2-40B4-BE49-F238E27FC236}">
                <a16:creationId xmlns:a16="http://schemas.microsoft.com/office/drawing/2014/main" id="{2881CACE-5DB3-41C7-A160-EC97E4D7C7DB}"/>
              </a:ext>
            </a:extLst>
          </p:cNvPr>
          <p:cNvSpPr>
            <a:spLocks xmlns:a="http://schemas.openxmlformats.org/drawingml/2006/main" noGrp="1"/>
          </p:cNvSpPr>
          <p:nvPr/>
        </p:nvSpPr>
        <p:spPr>
          <a:xfrm xmlns:a="http://schemas.openxmlformats.org/drawingml/2006/main">
            <a:off x="5314950" y="24765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4" name="실행">
            <a:extLst xmlns:a="http://schemas.openxmlformats.org/drawingml/2006/main">
              <a:ext uri="{FF2B5EF4-FFF2-40B4-BE49-F238E27FC236}">
                <a16:creationId xmlns:a16="http://schemas.microsoft.com/office/drawing/2014/main" id="{F95378BD-9BDA-46D7-8E71-79DEA7E80283}"/>
              </a:ext>
            </a:extLst>
          </p:cNvPr>
          <p:cNvSpPr>
            <a:spLocks xmlns:a="http://schemas.openxmlformats.org/drawingml/2006/main" noGrp="1"/>
          </p:cNvSpPr>
          <p:nvPr/>
        </p:nvSpPr>
        <p:spPr>
          <a:xfrm xmlns:a="http://schemas.openxmlformats.org/drawingml/2006/main">
            <a:off x="5314950" y="30480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a:t>
            </a:r>
          </a:p>
        </p:txBody>
      </p:sp>
      <p:sp>
        <p:nvSpPr>
          <p:cNvPr id="15" name="적용 확인">
            <a:extLst xmlns:a="http://schemas.openxmlformats.org/drawingml/2006/main">
              <a:ext uri="{FF2B5EF4-FFF2-40B4-BE49-F238E27FC236}">
                <a16:creationId xmlns:a16="http://schemas.microsoft.com/office/drawing/2014/main" id="{054ED177-5BC5-4922-A19B-3FF16E4065A7}"/>
              </a:ext>
            </a:extLst>
          </p:cNvPr>
          <p:cNvSpPr>
            <a:spLocks xmlns:a="http://schemas.openxmlformats.org/drawingml/2006/main" noGrp="1"/>
          </p:cNvSpPr>
          <p:nvPr/>
        </p:nvSpPr>
        <p:spPr>
          <a:xfrm xmlns:a="http://schemas.openxmlformats.org/drawingml/2006/main">
            <a:off x="7334250" y="2514600"/>
            <a:ext cx="104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적용 확인</a:t>
            </a:r>
          </a:p>
        </p:txBody>
      </p:sp>
      <p:cxnSp>
        <p:nvCxnSpPr>
          <p:cNvPr id="16" name="">
            <a:extLst xmlns:a="http://schemas.openxmlformats.org/drawingml/2006/main">
              <a:ext uri="{FF2B5EF4-FFF2-40B4-BE49-F238E27FC236}">
                <a16:creationId xmlns:a16="http://schemas.microsoft.com/office/drawing/2014/main" id="{4491B492-0420-4D4B-9994-E76F77376830}"/>
              </a:ext>
            </a:extLst>
          </p:cNvPr>
          <p:cNvCxnSpPr/>
          <p:nvPr/>
        </p:nvCxnSpPr>
        <p:spPr>
          <a:xfrm xmlns:a="http://schemas.openxmlformats.org/drawingml/2006/main">
            <a:off x="7334250" y="2952750"/>
            <a:ext cx="104775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7" name="">
            <a:extLst xmlns:a="http://schemas.openxmlformats.org/drawingml/2006/main">
              <a:ext uri="{FF2B5EF4-FFF2-40B4-BE49-F238E27FC236}">
                <a16:creationId xmlns:a16="http://schemas.microsoft.com/office/drawing/2014/main" id="{77806123-BF19-42C5-B7C1-10CA4E00A580}"/>
              </a:ext>
            </a:extLst>
          </p:cNvPr>
          <p:cNvSpPr>
            <a:spLocks xmlns:a="http://schemas.openxmlformats.org/drawingml/2006/main" noGrp="1"/>
          </p:cNvSpPr>
          <p:nvPr/>
        </p:nvSpPr>
        <p:spPr>
          <a:xfrm xmlns:a="http://schemas.openxmlformats.org/drawingml/2006/main">
            <a:off x="8458200" y="2133600"/>
            <a:ext cx="3124200" cy="16383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8" name="저장소 밖 조건">
            <a:extLst xmlns:a="http://schemas.openxmlformats.org/drawingml/2006/main">
              <a:ext uri="{FF2B5EF4-FFF2-40B4-BE49-F238E27FC236}">
                <a16:creationId xmlns:a16="http://schemas.microsoft.com/office/drawing/2014/main" id="{C3FDB886-38F0-48EA-B9FC-87F9981712F7}"/>
              </a:ext>
            </a:extLst>
          </p:cNvPr>
          <p:cNvSpPr>
            <a:spLocks xmlns:a="http://schemas.openxmlformats.org/drawingml/2006/main" noGrp="1"/>
          </p:cNvSpPr>
          <p:nvPr/>
        </p:nvSpPr>
        <p:spPr>
          <a:xfrm xmlns:a="http://schemas.openxmlformats.org/drawingml/2006/main">
            <a:off x="8648700" y="2266950"/>
            <a:ext cx="2743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저장소 밖 조건</a:t>
            </a:r>
          </a:p>
        </p:txBody>
      </p:sp>
      <p:sp>
        <p:nvSpPr>
          <p:cNvPr id="19" name="전역 지침·Skills&#10;모델/설정 · 권한">
            <a:extLst xmlns:a="http://schemas.openxmlformats.org/drawingml/2006/main">
              <a:ext uri="{FF2B5EF4-FFF2-40B4-BE49-F238E27FC236}">
                <a16:creationId xmlns:a16="http://schemas.microsoft.com/office/drawing/2014/main" id="{596CA147-B9AA-460D-B3F3-5CD501996864}"/>
              </a:ext>
            </a:extLst>
          </p:cNvPr>
          <p:cNvSpPr>
            <a:spLocks xmlns:a="http://schemas.openxmlformats.org/drawingml/2006/main" noGrp="1"/>
          </p:cNvSpPr>
          <p:nvPr/>
        </p:nvSpPr>
        <p:spPr>
          <a:xfrm xmlns:a="http://schemas.openxmlformats.org/drawingml/2006/main">
            <a:off x="8648700" y="2857500"/>
            <a:ext cx="2743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권한</a:t>
            </a:r>
          </a:p>
        </p:txBody>
      </p:sp>
      <p:sp>
        <p:nvSpPr>
          <p:cNvPr id="20" name="">
            <a:extLst xmlns:a="http://schemas.openxmlformats.org/drawingml/2006/main">
              <a:ext uri="{FF2B5EF4-FFF2-40B4-BE49-F238E27FC236}">
                <a16:creationId xmlns:a16="http://schemas.microsoft.com/office/drawing/2014/main" id="{4B6B71A4-9956-446F-8F64-CA8393887646}"/>
              </a:ext>
            </a:extLst>
          </p:cNvPr>
          <p:cNvSpPr>
            <a:spLocks xmlns:a="http://schemas.openxmlformats.org/drawingml/2006/main" noGrp="1"/>
          </p:cNvSpPr>
          <p:nvPr/>
        </p:nvSpPr>
        <p:spPr>
          <a:xfrm xmlns:a="http://schemas.openxmlformats.org/drawingml/2006/main">
            <a:off x="609600" y="4133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실제 관찰">
            <a:extLst xmlns:a="http://schemas.openxmlformats.org/drawingml/2006/main">
              <a:ext uri="{FF2B5EF4-FFF2-40B4-BE49-F238E27FC236}">
                <a16:creationId xmlns:a16="http://schemas.microsoft.com/office/drawing/2014/main" id="{ECC030CB-4AC2-4A4F-8D4C-F90C7D576772}"/>
              </a:ext>
            </a:extLst>
          </p:cNvPr>
          <p:cNvSpPr>
            <a:spLocks xmlns:a="http://schemas.openxmlformats.org/drawingml/2006/main" noGrp="1"/>
          </p:cNvSpPr>
          <p:nvPr/>
        </p:nvSpPr>
        <p:spPr>
          <a:xfrm xmlns:a="http://schemas.openxmlformats.org/drawingml/2006/main">
            <a:off x="609600" y="435292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실제 관찰</a:t>
            </a:r>
          </a:p>
        </p:txBody>
      </p:sp>
      <p:sp>
        <p:nvSpPr>
          <p:cNvPr id="22" name="전역 Skills 포함 · 시작 단계의 경고">
            <a:extLst xmlns:a="http://schemas.openxmlformats.org/drawingml/2006/main">
              <a:ext uri="{FF2B5EF4-FFF2-40B4-BE49-F238E27FC236}">
                <a16:creationId xmlns:a16="http://schemas.microsoft.com/office/drawing/2014/main" id="{DF3623D7-9A5F-40F9-BC6A-2384139CE777}"/>
              </a:ext>
            </a:extLst>
          </p:cNvPr>
          <p:cNvSpPr>
            <a:spLocks xmlns:a="http://schemas.openxmlformats.org/drawingml/2006/main" noGrp="1"/>
          </p:cNvSpPr>
          <p:nvPr/>
        </p:nvSpPr>
        <p:spPr>
          <a:xfrm xmlns:a="http://schemas.openxmlformats.org/drawingml/2006/main">
            <a:off x="2762250" y="435292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Skills 포함 · 시작 단계의 경고</a:t>
            </a:r>
          </a:p>
        </p:txBody>
      </p:sp>
      <p:sp>
        <p:nvSpPr>
          <p:cNvPr id="23" name="해석의 한계">
            <a:extLst xmlns:a="http://schemas.openxmlformats.org/drawingml/2006/main">
              <a:ext uri="{FF2B5EF4-FFF2-40B4-BE49-F238E27FC236}">
                <a16:creationId xmlns:a16="http://schemas.microsoft.com/office/drawing/2014/main" id="{EE920D18-720A-4694-BF27-22474ECEF179}"/>
              </a:ext>
            </a:extLst>
          </p:cNvPr>
          <p:cNvSpPr>
            <a:spLocks xmlns:a="http://schemas.openxmlformats.org/drawingml/2006/main" noGrp="1"/>
          </p:cNvSpPr>
          <p:nvPr/>
        </p:nvSpPr>
        <p:spPr>
          <a:xfrm xmlns:a="http://schemas.openxmlformats.org/drawingml/2006/main">
            <a:off x="609600" y="509587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해석의 한계</a:t>
            </a:r>
          </a:p>
        </p:txBody>
      </p:sp>
      <p:sp>
        <p:nvSpPr>
          <p:cNvPr id="24" name="경고만으로 도구 실행·결과 기여는 알 수 없음">
            <a:extLst xmlns:a="http://schemas.openxmlformats.org/drawingml/2006/main">
              <a:ext uri="{FF2B5EF4-FFF2-40B4-BE49-F238E27FC236}">
                <a16:creationId xmlns:a16="http://schemas.microsoft.com/office/drawing/2014/main" id="{90F14A7D-5C9C-446A-8447-7FDEE15D7E64}"/>
              </a:ext>
            </a:extLst>
          </p:cNvPr>
          <p:cNvSpPr>
            <a:spLocks xmlns:a="http://schemas.openxmlformats.org/drawingml/2006/main" noGrp="1"/>
          </p:cNvSpPr>
          <p:nvPr/>
        </p:nvSpPr>
        <p:spPr>
          <a:xfrm xmlns:a="http://schemas.openxmlformats.org/drawingml/2006/main">
            <a:off x="2762250" y="509587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경고만으로 도구 실행·결과 기여는 알 수 없음</a:t>
            </a:r>
          </a:p>
        </p:txBody>
      </p:sp>
      <p:sp>
        <p:nvSpPr>
          <p:cNvPr id="25" name="Legacy module connection">
            <a:extLst xmlns:a="http://schemas.openxmlformats.org/drawingml/2006/main">
              <a:ext uri="{FF2B5EF4-FFF2-40B4-BE49-F238E27FC236}">
                <a16:creationId xmlns:a16="http://schemas.microsoft.com/office/drawing/2014/main" id="{2D665D4C-B835-453F-A02A-549A616465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641550640"/>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우리 검사 업무에 적용하기">
            <a:extLst xmlns:a="http://schemas.openxmlformats.org/drawingml/2006/main">
              <a:ext uri="{FF2B5EF4-FFF2-40B4-BE49-F238E27FC236}">
                <a16:creationId xmlns:a16="http://schemas.microsoft.com/office/drawing/2014/main" id="{6997B5FA-6366-46C4-9352-4E5EDDC8B69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우리 검사 업무에 적용하기</a:t>
            </a:r>
          </a:p>
        </p:txBody>
      </p:sp>
      <p:sp>
        <p:nvSpPr>
          <p:cNvPr id="2" name="S69">
            <a:extLst xmlns:a="http://schemas.openxmlformats.org/drawingml/2006/main">
              <a:ext uri="{FF2B5EF4-FFF2-40B4-BE49-F238E27FC236}">
                <a16:creationId xmlns:a16="http://schemas.microsoft.com/office/drawing/2014/main" id="{921C695A-F3D3-4250-BCE5-DA18989AD3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의 판단을 C++ 검사에 적용하기">
            <a:extLst xmlns:a="http://schemas.openxmlformats.org/drawingml/2006/main">
              <a:ext uri="{FF2B5EF4-FFF2-40B4-BE49-F238E27FC236}">
                <a16:creationId xmlns:a16="http://schemas.microsoft.com/office/drawing/2014/main" id="{250DB7D0-76BC-463B-8646-29421E105B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통계의 판단을 C++ 검사에 적용하기</a:t>
            </a:r>
          </a:p>
        </p:txBody>
      </p:sp>
      <p:sp>
        <p:nvSpPr>
          <p:cNvPr id="4" name="">
            <a:extLst xmlns:a="http://schemas.openxmlformats.org/drawingml/2006/main">
              <a:ext uri="{FF2B5EF4-FFF2-40B4-BE49-F238E27FC236}">
                <a16:creationId xmlns:a16="http://schemas.microsoft.com/office/drawing/2014/main" id="{DC57383A-C2A0-4009-AA07-77D49B4ECE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C++ 검사 적용 예 · 밝기 통계의 판단을 대응 · 기존 AI 생성 삽화">
            <a:extLst xmlns:a="http://schemas.openxmlformats.org/drawingml/2006/main">
              <a:ext uri="{FF2B5EF4-FFF2-40B4-BE49-F238E27FC236}">
                <a16:creationId xmlns:a16="http://schemas.microsoft.com/office/drawing/2014/main" id="{95920DFF-CD5C-4821-A38E-39555B2B1E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C++ 검사 적용 예 · 밝기 통계의 판단을 대응 · 기존 AI 생성 삽화</a:t>
            </a:r>
          </a:p>
        </p:txBody>
      </p:sp>
      <p:sp>
        <p:nvSpPr>
          <p:cNvPr id="6" name="실제 C++ 구현·회사 장비·측정 성과 아님 · 도구·빌드·장비 조건은 팀에서 확인">
            <a:extLst xmlns:a="http://schemas.openxmlformats.org/drawingml/2006/main">
              <a:ext uri="{FF2B5EF4-FFF2-40B4-BE49-F238E27FC236}">
                <a16:creationId xmlns:a16="http://schemas.microsoft.com/office/drawing/2014/main" id="{1E6DC72D-D36A-4D30-BEB0-092B5B03E7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구현·회사 장비·측정 성과 아님 · 도구·빌드·장비 조건은 팀에서 확인</a:t>
            </a:r>
          </a:p>
        </p:txBody>
      </p:sp>
      <p:pic>
        <p:nvPicPr>
          <p:cNvPr id="7" name="">
            <a:extLst xmlns:a="http://schemas.openxmlformats.org/drawingml/2006/main">
              <a:ext uri="{FF2B5EF4-FFF2-40B4-BE49-F238E27FC236}">
                <a16:creationId xmlns:a16="http://schemas.microsoft.com/office/drawing/2014/main" id="{B9794AAD-06F0-432D-8397-198B06AF3455}"/>
              </a:ext>
            </a:extLst>
          </p:cNvPr>
          <p:cNvPicPr>
            <a:picLocks xmlns:a="http://schemas.openxmlformats.org/drawingml/2006/main" noChangeAspect="1"/>
          </p:cNvPicPr>
          <p:nvPr/>
        </p:nvPicPr>
        <p:blipFill>
          <a:blip xmlns:r="http://schemas.openxmlformats.org/officeDocument/2006/relationships" xmlns:a="http://schemas.openxmlformats.org/drawingml/2006/main" r:embed="R11374ed7c3d247db"/>
          <a:srcRect xmlns:a="http://schemas.openxmlformats.org/drawingml/2006/main" l="0" t="8000" r="0" b="12000"/>
          <a:stretch xmlns:a="http://schemas.openxmlformats.org/drawingml/2006/main"/>
        </p:blipFill>
        <p:spPr>
          <a:xfrm xmlns:a="http://schemas.openxmlformats.org/drawingml/2006/main">
            <a:off x="2934891" y="1571625"/>
            <a:ext cx="6322219" cy="1457325"/>
          </a:xfrm>
          <a:prstGeom xmlns:a="http://schemas.openxmlformats.org/drawingml/2006/main" prst="rect">
            <a:avLst/>
          </a:prstGeom>
        </p:spPr>
      </p:pic>
      <p:sp>
        <p:nvSpPr>
          <p:cNvPr id="8" name="밝기 통계 Demo에서 확인">
            <a:extLst xmlns:a="http://schemas.openxmlformats.org/drawingml/2006/main">
              <a:ext uri="{FF2B5EF4-FFF2-40B4-BE49-F238E27FC236}">
                <a16:creationId xmlns:a16="http://schemas.microsoft.com/office/drawing/2014/main" id="{1F9BEC37-8933-4C06-B7BD-B3C9FE217BBA}"/>
              </a:ext>
            </a:extLst>
          </p:cNvPr>
          <p:cNvSpPr>
            <a:spLocks xmlns:a="http://schemas.openxmlformats.org/drawingml/2006/main" noGrp="1"/>
          </p:cNvSpPr>
          <p:nvPr/>
        </p:nvSpPr>
        <p:spPr>
          <a:xfrm xmlns:a="http://schemas.openxmlformats.org/drawingml/2006/main">
            <a:off x="2628900" y="3181350"/>
            <a:ext cx="3371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 Demo에서 확인</a:t>
            </a:r>
          </a:p>
        </p:txBody>
      </p:sp>
      <p:sp>
        <p:nvSpPr>
          <p:cNvPr id="9" name="C++ 검사 업무에 적용">
            <a:extLst xmlns:a="http://schemas.openxmlformats.org/drawingml/2006/main">
              <a:ext uri="{FF2B5EF4-FFF2-40B4-BE49-F238E27FC236}">
                <a16:creationId xmlns:a16="http://schemas.microsoft.com/office/drawing/2014/main" id="{3DDE2491-EA93-4044-8098-24CB2C896223}"/>
              </a:ext>
            </a:extLst>
          </p:cNvPr>
          <p:cNvSpPr>
            <a:spLocks xmlns:a="http://schemas.openxmlformats.org/drawingml/2006/main" noGrp="1"/>
          </p:cNvSpPr>
          <p:nvPr/>
        </p:nvSpPr>
        <p:spPr>
          <a:xfrm xmlns:a="http://schemas.openxmlformats.org/drawingml/2006/main">
            <a:off x="7391400" y="31813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 검사 업무에 적용</a:t>
            </a:r>
          </a:p>
        </p:txBody>
      </p:sp>
      <p:sp>
        <p:nvSpPr>
          <p:cNvPr id="10" name="">
            <a:extLst xmlns:a="http://schemas.openxmlformats.org/drawingml/2006/main">
              <a:ext uri="{FF2B5EF4-FFF2-40B4-BE49-F238E27FC236}">
                <a16:creationId xmlns:a16="http://schemas.microsoft.com/office/drawing/2014/main" id="{052AEEE0-1D1B-4FA2-8D02-FA3D0CD28750}"/>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지킬 명세">
            <a:extLst xmlns:a="http://schemas.openxmlformats.org/drawingml/2006/main">
              <a:ext uri="{FF2B5EF4-FFF2-40B4-BE49-F238E27FC236}">
                <a16:creationId xmlns:a16="http://schemas.microsoft.com/office/drawing/2014/main" id="{821E1212-1826-4990-9109-A5910F71EB3F}"/>
              </a:ext>
            </a:extLst>
          </p:cNvPr>
          <p:cNvSpPr>
            <a:spLocks xmlns:a="http://schemas.openxmlformats.org/drawingml/2006/main" noGrp="1"/>
          </p:cNvSpPr>
          <p:nvPr/>
        </p:nvSpPr>
        <p:spPr>
          <a:xfrm xmlns:a="http://schemas.openxmlformats.org/drawingml/2006/main">
            <a:off x="609600" y="3676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지킬 명세</a:t>
            </a:r>
          </a:p>
        </p:txBody>
      </p:sp>
      <p:sp>
        <p:nvSpPr>
          <p:cNvPr id="12" name="출력 6항목 유지">
            <a:extLst xmlns:a="http://schemas.openxmlformats.org/drawingml/2006/main">
              <a:ext uri="{FF2B5EF4-FFF2-40B4-BE49-F238E27FC236}">
                <a16:creationId xmlns:a16="http://schemas.microsoft.com/office/drawing/2014/main" id="{4A17F106-6171-4C63-A442-8615998FEF6B}"/>
              </a:ext>
            </a:extLst>
          </p:cNvPr>
          <p:cNvSpPr>
            <a:spLocks xmlns:a="http://schemas.openxmlformats.org/drawingml/2006/main" noGrp="1"/>
          </p:cNvSpPr>
          <p:nvPr/>
        </p:nvSpPr>
        <p:spPr>
          <a:xfrm xmlns:a="http://schemas.openxmlformats.org/drawingml/2006/main">
            <a:off x="2628900" y="3676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출력 6항목 유지</a:t>
            </a:r>
          </a:p>
        </p:txBody>
      </p:sp>
      <p:cxnSp>
        <p:nvCxnSpPr>
          <p:cNvPr id="13" name="">
            <a:extLst xmlns:a="http://schemas.openxmlformats.org/drawingml/2006/main">
              <a:ext uri="{FF2B5EF4-FFF2-40B4-BE49-F238E27FC236}">
                <a16:creationId xmlns:a16="http://schemas.microsoft.com/office/drawing/2014/main" id="{02B1A780-2AC1-4136-9375-AAD9BC069716}"/>
              </a:ext>
            </a:extLst>
          </p:cNvPr>
          <p:cNvCxnSpPr/>
          <p:nvPr/>
        </p:nvCxnSpPr>
        <p:spPr>
          <a:xfrm xmlns:a="http://schemas.openxmlformats.org/drawingml/2006/main">
            <a:off x="6343650" y="3886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ROI · 픽셀값 명세">
            <a:extLst xmlns:a="http://schemas.openxmlformats.org/drawingml/2006/main">
              <a:ext uri="{FF2B5EF4-FFF2-40B4-BE49-F238E27FC236}">
                <a16:creationId xmlns:a16="http://schemas.microsoft.com/office/drawing/2014/main" id="{5B568650-20DF-4039-A909-DBADBB6AFABF}"/>
              </a:ext>
            </a:extLst>
          </p:cNvPr>
          <p:cNvSpPr>
            <a:spLocks xmlns:a="http://schemas.openxmlformats.org/drawingml/2006/main" noGrp="1"/>
          </p:cNvSpPr>
          <p:nvPr/>
        </p:nvSpPr>
        <p:spPr>
          <a:xfrm xmlns:a="http://schemas.openxmlformats.org/drawingml/2006/main">
            <a:off x="7391400" y="3676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 픽셀값 명세</a:t>
            </a:r>
          </a:p>
        </p:txBody>
      </p:sp>
      <p:sp>
        <p:nvSpPr>
          <p:cNvPr id="15" name="수행 방법">
            <a:extLst xmlns:a="http://schemas.openxmlformats.org/drawingml/2006/main">
              <a:ext uri="{FF2B5EF4-FFF2-40B4-BE49-F238E27FC236}">
                <a16:creationId xmlns:a16="http://schemas.microsoft.com/office/drawing/2014/main" id="{DF00A9DB-3FE3-4DCD-A767-81A2078AA2C1}"/>
              </a:ext>
            </a:extLst>
          </p:cNvPr>
          <p:cNvSpPr>
            <a:spLocks xmlns:a="http://schemas.openxmlformats.org/drawingml/2006/main" noGrp="1"/>
          </p:cNvSpPr>
          <p:nvPr/>
        </p:nvSpPr>
        <p:spPr>
          <a:xfrm xmlns:a="http://schemas.openxmlformats.org/drawingml/2006/main">
            <a:off x="609600" y="42481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수행 방법</a:t>
            </a:r>
          </a:p>
        </p:txBody>
      </p:sp>
      <p:sp>
        <p:nvSpPr>
          <p:cNvPr id="16" name="기준선·조사·변경·비교">
            <a:extLst xmlns:a="http://schemas.openxmlformats.org/drawingml/2006/main">
              <a:ext uri="{FF2B5EF4-FFF2-40B4-BE49-F238E27FC236}">
                <a16:creationId xmlns:a16="http://schemas.microsoft.com/office/drawing/2014/main" id="{D6A90C5A-3BDF-4438-BF17-ECB42126756C}"/>
              </a:ext>
            </a:extLst>
          </p:cNvPr>
          <p:cNvSpPr>
            <a:spLocks xmlns:a="http://schemas.openxmlformats.org/drawingml/2006/main" noGrp="1"/>
          </p:cNvSpPr>
          <p:nvPr/>
        </p:nvSpPr>
        <p:spPr>
          <a:xfrm xmlns:a="http://schemas.openxmlformats.org/drawingml/2006/main">
            <a:off x="2628900" y="42481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기준선·조사·변경·비교</a:t>
            </a:r>
          </a:p>
        </p:txBody>
      </p:sp>
      <p:cxnSp>
        <p:nvCxnSpPr>
          <p:cNvPr id="17" name="">
            <a:extLst xmlns:a="http://schemas.openxmlformats.org/drawingml/2006/main">
              <a:ext uri="{FF2B5EF4-FFF2-40B4-BE49-F238E27FC236}">
                <a16:creationId xmlns:a16="http://schemas.microsoft.com/office/drawing/2014/main" id="{C44985ED-C06C-4074-8C79-9E4D1AE917E7}"/>
              </a:ext>
            </a:extLst>
          </p:cNvPr>
          <p:cNvCxnSpPr/>
          <p:nvPr/>
        </p:nvCxnSpPr>
        <p:spPr>
          <a:xfrm xmlns:a="http://schemas.openxmlformats.org/drawingml/2006/main">
            <a:off x="6343650" y="44577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검사 모듈에 같은 절차">
            <a:extLst xmlns:a="http://schemas.openxmlformats.org/drawingml/2006/main">
              <a:ext uri="{FF2B5EF4-FFF2-40B4-BE49-F238E27FC236}">
                <a16:creationId xmlns:a16="http://schemas.microsoft.com/office/drawing/2014/main" id="{B2404B71-29E5-4F1E-8ED8-41179F516662}"/>
              </a:ext>
            </a:extLst>
          </p:cNvPr>
          <p:cNvSpPr>
            <a:spLocks xmlns:a="http://schemas.openxmlformats.org/drawingml/2006/main" noGrp="1"/>
          </p:cNvSpPr>
          <p:nvPr/>
        </p:nvSpPr>
        <p:spPr>
          <a:xfrm xmlns:a="http://schemas.openxmlformats.org/drawingml/2006/main">
            <a:off x="7391400" y="42481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검사 모듈에 같은 절차</a:t>
            </a:r>
          </a:p>
        </p:txBody>
      </p:sp>
      <p:sp>
        <p:nvSpPr>
          <p:cNvPr id="19" name="검증 근거">
            <a:extLst xmlns:a="http://schemas.openxmlformats.org/drawingml/2006/main">
              <a:ext uri="{FF2B5EF4-FFF2-40B4-BE49-F238E27FC236}">
                <a16:creationId xmlns:a16="http://schemas.microsoft.com/office/drawing/2014/main" id="{9D0D7D3D-A989-493D-A82C-A573C014B5B1}"/>
              </a:ext>
            </a:extLst>
          </p:cNvPr>
          <p:cNvSpPr>
            <a:spLocks xmlns:a="http://schemas.openxmlformats.org/drawingml/2006/main" noGrp="1"/>
          </p:cNvSpPr>
          <p:nvPr/>
        </p:nvSpPr>
        <p:spPr>
          <a:xfrm xmlns:a="http://schemas.openxmlformats.org/drawingml/2006/main">
            <a:off x="609600" y="4819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a:t>
            </a:r>
          </a:p>
        </p:txBody>
      </p:sp>
      <p:sp>
        <p:nvSpPr>
          <p:cNvPr id="20" name="테스트 · 시간·할당량">
            <a:extLst xmlns:a="http://schemas.openxmlformats.org/drawingml/2006/main">
              <a:ext uri="{FF2B5EF4-FFF2-40B4-BE49-F238E27FC236}">
                <a16:creationId xmlns:a16="http://schemas.microsoft.com/office/drawing/2014/main" id="{FD88AF14-74BE-4B05-ACDD-E44D44E276D5}"/>
              </a:ext>
            </a:extLst>
          </p:cNvPr>
          <p:cNvSpPr>
            <a:spLocks xmlns:a="http://schemas.openxmlformats.org/drawingml/2006/main" noGrp="1"/>
          </p:cNvSpPr>
          <p:nvPr/>
        </p:nvSpPr>
        <p:spPr>
          <a:xfrm xmlns:a="http://schemas.openxmlformats.org/drawingml/2006/main">
            <a:off x="2628900" y="4819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 시간·할당량</a:t>
            </a:r>
          </a:p>
        </p:txBody>
      </p:sp>
      <p:cxnSp>
        <p:nvCxnSpPr>
          <p:cNvPr id="21" name="">
            <a:extLst xmlns:a="http://schemas.openxmlformats.org/drawingml/2006/main">
              <a:ext uri="{FF2B5EF4-FFF2-40B4-BE49-F238E27FC236}">
                <a16:creationId xmlns:a16="http://schemas.microsoft.com/office/drawing/2014/main" id="{D01D0543-DB0E-4BC2-8383-7ACAA1ABB7DE}"/>
              </a:ext>
            </a:extLst>
          </p:cNvPr>
          <p:cNvCxnSpPr/>
          <p:nvPr/>
        </p:nvCxnSpPr>
        <p:spPr>
          <a:xfrm xmlns:a="http://schemas.openxmlformats.org/drawingml/2006/main">
            <a:off x="6343650" y="5029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동작·회귀·성능 검증">
            <a:extLst xmlns:a="http://schemas.openxmlformats.org/drawingml/2006/main">
              <a:ext uri="{FF2B5EF4-FFF2-40B4-BE49-F238E27FC236}">
                <a16:creationId xmlns:a16="http://schemas.microsoft.com/office/drawing/2014/main" id="{C9DB659C-44CE-426B-BC38-4D823FBE1078}"/>
              </a:ext>
            </a:extLst>
          </p:cNvPr>
          <p:cNvSpPr>
            <a:spLocks xmlns:a="http://schemas.openxmlformats.org/drawingml/2006/main" noGrp="1"/>
          </p:cNvSpPr>
          <p:nvPr/>
        </p:nvSpPr>
        <p:spPr>
          <a:xfrm xmlns:a="http://schemas.openxmlformats.org/drawingml/2006/main">
            <a:off x="7391400" y="4819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동작·회귀·성능 검증</a:t>
            </a:r>
          </a:p>
        </p:txBody>
      </p:sp>
      <p:sp>
        <p:nvSpPr>
          <p:cNvPr id="23" name="입력·빌드·장비 조건도 함께 확인">
            <a:extLst xmlns:a="http://schemas.openxmlformats.org/drawingml/2006/main">
              <a:ext uri="{FF2B5EF4-FFF2-40B4-BE49-F238E27FC236}">
                <a16:creationId xmlns:a16="http://schemas.microsoft.com/office/drawing/2014/main" id="{DD0C3E0B-0F5E-40DC-8C3E-F6EB04CA0152}"/>
              </a:ext>
            </a:extLst>
          </p:cNvPr>
          <p:cNvSpPr>
            <a:spLocks xmlns:a="http://schemas.openxmlformats.org/drawingml/2006/main" noGrp="1"/>
          </p:cNvSpPr>
          <p:nvPr/>
        </p:nvSpPr>
        <p:spPr>
          <a:xfrm xmlns:a="http://schemas.openxmlformats.org/drawingml/2006/main">
            <a:off x="609600" y="540067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입력·빌드·장비 조건도 함께 확인</a:t>
            </a:r>
          </a:p>
        </p:txBody>
      </p:sp>
      <p:sp>
        <p:nvSpPr>
          <p:cNvPr id="24" name="Legacy module connection">
            <a:extLst xmlns:a="http://schemas.openxmlformats.org/drawingml/2006/main">
              <a:ext uri="{FF2B5EF4-FFF2-40B4-BE49-F238E27FC236}">
                <a16:creationId xmlns:a16="http://schemas.microsoft.com/office/drawing/2014/main" id="{51B98120-DD77-4117-9E46-9AEDA077FB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20085424"/>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반복을 고르고 유지할 책임을 정하기">
            <a:extLst xmlns:a="http://schemas.openxmlformats.org/drawingml/2006/main">
              <a:ext uri="{FF2B5EF4-FFF2-40B4-BE49-F238E27FC236}">
                <a16:creationId xmlns:a16="http://schemas.microsoft.com/office/drawing/2014/main" id="{5D2F0401-1E1E-4287-9690-29856002C3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고르고 유지할 책임을 정하기</a:t>
            </a:r>
          </a:p>
        </p:txBody>
      </p:sp>
      <p:sp>
        <p:nvSpPr>
          <p:cNvPr id="2" name="S70">
            <a:extLst xmlns:a="http://schemas.openxmlformats.org/drawingml/2006/main">
              <a:ext uri="{FF2B5EF4-FFF2-40B4-BE49-F238E27FC236}">
                <a16:creationId xmlns:a16="http://schemas.microsoft.com/office/drawing/2014/main" id="{0005B198-3576-4707-9F00-E82696E1CE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우리 업무에서 먼저 정리할 한 가지">
            <a:extLst xmlns:a="http://schemas.openxmlformats.org/drawingml/2006/main">
              <a:ext uri="{FF2B5EF4-FFF2-40B4-BE49-F238E27FC236}">
                <a16:creationId xmlns:a16="http://schemas.microsoft.com/office/drawing/2014/main" id="{019B01A7-3585-4A78-8CB3-EC60F4518B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업무에서 먼저 정리할 한 가지</a:t>
            </a:r>
          </a:p>
        </p:txBody>
      </p:sp>
      <p:sp>
        <p:nvSpPr>
          <p:cNvPr id="4" name="">
            <a:extLst xmlns:a="http://schemas.openxmlformats.org/drawingml/2006/main">
              <a:ext uri="{FF2B5EF4-FFF2-40B4-BE49-F238E27FC236}">
                <a16:creationId xmlns:a16="http://schemas.microsoft.com/office/drawing/2014/main" id="{BDD63AC4-CB31-4485-A2D6-0FDE267B6D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실제 Demo의 성공은 기준점으로 유지">
            <a:extLst xmlns:a="http://schemas.openxmlformats.org/drawingml/2006/main">
              <a:ext uri="{FF2B5EF4-FFF2-40B4-BE49-F238E27FC236}">
                <a16:creationId xmlns:a16="http://schemas.microsoft.com/office/drawing/2014/main" id="{621BA75A-3D08-44C6-A53D-243E4BD459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실제 Demo의 성공은 기준점으로 유지</a:t>
            </a:r>
          </a:p>
        </p:txBody>
      </p:sp>
      <p:sp>
        <p:nvSpPr>
          <p:cNvPr id="6" name="교육용 적용 질문 · 기능 추가를 전제하지 않음 · 다음 ACT의 변화는 별도 가상 사례">
            <a:extLst xmlns:a="http://schemas.openxmlformats.org/drawingml/2006/main">
              <a:ext uri="{FF2B5EF4-FFF2-40B4-BE49-F238E27FC236}">
                <a16:creationId xmlns:a16="http://schemas.microsoft.com/office/drawing/2014/main" id="{30F23986-3EE2-4DC6-B90F-1FD2BBBB6F8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적용 질문 · 기능 추가를 전제하지 않음 · 다음 ACT의 변화는 별도 가상 사례</a:t>
            </a:r>
          </a:p>
        </p:txBody>
      </p:sp>
      <p:sp>
        <p:nvSpPr>
          <p:cNvPr id="7" name="">
            <a:extLst xmlns:a="http://schemas.openxmlformats.org/drawingml/2006/main">
              <a:ext uri="{FF2B5EF4-FFF2-40B4-BE49-F238E27FC236}">
                <a16:creationId xmlns:a16="http://schemas.microsoft.com/office/drawing/2014/main" id="{7389397F-8B0B-4D50-952D-CCF73338EC91}"/>
              </a:ext>
            </a:extLst>
          </p:cNvPr>
          <p:cNvSpPr>
            <a:spLocks xmlns:a="http://schemas.openxmlformats.org/drawingml/2006/main" noGrp="1"/>
          </p:cNvSpPr>
          <p:nvPr/>
        </p:nvSpPr>
        <p:spPr>
          <a:xfrm xmlns:a="http://schemas.openxmlformats.org/drawingml/2006/main">
            <a:off x="60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반복 정보">
            <a:extLst xmlns:a="http://schemas.openxmlformats.org/drawingml/2006/main">
              <a:ext uri="{FF2B5EF4-FFF2-40B4-BE49-F238E27FC236}">
                <a16:creationId xmlns:a16="http://schemas.microsoft.com/office/drawing/2014/main" id="{01D63A8D-C036-4B3B-A0EC-7E8102A0389D}"/>
              </a:ext>
            </a:extLst>
          </p:cNvPr>
          <p:cNvSpPr>
            <a:spLocks xmlns:a="http://schemas.openxmlformats.org/drawingml/2006/main" noGrp="1"/>
          </p:cNvSpPr>
          <p:nvPr/>
        </p:nvSpPr>
        <p:spPr>
          <a:xfrm xmlns:a="http://schemas.openxmlformats.org/drawingml/2006/main">
            <a:off x="80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정보</a:t>
            </a:r>
          </a:p>
        </p:txBody>
      </p:sp>
      <p:sp>
        <p:nvSpPr>
          <p:cNvPr id="9" name="명세 · 프로젝트 안내">
            <a:extLst xmlns:a="http://schemas.openxmlformats.org/drawingml/2006/main">
              <a:ext uri="{FF2B5EF4-FFF2-40B4-BE49-F238E27FC236}">
                <a16:creationId xmlns:a16="http://schemas.microsoft.com/office/drawing/2014/main" id="{F15F38EF-DFB9-46F9-8403-EFB7555E490C}"/>
              </a:ext>
            </a:extLst>
          </p:cNvPr>
          <p:cNvSpPr>
            <a:spLocks xmlns:a="http://schemas.openxmlformats.org/drawingml/2006/main" noGrp="1"/>
          </p:cNvSpPr>
          <p:nvPr/>
        </p:nvSpPr>
        <p:spPr>
          <a:xfrm xmlns:a="http://schemas.openxmlformats.org/drawingml/2006/main">
            <a:off x="80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명세 · 프로젝트 안내</a:t>
            </a:r>
          </a:p>
        </p:txBody>
      </p:sp>
      <p:sp>
        <p:nvSpPr>
          <p:cNvPr id="10" name="">
            <a:extLst xmlns:a="http://schemas.openxmlformats.org/drawingml/2006/main">
              <a:ext uri="{FF2B5EF4-FFF2-40B4-BE49-F238E27FC236}">
                <a16:creationId xmlns:a16="http://schemas.microsoft.com/office/drawing/2014/main" id="{E1A74B3F-02E9-446F-82DC-72BF48C69F15}"/>
              </a:ext>
            </a:extLst>
          </p:cNvPr>
          <p:cNvSpPr>
            <a:spLocks xmlns:a="http://schemas.openxmlformats.org/drawingml/2006/main" noGrp="1"/>
          </p:cNvSpPr>
          <p:nvPr/>
        </p:nvSpPr>
        <p:spPr>
          <a:xfrm xmlns:a="http://schemas.openxmlformats.org/drawingml/2006/main">
            <a:off x="2286000" y="3009900"/>
            <a:ext cx="0" cy="361950"/>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F89ADBC6-35CE-4249-813D-B9170E311963}"/>
              </a:ext>
            </a:extLst>
          </p:cNvPr>
          <p:cNvSpPr>
            <a:spLocks xmlns:a="http://schemas.openxmlformats.org/drawingml/2006/main" noGrp="1"/>
          </p:cNvSpPr>
          <p:nvPr/>
        </p:nvSpPr>
        <p:spPr>
          <a:xfrm xmlns:a="http://schemas.openxmlformats.org/drawingml/2006/main">
            <a:off x="441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반복 절차">
            <a:extLst xmlns:a="http://schemas.openxmlformats.org/drawingml/2006/main">
              <a:ext uri="{FF2B5EF4-FFF2-40B4-BE49-F238E27FC236}">
                <a16:creationId xmlns:a16="http://schemas.microsoft.com/office/drawing/2014/main" id="{31FA8306-B9EF-4202-9265-4BBFE5867BBB}"/>
              </a:ext>
            </a:extLst>
          </p:cNvPr>
          <p:cNvSpPr>
            <a:spLocks xmlns:a="http://schemas.openxmlformats.org/drawingml/2006/main" noGrp="1"/>
          </p:cNvSpPr>
          <p:nvPr/>
        </p:nvSpPr>
        <p:spPr>
          <a:xfrm xmlns:a="http://schemas.openxmlformats.org/drawingml/2006/main">
            <a:off x="461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절차</a:t>
            </a:r>
          </a:p>
        </p:txBody>
      </p:sp>
      <p:sp>
        <p:nvSpPr>
          <p:cNvPr id="13" name="조사 · 변경 · 검증">
            <a:extLst xmlns:a="http://schemas.openxmlformats.org/drawingml/2006/main">
              <a:ext uri="{FF2B5EF4-FFF2-40B4-BE49-F238E27FC236}">
                <a16:creationId xmlns:a16="http://schemas.microsoft.com/office/drawing/2014/main" id="{65CA3D77-3970-4377-BA5B-DAD6AE29E762}"/>
              </a:ext>
            </a:extLst>
          </p:cNvPr>
          <p:cNvSpPr>
            <a:spLocks xmlns:a="http://schemas.openxmlformats.org/drawingml/2006/main" noGrp="1"/>
          </p:cNvSpPr>
          <p:nvPr/>
        </p:nvSpPr>
        <p:spPr>
          <a:xfrm xmlns:a="http://schemas.openxmlformats.org/drawingml/2006/main">
            <a:off x="461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a:t>
            </a:r>
          </a:p>
        </p:txBody>
      </p:sp>
      <p:sp>
        <p:nvSpPr>
          <p:cNvPr id="14" name="">
            <a:extLst xmlns:a="http://schemas.openxmlformats.org/drawingml/2006/main">
              <a:ext uri="{FF2B5EF4-FFF2-40B4-BE49-F238E27FC236}">
                <a16:creationId xmlns:a16="http://schemas.microsoft.com/office/drawing/2014/main" id="{0BC5A662-CF3A-4424-8B52-F4CFAF94CE36}"/>
              </a:ext>
            </a:extLst>
          </p:cNvPr>
          <p:cNvSpPr>
            <a:spLocks xmlns:a="http://schemas.openxmlformats.org/drawingml/2006/main" noGrp="1"/>
          </p:cNvSpPr>
          <p:nvPr/>
        </p:nvSpPr>
        <p:spPr>
          <a:xfrm xmlns:a="http://schemas.openxmlformats.org/drawingml/2006/main">
            <a:off x="6096000" y="3009900"/>
            <a:ext cx="0" cy="361950"/>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E6BA69B1-7871-42D1-9E14-A98A451DF312}"/>
              </a:ext>
            </a:extLst>
          </p:cNvPr>
          <p:cNvSpPr>
            <a:spLocks xmlns:a="http://schemas.openxmlformats.org/drawingml/2006/main" noGrp="1"/>
          </p:cNvSpPr>
          <p:nvPr/>
        </p:nvSpPr>
        <p:spPr>
          <a:xfrm xmlns:a="http://schemas.openxmlformats.org/drawingml/2006/main">
            <a:off x="822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근거">
            <a:extLst xmlns:a="http://schemas.openxmlformats.org/drawingml/2006/main">
              <a:ext uri="{FF2B5EF4-FFF2-40B4-BE49-F238E27FC236}">
                <a16:creationId xmlns:a16="http://schemas.microsoft.com/office/drawing/2014/main" id="{7AF95E57-6352-42A2-8A76-3B21822B5928}"/>
              </a:ext>
            </a:extLst>
          </p:cNvPr>
          <p:cNvSpPr>
            <a:spLocks xmlns:a="http://schemas.openxmlformats.org/drawingml/2006/main" noGrp="1"/>
          </p:cNvSpPr>
          <p:nvPr/>
        </p:nvSpPr>
        <p:spPr>
          <a:xfrm xmlns:a="http://schemas.openxmlformats.org/drawingml/2006/main">
            <a:off x="842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근거</a:t>
            </a:r>
          </a:p>
        </p:txBody>
      </p:sp>
      <p:sp>
        <p:nvSpPr>
          <p:cNvPr id="17" name="테스트 · 측정 조건">
            <a:extLst xmlns:a="http://schemas.openxmlformats.org/drawingml/2006/main">
              <a:ext uri="{FF2B5EF4-FFF2-40B4-BE49-F238E27FC236}">
                <a16:creationId xmlns:a16="http://schemas.microsoft.com/office/drawing/2014/main" id="{9E4B0AE1-553A-4C8C-910B-285841A45F9B}"/>
              </a:ext>
            </a:extLst>
          </p:cNvPr>
          <p:cNvSpPr>
            <a:spLocks xmlns:a="http://schemas.openxmlformats.org/drawingml/2006/main" noGrp="1"/>
          </p:cNvSpPr>
          <p:nvPr/>
        </p:nvSpPr>
        <p:spPr>
          <a:xfrm xmlns:a="http://schemas.openxmlformats.org/drawingml/2006/main">
            <a:off x="842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조건</a:t>
            </a:r>
          </a:p>
        </p:txBody>
      </p:sp>
      <p:sp>
        <p:nvSpPr>
          <p:cNvPr id="18" name="">
            <a:extLst xmlns:a="http://schemas.openxmlformats.org/drawingml/2006/main">
              <a:ext uri="{FF2B5EF4-FFF2-40B4-BE49-F238E27FC236}">
                <a16:creationId xmlns:a16="http://schemas.microsoft.com/office/drawing/2014/main" id="{FCE8B37F-33A7-4BD7-81B7-D30C5B7625D0}"/>
              </a:ext>
            </a:extLst>
          </p:cNvPr>
          <p:cNvSpPr>
            <a:spLocks xmlns:a="http://schemas.openxmlformats.org/drawingml/2006/main" noGrp="1"/>
          </p:cNvSpPr>
          <p:nvPr/>
        </p:nvSpPr>
        <p:spPr>
          <a:xfrm xmlns:a="http://schemas.openxmlformats.org/drawingml/2006/main">
            <a:off x="9906000" y="3009900"/>
            <a:ext cx="0" cy="3619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8BF5716C-20A0-4F74-BE2E-8E218962DF31}"/>
              </a:ext>
            </a:extLst>
          </p:cNvPr>
          <p:cNvSpPr>
            <a:spLocks xmlns:a="http://schemas.openxmlformats.org/drawingml/2006/main" noGrp="1"/>
          </p:cNvSpPr>
          <p:nvPr/>
        </p:nvSpPr>
        <p:spPr>
          <a:xfrm xmlns:a="http://schemas.openxmlformats.org/drawingml/2006/main">
            <a:off x="2286000" y="337185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182568F7-3A1A-481B-BA53-D1B52042F3B9}"/>
              </a:ext>
            </a:extLst>
          </p:cNvPr>
          <p:cNvCxnSpPr/>
          <p:nvPr/>
        </p:nvCxnSpPr>
        <p:spPr>
          <a:xfrm xmlns:a="http://schemas.openxmlformats.org/drawingml/2006/main">
            <a:off x="6096000" y="3371850"/>
            <a:ext cx="0" cy="1905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24D5A989-F3C2-4855-81B6-CBBC26A420BF}"/>
              </a:ext>
            </a:extLst>
          </p:cNvPr>
          <p:cNvSpPr>
            <a:spLocks xmlns:a="http://schemas.openxmlformats.org/drawingml/2006/main" noGrp="1"/>
          </p:cNvSpPr>
          <p:nvPr/>
        </p:nvSpPr>
        <p:spPr>
          <a:xfrm xmlns:a="http://schemas.openxmlformats.org/drawingml/2006/main">
            <a:off x="4953000" y="3619500"/>
            <a:ext cx="2286000" cy="5524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하나만 선택">
            <a:extLst xmlns:a="http://schemas.openxmlformats.org/drawingml/2006/main">
              <a:ext uri="{FF2B5EF4-FFF2-40B4-BE49-F238E27FC236}">
                <a16:creationId xmlns:a16="http://schemas.microsoft.com/office/drawing/2014/main" id="{B80E2562-8B74-4F7B-93F6-A643E7936231}"/>
              </a:ext>
            </a:extLst>
          </p:cNvPr>
          <p:cNvSpPr>
            <a:spLocks xmlns:a="http://schemas.openxmlformats.org/drawingml/2006/main" noGrp="1"/>
          </p:cNvSpPr>
          <p:nvPr/>
        </p:nvSpPr>
        <p:spPr>
          <a:xfrm xmlns:a="http://schemas.openxmlformats.org/drawingml/2006/main">
            <a:off x="5105400" y="3705225"/>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하나만 선택</a:t>
            </a:r>
          </a:p>
        </p:txBody>
      </p:sp>
      <p:sp>
        <p:nvSpPr>
          <p:cNvPr id="23" name="">
            <a:extLst xmlns:a="http://schemas.openxmlformats.org/drawingml/2006/main">
              <a:ext uri="{FF2B5EF4-FFF2-40B4-BE49-F238E27FC236}">
                <a16:creationId xmlns:a16="http://schemas.microsoft.com/office/drawing/2014/main" id="{638B4827-5BF2-4266-9A1B-115E3FBDB7CB}"/>
              </a:ext>
            </a:extLst>
          </p:cNvPr>
          <p:cNvSpPr>
            <a:spLocks xmlns:a="http://schemas.openxmlformats.org/drawingml/2006/main" noGrp="1"/>
          </p:cNvSpPr>
          <p:nvPr/>
        </p:nvSpPr>
        <p:spPr>
          <a:xfrm xmlns:a="http://schemas.openxmlformats.org/drawingml/2006/main">
            <a:off x="6096000" y="4171950"/>
            <a:ext cx="0" cy="171450"/>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B7CAAFE8-D6C3-4E1D-AE2C-28471351511C}"/>
              </a:ext>
            </a:extLst>
          </p:cNvPr>
          <p:cNvSpPr>
            <a:spLocks xmlns:a="http://schemas.openxmlformats.org/drawingml/2006/main" noGrp="1"/>
          </p:cNvSpPr>
          <p:nvPr/>
        </p:nvSpPr>
        <p:spPr>
          <a:xfrm xmlns:a="http://schemas.openxmlformats.org/drawingml/2006/main">
            <a:off x="3200400" y="43434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C73A8B1F-A528-4E3A-BB25-D41E345F25A7}"/>
              </a:ext>
            </a:extLst>
          </p:cNvPr>
          <p:cNvCxnSpPr/>
          <p:nvPr/>
        </p:nvCxnSpPr>
        <p:spPr>
          <a:xfrm xmlns:a="http://schemas.openxmlformats.org/drawingml/2006/main">
            <a:off x="32004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6" name="">
            <a:extLst xmlns:a="http://schemas.openxmlformats.org/drawingml/2006/main">
              <a:ext uri="{FF2B5EF4-FFF2-40B4-BE49-F238E27FC236}">
                <a16:creationId xmlns:a16="http://schemas.microsoft.com/office/drawing/2014/main" id="{F0B767CE-DF19-408D-9D69-3714858D0FE0}"/>
              </a:ext>
            </a:extLst>
          </p:cNvPr>
          <p:cNvCxnSpPr/>
          <p:nvPr/>
        </p:nvCxnSpPr>
        <p:spPr>
          <a:xfrm xmlns:a="http://schemas.openxmlformats.org/drawingml/2006/main">
            <a:off x="89916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1C85701E-1496-43CA-9E14-A1AC34AA4C59}"/>
              </a:ext>
            </a:extLst>
          </p:cNvPr>
          <p:cNvSpPr>
            <a:spLocks xmlns:a="http://schemas.openxmlformats.org/drawingml/2006/main" noGrp="1"/>
          </p:cNvSpPr>
          <p:nvPr/>
        </p:nvSpPr>
        <p:spPr>
          <a:xfrm xmlns:a="http://schemas.openxmlformats.org/drawingml/2006/main">
            <a:off x="6096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디에 둘까?">
            <a:extLst xmlns:a="http://schemas.openxmlformats.org/drawingml/2006/main">
              <a:ext uri="{FF2B5EF4-FFF2-40B4-BE49-F238E27FC236}">
                <a16:creationId xmlns:a16="http://schemas.microsoft.com/office/drawing/2014/main" id="{DE2273D0-95A1-4DC9-B853-A745A795FF64}"/>
              </a:ext>
            </a:extLst>
          </p:cNvPr>
          <p:cNvSpPr>
            <a:spLocks xmlns:a="http://schemas.openxmlformats.org/drawingml/2006/main" noGrp="1"/>
          </p:cNvSpPr>
          <p:nvPr/>
        </p:nvSpPr>
        <p:spPr>
          <a:xfrm xmlns:a="http://schemas.openxmlformats.org/drawingml/2006/main">
            <a:off x="8001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어디에 둘까?</a:t>
            </a:r>
          </a:p>
        </p:txBody>
      </p:sp>
      <p:sp>
        <p:nvSpPr>
          <p:cNvPr id="29" name="">
            <a:extLst xmlns:a="http://schemas.openxmlformats.org/drawingml/2006/main">
              <a:ext uri="{FF2B5EF4-FFF2-40B4-BE49-F238E27FC236}">
                <a16:creationId xmlns:a16="http://schemas.microsoft.com/office/drawing/2014/main" id="{638AE292-1DA1-4621-8861-0B5471724814}"/>
              </a:ext>
            </a:extLst>
          </p:cNvPr>
          <p:cNvSpPr>
            <a:spLocks xmlns:a="http://schemas.openxmlformats.org/drawingml/2006/main" noGrp="1"/>
          </p:cNvSpPr>
          <p:nvPr/>
        </p:nvSpPr>
        <p:spPr>
          <a:xfrm xmlns:a="http://schemas.openxmlformats.org/drawingml/2006/main">
            <a:off x="64008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갱신할까?">
            <a:extLst xmlns:a="http://schemas.openxmlformats.org/drawingml/2006/main">
              <a:ext uri="{FF2B5EF4-FFF2-40B4-BE49-F238E27FC236}">
                <a16:creationId xmlns:a16="http://schemas.microsoft.com/office/drawing/2014/main" id="{9EE60412-4909-4A0B-90E7-0733C8ABFBFD}"/>
              </a:ext>
            </a:extLst>
          </p:cNvPr>
          <p:cNvSpPr>
            <a:spLocks xmlns:a="http://schemas.openxmlformats.org/drawingml/2006/main" noGrp="1"/>
          </p:cNvSpPr>
          <p:nvPr/>
        </p:nvSpPr>
        <p:spPr>
          <a:xfrm xmlns:a="http://schemas.openxmlformats.org/drawingml/2006/main">
            <a:off x="65913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누가 검토·갱신할까?</a:t>
            </a:r>
          </a:p>
        </p:txBody>
      </p:sp>
      <p:sp>
        <p:nvSpPr>
          <p:cNvPr id="31" name="위치와 담당을 생각했다면, 다시 확인할 때는?">
            <a:extLst xmlns:a="http://schemas.openxmlformats.org/drawingml/2006/main">
              <a:ext uri="{FF2B5EF4-FFF2-40B4-BE49-F238E27FC236}">
                <a16:creationId xmlns:a16="http://schemas.microsoft.com/office/drawing/2014/main" id="{372BAFFE-8B05-4888-8D73-0748F59037DC}"/>
              </a:ext>
            </a:extLst>
          </p:cNvPr>
          <p:cNvSpPr>
            <a:spLocks xmlns:a="http://schemas.openxmlformats.org/drawingml/2006/main" noGrp="1"/>
          </p:cNvSpPr>
          <p:nvPr/>
        </p:nvSpPr>
        <p:spPr>
          <a:xfrm xmlns:a="http://schemas.openxmlformats.org/drawingml/2006/main">
            <a:off x="609600" y="54292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위치와 담당을 생각했다면, 다시 확인할 때는?</a:t>
            </a:r>
          </a:p>
        </p:txBody>
      </p:sp>
      <p:sp>
        <p:nvSpPr>
          <p:cNvPr id="32" name="Legacy module connection">
            <a:extLst xmlns:a="http://schemas.openxmlformats.org/drawingml/2006/main">
              <a:ext uri="{FF2B5EF4-FFF2-40B4-BE49-F238E27FC236}">
                <a16:creationId xmlns:a16="http://schemas.microsoft.com/office/drawing/2014/main" id="{6C6FE911-4EEF-4635-8A58-92D4CE6A55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1063763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2026-10-25T01:33:38.8810000Z</dcterms:created>
  <dcterms:modified xsi:type="dcterms:W3CDTF">2026-10-25T01:33:38.8810000Z</dcterms:modified>
</coreProperties>
</file>