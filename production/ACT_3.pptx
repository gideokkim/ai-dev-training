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1.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2ddc56bc5f5f4211" /><Relationship Type="http://schemas.openxmlformats.org/officeDocument/2006/relationships/extended-properties" Target="/docProps/app.xml" Id="R2e2ba780ae71494c" /><Relationship Type="http://schemas.openxmlformats.org/officeDocument/2006/relationships/officeDocument" Target="/ppt/presentation.xml" Id="R6dfc521299b14e8a" /></Relationships>
</file>

<file path=ppt/presentation.xml><?xml version="1.0" encoding="utf-8"?>
<p:presentation xmlns:p="http://schemas.openxmlformats.org/presentationml/2006/main">
  <p:sldMasterIdLst>
    <p:sldMasterId xmlns:r="http://schemas.openxmlformats.org/officeDocument/2006/relationships" id="2147483648" r:id="Rae92039343644a6d"/>
  </p:sldMasterIdLst>
  <p:notesMasterIdLst>
    <p:notesMasterId xmlns:r="http://schemas.openxmlformats.org/officeDocument/2006/relationships" r:id="R97c8cdacbf144585"/>
  </p:notesMasterIdLst>
  <p:sldIdLst>
    <p:sldId xmlns:r="http://schemas.openxmlformats.org/officeDocument/2006/relationships" id="256" r:id="Reb8da8f12ee8411d"/>
    <p:sldId xmlns:r="http://schemas.openxmlformats.org/officeDocument/2006/relationships" id="257" r:id="R03bd85752c7b460a"/>
    <p:sldId xmlns:r="http://schemas.openxmlformats.org/officeDocument/2006/relationships" id="258" r:id="R40d8f9a6f1434af0"/>
    <p:sldId xmlns:r="http://schemas.openxmlformats.org/officeDocument/2006/relationships" id="259" r:id="R67d3a341ab53486f"/>
    <p:sldId xmlns:r="http://schemas.openxmlformats.org/officeDocument/2006/relationships" id="260" r:id="Rc1e64d928deb4537"/>
    <p:sldId xmlns:r="http://schemas.openxmlformats.org/officeDocument/2006/relationships" id="261" r:id="R6b61fc590e2b4207"/>
    <p:sldId xmlns:r="http://schemas.openxmlformats.org/officeDocument/2006/relationships" id="262" r:id="R29ab0580eed3419a"/>
    <p:sldId xmlns:r="http://schemas.openxmlformats.org/officeDocument/2006/relationships" id="263" r:id="Rd555320994474fb0"/>
    <p:sldId xmlns:r="http://schemas.openxmlformats.org/officeDocument/2006/relationships" id="264" r:id="Re7077d160e8748fa"/>
    <p:sldId xmlns:r="http://schemas.openxmlformats.org/officeDocument/2006/relationships" id="265" r:id="R31bb88706aa04173"/>
    <p:sldId xmlns:r="http://schemas.openxmlformats.org/officeDocument/2006/relationships" id="266" r:id="Rf7a16ea7e3e0494e"/>
    <p:sldId xmlns:r="http://schemas.openxmlformats.org/officeDocument/2006/relationships" id="267" r:id="Rf14e061440614275"/>
    <p:sldId xmlns:r="http://schemas.openxmlformats.org/officeDocument/2006/relationships" id="268" r:id="R37209018aaec4860"/>
    <p:sldId xmlns:r="http://schemas.openxmlformats.org/officeDocument/2006/relationships" id="269" r:id="Re3feba70b3e9410f"/>
    <p:sldId xmlns:r="http://schemas.openxmlformats.org/officeDocument/2006/relationships" id="270" r:id="R4a97de9edf244af7"/>
    <p:sldId xmlns:r="http://schemas.openxmlformats.org/officeDocument/2006/relationships" id="271" r:id="R8c4d97736d524f4f"/>
    <p:sldId xmlns:r="http://schemas.openxmlformats.org/officeDocument/2006/relationships" id="272" r:id="R015afd9ad66f4dd1"/>
    <p:sldId xmlns:r="http://schemas.openxmlformats.org/officeDocument/2006/relationships" id="273" r:id="R034f8c3b1ff244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c47339f8384b17" /><Relationship Type="http://schemas.openxmlformats.org/officeDocument/2006/relationships/slideMaster" Target="/ppt/slideMasters/slideMaster1.xml" Id="Rae92039343644a6d" /><Relationship Type="http://schemas.openxmlformats.org/officeDocument/2006/relationships/notesMaster" Target="/ppt/notesMasters/notesMaster1.xml" Id="R97c8cdacbf144585" /><Relationship Type="http://schemas.openxmlformats.org/officeDocument/2006/relationships/presProps" Target="/ppt/presProps.xml" Id="R9243c4690a4747d6" /><Relationship Type="http://schemas.openxmlformats.org/officeDocument/2006/relationships/tableStyles" Target="/ppt/tableStyles.xml" Id="R982d7de7426f4d44" /><Relationship Type="http://schemas.openxmlformats.org/officeDocument/2006/relationships/slide" Target="/ppt/slides/slide1.xml" Id="Reb8da8f12ee8411d" /><Relationship Type="http://schemas.openxmlformats.org/officeDocument/2006/relationships/slide" Target="/ppt/slides/slide2.xml" Id="R03bd85752c7b460a" /><Relationship Type="http://schemas.openxmlformats.org/officeDocument/2006/relationships/slide" Target="/ppt/slides/slide3.xml" Id="R40d8f9a6f1434af0" /><Relationship Type="http://schemas.openxmlformats.org/officeDocument/2006/relationships/slide" Target="/ppt/slides/slide4.xml" Id="R67d3a341ab53486f" /><Relationship Type="http://schemas.openxmlformats.org/officeDocument/2006/relationships/slide" Target="/ppt/slides/slide5.xml" Id="Rc1e64d928deb4537" /><Relationship Type="http://schemas.openxmlformats.org/officeDocument/2006/relationships/slide" Target="/ppt/slides/slide6.xml" Id="R6b61fc590e2b4207" /><Relationship Type="http://schemas.openxmlformats.org/officeDocument/2006/relationships/slide" Target="/ppt/slides/slide7.xml" Id="R29ab0580eed3419a" /><Relationship Type="http://schemas.openxmlformats.org/officeDocument/2006/relationships/slide" Target="/ppt/slides/slide8.xml" Id="Rd555320994474fb0" /><Relationship Type="http://schemas.openxmlformats.org/officeDocument/2006/relationships/slide" Target="/ppt/slides/slide9.xml" Id="Re7077d160e8748fa" /><Relationship Type="http://schemas.openxmlformats.org/officeDocument/2006/relationships/slide" Target="/ppt/slides/slide10.xml" Id="R31bb88706aa04173" /><Relationship Type="http://schemas.openxmlformats.org/officeDocument/2006/relationships/slide" Target="/ppt/slides/slide11.xml" Id="Rf7a16ea7e3e0494e" /><Relationship Type="http://schemas.openxmlformats.org/officeDocument/2006/relationships/slide" Target="/ppt/slides/slide12.xml" Id="Rf14e061440614275" /><Relationship Type="http://schemas.openxmlformats.org/officeDocument/2006/relationships/slide" Target="/ppt/slides/slide13.xml" Id="R37209018aaec4860" /><Relationship Type="http://schemas.openxmlformats.org/officeDocument/2006/relationships/slide" Target="/ppt/slides/slide14.xml" Id="Re3feba70b3e9410f" /><Relationship Type="http://schemas.openxmlformats.org/officeDocument/2006/relationships/slide" Target="/ppt/slides/slide15.xml" Id="R4a97de9edf244af7" /><Relationship Type="http://schemas.openxmlformats.org/officeDocument/2006/relationships/slide" Target="/ppt/slides/slide16.xml" Id="R8c4d97736d524f4f" /><Relationship Type="http://schemas.openxmlformats.org/officeDocument/2006/relationships/slide" Target="/ppt/slides/slide17.xml" Id="R015afd9ad66f4dd1" /><Relationship Type="http://schemas.openxmlformats.org/officeDocument/2006/relationships/slide" Target="/ppt/slides/slide18.xml" Id="R034f8c3b1ff244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5dcbcb9932f46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b5ce79418c146d6" /><Relationship Type="http://schemas.openxmlformats.org/officeDocument/2006/relationships/notesMaster" Target="/ppt/notesMasters/notesMaster1.xml" Id="Rf6d58dbd8c214a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ead95329dbe84c18" /><Relationship Type="http://schemas.openxmlformats.org/officeDocument/2006/relationships/notesMaster" Target="/ppt/notesMasters/notesMaster1.xml" Id="Rce5dec01ea83406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1eae25678148cf" /><Relationship Type="http://schemas.openxmlformats.org/officeDocument/2006/relationships/notesMaster" Target="/ppt/notesMasters/notesMaster1.xml" Id="R270cde887c3e4eac" /></Relationships>
</file>

<file path=ppt/notesSlides/_rels/notesSlide4.xml.rels>&#65279;<?xml version="1.0" encoding="utf-8"?><Relationships xmlns="http://schemas.openxmlformats.org/package/2006/relationships"><Relationship Type="http://schemas.openxmlformats.org/officeDocument/2006/relationships/slide" Target="/ppt/slides/slide4.xml" Id="R1ca9c99ad6f44077" /><Relationship Type="http://schemas.openxmlformats.org/officeDocument/2006/relationships/notesMaster" Target="/ppt/notesMasters/notesMaster1.xml" Id="Reb49f685183d4b17" /></Relationships>
</file>

<file path=ppt/notesSlides/_rels/notesSlide5.xml.rels>&#65279;<?xml version="1.0" encoding="utf-8"?><Relationships xmlns="http://schemas.openxmlformats.org/package/2006/relationships"><Relationship Type="http://schemas.openxmlformats.org/officeDocument/2006/relationships/slide" Target="/ppt/slides/slide5.xml" Id="R427b57df651f49ce" /><Relationship Type="http://schemas.openxmlformats.org/officeDocument/2006/relationships/notesMaster" Target="/ppt/notesMasters/notesMaster1.xml" Id="R5832dd1e0c014e12"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f25e19930b4cca" /><Relationship Type="http://schemas.openxmlformats.org/officeDocument/2006/relationships/notesMaster" Target="/ppt/notesMasters/notesMaster1.xml" Id="Ra0190e8642e84b75"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d6a48463ac48a8" /><Relationship Type="http://schemas.openxmlformats.org/officeDocument/2006/relationships/notesMaster" Target="/ppt/notesMasters/notesMaster1.xml" Id="R06fded69cd9148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47cb59878d594987" /><Relationship Type="http://schemas.openxmlformats.org/officeDocument/2006/relationships/notesMaster" Target="/ppt/notesMasters/notesMaster1.xml" Id="Radd9da67b209456e" /></Relationships>
</file>

<file path=ppt/notesSlides/_rels/notesSlide9.xml.rels>&#65279;<?xml version="1.0" encoding="utf-8"?><Relationships xmlns="http://schemas.openxmlformats.org/package/2006/relationships"><Relationship Type="http://schemas.openxmlformats.org/officeDocument/2006/relationships/slide" Target="/ppt/slides/slide9.xml" Id="R11ed1e83926343bd" /><Relationship Type="http://schemas.openxmlformats.org/officeDocument/2006/relationships/notesMaster" Target="/ppt/notesMasters/notesMaster1.xml" Id="Rba12b9d322474b6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cef213b6d314e5e" /><Relationship Type="http://schemas.openxmlformats.org/officeDocument/2006/relationships/notesMaster" Target="/ppt/notesMasters/notesMaster1.xml" Id="Rfa720a1dece34d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0375779b9a450d" /><Relationship Type="http://schemas.openxmlformats.org/officeDocument/2006/relationships/notesMaster" Target="/ppt/notesMasters/notesMaster1.xml" Id="R05b7f20a18584e8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e38957eb1b1409c" /><Relationship Type="http://schemas.openxmlformats.org/officeDocument/2006/relationships/notesMaster" Target="/ppt/notesMasters/notesMaster1.xml" Id="R078ab796416d49a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81b3eb073084353" /><Relationship Type="http://schemas.openxmlformats.org/officeDocument/2006/relationships/notesMaster" Target="/ppt/notesMasters/notesMaster1.xml" Id="Rd9c9763344f74fa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5186d1d33c7448b" /><Relationship Type="http://schemas.openxmlformats.org/officeDocument/2006/relationships/notesMaster" Target="/ppt/notesMasters/notesMaster1.xml" Id="R1c3a84296032498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669cde688ae4401" /><Relationship Type="http://schemas.openxmlformats.org/officeDocument/2006/relationships/notesMaster" Target="/ppt/notesMasters/notesMaster1.xml" Id="Rba5437214fff4f5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9ef37ddca134862" /><Relationship Type="http://schemas.openxmlformats.org/officeDocument/2006/relationships/notesMaster" Target="/ppt/notesMasters/notesMaster1.xml" Id="Ree325bde0e7448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f887c1ba7384664" /><Relationship Type="http://schemas.openxmlformats.org/officeDocument/2006/relationships/notesMaster" Target="/ppt/notesMasters/notesMaster1.xml" Id="Ree1ccaa0254d43e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273d4bfe84b45c9" /><Relationship Type="http://schemas.openxmlformats.org/officeDocument/2006/relationships/notesMaster" Target="/ppt/notesMasters/notesMaster1.xml" Id="Rf2cd9b98147e478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두 실제 요청에 같은 절차가 반복됐다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S49의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S50, production/preview/act3/S50.png 및 production/preview/full/S50.png.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테스트 명령을 언제 쓰고 무엇을 판단할까?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S50의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S52의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S52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S51, production/preview/act3/S51.png 및 production/preview/full/S51.png.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목표·기준·방법을 한 작업에 적용한다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S51에서 명령의 사용 시점·판단 기준까지 정한 방법을 봤음을 한 문장으로 회수한다. 상단 이번 목표 ‘normalize 성능을 조사해줘’를 읽고, 아래 작업 영역으로 들어가는 연결을 짚는다. S51의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S53에서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S51 회수·목표1, 기준·한 작업1.5, 방법 적용1.5, S53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S52, production/preview/act3/S52.png 및 production/preview/full/S52.png.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반복 절차를 Skill로 모으는 이유</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S52의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S52의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S51에서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S54의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S54에서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S52 회수0.75, 요청/기준 구분1, 공통 Skill과 관리 이유1.25, 선택 범위/S54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S53, production/preview/act3/S53.png 및 production/preview/full/S53.png.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Skill 발견·호출·본문 포함의 근거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S55에서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S55로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S53 회수·업무 목적0.75, 목록1, 요청1, trace1.5, 범위·S55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S54, production/preview/act3/S54.png 및 production/preview/full/S54.png.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Skill 지침과 실제 작업 기록의 대응</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S54의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S56에서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S54의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S57–S58로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범위·S56 연결1.5). 지연 시 명령과 테스트 이름을 낭독하지 않고 행별 대응을 짚는다. 조건부 계획, 입력/수행 구분, 단독 효과 미입증은 생략하지 않는다. 6분에 S56으로 이동한다.</a:t>
            </a:r>
          </a:p>
          <a:p xmlns:a="http://schemas.openxmlformats.org/drawingml/2006/main">
            <a:r>
              <a:t/>
            </a:r>
          </a:p>
          <a:p xmlns:a="http://schemas.openxmlformats.org/drawingml/2006/main">
            <a:r>
              <a:t>Fallback: LOCAL STATIC ARTIFACT — production/ACT_3.pptx의 S55, production/preview/act3/S55.png 및 production/preview/full/S55.png.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절차는 재사용하고, 답은 근거로 정한다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S55의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S57에서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S57/S58보다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S55 회수0.5, 재사용 방법0.75, 이번 근거·답1, 채택/보류와 S57 연결0.75. 지연 시 지침 원문과 세 질문을 전부 낭독하지 않는다. 허용된 보류와 실제 결과의 구분은 생략하지 않고3분에 S57으로 이동한다.</a:t>
            </a:r>
          </a:p>
          <a:p xmlns:a="http://schemas.openxmlformats.org/drawingml/2006/main">
            <a:r>
              <a:t/>
            </a:r>
          </a:p>
          <a:p xmlns:a="http://schemas.openxmlformats.org/drawingml/2006/main">
            <a:r>
              <a:t>Fallback: LOCAL STATIC ARTIFACT — production/ACT_3.pptx의 S56, production/preview/act3/S56.png 및 production/preview/full/S56.png.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밝기 통계 계산의 성능 개선 후보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S58은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S57에는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S58의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S57, production/preview/act3/S57.png 및 production/preview/full/S57.png.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선택한 변경의 시간·메모리·동작 확인</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S57에서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S58, production/preview/act3/S58.png 및 production/preview/full/S58.png.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한 Agent 조사와 Subagent 역할 분리</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S58의 실제 밝기 통계 변경·검증을 마쳤다는 점을 회수한다. 다음 구조를 선택할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S60에 유지한다. 새 Subagent 실행이나 비교 실험은 없다.</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DEC-0071의19필드·Demo3+Q&amp;A1분·역할 분담/통합 순서를 정렬했다. 최종 패키지·렌더·내장 Notes 대조는 production/evaluation/S59_ROLE_SPLIT_REVISION.md에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작업을 나누지 않은 이유</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“S59의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S59에서는 성능·빌드·테스트 조사가 서로 기다리지 않아도 된다고 가정했다. 이제 S57/S58의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S57에서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S58에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S59의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S59의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Lecture1분(S59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S61로 이동한다.</a:t>
            </a:r>
          </a:p>
          <a:p xmlns:a="http://schemas.openxmlformats.org/drawingml/2006/main">
            <a:r>
              <a:t/>
            </a:r>
          </a:p>
          <a:p xmlns:a="http://schemas.openxmlformats.org/drawingml/2006/main">
            <a:r>
              <a:t>Fallback: LOCAL STATIC ARTIFACT — production/ACT_3.pptx의 S60, production/preview/act3/S60.png 및 production/preview/full/S60.png.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이번 Context와 다시 쓸 지식</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S60에서는 실제 밝기 통계 작업을 한 Agent로 마친 선택을 봤다. 이제 작업이 끝난 뒤 무엇을 남길지로 질문을 바꾼다.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S62에서는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S62에 유지한다.</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S62로 이동한다.</a:t>
            </a:r>
          </a:p>
          <a:p xmlns:a="http://schemas.openxmlformats.org/drawingml/2006/main">
            <a:r>
              <a:t/>
            </a:r>
          </a:p>
          <a:p xmlns:a="http://schemas.openxmlformats.org/drawingml/2006/main">
            <a:r>
              <a:t>Fallback: LOCAL STATIC ARTIFACT — production/ACT_3.pptx의 S61, production/preview/act3/S61.png 및 production/preview/full/S61.png.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DEC-0073의19필드·Demo2+Case2분·Context에서 보존 후보와 다음 사용으로 이어지는 순서를 정렬했다. 최종 패키지·렌더·내장 Notes 대조는 production/evaluation/S61_CONTEXT_RETENTION_REVISION.md에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남길지, 원래 출처를 참조할지 판단한다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남길지, 원래 출처를 참조할지 판단한다</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“현재 Demo 지식은 이미 어디에 있고 별도 보존할 가치가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 다음 작업의 재사용, 출처·범위, 갱신·무효화 조건 네 기준을 한 번씩 설명한다. 프로젝트 간 재사용을 필수로 요구하지 않는다.</a:t>
            </a:r>
          </a:p>
          <a:p xmlns:a="http://schemas.openxmlformats.org/drawingml/2006/main">
            <a:r>
              <a:t>2. (1:00–3:00) crop 명세→코드/문서, 모듈 구조→architecture, 수행 절차→Skill, 측정값→날짜가 있는 Trial/Git을 대응한다. 원래 출처와 일회성 관찰의 차이를 짚는다.</a:t>
            </a:r>
          </a:p>
          <a:p xmlns:a="http://schemas.openxmlformats.org/drawingml/2006/main">
            <a:r>
              <a:t>3. (3:00–4:00) 현재 별도 Memory 후보를 찾지 못했고 추가하지 않았다는 판단을 회수한다. 기능 사용 수가 성숙도 점수가 아님을 유지한다.</a:t>
            </a:r>
          </a:p>
          <a:p xmlns:a="http://schemas.openxmlformats.org/drawingml/2006/main">
            <a:r>
              <a:t/>
            </a:r>
          </a:p>
          <a:p xmlns:a="http://schemas.openxmlformats.org/drawingml/2006/main">
            <a:r>
              <a:t>Evidence / Source: DEC-0018 / DEMO-08 knowledge audit / BEAT-026–028 / plan/DEMO_MATRIX.md의 현재 지식 출처 감사. 기존 S61의 계약·명령·구조·절차·측정 기록 분류와 S62의 네 기준을 보존한다. OBSERVED_PRODUCT / TEACHING_MODEL.</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a:t>
            </a:r>
          </a:p>
          <a:p xmlns:a="http://schemas.openxmlformats.org/drawingml/2006/main">
            <a:r>
              <a:t/>
            </a:r>
          </a:p>
          <a:p xmlns:a="http://schemas.openxmlformats.org/drawingml/2006/main">
            <a:r>
              <a:t>Beginner Explanation: 명세는 원래 명세 문서, 절차는 Skill, 한 번의 측정은 날짜가 있는 기록에서 먼저 찾는다. 별도 보존이 필요한 후보가 있는지는 따로 판단한다.</a:t>
            </a:r>
          </a:p>
          <a:p xmlns:a="http://schemas.openxmlformats.org/drawingml/2006/main">
            <a:r>
              <a:t/>
            </a:r>
          </a:p>
          <a:p xmlns:a="http://schemas.openxmlformats.org/drawingml/2006/main">
            <a:r>
              <a:t>Advanced Insight: 같은 프로젝트의 다음 Task/세션에 재사용할 수 있어도 후보가 될 수 있다. 프로젝트 사이 재사용은 필수 조건이 아니다. 출처·적용 범위·신선도·갱신/무효화 조건과 유지 비용을 관리한다.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네 판단 기준 요약 위에 현재 지식4종→원래 출처를 대응하고 별도 Memory를 추가하지 않았다는 결론을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기준1, 현재 출처 감사2, 판단·전환1.</a:t>
            </a:r>
          </a:p>
          <a:p xmlns:a="http://schemas.openxmlformats.org/drawingml/2006/main">
            <a:r>
              <a:t/>
            </a:r>
          </a:p>
          <a:p xmlns:a="http://schemas.openxmlformats.org/drawingml/2006/main">
            <a:r>
              <a:t>Fallback: LOCAL STATIC ARTIFACT — production/ACT_3.pptx / S62, production/preview/act3/S62.png 및 production/preview/full/S62.png.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이번 사례에서 실제로 사용한 구조</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이번 사례에서 실제로 사용한 구조</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“이번 문제에서 어떤 책임을 어떤 기존 자료와 도구가 맡았을까?”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밝기 통계 요청과 AGENTS.md/상세 문서의 역할을 실제 사례로 회수한다.</a:t>
            </a:r>
          </a:p>
          <a:p xmlns:a="http://schemas.openxmlformats.org/drawingml/2006/main">
            <a:r>
              <a:t>2. (1:00–2:00) 재사용 Skill과 테스트/benchmark/실행 조건이 수행 방법과 완료 판단 근거를 맡았음을 연결한다.</a:t>
            </a:r>
          </a:p>
          <a:p xmlns:a="http://schemas.openxmlformats.org/drawingml/2006/main">
            <a:r>
              <a:t>3. (2:00–3:00) 추가하지 않은 Subagent/Memory와 필요한 구성은 문제마다 달라진다는 한계를 말하고 다음 전체 관계도로 넘긴다.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 DEC-0062는 기존 관찰·측정 조건과 효과 미입증 경계를 유지한다.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S66에서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정적 기본 경로 — 현재 목표/참고할 정보/반복할 방법/완료 근거의 네 책임을 실제 사용한 구성에 대응한다. 전체 구조 정의는 다음 장에서 연결한다.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구성 요약): 목표/정보1, 절차/근거1, 선택 범위/전환1.</a:t>
            </a:r>
          </a:p>
          <a:p xmlns:a="http://schemas.openxmlformats.org/drawingml/2006/main">
            <a:r>
              <a:t/>
            </a:r>
          </a:p>
          <a:p xmlns:a="http://schemas.openxmlformats.org/drawingml/2006/main">
            <a:r>
              <a:t>Fallback: LOCAL STATIC ARTIFACT — production/ACT_3.pptx / S63, production/preview/act3/S63.png 및 production/preview/full/S63.png.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 구성이 함께 작동하는 것이 Harness다</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 구성이 함께 작동하는 것이 Harness다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“목표, Agent의 수행 방법, 완료 근거는 어떤 환경 안에서 연결될까?”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전체 관계도는 이 과정의 운영 모델임을 밝히고 개발자가 정하는 목표·범위에서 Agent 수행과 완료 근거·검토로 읽는다.</a:t>
            </a:r>
          </a:p>
          <a:p xmlns:a="http://schemas.openxmlformats.org/drawingml/2006/main">
            <a:r>
              <a:t>2. (2:00–4:00 / Lecture) Context와 재사용 절차, 실행 도구·입력·권한·측정 환경이 관계를 지탱함을 설명한다. 새 공식 taxonomy나 필수 기능 목록이 아니다.</a:t>
            </a:r>
          </a:p>
          <a:p xmlns:a="http://schemas.openxmlformats.org/drawingml/2006/main">
            <a:r>
              <a:t>3. (4:00–6:00 / Demo) 아래 관찰 구성 줄에서 AGENTS.md/docs/Skill/Tests/Benchmark를 회수한다. 큰 모델의 모든 조건을 실제로 감사했다는 뜻이 아님을 구분한다.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 DEC-0062는 기존 관찰·측정 조건과 효과 미입증 경계를 유지한다.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66에서 C++ Project 환경에 같은 Engineering Pattern을 연결한다.</a:t>
            </a:r>
          </a:p>
          <a:p xmlns:a="http://schemas.openxmlformats.org/drawingml/2006/main">
            <a:r>
              <a:t/>
            </a:r>
          </a:p>
          <a:p xmlns:a="http://schemas.openxmlformats.org/drawingml/2006/main">
            <a:r>
              <a:t>Demo Operation: 정적 기본 경로 — 작업 환경 프레임 안 목표/허용 범위→Agent 수행→완료 근거/검토와 Context·절차·도구·입력·권한·측정 조건을 연결한다. 관찰 구성은 별도 아래 행에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 Demo2분(CAPTURED 실제 구성 회수). 완성 구조는 이 후반 장에서만 묶는다.</a:t>
            </a:r>
          </a:p>
          <a:p xmlns:a="http://schemas.openxmlformats.org/drawingml/2006/main">
            <a:r>
              <a:t/>
            </a:r>
          </a:p>
          <a:p xmlns:a="http://schemas.openxmlformats.org/drawingml/2006/main">
            <a:r>
              <a:t>Fallback: LOCAL STATIC ARTIFACT — production/ACT_3.pptx / S64, production/preview/act3/S64.png 및 production/preview/full/S64.png.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같은 Repository라도 실행 조건은 다를 수 있다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같은 Repository라도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“결과를 해석하려면 Repository 밖에서 무엇이 들어왔는지도 알아야 하지 않을까?”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같은 Repository라도 외부 지침과 실행 조건이 다를 수 있다는 질문을 던진다.</a:t>
            </a:r>
          </a:p>
          <a:p xmlns:a="http://schemas.openxmlformats.org/drawingml/2006/main">
            <a:r>
              <a:t>2. (1:00–2:00) TRIAL-006/007/008의 전역 지침·Skills 포함과 Hook/MCP 시작 경고라는 제한된 관찰을 예고한다. 경고 자체는 도구 실행/기여의 증거가 아니다.</a:t>
            </a:r>
          </a:p>
          <a:p xmlns:a="http://schemas.openxmlformats.org/drawingml/2006/main">
            <a:r>
              <a:t>3. (2:00–3:00) 적용 지침·모델/설정·권한·OS/runtime을 기록할 조건으로 제시하고 완전한 inventory나 각 인과효과를 주장하지 않는다. ACT4의 Meta 기록 설명을 앞당겨 재강의하지 않는다.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 DEC-0062는 기존 관찰·측정 조건과 효과 미입증 경계를 유지한다.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정적 기본 경로 — Repository 내부 구성 + 바깥에서 관찰된 지침/경고를 구분하고 기록할 조건과 미입증 인과효과를 분리한다. Meta 이중선 프레임을 유지한다.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질문1, 관찰과 한계1, 기록할 조건/전환1.</a:t>
            </a:r>
          </a:p>
          <a:p xmlns:a="http://schemas.openxmlformats.org/drawingml/2006/main">
            <a:r>
              <a:t/>
            </a:r>
          </a:p>
          <a:p xmlns:a="http://schemas.openxmlformats.org/drawingml/2006/main">
            <a:r>
              <a:t>Fallback: LOCAL STATIC ARTIFACT — production/ACT_3.pptx / S65, production/preview/act3/S65.png 및 production/preview/full/S65.png.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우리 C++ 검사 작업에 옮겨 보면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우리 C++ 검사 작업에 옮겨 보면</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“밝기 통계에서 사용한 판단을 우리 검사 파이프라인에는 어떻게 적용할까?”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기존 삽화는 AI 생성 교육용 C++ Vision 전이 예이며 실제 장비 사진·측정 결과가 아님을 밝힌다. S10의 검사 업무 맥락과 연결한다.</a:t>
            </a:r>
          </a:p>
          <a:p xmlns:a="http://schemas.openxmlformats.org/drawingml/2006/main">
            <a:r>
              <a:t>2. (1:00–2:30) 지킬 명세에서 ROI/픽셀값, 빌드·하드웨어 조건을 확인한다.</a:t>
            </a:r>
          </a:p>
          <a:p xmlns:a="http://schemas.openxmlformats.org/drawingml/2006/main">
            <a:r>
              <a:t>3. (2:30–4:00) 재사용할 기준선/경로 조사/변경/동일 비교와 완료를 판단할 동작·회귀·통합/성능 근거를 대응한다.</a:t>
            </a:r>
          </a:p>
          <a:p xmlns:a="http://schemas.openxmlformats.org/drawingml/2006/main">
            <a:r>
              <a:t>4. (4:00–5:00) 도구 이름을 복사하지 않고 현재 프로젝트에 맞게 확인하는 패턴을 회수한다.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 DEC-0062는 기존 관찰·측정 조건과 효과 미입증 경계를 유지한다.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정적 기본 경로 — 기존 승인된 카메라/영상/처리/결과 삽화를 보존하고 아래 세 기준을 ROI·픽셀·빌드 조건, 기준선/경로 조사, 동작/회귀/성능 검증에 대응한다.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업무 연결1, 명세1.5, 방법/근거1.5, 전이 범위/전환1.</a:t>
            </a:r>
          </a:p>
          <a:p xmlns:a="http://schemas.openxmlformats.org/drawingml/2006/main">
            <a:r>
              <a:t/>
            </a:r>
          </a:p>
          <a:p xmlns:a="http://schemas.openxmlformats.org/drawingml/2006/main">
            <a:r>
              <a:t>Fallback: LOCAL STATIC ARTIFACT — production/ACT_3.pptx / S66, production/preview/act3/S66.png 및 production/preview/full/S66.png.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우리 팀의 반복 한 가지를 고르면</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우리 팀의 반복 한 가지를 고르면</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“내 업무에서 먼저 정리할 반복과 유지할 책임은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반복 정보·절차·완료 근거 중 먼저 정리할 한 가지와 검토/갱신 책임을 조용히 떠올리게 한다. 공유·실습은 강제하지 않는다.</a:t>
            </a:r>
          </a:p>
          <a:p xmlns:a="http://schemas.openxmlformats.org/drawingml/2006/main">
            <a:r>
              <a:t>2. (3:00–8:00 / Q&amp;A) 질문을 받되 무질문이면 유지할 위치와 책임을 기준으로 예비 질문을 회수한다. 기능 수를 늘리는 답으로 유도하지 않는다.</a:t>
            </a:r>
          </a:p>
          <a:p xmlns:a="http://schemas.openxmlformats.org/drawingml/2006/main">
            <a:r>
              <a:t>3. (8:00–10:00 / Transition) 실제 STATE-04-PERF 성공을 유지한 채 S68에서 기준 결과만 짧게 회수하고 S69부터 별도 가상 변화가 시작됨을 예고한다. 다음 ACT의 가상 실패를 실제 Demo 이력으로 말하지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 DEC-0062는 기존 관찰·측정 조건과 효과 미입증 경계를 유지한다.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정적 기본 경로 — 세 성찰 관점과 어디에 두고 누가 갱신할지의 질문. 마지막 줄에 프로젝트 변화 뒤 방법을 어떻게 점검할지 제시하며 S68의 결과 회수와 구분한다. 현재 제품이나 Demo repository를 실행하지 않는다. 새 Trial·비교 측정을 만들지 않는다.</a:t>
            </a:r>
          </a:p>
          <a:p xmlns:a="http://schemas.openxmlformats.org/drawingml/2006/main">
            <a:r>
              <a:t/>
            </a:r>
          </a:p>
          <a:p xmlns:a="http://schemas.openxmlformats.org/drawingml/2006/main">
            <a:r>
              <a:t>Audience Interaction: 개인 성찰3분, 선택적 Q&amp;A5분. 무질문이면 “어디에 두고 누가 갱신할까?”를 예비 질문으로 쓴다. 8분에 답변을 마치고 마지막2분을 ACT4 전환으로 보호한다.</a:t>
            </a:r>
          </a:p>
          <a:p xmlns:a="http://schemas.openxmlformats.org/drawingml/2006/main">
            <a:r>
              <a:t/>
            </a:r>
          </a:p>
          <a:p xmlns:a="http://schemas.openxmlformats.org/drawingml/2006/main">
            <a:r>
              <a:t>Transition: “여기까지 실제로 확인한 성공을 기준점으로 남기겠습니다. 다음에는 별도의 가상 프로젝트 변화에서 이 방법을 어떻게 점검할지 보겠습니다.”</a:t>
            </a:r>
          </a:p>
          <a:p xmlns:a="http://schemas.openxmlformats.org/drawingml/2006/main">
            <a:r>
              <a:t/>
            </a:r>
          </a:p>
          <a:p xmlns:a="http://schemas.openxmlformats.org/drawingml/2006/main">
            <a:r>
              <a:t>Time Management: Reflection3분 → Q&amp;A5분 → Transition2분. 8분에 전환을 시작하며 초과 질의는 별도로 안내한다.</a:t>
            </a:r>
          </a:p>
          <a:p xmlns:a="http://schemas.openxmlformats.org/drawingml/2006/main">
            <a:r>
              <a:t/>
            </a:r>
          </a:p>
          <a:p xmlns:a="http://schemas.openxmlformats.org/drawingml/2006/main">
            <a:r>
              <a:t>Fallback: LOCAL STATIC ARTIFACT — production/ACT_3.pptx / S67, production/preview/act3/S67.png 및 production/preview/full/S67.png.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999f29403304e8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e9f701a09704be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ea87fbfbf01494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499073f41a4486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c1cf27cf6f54f9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9178c9d79443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7827DA3-A674-45A0-B155-D702BD065E9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580A52B-3CC8-4B89-96E5-132649E47FE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7850DA0-66D6-4132-92DF-950C72232CF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82FC170-3386-479D-9C7F-81FA2E64879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E8B2150-C135-4217-B4AD-447DF7C0712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0484921-56DC-411C-9103-E29957F4444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F924A61-186E-4489-9CF8-C4411E6D994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88A9A85-FF74-47D5-8A2B-9A4C5E7AA13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C840F61-38DC-4B48-8688-5B5A9474FA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5F67430-E949-4C29-AF73-6E37BACF564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1ba53e2c5d24e59" /><Relationship Type="http://schemas.openxmlformats.org/officeDocument/2006/relationships/slideLayout" Target="/ppt/slideLayouts/slideLayout1.xml" Id="Rf7fb3e0192d1489d" /><Relationship Type="http://schemas.openxmlformats.org/officeDocument/2006/relationships/slideLayout" Target="/ppt/slideLayouts/slideLayout2.xml" Id="R973cc0cf881c4be1" /><Relationship Type="http://schemas.openxmlformats.org/officeDocument/2006/relationships/slideLayout" Target="/ppt/slideLayouts/slideLayout3.xml" Id="Reff8e0d72b2a485f" /><Relationship Type="http://schemas.openxmlformats.org/officeDocument/2006/relationships/slideLayout" Target="/ppt/slideLayouts/slideLayout4.xml" Id="R441487d28a1b428d" /><Relationship Type="http://schemas.openxmlformats.org/officeDocument/2006/relationships/slideLayout" Target="/ppt/slideLayouts/slideLayout5.xml" Id="R6c51e48d48754c43" /><Relationship Type="http://schemas.openxmlformats.org/officeDocument/2006/relationships/slideLayout" Target="/ppt/slideLayouts/slideLayout6.xml" Id="R795d9b8c5ea841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fb3e0192d1489d"/>
    <p:sldLayoutId xmlns:r="http://schemas.openxmlformats.org/officeDocument/2006/relationships" id="2147483650" r:id="R973cc0cf881c4be1"/>
    <p:sldLayoutId xmlns:r="http://schemas.openxmlformats.org/officeDocument/2006/relationships" id="2147483651" r:id="Reff8e0d72b2a485f"/>
    <p:sldLayoutId xmlns:r="http://schemas.openxmlformats.org/officeDocument/2006/relationships" id="2147483652" r:id="R441487d28a1b428d"/>
    <p:sldLayoutId xmlns:r="http://schemas.openxmlformats.org/officeDocument/2006/relationships" id="2147483653" r:id="R6c51e48d48754c43"/>
    <p:sldLayoutId xmlns:r="http://schemas.openxmlformats.org/officeDocument/2006/relationships" id="2147483654" r:id="R795d9b8c5ea841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eab36f018a8409b" /><Relationship Type="http://schemas.openxmlformats.org/officeDocument/2006/relationships/image" Target="/ppt/media/image.png" Id="R4442bde738b54105" /><Relationship Type="http://schemas.openxmlformats.org/officeDocument/2006/relationships/image" Target="/ppt/media/image2.png" Id="R1f1777d1b2f948b7" /><Relationship Type="http://schemas.openxmlformats.org/officeDocument/2006/relationships/notesSlide" Target="/ppt/notesSlides/notesSlide1.xml" Id="Rd38e3cee80b0489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7605d748ced49ba" /><Relationship Type="http://schemas.openxmlformats.org/officeDocument/2006/relationships/notesSlide" Target="/ppt/notesSlides/notesSlide2.xml" Id="Rbe4a5fc4520548d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6657b4a4f854d60" /><Relationship Type="http://schemas.openxmlformats.org/officeDocument/2006/relationships/notesSlide" Target="/ppt/notesSlides/notesSlide3.xml" Id="Re4d5e3230b2a48a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cdf4a174aa34516" /><Relationship Type="http://schemas.openxmlformats.org/officeDocument/2006/relationships/notesSlide" Target="/ppt/notesSlides/notesSlide4.xml" Id="R14b1f6298eb145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6c23e4604884183" /><Relationship Type="http://schemas.openxmlformats.org/officeDocument/2006/relationships/notesSlide" Target="/ppt/notesSlides/notesSlide5.xml" Id="R9eb2750faf854c3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f39595c5aff4123" /><Relationship Type="http://schemas.openxmlformats.org/officeDocument/2006/relationships/notesSlide" Target="/ppt/notesSlides/notesSlide6.xml" Id="R8357651d501d4a1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dec1443c2ce64625" /><Relationship Type="http://schemas.openxmlformats.org/officeDocument/2006/relationships/notesSlide" Target="/ppt/notesSlides/notesSlide7.xml" Id="R1a78eda5322a4e5b"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032702024874c7d" /><Relationship Type="http://schemas.openxmlformats.org/officeDocument/2006/relationships/notesSlide" Target="/ppt/notesSlides/notesSlide8.xml" Id="Rba5279ed9dd9484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8cfb095af6747dd" /><Relationship Type="http://schemas.openxmlformats.org/officeDocument/2006/relationships/chart" Target="/ppt/slides/charts/chart1.xml" Id="Rd341107db7824078" /><Relationship Type="http://schemas.openxmlformats.org/officeDocument/2006/relationships/notesSlide" Target="/ppt/notesSlides/notesSlide9.xml" Id="R7bd0fc96a5e94a1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4d7916b55e348cd" /><Relationship Type="http://schemas.openxmlformats.org/officeDocument/2006/relationships/notesSlide" Target="/ppt/notesSlides/notesSlide10.xml" Id="R37107c5076a843c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8ccc14a848649af" /><Relationship Type="http://schemas.openxmlformats.org/officeDocument/2006/relationships/notesSlide" Target="/ppt/notesSlides/notesSlide11.xml" Id="R71b5832892354c2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ee3cb0c1e0243dc" /><Relationship Type="http://schemas.openxmlformats.org/officeDocument/2006/relationships/notesSlide" Target="/ppt/notesSlides/notesSlide12.xml" Id="R187488a2f0df4d3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ae91d8bba4b4f3f" /><Relationship Type="http://schemas.openxmlformats.org/officeDocument/2006/relationships/notesSlide" Target="/ppt/notesSlides/notesSlide13.xml" Id="R969e3f94d56349c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686122e5350e47cf" /><Relationship Type="http://schemas.openxmlformats.org/officeDocument/2006/relationships/notesSlide" Target="/ppt/notesSlides/notesSlide14.xml" Id="R9b2c468426ad4eb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702402696074fd0" /><Relationship Type="http://schemas.openxmlformats.org/officeDocument/2006/relationships/notesSlide" Target="/ppt/notesSlides/notesSlide15.xml" Id="R053d0a64a876401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74e1da776c845f6" /><Relationship Type="http://schemas.openxmlformats.org/officeDocument/2006/relationships/notesSlide" Target="/ppt/notesSlides/notesSlide16.xml" Id="R7248ca211bcd48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863b28120e84bb6" /><Relationship Type="http://schemas.openxmlformats.org/officeDocument/2006/relationships/image" Target="/ppt/media/image3.png" Id="Ra7b9423ffe1b4819" /><Relationship Type="http://schemas.openxmlformats.org/officeDocument/2006/relationships/notesSlide" Target="/ppt/notesSlides/notesSlide17.xml" Id="Rbfef52388d6e474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dc3d48f5c8b44390" /><Relationship Type="http://schemas.openxmlformats.org/officeDocument/2006/relationships/notesSlide" Target="/ppt/notesSlides/notesSlide18.xml" Id="R194fe73eb8fb4490"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C3F10E5A-DB69-4F5E-8039-BF501C3576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0">
            <a:extLst xmlns:a="http://schemas.openxmlformats.org/drawingml/2006/main">
              <a:ext uri="{FF2B5EF4-FFF2-40B4-BE49-F238E27FC236}">
                <a16:creationId xmlns:a16="http://schemas.microsoft.com/office/drawing/2014/main" id="{29805082-F1BE-445E-915B-5938AE2880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실제 요청에 같은 절차가 반복됐다">
            <a:extLst xmlns:a="http://schemas.openxmlformats.org/drawingml/2006/main">
              <a:ext uri="{FF2B5EF4-FFF2-40B4-BE49-F238E27FC236}">
                <a16:creationId xmlns:a16="http://schemas.microsoft.com/office/drawing/2014/main" id="{AA21CDDA-E6F2-42F3-87B2-7AD594A8C1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237F35A0-C797-4FD2-9587-10647CFBA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91241CDC-6DC8-4C09-8AFA-8213FA367D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95EB058F-D41E-471C-8432-FA1691AFDC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660C6395-A953-4FFB-89CD-9242E14A07DE}"/>
              </a:ext>
            </a:extLst>
          </p:cNvPr>
          <p:cNvPicPr>
            <a:picLocks xmlns:a="http://schemas.openxmlformats.org/drawingml/2006/main" noChangeAspect="1"/>
          </p:cNvPicPr>
          <p:nvPr/>
        </p:nvPicPr>
        <p:blipFill>
          <a:blip xmlns:r="http://schemas.openxmlformats.org/officeDocument/2006/relationships" xmlns:a="http://schemas.openxmlformats.org/drawingml/2006/main" r:embed="R4442bde738b54105"/>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A81AE55B-3795-48C9-AD62-89A3E1A8B7CC}"/>
              </a:ext>
            </a:extLst>
          </p:cNvPr>
          <p:cNvPicPr>
            <a:picLocks xmlns:a="http://schemas.openxmlformats.org/drawingml/2006/main" noChangeAspect="1"/>
          </p:cNvPicPr>
          <p:nvPr/>
        </p:nvPicPr>
        <p:blipFill>
          <a:blip xmlns:r="http://schemas.openxmlformats.org/officeDocument/2006/relationships" xmlns:a="http://schemas.openxmlformats.org/drawingml/2006/main" r:embed="R1f1777d1b2f948b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C2060536-30DA-4846-8636-93220A791159}"/>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C022D154-8D07-4D47-83F9-678DEA6168D3}"/>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33D074FA-C916-4BB4-AEE0-5B2017D14283}"/>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1FC162E5-6EFD-4EA8-A298-5E1C3AF8CD9E}"/>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1059E84C-0257-4DC8-BF25-38C7E44DAEC2}"/>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C9C09A0B-6D89-4812-A85B-5BAC97B1CE26}"/>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EA5BBB8F-7383-49FB-8FFE-8F4AF47E91CA}"/>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18BB5BF4-ECD0-48DF-984F-1465848D82D0}"/>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23D4FF1-AE8E-4386-AE8A-76E024ED7444}"/>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6EA8AF05-7C9B-46D8-B840-10325CA0AB10}"/>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5A309507-FF59-4C61-9E02-7F7C93CC9266}"/>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E1A8555C-2066-4986-B32E-91D86FED7692}"/>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0048CBAE-51D2-48C4-B816-1F9BD7A75230}"/>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2B51610E-F2F7-4A4D-AF91-23167DD5E650}"/>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E8398718-7F63-45EE-9346-D6B326417928}"/>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FC7D1662-E2A3-49CA-B0F0-5C6B356E91FE}"/>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B231EEB7-4874-4088-8A52-EC3C20B79B46}"/>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0D91C56A-3393-45F6-822C-08022D82354E}"/>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E0A631D3-8854-42A8-B4F0-7E6FF5F88E17}"/>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5A93F4C5-9F6D-4E41-AD7F-4706AF4D5D61}"/>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E0B28E9C-8869-4C39-A191-E02800628344}"/>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EDA0F904-F449-45BA-BAE9-C16D8EB53B13}"/>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A1403408-5F88-40D1-A813-81F1AE019662}"/>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05E4632E-15DD-4D49-AB93-749475DDD876}"/>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237C5AF6-1165-4011-9EF8-E6251509F20E}"/>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08EE3A9C-9069-4DA6-9DCC-D451EA12095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71891858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0F6C3C45-69CC-4BA5-9258-2C8F6A2906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1">
            <a:extLst xmlns:a="http://schemas.openxmlformats.org/drawingml/2006/main">
              <a:ext uri="{FF2B5EF4-FFF2-40B4-BE49-F238E27FC236}">
                <a16:creationId xmlns:a16="http://schemas.microsoft.com/office/drawing/2014/main" id="{F9C88CD7-A6A6-4DDD-B0E4-AFA03A42AD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테스트 명령을 언제 쓰고 무엇을 판단할까?">
            <a:extLst xmlns:a="http://schemas.openxmlformats.org/drawingml/2006/main">
              <a:ext uri="{FF2B5EF4-FFF2-40B4-BE49-F238E27FC236}">
                <a16:creationId xmlns:a16="http://schemas.microsoft.com/office/drawing/2014/main" id="{D08A5D7F-5F2E-4DEC-B6AC-79E2706C1AD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E774193B-7C8A-4336-9E38-5039B61296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5AA9E279-7DA6-4A3D-80A2-FB99E7DD48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0C4BF1FC-D18B-4AF7-96FF-97F914ED63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40957BE4-03D7-4A2F-A110-D410136F0E08}"/>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8F3A7BBD-5BE5-4977-873F-62305F6D7FD8}"/>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D51DC3B2-FBAF-497F-B8BA-192F66AFFEB4}"/>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921F3384-B0F4-493A-B4DD-71B9309ECC63}"/>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A99B3D85-8A7F-4D1F-B29D-498EDAC1FC62}"/>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5360ADB3-C612-4C96-A16D-2A667A09A960}"/>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52F842AB-8D95-49E2-8CC7-633BC1154A7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43DD0C46-7545-4984-848D-7FFD1064A362}"/>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F26BAE45-3CE9-482F-A893-B0B02FE45FCE}"/>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1125F024-C9DC-478D-A81B-56EE38C9D652}"/>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7121E58-8E76-4714-AEDA-C6CED6A33C6F}"/>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4F677B2-FDAC-40EE-9309-8D73B51866FC}"/>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EDEE5899-4C4C-4CCA-9B5F-2A6E09020239}"/>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E9EBA7B2-3FFF-4732-8EBC-B470C840DFFF}"/>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9F359990-295B-4714-8174-57F2152A2305}"/>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DB175E86-C44F-4C70-8411-19D2DBE68C94}"/>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C654CB88-C57D-4C0F-B938-1E4D5487C740}"/>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4F50AF65-07FE-4AE2-AB6A-E1FED3E64DAC}"/>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398490F1-F19C-4A2D-B557-99B9A7FB3106}"/>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E2D57101-DCBA-442F-92E9-98136B6F9D2D}"/>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D050B72D-8B34-4E76-8282-E278BCBFC91B}"/>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52FA7652-5749-4A77-B411-0BDEDAFE04BD}"/>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899BBF38-9A8C-4824-A8A1-6C7BBD6074DA}"/>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7A3F349D-7557-4111-8755-E1A0A996524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E3E52B98-4C4D-49D5-AFCD-EB1081192966}"/>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B7B97188-E336-4E52-B92E-ACCBC32B5BC1}"/>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4B6D071E-BED4-4765-9590-9A38AD2125DE}"/>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C4A000FC-FADF-4475-ABFF-F0299D00C4F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202E392A-BB76-4C1F-8500-7BEA69007DA8}"/>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6F886495-74BD-4C01-9AF1-7B33620AA14A}"/>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DBD6B546-4B18-4B1D-83A1-56BF256E4994}"/>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A5AFDF68-B643-489B-8D90-653DA6F80F02}"/>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029D8670-D776-4A21-8DC2-62444F0A5AA0}"/>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1AC3DDEF-2769-45F8-8324-536A7542BA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7536414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A1E1CE1D-10B9-4A06-B21E-1D78528168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2">
            <a:extLst xmlns:a="http://schemas.openxmlformats.org/drawingml/2006/main">
              <a:ext uri="{FF2B5EF4-FFF2-40B4-BE49-F238E27FC236}">
                <a16:creationId xmlns:a16="http://schemas.microsoft.com/office/drawing/2014/main" id="{04BADD70-2FA2-4531-A1C6-19C5B14741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목표·기준·방법을 한 작업에 적용한다">
            <a:extLst xmlns:a="http://schemas.openxmlformats.org/drawingml/2006/main">
              <a:ext uri="{FF2B5EF4-FFF2-40B4-BE49-F238E27FC236}">
                <a16:creationId xmlns:a16="http://schemas.microsoft.com/office/drawing/2014/main" id="{861B4554-03BA-43CB-9776-20D4117071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3329368B-6C1B-4B5C-AA51-2D690EF6DA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ABFD0050-2267-462C-9305-DEB60A6359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C4C80BA1-CCE8-44BD-953A-4BC1EF2233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8D665EE9-8575-4673-9A19-1E8D2098B729}"/>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8F831806-B41C-461B-83CC-830A44B2B67A}"/>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8F16E07C-3437-4367-96C5-6C7AD3E74D4A}"/>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1E305A08-E9C2-4DE3-827B-C40E16148D43}"/>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637B3BC-7BCD-4844-BE77-2C29FFE2876A}"/>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CC8F7A9-A76F-4BE9-9F4D-1ECD73E2D912}"/>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4B4CEAD8-1CF4-4A7E-AAE7-68D3BF046989}"/>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2ADC72FB-F0E0-4CB7-A2DC-6C64B90C3207}"/>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6D08B167-6740-40FF-963B-22A680AEB29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5F721A72-17AE-4B5B-BD61-641405700B44}"/>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FE25E258-B68F-4548-8CC2-FE2CC8C7EABF}"/>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4835F1A-B3F2-495D-84DA-F0160488BF89}"/>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F81088BE-1F84-4062-BD44-C737C8496C70}"/>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5292CCF9-4E52-4D17-A648-8C75CEBD71EE}"/>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948A3462-E3B4-4141-BFE1-73FC360816EE}"/>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855CE496-A644-4F71-ACE3-1BD2D082A129}"/>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6910CDBC-7866-4EC0-AA8B-AB964290EB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66933989"/>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042F9793-06B5-4B64-B06A-83316A4ED96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3">
            <a:extLst xmlns:a="http://schemas.openxmlformats.org/drawingml/2006/main">
              <a:ext uri="{FF2B5EF4-FFF2-40B4-BE49-F238E27FC236}">
                <a16:creationId xmlns:a16="http://schemas.microsoft.com/office/drawing/2014/main" id="{83BFD31C-BB35-4263-9201-5517F3F4D9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반복 절차를 Skill로 모으는 이유">
            <a:extLst xmlns:a="http://schemas.openxmlformats.org/drawingml/2006/main">
              <a:ext uri="{FF2B5EF4-FFF2-40B4-BE49-F238E27FC236}">
                <a16:creationId xmlns:a16="http://schemas.microsoft.com/office/drawing/2014/main" id="{C5FA99E8-44BE-41E3-B1F0-8E7C069C45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9124AE0-6931-45AD-9121-D45FCCC2F3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2D1773CE-DD80-4B13-BC4B-91DD1FA65E4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7AA00C08-9E6F-4E0A-913B-009527BC1E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CEAFB59C-3371-4A2B-A7E7-96E09666FAD6}"/>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6BCE778C-A0A0-4BFF-8F99-3F71AAF30AEC}"/>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5C9F0C94-354B-41C4-B532-A3628E45822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86E08951-F702-4F04-ABE5-CF50A687EB57}"/>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593DE76C-63A7-4202-8690-28C994089D45}"/>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9FCA3D14-2A05-4DB2-87BC-8B515B7FCF6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BC0ED38F-9500-4A5A-B7EF-704FC41B53C0}"/>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AF7D0E40-E708-41F6-864A-E369DDF949D2}"/>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C72211D9-5252-489C-92CB-A2A33503344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491D61D1-FCE5-4200-9976-BB83A96D09C5}"/>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8FF093E6-8616-4CB6-AFE3-266C61DFAD6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D8DA2584-89C9-403E-9E76-0531C299F156}"/>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D49DFFE9-6B1B-4506-86CE-92FFFBF39B0E}"/>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AD7DC48-E7BD-4761-A11D-E96812A5C1C5}"/>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3F60E367-BC9C-4DBF-B1D2-03612E468A8B}"/>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8378E0DA-907F-414B-9936-9B73A762BBCC}"/>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141BB7A8-37B0-4C90-8F58-B63726045A67}"/>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0C0B0C5E-1F54-4AEF-B60B-9ED5B6D507E4}"/>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353D0379-1555-4E23-B512-0189B1F67209}"/>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4FD2692C-31A0-4918-AFC1-03DFDE2DBEBA}"/>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95ED5F61-3267-4744-BDF9-EEDD2DD183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524205316"/>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9B6020A1-260D-48ED-BDBE-C6B944D73D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4">
            <a:extLst xmlns:a="http://schemas.openxmlformats.org/drawingml/2006/main">
              <a:ext uri="{FF2B5EF4-FFF2-40B4-BE49-F238E27FC236}">
                <a16:creationId xmlns:a16="http://schemas.microsoft.com/office/drawing/2014/main" id="{F34497DD-CD73-4588-896C-17397F9222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Skill 발견·호출·본문 포함의 근거">
            <a:extLst xmlns:a="http://schemas.openxmlformats.org/drawingml/2006/main">
              <a:ext uri="{FF2B5EF4-FFF2-40B4-BE49-F238E27FC236}">
                <a16:creationId xmlns:a16="http://schemas.microsoft.com/office/drawing/2014/main" id="{BDC34795-2313-4196-8AF5-DD603EC50D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7FFB5C56-099E-4B10-80A5-F922776C143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C35AAC9C-ED3B-4B55-B6B1-A2783D145E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D025C2F0-2D57-4C51-BD23-9D490FBDE9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404EEB48-90C3-4E00-BAEE-BD7930006984}"/>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31B7BB2-A449-488E-840E-67DC16948C40}"/>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4129B81A-BEF1-4CCF-8420-591E9E4899F4}"/>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6E83BAF4-DFD6-4734-B739-73C400921E2E}"/>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23FE5577-7E91-43B5-9B8A-65072E917737}"/>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2C5B2660-E764-424E-B3D0-DEF55214090F}"/>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64D88CAC-BA93-4B28-930A-6C9B035BF06B}"/>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404156EA-8A54-4121-8796-E72389E28A87}"/>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68F52E54-B9EA-4A51-A22B-13A4406BEB1F}"/>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FA606804-A9AA-4847-8D08-651DBC25717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0C58D975-28E7-47EB-80A4-EF23258EDC44}"/>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2B0910B7-E03C-464E-AC5D-D6B36D4739EC}"/>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3CE35E7B-F5AC-4E9A-87C5-061FE2CACB7B}"/>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139E14D2-281C-45EC-8229-C2689E38D515}"/>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4ED609D4-F105-4C5A-B98A-B51BDB24C93E}"/>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B742DE6-8305-4543-B847-560E578957A3}"/>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E895AFC9-A2E3-478C-9DA4-B1032EE02D19}"/>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0A5674C2-D696-4627-B128-3780B3578EE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C2169868-E511-4867-9FF1-EFF724B4A482}"/>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8CDF19CA-9432-4DB0-81EF-C91C10F2F19C}"/>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0D75F846-83B4-40B7-BC50-E4BB872719A6}"/>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1AB726BE-3FC2-4AC1-B879-A89ABF6C5D92}"/>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54D667D7-FA28-41BE-97CD-087C8673860D}"/>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1904C954-DAEF-4E90-A9CC-44B8AF90F8F3}"/>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E8B30162-5A81-417F-8287-40967E0F1FA3}"/>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F0D56186-3318-4160-B362-A129D91C2570}"/>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CFC00CFD-1BC1-4587-A394-D67A52A90C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296621"/>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52F931B1-8A1A-4983-9898-B7C3752E6D1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5">
            <a:extLst xmlns:a="http://schemas.openxmlformats.org/drawingml/2006/main">
              <a:ext uri="{FF2B5EF4-FFF2-40B4-BE49-F238E27FC236}">
                <a16:creationId xmlns:a16="http://schemas.microsoft.com/office/drawing/2014/main" id="{E268A54E-A0F8-4B59-9F27-CF0286A2BF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Skill 지침과 실제 작업 기록의 대응">
            <a:extLst xmlns:a="http://schemas.openxmlformats.org/drawingml/2006/main">
              <a:ext uri="{FF2B5EF4-FFF2-40B4-BE49-F238E27FC236}">
                <a16:creationId xmlns:a16="http://schemas.microsoft.com/office/drawing/2014/main" id="{776BFCC3-CFFC-494B-B580-0C7688A825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7A6AEF81-3F13-46F4-A605-8E31999A8E3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ECC859C9-72B8-4F29-8F80-D458E275B9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032FB14C-6407-4D0E-A102-7CC2A93BEB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9A37F25E-5C43-4F35-A76E-3B8ADC3E480A}"/>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69A812C5-6D30-4E27-93A5-12894A2B2192}"/>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FE27A39E-8CF0-4981-9F8A-207DCFDB6C1F}"/>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520EAA34-FF80-4E75-A869-40E3CF91D5BA}"/>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5320BD4B-8119-467F-9A71-DD7DA6B14B4A}"/>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B7EFB109-983E-4639-A2E5-CA432E479C1F}"/>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F1DB4AE5-B0B2-42C2-9E7D-24DB50BE2FDC}"/>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5A6B8C77-219E-4446-8A73-FDB34FB92A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4817935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EAC1CE91-8957-4DE5-8A5C-53A133921A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6">
            <a:extLst xmlns:a="http://schemas.openxmlformats.org/drawingml/2006/main">
              <a:ext uri="{FF2B5EF4-FFF2-40B4-BE49-F238E27FC236}">
                <a16:creationId xmlns:a16="http://schemas.microsoft.com/office/drawing/2014/main" id="{10EDBB27-EAF2-4EBB-93ED-CC92C9FDE4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절차는 재사용하고, 답은 근거로 정한다">
            <a:extLst xmlns:a="http://schemas.openxmlformats.org/drawingml/2006/main">
              <a:ext uri="{FF2B5EF4-FFF2-40B4-BE49-F238E27FC236}">
                <a16:creationId xmlns:a16="http://schemas.microsoft.com/office/drawing/2014/main" id="{19F377B4-2391-4136-BDB1-0D177705AB1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13DD6FF9-DEA1-4AF8-BB53-B0CCB4DAA5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200CA89F-20DD-4378-9C30-C1B873488F0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B1749321-061F-4403-91EA-65294810A1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63924E41-BF6B-4678-9F92-D8DA50A6E50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EBF2CCD0-BEE8-4467-A7D4-993B0CE0C937}"/>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69B98F34-A2C7-455F-84F9-EC907A2357DC}"/>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EEAED96F-A407-4670-9175-655255669486}"/>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0389CCA9-E6C7-4A71-89E5-ADC7BAE122D8}"/>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281B9121-A19B-41A1-AB00-907A3A732DAE}"/>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5E6040CA-A1D0-4F42-8717-0413F7800941}"/>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34AD934B-B255-43BB-A58B-A6771D9481AE}"/>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4266E08-5999-4C86-A3ED-6C8D3DA1AB04}"/>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0A5DFAB8-458A-45B5-B86A-D34385B77067}"/>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5910AA8E-981B-4147-ACBE-D83B29D73CE7}"/>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99112006-8C11-4610-9080-808392CDD76C}"/>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1B1AA608-8AEF-4961-B4D3-3F77B436FC84}"/>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B14A5CFB-03D5-473C-BBF7-2F513429B1CF}"/>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15CEDB0D-C454-4780-9C5A-CFB1DBFBAC6D}"/>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7BFF1DF7-AC53-46CB-AFFA-9D2DB7AEFB69}"/>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B10A882D-BAB4-4E3B-B47F-663F410F0700}"/>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E935BBFF-23BA-4A90-BAFD-B64A7979BDE3}"/>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EACD1A47-7072-4B37-AA3D-69D00FFECA6A}"/>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A3CA7816-73F0-4B60-B0F6-A9D6E3792447}"/>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5D0D9396-8FD4-4E3F-959C-54D606912EF0}"/>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9BBD9B97-7F22-4C8D-B69F-A691D1A69013}"/>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CC7D740A-5309-4070-BC6B-695DEB6A1823}"/>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2449ACAD-EB76-415C-8FA3-4113D3003E1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DCAA99F4-B4AD-4958-99DD-6962DFEC52D9}"/>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D84D3009-D478-4D5D-9BF3-029A843A1757}"/>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35E0740B-F022-438D-B5FB-A2F25129AE20}"/>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3F5EEE24-4A7D-4B38-822B-0A2090AA7E0A}"/>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4662388E-B58C-4B80-9446-696BC6B82566}"/>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07259578-4220-4089-BDA6-C4821F03F25B}"/>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A65318BE-6204-4AB6-A175-D0DF3F23919D}"/>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D0FB5182-59D2-4DE9-860D-E555F5CB935D}"/>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699589E4-8A17-436F-BCE9-5B44F6E3AC8A}"/>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9ABD239B-0571-4E5C-99FB-A9AF3B6004D7}"/>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250F58CC-8831-48FF-A5F0-2482C88BC10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9AD030AD-AEA6-401D-90D8-1CD7905A2C31}"/>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C7021018-2122-45B3-8436-EEECC639635D}"/>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A623981-F9DC-42BD-814A-624337692F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4828588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FFEBD332-94D8-42D2-9E52-7DA6F99CD0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57">
            <a:extLst xmlns:a="http://schemas.openxmlformats.org/drawingml/2006/main">
              <a:ext uri="{FF2B5EF4-FFF2-40B4-BE49-F238E27FC236}">
                <a16:creationId xmlns:a16="http://schemas.microsoft.com/office/drawing/2014/main" id="{EA1FB5FA-16D7-4284-A807-3FCCB3DB041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밝기 통계 계산의 성능 개선 후보">
            <a:extLst xmlns:a="http://schemas.openxmlformats.org/drawingml/2006/main">
              <a:ext uri="{FF2B5EF4-FFF2-40B4-BE49-F238E27FC236}">
                <a16:creationId xmlns:a16="http://schemas.microsoft.com/office/drawing/2014/main" id="{F1C53238-ECFB-404B-BC91-1EABE8EE80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FBEF0294-F5E5-4351-A2B9-D38E3DDD05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E29B3110-7F6D-417B-AFD2-211A2BB66F6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10D9B71D-F4CA-4479-B6F2-044C055C41E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6FED262F-BB31-4962-B01F-DC26DCE9501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9B13AE06-C86B-498D-B6A9-4857D7045F0D}"/>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1AA62096-FF8C-41AC-97A3-DC9CDE2BC82C}"/>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6EAE8485-9B98-456A-839C-E60029DCA50A}"/>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26ECEE6D-63C2-42C2-B918-F574A53906AB}"/>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E8806CF5-2B9F-425B-904F-2CD20F425334}"/>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A8730AC3-D8FC-4914-94A4-0C9CE57B6854}"/>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B9996B74-AAB4-48ED-BB29-9EB44403830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7D9429ED-D5EC-48DC-8216-55662F7F139C}"/>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F981A679-992F-44F7-817E-130F4F9FB303}"/>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3F1094A0-9406-47EF-B779-CC6A3DB521D0}"/>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55D14FB5-58FB-45D3-8822-B1E3273A580F}"/>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E8345670-3519-4780-8983-C60BF4F21EAE}"/>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2D69A08D-6F7C-465F-9344-A6C57D5156DA}"/>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8D73E3D1-1459-40E6-BB61-EEF65BF3FBFF}"/>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98F61AB5-17C5-4808-925D-1A3014D41450}"/>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A7FA1946-68D7-4C7B-9AD0-C1F7D9C5499F}"/>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DFACBB1-D4C6-4A32-9C47-F4523921A50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D41B0A34-687E-4ABF-802E-5D76CB8BD1F2}"/>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0B0DF08A-FDB8-49C7-ABF1-2D26ADCD2F0B}"/>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07813CC1-B9B1-427F-AED1-BE5E8FA58AD0}"/>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CFB1EAEB-CBAE-4D9C-BAD4-A2754D7DD618}"/>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CB06F665-D472-4AA9-A10E-AEBFE007771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923B0A8E-BCDA-4C0F-AC57-0383173A47EE}"/>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0BB0E57F-4EE2-4C8D-8163-29DF7C5FABA6}"/>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AC55AE66-D652-449F-8F63-0944922F817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2D8046C2-199B-439C-B24F-9F2A9F731585}"/>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01DCD4AD-FDEA-4359-BBF5-AE0E794FE85C}"/>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A955E348-CD7B-4709-B9D8-7430EBA7D85B}"/>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F16791A-8376-4E9C-B9FC-4FBA2B4AC5D1}"/>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CBA52D1F-93FD-4A18-A566-7E2880BB747D}"/>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4D18F496-50E5-4554-A0EA-449ECD8A3F89}"/>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B428E93E-D68D-4D7C-9513-84DBD1110FB3}"/>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D46E9B23-45C7-46B3-9F26-52968C67C3E4}"/>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FE4CA52-6B72-4068-B322-53C52BBCAF31}"/>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E2513840-9340-4777-9121-74C050E4981B}"/>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1891EA8D-8EF9-4F00-835E-965AC344C13F}"/>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2FD0359A-EFD0-470C-BFC5-2CB14CD3D10A}"/>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27AC13FE-66BC-4331-B710-398603992D3B}"/>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E0695694-0F5F-4034-844A-6884D3E2B356}"/>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DF19F482-3FDE-4232-8D8F-83E9256FAC3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CBCDF405-4DEE-4B90-8796-B26B0B039944}"/>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B0ABAB41-9A5B-4874-8198-F92F8B541E5A}"/>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6054B94D-6652-460B-824B-687F413F2058}"/>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4DC6D18E-CCBD-46CB-9945-5BAC0D09BAD2}"/>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2CC45FC7-D6E9-46CA-87AE-0552C31894D8}"/>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456747F5-56E1-4B3B-81A9-1E3D1161382C}"/>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5FDEC71-1C3D-4C1D-A738-33882B07FB01}"/>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73499106-33D0-48D6-BBD0-E11EFE5B6D7E}"/>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1F972A82-6A54-44CD-A8FB-9DB88787BFF1}"/>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16045D5B-D6CF-4BC0-9808-6EDF4E2C40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2074596937"/>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DE68E059-AC51-406A-B10F-F93263F444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58">
            <a:extLst xmlns:a="http://schemas.openxmlformats.org/drawingml/2006/main">
              <a:ext uri="{FF2B5EF4-FFF2-40B4-BE49-F238E27FC236}">
                <a16:creationId xmlns:a16="http://schemas.microsoft.com/office/drawing/2014/main" id="{361E9F71-09FA-49C2-9B2F-FA1D0433327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선택한 변경의 시간·메모리·동작 확인">
            <a:extLst xmlns:a="http://schemas.openxmlformats.org/drawingml/2006/main">
              <a:ext uri="{FF2B5EF4-FFF2-40B4-BE49-F238E27FC236}">
                <a16:creationId xmlns:a16="http://schemas.microsoft.com/office/drawing/2014/main" id="{1614A9D4-44B7-4BF5-90A6-E9EF7DC7B17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23232F13-BAFD-4136-B0F3-90517B3738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3962A827-F8E9-4D36-B045-0132344541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194A4BAA-93C5-4A95-BE9C-015ABED259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BCF7A5B4-9DDA-4073-843F-D40E90F554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78E71ACA-0276-4E33-B223-27460DF2EF3B}"/>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8FCA00B-FD2E-4BF5-A6B7-D40C12D1FC31}"/>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AD034A4A-4071-453A-BD20-7F483C3EA47F}"/>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10BE21AA-61B4-4D99-A048-A21B8F40ABA0}"/>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8B2D684-2DF4-42EE-BA9A-2B3AF7FA5301}"/>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012E6F9-0658-400D-8BF8-E1D2672A1456}"/>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F4079365-2C38-490E-9800-61C7306E5F8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d341107db7824078"/>
          </a:graphicData>
        </a:graphic>
      </p:graphicFrame>
      <p:sp>
        <p:nvSpPr>
          <p:cNvPr id="15" name="Python 할당 피크">
            <a:extLst xmlns:a="http://schemas.openxmlformats.org/drawingml/2006/main">
              <a:ext uri="{FF2B5EF4-FFF2-40B4-BE49-F238E27FC236}">
                <a16:creationId xmlns:a16="http://schemas.microsoft.com/office/drawing/2014/main" id="{73251D27-B790-4825-9429-437008977EF4}"/>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59CBE0C1-31DF-41C1-86EA-E85A545E505D}"/>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4967E357-AC58-40E9-A11E-3DF8240CC93C}"/>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3B6BC2EA-6E05-4CF8-8B4D-38512EC12853}"/>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4D7E56D1-7354-4146-B269-C58EF80A553F}"/>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EE2C4694-17CD-4353-AF9B-40E129D14B22}"/>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BA138846-DA72-4C79-8C1B-767E30035AB3}"/>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D88735E6-09E1-4F1E-BF4F-F591A839BD15}"/>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BD94969C-30C0-4CF6-A6CC-49FF8D4913DE}"/>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BA265E6-F35A-4545-972F-0937C1CA12A0}"/>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81C1191C-324B-498D-9EC8-44FF0785925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74769234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7576A0C3-41C0-4A31-8D57-64B609EFF9F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59">
            <a:extLst xmlns:a="http://schemas.openxmlformats.org/drawingml/2006/main">
              <a:ext uri="{FF2B5EF4-FFF2-40B4-BE49-F238E27FC236}">
                <a16:creationId xmlns:a16="http://schemas.microsoft.com/office/drawing/2014/main" id="{C4EE3129-2EE7-4106-A865-83E2862927E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한 Agent 조사와 Subagent 역할 분리">
            <a:extLst xmlns:a="http://schemas.openxmlformats.org/drawingml/2006/main">
              <a:ext uri="{FF2B5EF4-FFF2-40B4-BE49-F238E27FC236}">
                <a16:creationId xmlns:a16="http://schemas.microsoft.com/office/drawing/2014/main" id="{991E77A1-50BE-414B-9D42-DC8AD5F634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18274D2A-4D4D-4DF9-A0D6-9EA09D14AE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0F799BB3-4EF9-4D54-80B6-E2BA1A68AC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8C57A2B4-097F-48A6-8FAC-4B9A5396D54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67843317-5E03-4E27-81A6-CEF2343F028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9ED313C1-419D-44E1-B6F3-D44239C66157}"/>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D74CD93A-91C1-48E4-8554-0B2C1D178E2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2F9BA8BC-AAFF-4112-AFA6-C5B7D9C88E8C}"/>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9DABC4C-4DE0-4A6F-8A5F-E5F214BA81E6}"/>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4EAFAC4-BCA4-4FFD-A817-9A497F13FB7C}"/>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49E06D9C-819C-46D7-9404-99AA9F56018F}"/>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10B4694C-5AD0-4839-A6D9-78EBEAEE985D}"/>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A323B63C-464A-4B63-9A91-79114569C038}"/>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58555432-1B1A-4031-94B1-1D86307C1D4B}"/>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0267D04D-AE41-482C-81B4-740F38BB5F09}"/>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F20E8CD8-EDA2-476B-BECD-4028EAE981F3}"/>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1329651D-70B5-4565-9D43-8F16C7A3185A}"/>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A2586356-5069-4B3A-AF25-72125278B4E7}"/>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B8C0AFAA-AA97-4BD0-B0BA-F6CF94FB55DB}"/>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3EB7F0FD-4BEE-495C-B960-36821E50CF20}"/>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33680852-0C53-41E7-863A-09342A46B934}"/>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E69614AD-E4D7-4AC9-8C56-2A316B961A04}"/>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DB54CF6E-7F30-4848-969D-6F9793227F02}"/>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5CAC10D9-C918-4A2C-B97A-2FF646CB7216}"/>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A78EA3E1-9D31-499B-870B-490ADA0C3D5F}"/>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01785E20-172B-4925-8C1F-8ED5DD13FD34}"/>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F2769DE1-9F42-4A0B-9747-2418967C50D6}"/>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7359EA98-1C96-46B1-B0D5-172877EABB3A}"/>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B6A064CD-7CF5-4166-B6C8-20FD72AA77AB}"/>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FC096ADD-705E-42C2-853C-6441A20D7FEC}"/>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CFC00A9B-47DE-4E49-8081-D55BF32B428D}"/>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BA923F6D-6BC2-4723-9233-7B9F95B87F72}"/>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EC919256-28DA-4D43-9357-90650C5B68BB}"/>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CE86A4B9-1218-4C82-BE87-DD047DD8E095}"/>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FF45DE97-B05F-40D1-AB78-B93653659F65}"/>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1178CF47-4423-4145-9495-2EED1A836358}"/>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0CB4752A-9918-477F-856A-C09BC6E9B898}"/>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60E90F39-69BD-4220-A2CF-62648E68914D}"/>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464C958E-8F4F-41D9-AF25-4CF9438D0A7A}"/>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BD7531C2-6415-4CF8-A8FB-B4A8B6075BFB}"/>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5ACCB847-F37C-4469-8953-AC17A92034B0}"/>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AA0AF416-8A22-4DB3-906A-913716396815}"/>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91326993-FB95-40C3-98F8-A18CD1644D96}"/>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C006BBE7-470D-4A09-80AE-A02191B01FFF}"/>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D74FD09-8A84-4B49-9A93-44C7A88F9DEA}"/>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F5C4E40E-675D-44CB-B678-7EA04C2AE040}"/>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926E442C-69C5-4E16-85A3-48ED53712C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4908566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5904463A-1C08-4EF3-A13D-B3607B01960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0">
            <a:extLst xmlns:a="http://schemas.openxmlformats.org/drawingml/2006/main">
              <a:ext uri="{FF2B5EF4-FFF2-40B4-BE49-F238E27FC236}">
                <a16:creationId xmlns:a16="http://schemas.microsoft.com/office/drawing/2014/main" id="{41423142-7776-4BBE-877A-6FAA684BE1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작업을 나누지 않은 이유">
            <a:extLst xmlns:a="http://schemas.openxmlformats.org/drawingml/2006/main">
              <a:ext uri="{FF2B5EF4-FFF2-40B4-BE49-F238E27FC236}">
                <a16:creationId xmlns:a16="http://schemas.microsoft.com/office/drawing/2014/main" id="{D9D6C8D9-48EC-47D8-BA35-8FA8EF37660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5639F0BF-3236-42E8-9863-8FD8E44F46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FB62CC42-A49F-4C6A-86A9-74CC29A0BA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14E322F3-4381-4012-A6F3-EB93E982564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13309041-5606-40B0-BEB3-933199AA43F6}"/>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867FC034-2A79-4DA4-B49B-ADCFDD01F91E}"/>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53B3D207-6117-4CB0-BF22-0A0EBE9A25B9}"/>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585472E-A091-487C-A074-433B10D19737}"/>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77BF83D1-57E8-4BD6-934C-43279B8CB4D4}"/>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1CD4822D-82BF-4C6C-9117-78A7EE39914C}"/>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E6E07449-537E-43AF-B77B-56990DE8BB26}"/>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90E3FE6A-B818-401D-A634-408A56A23167}"/>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B57DDEE9-F4F0-46C4-80EA-EA03C14DEDA9}"/>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09ED7A04-0953-4FCC-8B90-325859681AD8}"/>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564929D4-74E7-4E90-BEE4-BD11A874F3E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958DD591-A067-4976-BDAE-ED2CFAAF71E8}"/>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779365E4-C0F8-4B71-94BF-B6EA93BD1D08}"/>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FC7E1597-6665-49E8-9647-3000AC19FD0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9256ADB4-BD00-4B10-935A-29C15E7DB300}"/>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45E3CEF-9345-4B56-9397-B7AF470C9EB9}"/>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9FEB0AA0-AF9C-4257-BFDE-B240CC0430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267303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119363D8-0F96-4E0D-A6A9-C02C2044D3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1">
            <a:extLst xmlns:a="http://schemas.openxmlformats.org/drawingml/2006/main">
              <a:ext uri="{FF2B5EF4-FFF2-40B4-BE49-F238E27FC236}">
                <a16:creationId xmlns:a16="http://schemas.microsoft.com/office/drawing/2014/main" id="{BBAEE289-8B18-46C0-80A1-480EE78BF2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이번 Context와 다시 쓸 지식">
            <a:extLst xmlns:a="http://schemas.openxmlformats.org/drawingml/2006/main">
              <a:ext uri="{FF2B5EF4-FFF2-40B4-BE49-F238E27FC236}">
                <a16:creationId xmlns:a16="http://schemas.microsoft.com/office/drawing/2014/main" id="{992F39FE-B012-4C3A-AA2A-C9DFC4EF8B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01AFF082-7BD4-4D08-A5F0-6ECAD18992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DD29BF45-CA78-4639-AA17-008C09F933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AC216DE1-AF1A-447F-9C2D-38B23CC885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2361F50D-2C77-4E22-85FF-596274211012}"/>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4D91D41E-04F0-4546-B71C-68698E35DBAC}"/>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D99EF3CD-0D0B-4EA4-B229-C4167BF39CD6}"/>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C7970959-836D-4E8F-AFB3-EC50223E0BE5}"/>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6B36B8B-0736-471F-BDEA-4FE772C0A7E6}"/>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6111F9B3-E8CC-4A9D-984C-5151B73B2297}"/>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947FFEA9-E180-4DF0-A917-6D8F8710A9DA}"/>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D949A0EC-159E-4726-A471-854EA183FCB5}"/>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2184381C-F9C8-4D2B-BA4A-19A1EF0AB18E}"/>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ED2CCFF4-8C1D-4AD0-8814-17BEA00E924D}"/>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DA46A625-41FF-4604-8A5F-59A6F6216843}"/>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A1E125CC-6921-495F-B062-95221BFBF376}"/>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90475DAF-0DB8-4BA6-8705-C7818C42A37E}"/>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B7627CED-34F5-4704-9755-5BC9EDC0B1B2}"/>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CA9D3E61-7463-4729-BD3C-365C846C240C}"/>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D4868D4-452A-46A7-8357-55AD0BAAD316}"/>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281B43EB-9985-4A9E-8963-52019A02FCB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0958196"/>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Memory의 기준과 현재 사례의 선택">
            <a:extLst xmlns:a="http://schemas.openxmlformats.org/drawingml/2006/main">
              <a:ext uri="{FF2B5EF4-FFF2-40B4-BE49-F238E27FC236}">
                <a16:creationId xmlns:a16="http://schemas.microsoft.com/office/drawing/2014/main" id="{B759F22B-E724-4A26-8998-73F4D7F87A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Memory의 기준과 현재 사례의 선택</a:t>
            </a:r>
          </a:p>
        </p:txBody>
      </p:sp>
      <p:sp>
        <p:nvSpPr>
          <p:cNvPr id="2" name="S62">
            <a:extLst xmlns:a="http://schemas.openxmlformats.org/drawingml/2006/main">
              <a:ext uri="{FF2B5EF4-FFF2-40B4-BE49-F238E27FC236}">
                <a16:creationId xmlns:a16="http://schemas.microsoft.com/office/drawing/2014/main" id="{E4BB6F52-E1A3-4E21-9E40-E359EF9AE2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남길지, 원래 출처를 참조할지 판단한다">
            <a:extLst xmlns:a="http://schemas.openxmlformats.org/drawingml/2006/main">
              <a:ext uri="{FF2B5EF4-FFF2-40B4-BE49-F238E27FC236}">
                <a16:creationId xmlns:a16="http://schemas.microsoft.com/office/drawing/2014/main" id="{138BAD80-E208-49CD-935C-2A247CDBBC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남길지, 원래 출처를 참조할지 판단한다</a:t>
            </a:r>
          </a:p>
        </p:txBody>
      </p:sp>
      <p:sp>
        <p:nvSpPr>
          <p:cNvPr id="4" name="">
            <a:extLst xmlns:a="http://schemas.openxmlformats.org/drawingml/2006/main">
              <a:ext uri="{FF2B5EF4-FFF2-40B4-BE49-F238E27FC236}">
                <a16:creationId xmlns:a16="http://schemas.microsoft.com/office/drawing/2014/main" id="{021C0636-AA23-4CD3-B435-F57A141FE3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Demo 지식 출처 점검 + 교육용 보존 기준 · 제품 Memory 기능에 대한 관찰 아">
            <a:extLst xmlns:a="http://schemas.openxmlformats.org/drawingml/2006/main">
              <a:ext uri="{FF2B5EF4-FFF2-40B4-BE49-F238E27FC236}">
                <a16:creationId xmlns:a16="http://schemas.microsoft.com/office/drawing/2014/main" id="{8ADD41D7-61EF-43DE-8CDD-EDD8F2BE14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Demo 지식 출처 점검 + 교육용 보존 기준 · 제품 Memory 기능에 대한 관찰 아님</a:t>
            </a:r>
          </a:p>
        </p:txBody>
      </p:sp>
      <p:sp>
        <p:nvSpPr>
          <p:cNvPr id="6" name="현재 별도 Memory 후보 없음 · 다음 작업 재사용이 기준이며 프로젝트 사이 재사용이 필수는 아님">
            <a:extLst xmlns:a="http://schemas.openxmlformats.org/drawingml/2006/main">
              <a:ext uri="{FF2B5EF4-FFF2-40B4-BE49-F238E27FC236}">
                <a16:creationId xmlns:a16="http://schemas.microsoft.com/office/drawing/2014/main" id="{A252CAAC-B47C-4E50-88F8-3E5C37D921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별도 Memory 후보 없음 · 다음 작업 재사용이 기준이며 프로젝트 사이 재사용이 필수는 아님</a:t>
            </a:r>
          </a:p>
        </p:txBody>
      </p:sp>
      <p:sp>
        <p:nvSpPr>
          <p:cNvPr id="7" name="">
            <a:extLst xmlns:a="http://schemas.openxmlformats.org/drawingml/2006/main">
              <a:ext uri="{FF2B5EF4-FFF2-40B4-BE49-F238E27FC236}">
                <a16:creationId xmlns:a16="http://schemas.microsoft.com/office/drawing/2014/main" id="{1C2110C6-71E5-4620-BAC7-FFAC7CE8B84D}"/>
              </a:ext>
            </a:extLst>
          </p:cNvPr>
          <p:cNvSpPr>
            <a:spLocks xmlns:a="http://schemas.openxmlformats.org/drawingml/2006/main" noGrp="1"/>
          </p:cNvSpPr>
          <p:nvPr/>
        </p:nvSpPr>
        <p:spPr>
          <a:xfrm xmlns:a="http://schemas.openxmlformats.org/drawingml/2006/main">
            <a:off x="6096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재발견 비용">
            <a:extLst xmlns:a="http://schemas.openxmlformats.org/drawingml/2006/main">
              <a:ext uri="{FF2B5EF4-FFF2-40B4-BE49-F238E27FC236}">
                <a16:creationId xmlns:a16="http://schemas.microsoft.com/office/drawing/2014/main" id="{E99345D2-CC96-49BE-8644-1EAC1B4808D1}"/>
              </a:ext>
            </a:extLst>
          </p:cNvPr>
          <p:cNvSpPr>
            <a:spLocks xmlns:a="http://schemas.openxmlformats.org/drawingml/2006/main" noGrp="1"/>
          </p:cNvSpPr>
          <p:nvPr/>
        </p:nvSpPr>
        <p:spPr>
          <a:xfrm xmlns:a="http://schemas.openxmlformats.org/drawingml/2006/main">
            <a:off x="7048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재발견 비용</a:t>
            </a:r>
          </a:p>
        </p:txBody>
      </p:sp>
      <p:sp>
        <p:nvSpPr>
          <p:cNvPr id="9" name="">
            <a:extLst xmlns:a="http://schemas.openxmlformats.org/drawingml/2006/main">
              <a:ext uri="{FF2B5EF4-FFF2-40B4-BE49-F238E27FC236}">
                <a16:creationId xmlns:a16="http://schemas.microsoft.com/office/drawing/2014/main" id="{87451F3A-3C2E-4327-84CD-F3B650079CCC}"/>
              </a:ext>
            </a:extLst>
          </p:cNvPr>
          <p:cNvSpPr>
            <a:spLocks xmlns:a="http://schemas.openxmlformats.org/drawingml/2006/main" noGrp="1"/>
          </p:cNvSpPr>
          <p:nvPr/>
        </p:nvSpPr>
        <p:spPr>
          <a:xfrm xmlns:a="http://schemas.openxmlformats.org/drawingml/2006/main">
            <a:off x="34099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다음 작업 재사용">
            <a:extLst xmlns:a="http://schemas.openxmlformats.org/drawingml/2006/main">
              <a:ext uri="{FF2B5EF4-FFF2-40B4-BE49-F238E27FC236}">
                <a16:creationId xmlns:a16="http://schemas.microsoft.com/office/drawing/2014/main" id="{A8E41717-ECE8-494F-A8D9-724D2AEC3F27}"/>
              </a:ext>
            </a:extLst>
          </p:cNvPr>
          <p:cNvSpPr>
            <a:spLocks xmlns:a="http://schemas.openxmlformats.org/drawingml/2006/main" noGrp="1"/>
          </p:cNvSpPr>
          <p:nvPr/>
        </p:nvSpPr>
        <p:spPr>
          <a:xfrm xmlns:a="http://schemas.openxmlformats.org/drawingml/2006/main">
            <a:off x="35052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작업 재사용</a:t>
            </a:r>
          </a:p>
        </p:txBody>
      </p:sp>
      <p:sp>
        <p:nvSpPr>
          <p:cNvPr id="11" name="">
            <a:extLst xmlns:a="http://schemas.openxmlformats.org/drawingml/2006/main">
              <a:ext uri="{FF2B5EF4-FFF2-40B4-BE49-F238E27FC236}">
                <a16:creationId xmlns:a16="http://schemas.microsoft.com/office/drawing/2014/main" id="{686369DD-8A03-469A-97D4-7D44B508B6F4}"/>
              </a:ext>
            </a:extLst>
          </p:cNvPr>
          <p:cNvSpPr>
            <a:spLocks xmlns:a="http://schemas.openxmlformats.org/drawingml/2006/main" noGrp="1"/>
          </p:cNvSpPr>
          <p:nvPr/>
        </p:nvSpPr>
        <p:spPr>
          <a:xfrm xmlns:a="http://schemas.openxmlformats.org/drawingml/2006/main">
            <a:off x="621030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출처·적용 범위">
            <a:extLst xmlns:a="http://schemas.openxmlformats.org/drawingml/2006/main">
              <a:ext uri="{FF2B5EF4-FFF2-40B4-BE49-F238E27FC236}">
                <a16:creationId xmlns:a16="http://schemas.microsoft.com/office/drawing/2014/main" id="{1CC18CB0-D5A3-45C3-86A5-4872E0E882A4}"/>
              </a:ext>
            </a:extLst>
          </p:cNvPr>
          <p:cNvSpPr>
            <a:spLocks xmlns:a="http://schemas.openxmlformats.org/drawingml/2006/main" noGrp="1"/>
          </p:cNvSpPr>
          <p:nvPr/>
        </p:nvSpPr>
        <p:spPr>
          <a:xfrm xmlns:a="http://schemas.openxmlformats.org/drawingml/2006/main">
            <a:off x="630555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출처·적용 범위</a:t>
            </a:r>
          </a:p>
        </p:txBody>
      </p:sp>
      <p:sp>
        <p:nvSpPr>
          <p:cNvPr id="13" name="">
            <a:extLst xmlns:a="http://schemas.openxmlformats.org/drawingml/2006/main">
              <a:ext uri="{FF2B5EF4-FFF2-40B4-BE49-F238E27FC236}">
                <a16:creationId xmlns:a16="http://schemas.microsoft.com/office/drawing/2014/main" id="{4D771D32-83D2-41F3-870F-5407CCD30640}"/>
              </a:ext>
            </a:extLst>
          </p:cNvPr>
          <p:cNvSpPr>
            <a:spLocks xmlns:a="http://schemas.openxmlformats.org/drawingml/2006/main" noGrp="1"/>
          </p:cNvSpPr>
          <p:nvPr/>
        </p:nvSpPr>
        <p:spPr>
          <a:xfrm xmlns:a="http://schemas.openxmlformats.org/drawingml/2006/main">
            <a:off x="9010650" y="1800225"/>
            <a:ext cx="2571750" cy="5334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갱신·무효화 조건">
            <a:extLst xmlns:a="http://schemas.openxmlformats.org/drawingml/2006/main">
              <a:ext uri="{FF2B5EF4-FFF2-40B4-BE49-F238E27FC236}">
                <a16:creationId xmlns:a16="http://schemas.microsoft.com/office/drawing/2014/main" id="{101A5D60-2A17-4B00-B9D2-89E39A0469E3}"/>
              </a:ext>
            </a:extLst>
          </p:cNvPr>
          <p:cNvSpPr>
            <a:spLocks xmlns:a="http://schemas.openxmlformats.org/drawingml/2006/main" noGrp="1"/>
          </p:cNvSpPr>
          <p:nvPr/>
        </p:nvSpPr>
        <p:spPr>
          <a:xfrm xmlns:a="http://schemas.openxmlformats.org/drawingml/2006/main">
            <a:off x="9105900" y="191452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갱신·무효화 조건</a:t>
            </a:r>
          </a:p>
        </p:txBody>
      </p:sp>
      <p:sp>
        <p:nvSpPr>
          <p:cNvPr id="15" name="">
            <a:extLst xmlns:a="http://schemas.openxmlformats.org/drawingml/2006/main">
              <a:ext uri="{FF2B5EF4-FFF2-40B4-BE49-F238E27FC236}">
                <a16:creationId xmlns:a16="http://schemas.microsoft.com/office/drawing/2014/main" id="{889DFA59-8D25-4E67-94F5-6F2D14E196D0}"/>
              </a:ext>
            </a:extLst>
          </p:cNvPr>
          <p:cNvSpPr>
            <a:spLocks xmlns:a="http://schemas.openxmlformats.org/drawingml/2006/main" noGrp="1"/>
          </p:cNvSpPr>
          <p:nvPr/>
        </p:nvSpPr>
        <p:spPr>
          <a:xfrm xmlns:a="http://schemas.openxmlformats.org/drawingml/2006/main">
            <a:off x="609600" y="2705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rop의 끝 좌표 제외">
            <a:extLst xmlns:a="http://schemas.openxmlformats.org/drawingml/2006/main">
              <a:ext uri="{FF2B5EF4-FFF2-40B4-BE49-F238E27FC236}">
                <a16:creationId xmlns:a16="http://schemas.microsoft.com/office/drawing/2014/main" id="{8B685CAD-9C9F-42AC-A9D3-AFD601A78242}"/>
              </a:ext>
            </a:extLst>
          </p:cNvPr>
          <p:cNvSpPr>
            <a:spLocks xmlns:a="http://schemas.openxmlformats.org/drawingml/2006/main" noGrp="1"/>
          </p:cNvSpPr>
          <p:nvPr/>
        </p:nvSpPr>
        <p:spPr>
          <a:xfrm xmlns:a="http://schemas.openxmlformats.org/drawingml/2006/main">
            <a:off x="609600" y="278130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crop의 끝 좌표 제외</a:t>
            </a:r>
          </a:p>
        </p:txBody>
      </p:sp>
      <p:sp>
        <p:nvSpPr>
          <p:cNvPr id="17" name="">
            <a:extLst xmlns:a="http://schemas.openxmlformats.org/drawingml/2006/main">
              <a:ext uri="{FF2B5EF4-FFF2-40B4-BE49-F238E27FC236}">
                <a16:creationId xmlns:a16="http://schemas.microsoft.com/office/drawing/2014/main" id="{FA5FB0F3-9BBE-459C-A6E5-4793C935C109}"/>
              </a:ext>
            </a:extLst>
          </p:cNvPr>
          <p:cNvSpPr>
            <a:spLocks xmlns:a="http://schemas.openxmlformats.org/drawingml/2006/main" noGrp="1"/>
          </p:cNvSpPr>
          <p:nvPr/>
        </p:nvSpPr>
        <p:spPr>
          <a:xfrm xmlns:a="http://schemas.openxmlformats.org/drawingml/2006/main">
            <a:off x="5448300" y="289560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코드 · 이미지 명세 문서">
            <a:extLst xmlns:a="http://schemas.openxmlformats.org/drawingml/2006/main">
              <a:ext uri="{FF2B5EF4-FFF2-40B4-BE49-F238E27FC236}">
                <a16:creationId xmlns:a16="http://schemas.microsoft.com/office/drawing/2014/main" id="{3E99C833-0785-4118-BEE1-949CB629B23B}"/>
              </a:ext>
            </a:extLst>
          </p:cNvPr>
          <p:cNvSpPr>
            <a:spLocks xmlns:a="http://schemas.openxmlformats.org/drawingml/2006/main" noGrp="1"/>
          </p:cNvSpPr>
          <p:nvPr/>
        </p:nvSpPr>
        <p:spPr>
          <a:xfrm xmlns:a="http://schemas.openxmlformats.org/drawingml/2006/main">
            <a:off x="6191250" y="278130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코드 · 이미지 명세 문서</a:t>
            </a:r>
          </a:p>
        </p:txBody>
      </p:sp>
      <p:sp>
        <p:nvSpPr>
          <p:cNvPr id="19" name="">
            <a:extLst xmlns:a="http://schemas.openxmlformats.org/drawingml/2006/main">
              <a:ext uri="{FF2B5EF4-FFF2-40B4-BE49-F238E27FC236}">
                <a16:creationId xmlns:a16="http://schemas.microsoft.com/office/drawing/2014/main" id="{80D1EC20-D86D-4435-AD2B-DDA3BEFCDABA}"/>
              </a:ext>
            </a:extLst>
          </p:cNvPr>
          <p:cNvSpPr>
            <a:spLocks xmlns:a="http://schemas.openxmlformats.org/drawingml/2006/main" noGrp="1"/>
          </p:cNvSpPr>
          <p:nvPr/>
        </p:nvSpPr>
        <p:spPr>
          <a:xfrm xmlns:a="http://schemas.openxmlformats.org/drawingml/2006/main">
            <a:off x="609600" y="3267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모듈이 이어지는 순서">
            <a:extLst xmlns:a="http://schemas.openxmlformats.org/drawingml/2006/main">
              <a:ext uri="{FF2B5EF4-FFF2-40B4-BE49-F238E27FC236}">
                <a16:creationId xmlns:a16="http://schemas.microsoft.com/office/drawing/2014/main" id="{8626D928-8A2F-4BFB-8FA3-92995B92E7EB}"/>
              </a:ext>
            </a:extLst>
          </p:cNvPr>
          <p:cNvSpPr>
            <a:spLocks xmlns:a="http://schemas.openxmlformats.org/drawingml/2006/main" noGrp="1"/>
          </p:cNvSpPr>
          <p:nvPr/>
        </p:nvSpPr>
        <p:spPr>
          <a:xfrm xmlns:a="http://schemas.openxmlformats.org/drawingml/2006/main">
            <a:off x="609600" y="334327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모듈이 이어지는 순서</a:t>
            </a:r>
          </a:p>
        </p:txBody>
      </p:sp>
      <p:sp>
        <p:nvSpPr>
          <p:cNvPr id="21" name="">
            <a:extLst xmlns:a="http://schemas.openxmlformats.org/drawingml/2006/main">
              <a:ext uri="{FF2B5EF4-FFF2-40B4-BE49-F238E27FC236}">
                <a16:creationId xmlns:a16="http://schemas.microsoft.com/office/drawing/2014/main" id="{EE209544-018B-4104-A30E-BCE8E5D50712}"/>
              </a:ext>
            </a:extLst>
          </p:cNvPr>
          <p:cNvSpPr>
            <a:spLocks xmlns:a="http://schemas.openxmlformats.org/drawingml/2006/main" noGrp="1"/>
          </p:cNvSpPr>
          <p:nvPr/>
        </p:nvSpPr>
        <p:spPr>
          <a:xfrm xmlns:a="http://schemas.openxmlformats.org/drawingml/2006/main">
            <a:off x="5448300" y="345757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architecture.md">
            <a:extLst xmlns:a="http://schemas.openxmlformats.org/drawingml/2006/main">
              <a:ext uri="{FF2B5EF4-FFF2-40B4-BE49-F238E27FC236}">
                <a16:creationId xmlns:a16="http://schemas.microsoft.com/office/drawing/2014/main" id="{E0C9FBF3-0380-413B-86B5-ACD37A64921B}"/>
              </a:ext>
            </a:extLst>
          </p:cNvPr>
          <p:cNvSpPr>
            <a:spLocks xmlns:a="http://schemas.openxmlformats.org/drawingml/2006/main" noGrp="1"/>
          </p:cNvSpPr>
          <p:nvPr/>
        </p:nvSpPr>
        <p:spPr>
          <a:xfrm xmlns:a="http://schemas.openxmlformats.org/drawingml/2006/main">
            <a:off x="6191250" y="33432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architecture.md</a:t>
            </a:r>
          </a:p>
        </p:txBody>
      </p:sp>
      <p:sp>
        <p:nvSpPr>
          <p:cNvPr id="23" name="">
            <a:extLst xmlns:a="http://schemas.openxmlformats.org/drawingml/2006/main">
              <a:ext uri="{FF2B5EF4-FFF2-40B4-BE49-F238E27FC236}">
                <a16:creationId xmlns:a16="http://schemas.microsoft.com/office/drawing/2014/main" id="{5EA267D6-3E10-417C-8563-41F67C717503}"/>
              </a:ext>
            </a:extLst>
          </p:cNvPr>
          <p:cNvSpPr>
            <a:spLocks xmlns:a="http://schemas.openxmlformats.org/drawingml/2006/main" noGrp="1"/>
          </p:cNvSpPr>
          <p:nvPr/>
        </p:nvSpPr>
        <p:spPr>
          <a:xfrm xmlns:a="http://schemas.openxmlformats.org/drawingml/2006/main">
            <a:off x="609600" y="3829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성능 조사·검증 방법">
            <a:extLst xmlns:a="http://schemas.openxmlformats.org/drawingml/2006/main">
              <a:ext uri="{FF2B5EF4-FFF2-40B4-BE49-F238E27FC236}">
                <a16:creationId xmlns:a16="http://schemas.microsoft.com/office/drawing/2014/main" id="{1FD7F4E4-F1DE-47D0-8DC1-1D0EDD43C3E0}"/>
              </a:ext>
            </a:extLst>
          </p:cNvPr>
          <p:cNvSpPr>
            <a:spLocks xmlns:a="http://schemas.openxmlformats.org/drawingml/2006/main" noGrp="1"/>
          </p:cNvSpPr>
          <p:nvPr/>
        </p:nvSpPr>
        <p:spPr>
          <a:xfrm xmlns:a="http://schemas.openxmlformats.org/drawingml/2006/main">
            <a:off x="609600" y="3905250"/>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조사·검증 방법</a:t>
            </a:r>
          </a:p>
        </p:txBody>
      </p:sp>
      <p:sp>
        <p:nvSpPr>
          <p:cNvPr id="25" name="">
            <a:extLst xmlns:a="http://schemas.openxmlformats.org/drawingml/2006/main">
              <a:ext uri="{FF2B5EF4-FFF2-40B4-BE49-F238E27FC236}">
                <a16:creationId xmlns:a16="http://schemas.microsoft.com/office/drawing/2014/main" id="{B60A29AD-0C41-4C09-B220-A4C2BC3A695C}"/>
              </a:ext>
            </a:extLst>
          </p:cNvPr>
          <p:cNvSpPr>
            <a:spLocks xmlns:a="http://schemas.openxmlformats.org/drawingml/2006/main" noGrp="1"/>
          </p:cNvSpPr>
          <p:nvPr/>
        </p:nvSpPr>
        <p:spPr>
          <a:xfrm xmlns:a="http://schemas.openxmlformats.org/drawingml/2006/main">
            <a:off x="5448300" y="4019550"/>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Repository Skill">
            <a:extLst xmlns:a="http://schemas.openxmlformats.org/drawingml/2006/main">
              <a:ext uri="{FF2B5EF4-FFF2-40B4-BE49-F238E27FC236}">
                <a16:creationId xmlns:a16="http://schemas.microsoft.com/office/drawing/2014/main" id="{8439B7E4-394D-4F99-A168-FFB40EAEE166}"/>
              </a:ext>
            </a:extLst>
          </p:cNvPr>
          <p:cNvSpPr>
            <a:spLocks xmlns:a="http://schemas.openxmlformats.org/drawingml/2006/main" noGrp="1"/>
          </p:cNvSpPr>
          <p:nvPr/>
        </p:nvSpPr>
        <p:spPr>
          <a:xfrm xmlns:a="http://schemas.openxmlformats.org/drawingml/2006/main">
            <a:off x="6191250" y="3905250"/>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Repository Skill</a:t>
            </a:r>
          </a:p>
        </p:txBody>
      </p:sp>
      <p:sp>
        <p:nvSpPr>
          <p:cNvPr id="27" name="">
            <a:extLst xmlns:a="http://schemas.openxmlformats.org/drawingml/2006/main">
              <a:ext uri="{FF2B5EF4-FFF2-40B4-BE49-F238E27FC236}">
                <a16:creationId xmlns:a16="http://schemas.microsoft.com/office/drawing/2014/main" id="{EF6DA61E-388A-4711-A30E-C83ACD72ACC2}"/>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이번 실행의 측정값">
            <a:extLst xmlns:a="http://schemas.openxmlformats.org/drawingml/2006/main">
              <a:ext uri="{FF2B5EF4-FFF2-40B4-BE49-F238E27FC236}">
                <a16:creationId xmlns:a16="http://schemas.microsoft.com/office/drawing/2014/main" id="{C8E80A80-12B3-4F69-BB3F-D41F3814E1CD}"/>
              </a:ext>
            </a:extLst>
          </p:cNvPr>
          <p:cNvSpPr>
            <a:spLocks xmlns:a="http://schemas.openxmlformats.org/drawingml/2006/main" noGrp="1"/>
          </p:cNvSpPr>
          <p:nvPr/>
        </p:nvSpPr>
        <p:spPr>
          <a:xfrm xmlns:a="http://schemas.openxmlformats.org/drawingml/2006/main">
            <a:off x="609600" y="4467225"/>
            <a:ext cx="4648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실행의 측정값</a:t>
            </a:r>
          </a:p>
        </p:txBody>
      </p:sp>
      <p:sp>
        <p:nvSpPr>
          <p:cNvPr id="29" name="">
            <a:extLst xmlns:a="http://schemas.openxmlformats.org/drawingml/2006/main">
              <a:ext uri="{FF2B5EF4-FFF2-40B4-BE49-F238E27FC236}">
                <a16:creationId xmlns:a16="http://schemas.microsoft.com/office/drawing/2014/main" id="{316A6121-6D09-4F8B-BD6E-ECA5633A6A04}"/>
              </a:ext>
            </a:extLst>
          </p:cNvPr>
          <p:cNvSpPr>
            <a:spLocks xmlns:a="http://schemas.openxmlformats.org/drawingml/2006/main" noGrp="1"/>
          </p:cNvSpPr>
          <p:nvPr/>
        </p:nvSpPr>
        <p:spPr>
          <a:xfrm xmlns:a="http://schemas.openxmlformats.org/drawingml/2006/main">
            <a:off x="5448300" y="45815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날짜가 있는 Trial 기록 · Git 이력">
            <a:extLst xmlns:a="http://schemas.openxmlformats.org/drawingml/2006/main">
              <a:ext uri="{FF2B5EF4-FFF2-40B4-BE49-F238E27FC236}">
                <a16:creationId xmlns:a16="http://schemas.microsoft.com/office/drawing/2014/main" id="{66CEE56F-E041-454F-B20E-B6F8614C1F59}"/>
              </a:ext>
            </a:extLst>
          </p:cNvPr>
          <p:cNvSpPr>
            <a:spLocks xmlns:a="http://schemas.openxmlformats.org/drawingml/2006/main" noGrp="1"/>
          </p:cNvSpPr>
          <p:nvPr/>
        </p:nvSpPr>
        <p:spPr>
          <a:xfrm xmlns:a="http://schemas.openxmlformats.org/drawingml/2006/main">
            <a:off x="6191250" y="44672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날짜가 있는 Trial 기록 · Git 이력</a:t>
            </a:r>
          </a:p>
        </p:txBody>
      </p:sp>
      <p:sp>
        <p:nvSpPr>
          <p:cNvPr id="31" name="이번 사례: 원래 출처를 유지하고, 별도 Memory는 추가하지 않았다">
            <a:extLst xmlns:a="http://schemas.openxmlformats.org/drawingml/2006/main">
              <a:ext uri="{FF2B5EF4-FFF2-40B4-BE49-F238E27FC236}">
                <a16:creationId xmlns:a16="http://schemas.microsoft.com/office/drawing/2014/main" id="{FA0248C7-31FE-4007-8D12-B852A9301B2D}"/>
              </a:ext>
            </a:extLst>
          </p:cNvPr>
          <p:cNvSpPr>
            <a:spLocks xmlns:a="http://schemas.openxmlformats.org/drawingml/2006/main" noGrp="1"/>
          </p:cNvSpPr>
          <p:nvPr/>
        </p:nvSpPr>
        <p:spPr>
          <a:xfrm xmlns:a="http://schemas.openxmlformats.org/drawingml/2006/main">
            <a:off x="609600" y="52863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사례: 원래 출처를 유지하고, 별도 Memory는 추가하지 않았다</a:t>
            </a:r>
          </a:p>
        </p:txBody>
      </p:sp>
      <p:sp>
        <p:nvSpPr>
          <p:cNvPr id="32" name="Legacy module connection">
            <a:extLst xmlns:a="http://schemas.openxmlformats.org/drawingml/2006/main">
              <a:ext uri="{FF2B5EF4-FFF2-40B4-BE49-F238E27FC236}">
                <a16:creationId xmlns:a16="http://schemas.microsoft.com/office/drawing/2014/main" id="{B80E4352-785B-4B07-94ED-4431378FE5F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7800678"/>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Minimum Effective Harness의 근거를 회수">
            <a:extLst xmlns:a="http://schemas.openxmlformats.org/drawingml/2006/main">
              <a:ext uri="{FF2B5EF4-FFF2-40B4-BE49-F238E27FC236}">
                <a16:creationId xmlns:a16="http://schemas.microsoft.com/office/drawing/2014/main" id="{EA5E1F6C-5B49-44B2-BA3B-9B963337B82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Minimum Effective Harness의 근거를 회수</a:t>
            </a:r>
          </a:p>
        </p:txBody>
      </p:sp>
      <p:sp>
        <p:nvSpPr>
          <p:cNvPr id="2" name="S63">
            <a:extLst xmlns:a="http://schemas.openxmlformats.org/drawingml/2006/main">
              <a:ext uri="{FF2B5EF4-FFF2-40B4-BE49-F238E27FC236}">
                <a16:creationId xmlns:a16="http://schemas.microsoft.com/office/drawing/2014/main" id="{BD578B86-AB1F-463D-96AA-FD745E8BA6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이번 사례에서 실제로 사용한 구조">
            <a:extLst xmlns:a="http://schemas.openxmlformats.org/drawingml/2006/main">
              <a:ext uri="{FF2B5EF4-FFF2-40B4-BE49-F238E27FC236}">
                <a16:creationId xmlns:a16="http://schemas.microsoft.com/office/drawing/2014/main" id="{69817390-5E43-4700-9534-632647EE05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사례에서 실제로 사용한 구조</a:t>
            </a:r>
          </a:p>
        </p:txBody>
      </p:sp>
      <p:sp>
        <p:nvSpPr>
          <p:cNvPr id="4" name="">
            <a:extLst xmlns:a="http://schemas.openxmlformats.org/drawingml/2006/main">
              <a:ext uri="{FF2B5EF4-FFF2-40B4-BE49-F238E27FC236}">
                <a16:creationId xmlns:a16="http://schemas.microsoft.com/office/drawing/2014/main" id="{5044258A-DD71-4DBB-B469-9DAD77D445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점검 · 보존된 기록과 교육용 책임 구분을 연결">
            <a:extLst xmlns:a="http://schemas.openxmlformats.org/drawingml/2006/main">
              <a:ext uri="{FF2B5EF4-FFF2-40B4-BE49-F238E27FC236}">
                <a16:creationId xmlns:a16="http://schemas.microsoft.com/office/drawing/2014/main" id="{E1885140-E348-42FA-A7F0-32D22BA4FA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점검 · 보존된 기록과 교육용 책임 구분을 연결</a:t>
            </a:r>
          </a:p>
        </p:txBody>
      </p:sp>
      <p:sp>
        <p:nvSpPr>
          <p:cNvPr id="6" name="Subagent·별도 Memory는 추가하지 않음 · 보편적 최적 구성이나 기능 수 우위에 대한 주장이 아님">
            <a:extLst xmlns:a="http://schemas.openxmlformats.org/drawingml/2006/main">
              <a:ext uri="{FF2B5EF4-FFF2-40B4-BE49-F238E27FC236}">
                <a16:creationId xmlns:a16="http://schemas.microsoft.com/office/drawing/2014/main" id="{D3C77E22-FF3B-454D-9544-384C3C2E3D4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보편적 최적 구성이나 기능 수 우위에 대한 주장이 아님</a:t>
            </a:r>
          </a:p>
        </p:txBody>
      </p:sp>
      <p:sp>
        <p:nvSpPr>
          <p:cNvPr id="7" name="">
            <a:extLst xmlns:a="http://schemas.openxmlformats.org/drawingml/2006/main">
              <a:ext uri="{FF2B5EF4-FFF2-40B4-BE49-F238E27FC236}">
                <a16:creationId xmlns:a16="http://schemas.microsoft.com/office/drawing/2014/main" id="{E5901739-2A57-4646-BE2A-9F0EB12E78A0}"/>
              </a:ext>
            </a:extLst>
          </p:cNvPr>
          <p:cNvSpPr>
            <a:spLocks xmlns:a="http://schemas.openxmlformats.org/drawingml/2006/main" noGrp="1"/>
          </p:cNvSpPr>
          <p:nvPr/>
        </p:nvSpPr>
        <p:spPr>
          <a:xfrm xmlns:a="http://schemas.openxmlformats.org/drawingml/2006/main">
            <a:off x="609600" y="2124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현재 목표·범위">
            <a:extLst xmlns:a="http://schemas.openxmlformats.org/drawingml/2006/main">
              <a:ext uri="{FF2B5EF4-FFF2-40B4-BE49-F238E27FC236}">
                <a16:creationId xmlns:a16="http://schemas.microsoft.com/office/drawing/2014/main" id="{B5C930A8-D477-4C37-BFB0-32E1EEFBD7CB}"/>
              </a:ext>
            </a:extLst>
          </p:cNvPr>
          <p:cNvSpPr>
            <a:spLocks xmlns:a="http://schemas.openxmlformats.org/drawingml/2006/main" noGrp="1"/>
          </p:cNvSpPr>
          <p:nvPr/>
        </p:nvSpPr>
        <p:spPr>
          <a:xfrm xmlns:a="http://schemas.openxmlformats.org/drawingml/2006/main">
            <a:off x="609600" y="2286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현재 목표·범위</a:t>
            </a:r>
          </a:p>
        </p:txBody>
      </p:sp>
      <p:sp>
        <p:nvSpPr>
          <p:cNvPr id="9" name="">
            <a:extLst xmlns:a="http://schemas.openxmlformats.org/drawingml/2006/main">
              <a:ext uri="{FF2B5EF4-FFF2-40B4-BE49-F238E27FC236}">
                <a16:creationId xmlns:a16="http://schemas.microsoft.com/office/drawing/2014/main" id="{B8F18FC3-8D22-4D9E-947B-C3AB3F0FE092}"/>
              </a:ext>
            </a:extLst>
          </p:cNvPr>
          <p:cNvSpPr>
            <a:spLocks xmlns:a="http://schemas.openxmlformats.org/drawingml/2006/main" noGrp="1"/>
          </p:cNvSpPr>
          <p:nvPr/>
        </p:nvSpPr>
        <p:spPr>
          <a:xfrm xmlns:a="http://schemas.openxmlformats.org/drawingml/2006/main">
            <a:off x="5486400" y="2419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밝기 통계 조사 요청">
            <a:extLst xmlns:a="http://schemas.openxmlformats.org/drawingml/2006/main">
              <a:ext uri="{FF2B5EF4-FFF2-40B4-BE49-F238E27FC236}">
                <a16:creationId xmlns:a16="http://schemas.microsoft.com/office/drawing/2014/main" id="{E640C0FF-FCF8-4C62-89CD-827FF20FB2FD}"/>
              </a:ext>
            </a:extLst>
          </p:cNvPr>
          <p:cNvSpPr>
            <a:spLocks xmlns:a="http://schemas.openxmlformats.org/drawingml/2006/main" noGrp="1"/>
          </p:cNvSpPr>
          <p:nvPr/>
        </p:nvSpPr>
        <p:spPr>
          <a:xfrm xmlns:a="http://schemas.openxmlformats.org/drawingml/2006/main">
            <a:off x="6191250" y="2286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밝기 통계 조사 요청</a:t>
            </a:r>
          </a:p>
        </p:txBody>
      </p:sp>
      <p:sp>
        <p:nvSpPr>
          <p:cNvPr id="11" name="">
            <a:extLst xmlns:a="http://schemas.openxmlformats.org/drawingml/2006/main">
              <a:ext uri="{FF2B5EF4-FFF2-40B4-BE49-F238E27FC236}">
                <a16:creationId xmlns:a16="http://schemas.microsoft.com/office/drawing/2014/main" id="{FDFAC8E0-4404-4F7C-83D5-7DB970C1A690}"/>
              </a:ext>
            </a:extLst>
          </p:cNvPr>
          <p:cNvSpPr>
            <a:spLocks xmlns:a="http://schemas.openxmlformats.org/drawingml/2006/main" noGrp="1"/>
          </p:cNvSpPr>
          <p:nvPr/>
        </p:nvSpPr>
        <p:spPr>
          <a:xfrm xmlns:a="http://schemas.openxmlformats.org/drawingml/2006/main">
            <a:off x="609600" y="2886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참고할 명세·안내">
            <a:extLst xmlns:a="http://schemas.openxmlformats.org/drawingml/2006/main">
              <a:ext uri="{FF2B5EF4-FFF2-40B4-BE49-F238E27FC236}">
                <a16:creationId xmlns:a16="http://schemas.microsoft.com/office/drawing/2014/main" id="{E638AE75-8281-4D76-B161-222871550E01}"/>
              </a:ext>
            </a:extLst>
          </p:cNvPr>
          <p:cNvSpPr>
            <a:spLocks xmlns:a="http://schemas.openxmlformats.org/drawingml/2006/main" noGrp="1"/>
          </p:cNvSpPr>
          <p:nvPr/>
        </p:nvSpPr>
        <p:spPr>
          <a:xfrm xmlns:a="http://schemas.openxmlformats.org/drawingml/2006/main">
            <a:off x="609600" y="3048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참고할 명세·안내</a:t>
            </a:r>
          </a:p>
        </p:txBody>
      </p:sp>
      <p:sp>
        <p:nvSpPr>
          <p:cNvPr id="13" name="">
            <a:extLst xmlns:a="http://schemas.openxmlformats.org/drawingml/2006/main">
              <a:ext uri="{FF2B5EF4-FFF2-40B4-BE49-F238E27FC236}">
                <a16:creationId xmlns:a16="http://schemas.microsoft.com/office/drawing/2014/main" id="{6CBF6E8F-F55A-4E8E-B059-21588C475863}"/>
              </a:ext>
            </a:extLst>
          </p:cNvPr>
          <p:cNvSpPr>
            <a:spLocks xmlns:a="http://schemas.openxmlformats.org/drawingml/2006/main" noGrp="1"/>
          </p:cNvSpPr>
          <p:nvPr/>
        </p:nvSpPr>
        <p:spPr>
          <a:xfrm xmlns:a="http://schemas.openxmlformats.org/drawingml/2006/main">
            <a:off x="5486400" y="3181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AGENTS.md + 상세 문서">
            <a:extLst xmlns:a="http://schemas.openxmlformats.org/drawingml/2006/main">
              <a:ext uri="{FF2B5EF4-FFF2-40B4-BE49-F238E27FC236}">
                <a16:creationId xmlns:a16="http://schemas.microsoft.com/office/drawing/2014/main" id="{6120C6D1-C003-4045-9E8B-E14D72CBD92E}"/>
              </a:ext>
            </a:extLst>
          </p:cNvPr>
          <p:cNvSpPr>
            <a:spLocks xmlns:a="http://schemas.openxmlformats.org/drawingml/2006/main" noGrp="1"/>
          </p:cNvSpPr>
          <p:nvPr/>
        </p:nvSpPr>
        <p:spPr>
          <a:xfrm xmlns:a="http://schemas.openxmlformats.org/drawingml/2006/main">
            <a:off x="6191250" y="3048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 + 상세 문서</a:t>
            </a:r>
          </a:p>
        </p:txBody>
      </p:sp>
      <p:sp>
        <p:nvSpPr>
          <p:cNvPr id="15" name="">
            <a:extLst xmlns:a="http://schemas.openxmlformats.org/drawingml/2006/main">
              <a:ext uri="{FF2B5EF4-FFF2-40B4-BE49-F238E27FC236}">
                <a16:creationId xmlns:a16="http://schemas.microsoft.com/office/drawing/2014/main" id="{BE676156-BEDB-4BFF-ADA9-9E9267B46803}"/>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다시 쓸 수행 방법">
            <a:extLst xmlns:a="http://schemas.openxmlformats.org/drawingml/2006/main">
              <a:ext uri="{FF2B5EF4-FFF2-40B4-BE49-F238E27FC236}">
                <a16:creationId xmlns:a16="http://schemas.microsoft.com/office/drawing/2014/main" id="{CB9E54EE-D743-4561-A052-F8E2804DF656}"/>
              </a:ext>
            </a:extLst>
          </p:cNvPr>
          <p:cNvSpPr>
            <a:spLocks xmlns:a="http://schemas.openxmlformats.org/drawingml/2006/main" noGrp="1"/>
          </p:cNvSpPr>
          <p:nvPr/>
        </p:nvSpPr>
        <p:spPr>
          <a:xfrm xmlns:a="http://schemas.openxmlformats.org/drawingml/2006/main">
            <a:off x="609600" y="3810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다시 쓸 수행 방법</a:t>
            </a:r>
          </a:p>
        </p:txBody>
      </p:sp>
      <p:sp>
        <p:nvSpPr>
          <p:cNvPr id="17" name="">
            <a:extLst xmlns:a="http://schemas.openxmlformats.org/drawingml/2006/main">
              <a:ext uri="{FF2B5EF4-FFF2-40B4-BE49-F238E27FC236}">
                <a16:creationId xmlns:a16="http://schemas.microsoft.com/office/drawing/2014/main" id="{E8E80F1C-9F1A-4174-BD45-55A377548321}"/>
              </a:ext>
            </a:extLst>
          </p:cNvPr>
          <p:cNvSpPr>
            <a:spLocks xmlns:a="http://schemas.openxmlformats.org/drawingml/2006/main" noGrp="1"/>
          </p:cNvSpPr>
          <p:nvPr/>
        </p:nvSpPr>
        <p:spPr>
          <a:xfrm xmlns:a="http://schemas.openxmlformats.org/drawingml/2006/main">
            <a:off x="5486400" y="3943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graypipe-performance Skill">
            <a:extLst xmlns:a="http://schemas.openxmlformats.org/drawingml/2006/main">
              <a:ext uri="{FF2B5EF4-FFF2-40B4-BE49-F238E27FC236}">
                <a16:creationId xmlns:a16="http://schemas.microsoft.com/office/drawing/2014/main" id="{5B8B62BB-03CB-4F9F-A8AA-F7D51172EB5F}"/>
              </a:ext>
            </a:extLst>
          </p:cNvPr>
          <p:cNvSpPr>
            <a:spLocks xmlns:a="http://schemas.openxmlformats.org/drawingml/2006/main" noGrp="1"/>
          </p:cNvSpPr>
          <p:nvPr/>
        </p:nvSpPr>
        <p:spPr>
          <a:xfrm xmlns:a="http://schemas.openxmlformats.org/drawingml/2006/main">
            <a:off x="6191250" y="3810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graypipe-performance Skill</a:t>
            </a:r>
          </a:p>
        </p:txBody>
      </p:sp>
      <p:sp>
        <p:nvSpPr>
          <p:cNvPr id="19" name="">
            <a:extLst xmlns:a="http://schemas.openxmlformats.org/drawingml/2006/main">
              <a:ext uri="{FF2B5EF4-FFF2-40B4-BE49-F238E27FC236}">
                <a16:creationId xmlns:a16="http://schemas.microsoft.com/office/drawing/2014/main" id="{480CD195-43C4-4F2C-A4A2-BE50C50ADAB6}"/>
              </a:ext>
            </a:extLst>
          </p:cNvPr>
          <p:cNvSpPr>
            <a:spLocks xmlns:a="http://schemas.openxmlformats.org/drawingml/2006/main" noGrp="1"/>
          </p:cNvSpPr>
          <p:nvPr/>
        </p:nvSpPr>
        <p:spPr>
          <a:xfrm xmlns:a="http://schemas.openxmlformats.org/drawingml/2006/main">
            <a:off x="609600" y="4410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변경을 판단할 근거">
            <a:extLst xmlns:a="http://schemas.openxmlformats.org/drawingml/2006/main">
              <a:ext uri="{FF2B5EF4-FFF2-40B4-BE49-F238E27FC236}">
                <a16:creationId xmlns:a16="http://schemas.microsoft.com/office/drawing/2014/main" id="{9A46474A-6CE6-4979-AC0B-5B2A2FC9C5FF}"/>
              </a:ext>
            </a:extLst>
          </p:cNvPr>
          <p:cNvSpPr>
            <a:spLocks xmlns:a="http://schemas.openxmlformats.org/drawingml/2006/main" noGrp="1"/>
          </p:cNvSpPr>
          <p:nvPr/>
        </p:nvSpPr>
        <p:spPr>
          <a:xfrm xmlns:a="http://schemas.openxmlformats.org/drawingml/2006/main">
            <a:off x="609600" y="4572000"/>
            <a:ext cx="47244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변경을 판단할 근거</a:t>
            </a:r>
          </a:p>
        </p:txBody>
      </p:sp>
      <p:sp>
        <p:nvSpPr>
          <p:cNvPr id="21" name="">
            <a:extLst xmlns:a="http://schemas.openxmlformats.org/drawingml/2006/main">
              <a:ext uri="{FF2B5EF4-FFF2-40B4-BE49-F238E27FC236}">
                <a16:creationId xmlns:a16="http://schemas.microsoft.com/office/drawing/2014/main" id="{B033644A-908C-4FF6-944A-3D4031CA6E30}"/>
              </a:ext>
            </a:extLst>
          </p:cNvPr>
          <p:cNvSpPr>
            <a:spLocks xmlns:a="http://schemas.openxmlformats.org/drawingml/2006/main" noGrp="1"/>
          </p:cNvSpPr>
          <p:nvPr/>
        </p:nvSpPr>
        <p:spPr>
          <a:xfrm xmlns:a="http://schemas.openxmlformats.org/drawingml/2006/main">
            <a:off x="5486400" y="4705350"/>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테스트 + benchmark + 실행 환경">
            <a:extLst xmlns:a="http://schemas.openxmlformats.org/drawingml/2006/main">
              <a:ext uri="{FF2B5EF4-FFF2-40B4-BE49-F238E27FC236}">
                <a16:creationId xmlns:a16="http://schemas.microsoft.com/office/drawing/2014/main" id="{D2DE6F24-B0C5-4C15-B560-5E933311503E}"/>
              </a:ext>
            </a:extLst>
          </p:cNvPr>
          <p:cNvSpPr>
            <a:spLocks xmlns:a="http://schemas.openxmlformats.org/drawingml/2006/main" noGrp="1"/>
          </p:cNvSpPr>
          <p:nvPr/>
        </p:nvSpPr>
        <p:spPr>
          <a:xfrm xmlns:a="http://schemas.openxmlformats.org/drawingml/2006/main">
            <a:off x="6191250" y="45720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테스트 + benchmark + 실행 환경</a:t>
            </a:r>
          </a:p>
        </p:txBody>
      </p:sp>
      <p:sp>
        <p:nvSpPr>
          <p:cNvPr id="23" name="현재 문제와 확인 요구에 맞춰 구성한 작업 환경">
            <a:extLst xmlns:a="http://schemas.openxmlformats.org/drawingml/2006/main">
              <a:ext uri="{FF2B5EF4-FFF2-40B4-BE49-F238E27FC236}">
                <a16:creationId xmlns:a16="http://schemas.microsoft.com/office/drawing/2014/main" id="{70B923A1-5325-47FA-A5BE-A160633D2192}"/>
              </a:ext>
            </a:extLst>
          </p:cNvPr>
          <p:cNvSpPr>
            <a:spLocks xmlns:a="http://schemas.openxmlformats.org/drawingml/2006/main" noGrp="1"/>
          </p:cNvSpPr>
          <p:nvPr/>
        </p:nvSpPr>
        <p:spPr>
          <a:xfrm xmlns:a="http://schemas.openxmlformats.org/drawingml/2006/main">
            <a:off x="609600" y="542925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문제와 확인 요구에 맞춰 구성한 작업 환경</a:t>
            </a:r>
          </a:p>
        </p:txBody>
      </p:sp>
      <p:sp>
        <p:nvSpPr>
          <p:cNvPr id="24" name="Legacy module connection">
            <a:extLst xmlns:a="http://schemas.openxmlformats.org/drawingml/2006/main">
              <a:ext uri="{FF2B5EF4-FFF2-40B4-BE49-F238E27FC236}">
                <a16:creationId xmlns:a16="http://schemas.microsoft.com/office/drawing/2014/main" id="{6145A8FA-693E-4E18-A46A-C1576E889D8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963428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과 실행·검증 환경을 하나로 연결">
            <a:extLst xmlns:a="http://schemas.openxmlformats.org/drawingml/2006/main">
              <a:ext uri="{FF2B5EF4-FFF2-40B4-BE49-F238E27FC236}">
                <a16:creationId xmlns:a16="http://schemas.microsoft.com/office/drawing/2014/main" id="{7F774E62-3ACE-44CE-8A73-27F7884B1C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방법과 실행·검증 환경을 하나로 연결</a:t>
            </a:r>
          </a:p>
        </p:txBody>
      </p:sp>
      <p:sp>
        <p:nvSpPr>
          <p:cNvPr id="2" name="S64">
            <a:extLst xmlns:a="http://schemas.openxmlformats.org/drawingml/2006/main">
              <a:ext uri="{FF2B5EF4-FFF2-40B4-BE49-F238E27FC236}">
                <a16:creationId xmlns:a16="http://schemas.microsoft.com/office/drawing/2014/main" id="{0283D625-FDB5-4886-B36E-5C2C33E0DF4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 구성이 함께 작동하는 것이 Harness다">
            <a:extLst xmlns:a="http://schemas.openxmlformats.org/drawingml/2006/main">
              <a:ext uri="{FF2B5EF4-FFF2-40B4-BE49-F238E27FC236}">
                <a16:creationId xmlns:a16="http://schemas.microsoft.com/office/drawing/2014/main" id="{C41E3ECB-FB27-4C70-A8F2-9801EEE012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구성이 함께 작동하는 것이 Harness다</a:t>
            </a:r>
          </a:p>
        </p:txBody>
      </p:sp>
      <p:sp>
        <p:nvSpPr>
          <p:cNvPr id="4" name="">
            <a:extLst xmlns:a="http://schemas.openxmlformats.org/drawingml/2006/main">
              <a:ext uri="{FF2B5EF4-FFF2-40B4-BE49-F238E27FC236}">
                <a16:creationId xmlns:a16="http://schemas.microsoft.com/office/drawing/2014/main" id="{056DE411-A3D3-4D40-93CB-6D24CDDB35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Harness 운영 모델 · 아래 관찰 구성은 STATE-04-PERF까지의 제한된 사례">
            <a:extLst xmlns:a="http://schemas.openxmlformats.org/drawingml/2006/main">
              <a:ext uri="{FF2B5EF4-FFF2-40B4-BE49-F238E27FC236}">
                <a16:creationId xmlns:a16="http://schemas.microsoft.com/office/drawing/2014/main" id="{1D798103-CCC4-4982-9721-CD4B1C626A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Harness 운영 모델 · 아래 관찰 구성은 STATE-04-PERF까지의 제한된 사례</a:t>
            </a:r>
          </a:p>
        </p:txBody>
      </p:sp>
      <p:sp>
        <p:nvSpPr>
          <p:cNvPr id="6" name="공식 제품 분류·보편적 필수 목록이 아님 · 특정 구성요소의 단독 성능 효과는 입증하지 않음">
            <a:extLst xmlns:a="http://schemas.openxmlformats.org/drawingml/2006/main">
              <a:ext uri="{FF2B5EF4-FFF2-40B4-BE49-F238E27FC236}">
                <a16:creationId xmlns:a16="http://schemas.microsoft.com/office/drawing/2014/main" id="{E650738A-DC7F-41BF-8494-297A3DB1A1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분류·보편적 필수 목록이 아님 · 특정 구성요소의 단독 성능 효과는 입증하지 않음</a:t>
            </a:r>
          </a:p>
        </p:txBody>
      </p:sp>
      <p:sp>
        <p:nvSpPr>
          <p:cNvPr id="7" name="">
            <a:extLst xmlns:a="http://schemas.openxmlformats.org/drawingml/2006/main">
              <a:ext uri="{FF2B5EF4-FFF2-40B4-BE49-F238E27FC236}">
                <a16:creationId xmlns:a16="http://schemas.microsoft.com/office/drawing/2014/main" id="{52B6F40F-2487-4530-B60F-8DD9B71A2B16}"/>
              </a:ext>
            </a:extLst>
          </p:cNvPr>
          <p:cNvSpPr>
            <a:spLocks xmlns:a="http://schemas.openxmlformats.org/drawingml/2006/main" noGrp="1"/>
          </p:cNvSpPr>
          <p:nvPr/>
        </p:nvSpPr>
        <p:spPr>
          <a:xfrm xmlns:a="http://schemas.openxmlformats.org/drawingml/2006/main">
            <a:off x="609600" y="1828800"/>
            <a:ext cx="10972800" cy="32099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프로젝트 작업 환경">
            <a:extLst xmlns:a="http://schemas.openxmlformats.org/drawingml/2006/main">
              <a:ext uri="{FF2B5EF4-FFF2-40B4-BE49-F238E27FC236}">
                <a16:creationId xmlns:a16="http://schemas.microsoft.com/office/drawing/2014/main" id="{5863C4A6-C534-4C5D-9DE3-C1393F1F0F90}"/>
              </a:ext>
            </a:extLst>
          </p:cNvPr>
          <p:cNvSpPr>
            <a:spLocks xmlns:a="http://schemas.openxmlformats.org/drawingml/2006/main" noGrp="1"/>
          </p:cNvSpPr>
          <p:nvPr/>
        </p:nvSpPr>
        <p:spPr>
          <a:xfrm xmlns:a="http://schemas.openxmlformats.org/drawingml/2006/main">
            <a:off x="800100" y="1943100"/>
            <a:ext cx="10591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프로젝트 작업 환경</a:t>
            </a:r>
          </a:p>
        </p:txBody>
      </p:sp>
      <p:sp>
        <p:nvSpPr>
          <p:cNvPr id="9" name="">
            <a:extLst xmlns:a="http://schemas.openxmlformats.org/drawingml/2006/main">
              <a:ext uri="{FF2B5EF4-FFF2-40B4-BE49-F238E27FC236}">
                <a16:creationId xmlns:a16="http://schemas.microsoft.com/office/drawing/2014/main" id="{C8F2BB16-C481-49E2-9470-2C1C4504F055}"/>
              </a:ext>
            </a:extLst>
          </p:cNvPr>
          <p:cNvSpPr>
            <a:spLocks xmlns:a="http://schemas.openxmlformats.org/drawingml/2006/main" noGrp="1"/>
          </p:cNvSpPr>
          <p:nvPr/>
        </p:nvSpPr>
        <p:spPr>
          <a:xfrm xmlns:a="http://schemas.openxmlformats.org/drawingml/2006/main">
            <a:off x="838200" y="2581275"/>
            <a:ext cx="2609850"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0" name="목표·허용 범위">
            <a:extLst xmlns:a="http://schemas.openxmlformats.org/drawingml/2006/main">
              <a:ext uri="{FF2B5EF4-FFF2-40B4-BE49-F238E27FC236}">
                <a16:creationId xmlns:a16="http://schemas.microsoft.com/office/drawing/2014/main" id="{E049F510-5E21-4772-977E-63161BDD5313}"/>
              </a:ext>
            </a:extLst>
          </p:cNvPr>
          <p:cNvSpPr>
            <a:spLocks xmlns:a="http://schemas.openxmlformats.org/drawingml/2006/main" noGrp="1"/>
          </p:cNvSpPr>
          <p:nvPr/>
        </p:nvSpPr>
        <p:spPr>
          <a:xfrm xmlns:a="http://schemas.openxmlformats.org/drawingml/2006/main">
            <a:off x="1009650" y="2695575"/>
            <a:ext cx="2266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목표·허용 범위</a:t>
            </a:r>
          </a:p>
        </p:txBody>
      </p:sp>
      <p:sp>
        <p:nvSpPr>
          <p:cNvPr id="11" name="개발자가 정한다">
            <a:extLst xmlns:a="http://schemas.openxmlformats.org/drawingml/2006/main">
              <a:ext uri="{FF2B5EF4-FFF2-40B4-BE49-F238E27FC236}">
                <a16:creationId xmlns:a16="http://schemas.microsoft.com/office/drawing/2014/main" id="{44C0B184-4708-4C4B-8140-B514D605722A}"/>
              </a:ext>
            </a:extLst>
          </p:cNvPr>
          <p:cNvSpPr>
            <a:spLocks xmlns:a="http://schemas.openxmlformats.org/drawingml/2006/main" noGrp="1"/>
          </p:cNvSpPr>
          <p:nvPr/>
        </p:nvSpPr>
        <p:spPr>
          <a:xfrm xmlns:a="http://schemas.openxmlformats.org/drawingml/2006/main">
            <a:off x="1009650" y="3219450"/>
            <a:ext cx="22669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개발자가 정한다</a:t>
            </a:r>
          </a:p>
        </p:txBody>
      </p:sp>
      <p:sp>
        <p:nvSpPr>
          <p:cNvPr id="12" name="">
            <a:extLst xmlns:a="http://schemas.openxmlformats.org/drawingml/2006/main">
              <a:ext uri="{FF2B5EF4-FFF2-40B4-BE49-F238E27FC236}">
                <a16:creationId xmlns:a16="http://schemas.microsoft.com/office/drawing/2014/main" id="{3CD453EC-71CD-4B96-98FC-84CEC20ACFEC}"/>
              </a:ext>
            </a:extLst>
          </p:cNvPr>
          <p:cNvSpPr>
            <a:spLocks xmlns:a="http://schemas.openxmlformats.org/drawingml/2006/main" noGrp="1"/>
          </p:cNvSpPr>
          <p:nvPr/>
        </p:nvSpPr>
        <p:spPr>
          <a:xfrm xmlns:a="http://schemas.openxmlformats.org/drawingml/2006/main">
            <a:off x="3609975"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B2451B9-9065-4BD2-B61C-57B01DB56525}"/>
              </a:ext>
            </a:extLst>
          </p:cNvPr>
          <p:cNvSpPr>
            <a:spLocks xmlns:a="http://schemas.openxmlformats.org/drawingml/2006/main" noGrp="1"/>
          </p:cNvSpPr>
          <p:nvPr/>
        </p:nvSpPr>
        <p:spPr>
          <a:xfrm xmlns:a="http://schemas.openxmlformats.org/drawingml/2006/main">
            <a:off x="4133850" y="2581275"/>
            <a:ext cx="3590925" cy="1400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Agent의 수행 방법">
            <a:extLst xmlns:a="http://schemas.openxmlformats.org/drawingml/2006/main">
              <a:ext uri="{FF2B5EF4-FFF2-40B4-BE49-F238E27FC236}">
                <a16:creationId xmlns:a16="http://schemas.microsoft.com/office/drawing/2014/main" id="{637A8440-10DC-479F-B960-AF239C9E3301}"/>
              </a:ext>
            </a:extLst>
          </p:cNvPr>
          <p:cNvSpPr>
            <a:spLocks xmlns:a="http://schemas.openxmlformats.org/drawingml/2006/main" noGrp="1"/>
          </p:cNvSpPr>
          <p:nvPr/>
        </p:nvSpPr>
        <p:spPr>
          <a:xfrm xmlns:a="http://schemas.openxmlformats.org/drawingml/2006/main">
            <a:off x="4305300" y="2695575"/>
            <a:ext cx="32480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Agent의 수행 방법</a:t>
            </a:r>
          </a:p>
        </p:txBody>
      </p:sp>
      <p:sp>
        <p:nvSpPr>
          <p:cNvPr id="15" name="조사 → 판단 → 변경">
            <a:extLst xmlns:a="http://schemas.openxmlformats.org/drawingml/2006/main">
              <a:ext uri="{FF2B5EF4-FFF2-40B4-BE49-F238E27FC236}">
                <a16:creationId xmlns:a16="http://schemas.microsoft.com/office/drawing/2014/main" id="{2E6E9164-D993-4FEC-B24E-6936E0CF7AED}"/>
              </a:ext>
            </a:extLst>
          </p:cNvPr>
          <p:cNvSpPr>
            <a:spLocks xmlns:a="http://schemas.openxmlformats.org/drawingml/2006/main" noGrp="1"/>
          </p:cNvSpPr>
          <p:nvPr/>
        </p:nvSpPr>
        <p:spPr>
          <a:xfrm xmlns:a="http://schemas.openxmlformats.org/drawingml/2006/main">
            <a:off x="4305300" y="3219450"/>
            <a:ext cx="32480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판단 → 변경</a:t>
            </a:r>
          </a:p>
        </p:txBody>
      </p:sp>
      <p:sp>
        <p:nvSpPr>
          <p:cNvPr id="16" name="">
            <a:extLst xmlns:a="http://schemas.openxmlformats.org/drawingml/2006/main">
              <a:ext uri="{FF2B5EF4-FFF2-40B4-BE49-F238E27FC236}">
                <a16:creationId xmlns:a16="http://schemas.microsoft.com/office/drawing/2014/main" id="{3756AD07-3881-4646-9ADA-A3E645FB2C56}"/>
              </a:ext>
            </a:extLst>
          </p:cNvPr>
          <p:cNvSpPr>
            <a:spLocks xmlns:a="http://schemas.openxmlformats.org/drawingml/2006/main" noGrp="1"/>
          </p:cNvSpPr>
          <p:nvPr/>
        </p:nvSpPr>
        <p:spPr>
          <a:xfrm xmlns:a="http://schemas.openxmlformats.org/drawingml/2006/main">
            <a:off x="7886700" y="3076575"/>
            <a:ext cx="2762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368417C-91C5-461C-8C65-2F4BCBF30869}"/>
              </a:ext>
            </a:extLst>
          </p:cNvPr>
          <p:cNvSpPr>
            <a:spLocks xmlns:a="http://schemas.openxmlformats.org/drawingml/2006/main" noGrp="1"/>
          </p:cNvSpPr>
          <p:nvPr/>
        </p:nvSpPr>
        <p:spPr>
          <a:xfrm xmlns:a="http://schemas.openxmlformats.org/drawingml/2006/main">
            <a:off x="8410575" y="2581275"/>
            <a:ext cx="2943225" cy="14001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완료 근거·검토">
            <a:extLst xmlns:a="http://schemas.openxmlformats.org/drawingml/2006/main">
              <a:ext uri="{FF2B5EF4-FFF2-40B4-BE49-F238E27FC236}">
                <a16:creationId xmlns:a16="http://schemas.microsoft.com/office/drawing/2014/main" id="{04F3C6E4-C35C-48B5-9951-9CA0B013B4F9}"/>
              </a:ext>
            </a:extLst>
          </p:cNvPr>
          <p:cNvSpPr>
            <a:spLocks xmlns:a="http://schemas.openxmlformats.org/drawingml/2006/main" noGrp="1"/>
          </p:cNvSpPr>
          <p:nvPr/>
        </p:nvSpPr>
        <p:spPr>
          <a:xfrm xmlns:a="http://schemas.openxmlformats.org/drawingml/2006/main">
            <a:off x="8582025" y="2695575"/>
            <a:ext cx="2600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근거·검토</a:t>
            </a:r>
          </a:p>
        </p:txBody>
      </p:sp>
      <p:sp>
        <p:nvSpPr>
          <p:cNvPr id="19" name="검증 결과를 확인">
            <a:extLst xmlns:a="http://schemas.openxmlformats.org/drawingml/2006/main">
              <a:ext uri="{FF2B5EF4-FFF2-40B4-BE49-F238E27FC236}">
                <a16:creationId xmlns:a16="http://schemas.microsoft.com/office/drawing/2014/main" id="{36CFCD64-CA7A-4352-83D9-EAA3711B1C7F}"/>
              </a:ext>
            </a:extLst>
          </p:cNvPr>
          <p:cNvSpPr>
            <a:spLocks xmlns:a="http://schemas.openxmlformats.org/drawingml/2006/main" noGrp="1"/>
          </p:cNvSpPr>
          <p:nvPr/>
        </p:nvSpPr>
        <p:spPr>
          <a:xfrm xmlns:a="http://schemas.openxmlformats.org/drawingml/2006/main">
            <a:off x="8582025" y="3219450"/>
            <a:ext cx="26003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검증 결과를 확인</a:t>
            </a:r>
          </a:p>
        </p:txBody>
      </p:sp>
      <p:sp>
        <p:nvSpPr>
          <p:cNvPr id="20" name="Context·재사용 절차 + 실행 도구·입력·권한·측정 환경">
            <a:extLst xmlns:a="http://schemas.openxmlformats.org/drawingml/2006/main">
              <a:ext uri="{FF2B5EF4-FFF2-40B4-BE49-F238E27FC236}">
                <a16:creationId xmlns:a16="http://schemas.microsoft.com/office/drawing/2014/main" id="{3337029C-2F04-4466-B0A6-55B3F66B6BD7}"/>
              </a:ext>
            </a:extLst>
          </p:cNvPr>
          <p:cNvSpPr>
            <a:spLocks xmlns:a="http://schemas.openxmlformats.org/drawingml/2006/main" noGrp="1"/>
          </p:cNvSpPr>
          <p:nvPr/>
        </p:nvSpPr>
        <p:spPr>
          <a:xfrm xmlns:a="http://schemas.openxmlformats.org/drawingml/2006/main">
            <a:off x="838200" y="4391025"/>
            <a:ext cx="10515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Context·재사용 절차 + 실행 도구·입력·권한·측정 환경</a:t>
            </a:r>
          </a:p>
        </p:txBody>
      </p:sp>
      <p:sp>
        <p:nvSpPr>
          <p:cNvPr id="21" name="관찰한 구성: AGENTS.md · docs · Skill · Tests · Benchmark">
            <a:extLst xmlns:a="http://schemas.openxmlformats.org/drawingml/2006/main">
              <a:ext uri="{FF2B5EF4-FFF2-40B4-BE49-F238E27FC236}">
                <a16:creationId xmlns:a16="http://schemas.microsoft.com/office/drawing/2014/main" id="{BFC6DE62-A20D-4337-8244-F254B4F49773}"/>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관찰한 구성: AGENTS.md · docs · Skill · Tests · Benchmark</a:t>
            </a:r>
          </a:p>
        </p:txBody>
      </p:sp>
      <p:sp>
        <p:nvSpPr>
          <p:cNvPr id="22" name="Legacy module connection">
            <a:extLst xmlns:a="http://schemas.openxmlformats.org/drawingml/2006/main">
              <a:ext uri="{FF2B5EF4-FFF2-40B4-BE49-F238E27FC236}">
                <a16:creationId xmlns:a16="http://schemas.microsoft.com/office/drawing/2014/main" id="{16224366-12EA-417C-9EB2-F3CFD834EA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954652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결과를 해석할 환경을 함께 기록">
            <a:extLst xmlns:a="http://schemas.openxmlformats.org/drawingml/2006/main">
              <a:ext uri="{FF2B5EF4-FFF2-40B4-BE49-F238E27FC236}">
                <a16:creationId xmlns:a16="http://schemas.microsoft.com/office/drawing/2014/main" id="{90DF4B61-23E5-4593-BFD2-83B71D37C9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결과를 해석할 환경을 함께 기록</a:t>
            </a:r>
          </a:p>
        </p:txBody>
      </p:sp>
      <p:sp>
        <p:nvSpPr>
          <p:cNvPr id="2" name="S65">
            <a:extLst xmlns:a="http://schemas.openxmlformats.org/drawingml/2006/main">
              <a:ext uri="{FF2B5EF4-FFF2-40B4-BE49-F238E27FC236}">
                <a16:creationId xmlns:a16="http://schemas.microsoft.com/office/drawing/2014/main" id="{AEE585DA-AFD6-49E0-87D1-70959F7606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같은 Repository라도 실행 조건은 다를 수 있다">
            <a:extLst xmlns:a="http://schemas.openxmlformats.org/drawingml/2006/main">
              <a:ext uri="{FF2B5EF4-FFF2-40B4-BE49-F238E27FC236}">
                <a16:creationId xmlns:a16="http://schemas.microsoft.com/office/drawing/2014/main" id="{932219CA-9410-41BA-8BFE-FBC9AC9E8D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Repository라도 실행 조건은 다를 수 있다</a:t>
            </a:r>
          </a:p>
        </p:txBody>
      </p:sp>
      <p:sp>
        <p:nvSpPr>
          <p:cNvPr id="4" name="">
            <a:extLst xmlns:a="http://schemas.openxmlformats.org/drawingml/2006/main">
              <a:ext uri="{FF2B5EF4-FFF2-40B4-BE49-F238E27FC236}">
                <a16:creationId xmlns:a16="http://schemas.microsoft.com/office/drawing/2014/main" id="{3AAA4F00-E3BA-49CE-8C28-400CB73318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7F0447E-3960-4253-A5A3-342160213B0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007/008의 전역 지침·시작 경고 관찰을 예고 · 상세는 ">
            <a:extLst xmlns:a="http://schemas.openxmlformats.org/drawingml/2006/main">
              <a:ext uri="{FF2B5EF4-FFF2-40B4-BE49-F238E27FC236}">
                <a16:creationId xmlns:a16="http://schemas.microsoft.com/office/drawing/2014/main" id="{46D3C389-B5C0-4636-B9CD-A23D5A2EFC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TRIAL-006/007/008의 전역 지침·시작 경고 관찰을 예고 · 상세는 ACT 4</a:t>
            </a:r>
          </a:p>
        </p:txBody>
      </p:sp>
      <p:sp>
        <p:nvSpPr>
          <p:cNvPr id="7" name="경고는 실행 기여의 증거가 아님 · 전체 환경 목록·Hook/MCP 인과효과·현재 제품 동작은 미검증">
            <a:extLst xmlns:a="http://schemas.openxmlformats.org/drawingml/2006/main">
              <a:ext uri="{FF2B5EF4-FFF2-40B4-BE49-F238E27FC236}">
                <a16:creationId xmlns:a16="http://schemas.microsoft.com/office/drawing/2014/main" id="{A4E666A5-F492-47BA-87E3-5FB73141B5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경고는 실행 기여의 증거가 아님 · 전체 환경 목록·Hook/MCP 인과효과·현재 제품 동작은 미검증</a:t>
            </a:r>
          </a:p>
        </p:txBody>
      </p:sp>
      <p:sp>
        <p:nvSpPr>
          <p:cNvPr id="8" name="">
            <a:extLst xmlns:a="http://schemas.openxmlformats.org/drawingml/2006/main">
              <a:ext uri="{FF2B5EF4-FFF2-40B4-BE49-F238E27FC236}">
                <a16:creationId xmlns:a16="http://schemas.microsoft.com/office/drawing/2014/main" id="{9DF97D34-CEFF-45D2-8B60-85A153923936}"/>
              </a:ext>
            </a:extLst>
          </p:cNvPr>
          <p:cNvSpPr>
            <a:spLocks xmlns:a="http://schemas.openxmlformats.org/drawingml/2006/main" noGrp="1"/>
          </p:cNvSpPr>
          <p:nvPr/>
        </p:nvSpPr>
        <p:spPr>
          <a:xfrm xmlns:a="http://schemas.openxmlformats.org/drawingml/2006/main">
            <a:off x="609600" y="2257425"/>
            <a:ext cx="4248150" cy="22383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Repository 안">
            <a:extLst xmlns:a="http://schemas.openxmlformats.org/drawingml/2006/main">
              <a:ext uri="{FF2B5EF4-FFF2-40B4-BE49-F238E27FC236}">
                <a16:creationId xmlns:a16="http://schemas.microsoft.com/office/drawing/2014/main" id="{05D91AB2-AA89-4493-BBB1-29211A1F9035}"/>
              </a:ext>
            </a:extLst>
          </p:cNvPr>
          <p:cNvSpPr>
            <a:spLocks xmlns:a="http://schemas.openxmlformats.org/drawingml/2006/main" noGrp="1"/>
          </p:cNvSpPr>
          <p:nvPr/>
        </p:nvSpPr>
        <p:spPr>
          <a:xfrm xmlns:a="http://schemas.openxmlformats.org/drawingml/2006/main">
            <a:off x="781050" y="2371725"/>
            <a:ext cx="3905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Repository 안</a:t>
            </a:r>
          </a:p>
        </p:txBody>
      </p:sp>
      <p:sp>
        <p:nvSpPr>
          <p:cNvPr id="10" name="코드 · AGENTS.md&#10;상세 문서 · 재사용 Skill">
            <a:extLst xmlns:a="http://schemas.openxmlformats.org/drawingml/2006/main">
              <a:ext uri="{FF2B5EF4-FFF2-40B4-BE49-F238E27FC236}">
                <a16:creationId xmlns:a16="http://schemas.microsoft.com/office/drawing/2014/main" id="{68C4C316-819D-4D23-9C6C-059D0108C708}"/>
              </a:ext>
            </a:extLst>
          </p:cNvPr>
          <p:cNvSpPr>
            <a:spLocks xmlns:a="http://schemas.openxmlformats.org/drawingml/2006/main" noGrp="1"/>
          </p:cNvSpPr>
          <p:nvPr/>
        </p:nvSpPr>
        <p:spPr>
          <a:xfrm xmlns:a="http://schemas.openxmlformats.org/drawingml/2006/main">
            <a:off x="781050" y="2895600"/>
            <a:ext cx="390525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상세 문서 · 재사용 Skill</a:t>
            </a:r>
          </a:p>
        </p:txBody>
      </p:sp>
      <p:sp>
        <p:nvSpPr>
          <p:cNvPr id="11" name="+">
            <a:extLst xmlns:a="http://schemas.openxmlformats.org/drawingml/2006/main">
              <a:ext uri="{FF2B5EF4-FFF2-40B4-BE49-F238E27FC236}">
                <a16:creationId xmlns:a16="http://schemas.microsoft.com/office/drawing/2014/main" id="{AE5F18D2-630F-46DF-B860-580BD8882D83}"/>
              </a:ext>
            </a:extLst>
          </p:cNvPr>
          <p:cNvSpPr>
            <a:spLocks xmlns:a="http://schemas.openxmlformats.org/drawingml/2006/main" noGrp="1"/>
          </p:cNvSpPr>
          <p:nvPr/>
        </p:nvSpPr>
        <p:spPr>
          <a:xfrm xmlns:a="http://schemas.openxmlformats.org/drawingml/2006/main">
            <a:off x="5162550" y="3086100"/>
            <a:ext cx="476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BE5160C6-BE2F-44DB-BD32-0F8D392BDDA9}"/>
              </a:ext>
            </a:extLst>
          </p:cNvPr>
          <p:cNvSpPr>
            <a:spLocks xmlns:a="http://schemas.openxmlformats.org/drawingml/2006/main" noGrp="1"/>
          </p:cNvSpPr>
          <p:nvPr/>
        </p:nvSpPr>
        <p:spPr>
          <a:xfrm xmlns:a="http://schemas.openxmlformats.org/drawingml/2006/main">
            <a:off x="6096000" y="2257425"/>
            <a:ext cx="5486400" cy="22383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3" name="바깥에서 들어온 관찰">
            <a:extLst xmlns:a="http://schemas.openxmlformats.org/drawingml/2006/main">
              <a:ext uri="{FF2B5EF4-FFF2-40B4-BE49-F238E27FC236}">
                <a16:creationId xmlns:a16="http://schemas.microsoft.com/office/drawing/2014/main" id="{18732A64-FF2F-44BF-89D6-87F56E261F2A}"/>
              </a:ext>
            </a:extLst>
          </p:cNvPr>
          <p:cNvSpPr>
            <a:spLocks xmlns:a="http://schemas.openxmlformats.org/drawingml/2006/main" noGrp="1"/>
          </p:cNvSpPr>
          <p:nvPr/>
        </p:nvSpPr>
        <p:spPr>
          <a:xfrm xmlns:a="http://schemas.openxmlformats.org/drawingml/2006/main">
            <a:off x="6267450" y="2371725"/>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바깥에서 들어온 관찰</a:t>
            </a:r>
          </a:p>
        </p:txBody>
      </p:sp>
      <p:sp>
        <p:nvSpPr>
          <p:cNvPr id="14" name="전역 지침·Skills의 포함&#10;Hook·MCP 초기화 경고">
            <a:extLst xmlns:a="http://schemas.openxmlformats.org/drawingml/2006/main">
              <a:ext uri="{FF2B5EF4-FFF2-40B4-BE49-F238E27FC236}">
                <a16:creationId xmlns:a16="http://schemas.microsoft.com/office/drawing/2014/main" id="{22F697EC-D869-471E-9C81-C6523E25B326}"/>
              </a:ext>
            </a:extLst>
          </p:cNvPr>
          <p:cNvSpPr>
            <a:spLocks xmlns:a="http://schemas.openxmlformats.org/drawingml/2006/main" noGrp="1"/>
          </p:cNvSpPr>
          <p:nvPr/>
        </p:nvSpPr>
        <p:spPr>
          <a:xfrm xmlns:a="http://schemas.openxmlformats.org/drawingml/2006/main">
            <a:off x="6267450" y="2895600"/>
            <a:ext cx="5143500" cy="1495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전역 지침·Skills의 포함</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Hook·MCP 초기화 경고</a:t>
            </a:r>
          </a:p>
        </p:txBody>
      </p:sp>
      <p:sp>
        <p:nvSpPr>
          <p:cNvPr id="15" name="함께 남길 조건">
            <a:extLst xmlns:a="http://schemas.openxmlformats.org/drawingml/2006/main">
              <a:ext uri="{FF2B5EF4-FFF2-40B4-BE49-F238E27FC236}">
                <a16:creationId xmlns:a16="http://schemas.microsoft.com/office/drawing/2014/main" id="{512EBAF8-997D-4D82-92DB-40DD01F797A5}"/>
              </a:ext>
            </a:extLst>
          </p:cNvPr>
          <p:cNvSpPr>
            <a:spLocks xmlns:a="http://schemas.openxmlformats.org/drawingml/2006/main" noGrp="1"/>
          </p:cNvSpPr>
          <p:nvPr/>
        </p:nvSpPr>
        <p:spPr>
          <a:xfrm xmlns:a="http://schemas.openxmlformats.org/drawingml/2006/main">
            <a:off x="609600" y="491490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함께 남길 조건</a:t>
            </a:r>
          </a:p>
        </p:txBody>
      </p:sp>
      <p:sp>
        <p:nvSpPr>
          <p:cNvPr id="16" name="적용 지침 · 모델/설정 · 권한 · OS/runtime">
            <a:extLst xmlns:a="http://schemas.openxmlformats.org/drawingml/2006/main">
              <a:ext uri="{FF2B5EF4-FFF2-40B4-BE49-F238E27FC236}">
                <a16:creationId xmlns:a16="http://schemas.microsoft.com/office/drawing/2014/main" id="{1328208E-3560-4702-A49E-011510219801}"/>
              </a:ext>
            </a:extLst>
          </p:cNvPr>
          <p:cNvSpPr>
            <a:spLocks xmlns:a="http://schemas.openxmlformats.org/drawingml/2006/main" noGrp="1"/>
          </p:cNvSpPr>
          <p:nvPr/>
        </p:nvSpPr>
        <p:spPr>
          <a:xfrm xmlns:a="http://schemas.openxmlformats.org/drawingml/2006/main">
            <a:off x="3105150" y="49149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적용 지침 · 모델/설정 · 권한 · OS/runtime</a:t>
            </a:r>
          </a:p>
        </p:txBody>
      </p:sp>
      <p:sp>
        <p:nvSpPr>
          <p:cNvPr id="17" name="관찰한 흔적과, 결과에 영향을 줬다는 판단은 구분한다">
            <a:extLst xmlns:a="http://schemas.openxmlformats.org/drawingml/2006/main">
              <a:ext uri="{FF2B5EF4-FFF2-40B4-BE49-F238E27FC236}">
                <a16:creationId xmlns:a16="http://schemas.microsoft.com/office/drawing/2014/main" id="{E538543D-12EF-4F8A-8D93-52C7BC7A594F}"/>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관찰한 흔적과, 결과에 영향을 줬다는 판단은 구분한다</a:t>
            </a:r>
          </a:p>
        </p:txBody>
      </p:sp>
      <p:sp>
        <p:nvSpPr>
          <p:cNvPr id="18" name="Legacy module connection">
            <a:extLst xmlns:a="http://schemas.openxmlformats.org/drawingml/2006/main">
              <a:ext uri="{FF2B5EF4-FFF2-40B4-BE49-F238E27FC236}">
                <a16:creationId xmlns:a16="http://schemas.microsoft.com/office/drawing/2014/main" id="{DE6A3FBB-14A0-4096-9BB4-6E39F662A5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893815585"/>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A81F0054-9844-4F3B-A88C-A7092B3B25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6">
            <a:extLst xmlns:a="http://schemas.openxmlformats.org/drawingml/2006/main">
              <a:ext uri="{FF2B5EF4-FFF2-40B4-BE49-F238E27FC236}">
                <a16:creationId xmlns:a16="http://schemas.microsoft.com/office/drawing/2014/main" id="{023FFF71-7366-4932-9355-041588B0CF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우리 C++ 검사 작업에 옮겨 보면">
            <a:extLst xmlns:a="http://schemas.openxmlformats.org/drawingml/2006/main">
              <a:ext uri="{FF2B5EF4-FFF2-40B4-BE49-F238E27FC236}">
                <a16:creationId xmlns:a16="http://schemas.microsoft.com/office/drawing/2014/main" id="{D966CEF0-3DD0-4554-BAEB-EAA20FD2C5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C++ 검사 작업에 옮겨 보면</a:t>
            </a:r>
          </a:p>
        </p:txBody>
      </p:sp>
      <p:sp>
        <p:nvSpPr>
          <p:cNvPr id="4" name="">
            <a:extLst xmlns:a="http://schemas.openxmlformats.org/drawingml/2006/main">
              <a:ext uri="{FF2B5EF4-FFF2-40B4-BE49-F238E27FC236}">
                <a16:creationId xmlns:a16="http://schemas.microsoft.com/office/drawing/2014/main" id="{F3D29B84-5C2C-4926-902A-386FAB1F92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5D1BFDF-B542-46D1-A14A-0936330880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68C57377-8D9A-46F0-8DC3-B27D2CF015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밝기 통계에서 쓴 판단을, 같은 검사 파이프라인의 업무로">
            <a:extLst xmlns:a="http://schemas.openxmlformats.org/drawingml/2006/main">
              <a:ext uri="{FF2B5EF4-FFF2-40B4-BE49-F238E27FC236}">
                <a16:creationId xmlns:a16="http://schemas.microsoft.com/office/drawing/2014/main" id="{FF08E6F4-42A6-4016-8463-AC39E1472912}"/>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통계에서 쓴 판단을, 같은 검사 파이프라인의 업무로</a:t>
            </a:r>
          </a:p>
        </p:txBody>
      </p:sp>
      <p:pic>
        <p:nvPicPr>
          <p:cNvPr id="8" name="">
            <a:extLst xmlns:a="http://schemas.openxmlformats.org/drawingml/2006/main">
              <a:ext uri="{FF2B5EF4-FFF2-40B4-BE49-F238E27FC236}">
                <a16:creationId xmlns:a16="http://schemas.microsoft.com/office/drawing/2014/main" id="{B1555EDE-A694-495C-9AA6-8A1BED48D88E}"/>
              </a:ext>
            </a:extLst>
          </p:cNvPr>
          <p:cNvPicPr>
            <a:picLocks xmlns:a="http://schemas.openxmlformats.org/drawingml/2006/main" noChangeAspect="1"/>
          </p:cNvPicPr>
          <p:nvPr/>
        </p:nvPicPr>
        <p:blipFill>
          <a:blip xmlns:r="http://schemas.openxmlformats.org/officeDocument/2006/relationships" xmlns:a="http://schemas.openxmlformats.org/drawingml/2006/main" r:embed="Ra7b9423ffe1b4819"/>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3D91A81F-B6AE-4779-88C9-C32FCB57EC89}"/>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10BBE984-4ECC-44D2-9DB8-29257D674E50}"/>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5547E19D-4F5B-4EA6-A8A9-2D04BC67D062}"/>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4810E1B6-5716-40D5-B76A-28ECC93C3937}"/>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지킬 명세">
            <a:extLst xmlns:a="http://schemas.openxmlformats.org/drawingml/2006/main">
              <a:ext uri="{FF2B5EF4-FFF2-40B4-BE49-F238E27FC236}">
                <a16:creationId xmlns:a16="http://schemas.microsoft.com/office/drawing/2014/main" id="{A5B0A3CC-2398-4998-B1DC-F7E8A7F3CBB7}"/>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지킬 명세</a:t>
            </a:r>
          </a:p>
        </p:txBody>
      </p:sp>
      <p:sp>
        <p:nvSpPr>
          <p:cNvPr id="14" name="ROI·픽셀값 명세&#10;빌드·하드웨어 조건">
            <a:extLst xmlns:a="http://schemas.openxmlformats.org/drawingml/2006/main">
              <a:ext uri="{FF2B5EF4-FFF2-40B4-BE49-F238E27FC236}">
                <a16:creationId xmlns:a16="http://schemas.microsoft.com/office/drawing/2014/main" id="{E1744D90-FDEC-4B76-A32A-DACD2B7F657A}"/>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ROI·픽셀값 명세</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조건</a:t>
            </a:r>
          </a:p>
        </p:txBody>
      </p:sp>
      <p:sp>
        <p:nvSpPr>
          <p:cNvPr id="15" name="">
            <a:extLst xmlns:a="http://schemas.openxmlformats.org/drawingml/2006/main">
              <a:ext uri="{FF2B5EF4-FFF2-40B4-BE49-F238E27FC236}">
                <a16:creationId xmlns:a16="http://schemas.microsoft.com/office/drawing/2014/main" id="{E02BF13E-F7D1-4A21-B6DD-761F732C62B2}"/>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반복할 수행 방법">
            <a:extLst xmlns:a="http://schemas.openxmlformats.org/drawingml/2006/main">
              <a:ext uri="{FF2B5EF4-FFF2-40B4-BE49-F238E27FC236}">
                <a16:creationId xmlns:a16="http://schemas.microsoft.com/office/drawing/2014/main" id="{BE188970-FB77-4D53-B359-D8CD22AE0399}"/>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반복할 수행 방법</a:t>
            </a:r>
          </a:p>
        </p:txBody>
      </p:sp>
      <p:sp>
        <p:nvSpPr>
          <p:cNvPr id="17" name="기준선·해당 경로 조사&#10;변경·동일 조건 비교">
            <a:extLst xmlns:a="http://schemas.openxmlformats.org/drawingml/2006/main">
              <a:ext uri="{FF2B5EF4-FFF2-40B4-BE49-F238E27FC236}">
                <a16:creationId xmlns:a16="http://schemas.microsoft.com/office/drawing/2014/main" id="{2B65F002-A79E-4CC0-8920-7F03439F3E7B}"/>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기준선·해당 경로 조사</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변경·동일 조건 비교</a:t>
            </a:r>
          </a:p>
        </p:txBody>
      </p:sp>
      <p:sp>
        <p:nvSpPr>
          <p:cNvPr id="18" name="">
            <a:extLst xmlns:a="http://schemas.openxmlformats.org/drawingml/2006/main">
              <a:ext uri="{FF2B5EF4-FFF2-40B4-BE49-F238E27FC236}">
                <a16:creationId xmlns:a16="http://schemas.microsoft.com/office/drawing/2014/main" id="{97561E89-38E6-4886-8C95-2DEA884BE39A}"/>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완료를 판단할 근거">
            <a:extLst xmlns:a="http://schemas.openxmlformats.org/drawingml/2006/main">
              <a:ext uri="{FF2B5EF4-FFF2-40B4-BE49-F238E27FC236}">
                <a16:creationId xmlns:a16="http://schemas.microsoft.com/office/drawing/2014/main" id="{387C53DF-95A6-4790-B99A-8619402BDA10}"/>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완료를 판단할 근거</a:t>
            </a:r>
          </a:p>
        </p:txBody>
      </p:sp>
      <p:sp>
        <p:nvSpPr>
          <p:cNvPr id="20" name="동작·회귀·통합 검증&#10;성능 측정 결과">
            <a:extLst xmlns:a="http://schemas.openxmlformats.org/drawingml/2006/main">
              <a:ext uri="{FF2B5EF4-FFF2-40B4-BE49-F238E27FC236}">
                <a16:creationId xmlns:a16="http://schemas.microsoft.com/office/drawing/2014/main" id="{21C7BABC-041B-48CB-9B90-E7DBFFF7B6DE}"/>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동작·회귀·통합 검증</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성능 측정 결과</a:t>
            </a:r>
          </a:p>
        </p:txBody>
      </p:sp>
      <p:sp>
        <p:nvSpPr>
          <p:cNvPr id="21" name="기준선 측정 → 경로 조사 → 변경 → 회귀 확인">
            <a:extLst xmlns:a="http://schemas.openxmlformats.org/drawingml/2006/main">
              <a:ext uri="{FF2B5EF4-FFF2-40B4-BE49-F238E27FC236}">
                <a16:creationId xmlns:a16="http://schemas.microsoft.com/office/drawing/2014/main" id="{B196B1FA-5BCB-4D9C-A453-9F8F0D6C336B}"/>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기준선 측정 → 경로 조사 → 변경 → 회귀 확인</a:t>
            </a:r>
          </a:p>
        </p:txBody>
      </p:sp>
      <p:sp>
        <p:nvSpPr>
          <p:cNvPr id="22" name="Legacy module connection">
            <a:extLst xmlns:a="http://schemas.openxmlformats.org/drawingml/2006/main">
              <a:ext uri="{FF2B5EF4-FFF2-40B4-BE49-F238E27FC236}">
                <a16:creationId xmlns:a16="http://schemas.microsoft.com/office/drawing/2014/main" id="{EBCD1CA9-E1C0-4CD3-AFDC-BABA384F1C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935835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필요한 구조와 유지할 책임을 되돌아보기">
            <a:extLst xmlns:a="http://schemas.openxmlformats.org/drawingml/2006/main">
              <a:ext uri="{FF2B5EF4-FFF2-40B4-BE49-F238E27FC236}">
                <a16:creationId xmlns:a16="http://schemas.microsoft.com/office/drawing/2014/main" id="{823A2D46-4866-487D-939D-EF677094262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필요한 구조와 유지할 책임을 되돌아보기</a:t>
            </a:r>
          </a:p>
        </p:txBody>
      </p:sp>
      <p:sp>
        <p:nvSpPr>
          <p:cNvPr id="2" name="S67">
            <a:extLst xmlns:a="http://schemas.openxmlformats.org/drawingml/2006/main">
              <a:ext uri="{FF2B5EF4-FFF2-40B4-BE49-F238E27FC236}">
                <a16:creationId xmlns:a16="http://schemas.microsoft.com/office/drawing/2014/main" id="{A49BB0DD-3103-4C30-AEB3-478E279F5D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우리 팀의 반복 한 가지를 고르면">
            <a:extLst xmlns:a="http://schemas.openxmlformats.org/drawingml/2006/main">
              <a:ext uri="{FF2B5EF4-FFF2-40B4-BE49-F238E27FC236}">
                <a16:creationId xmlns:a16="http://schemas.microsoft.com/office/drawing/2014/main" id="{F6151655-D5F0-41B2-97E1-CF489C0EC0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팀의 반복 한 가지를 고르면</a:t>
            </a:r>
          </a:p>
        </p:txBody>
      </p:sp>
      <p:sp>
        <p:nvSpPr>
          <p:cNvPr id="4" name="">
            <a:extLst xmlns:a="http://schemas.openxmlformats.org/drawingml/2006/main">
              <a:ext uri="{FF2B5EF4-FFF2-40B4-BE49-F238E27FC236}">
                <a16:creationId xmlns:a16="http://schemas.microsoft.com/office/drawing/2014/main" id="{F5A3D3D3-6ED3-45F1-AFF2-DA106B2F72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공유는 선택 · 실제 성공 STATE-04-PERF를 실패 사례로 재해석하지 않음">
            <a:extLst xmlns:a="http://schemas.openxmlformats.org/drawingml/2006/main">
              <a:ext uri="{FF2B5EF4-FFF2-40B4-BE49-F238E27FC236}">
                <a16:creationId xmlns:a16="http://schemas.microsoft.com/office/drawing/2014/main" id="{FA015583-84E0-4551-B53D-FBC1034638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성찰·공유는 선택 · 실제 성공 STATE-04-PERF를 실패 사례로 재해석하지 않음</a:t>
            </a:r>
          </a:p>
        </p:txBody>
      </p:sp>
      <p:sp>
        <p:nvSpPr>
          <p:cNvPr id="6" name="Subagent·Memory는 조건부 선택 · 다음 ACT의 프로젝트 변화는 별도의 가상 사례">
            <a:extLst xmlns:a="http://schemas.openxmlformats.org/drawingml/2006/main">
              <a:ext uri="{FF2B5EF4-FFF2-40B4-BE49-F238E27FC236}">
                <a16:creationId xmlns:a16="http://schemas.microsoft.com/office/drawing/2014/main" id="{82AE9A27-C311-4CFF-9A4F-3CCB2B1719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Subagent·Memory는 조건부 선택 · 다음 ACT의 프로젝트 변화는 별도의 가상 사례</a:t>
            </a:r>
          </a:p>
        </p:txBody>
      </p:sp>
      <p:sp>
        <p:nvSpPr>
          <p:cNvPr id="7" name="내 업무에서 먼저 정리할 반복은 무엇인가?">
            <a:extLst xmlns:a="http://schemas.openxmlformats.org/drawingml/2006/main">
              <a:ext uri="{FF2B5EF4-FFF2-40B4-BE49-F238E27FC236}">
                <a16:creationId xmlns:a16="http://schemas.microsoft.com/office/drawing/2014/main" id="{7354F633-D9A7-432C-AD4A-527FF1FBCBB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내 업무에서 먼저 정리할 반복은 무엇인가?</a:t>
            </a:r>
          </a:p>
        </p:txBody>
      </p:sp>
      <p:sp>
        <p:nvSpPr>
          <p:cNvPr id="8" name="">
            <a:extLst xmlns:a="http://schemas.openxmlformats.org/drawingml/2006/main">
              <a:ext uri="{FF2B5EF4-FFF2-40B4-BE49-F238E27FC236}">
                <a16:creationId xmlns:a16="http://schemas.microsoft.com/office/drawing/2014/main" id="{4394DC06-BBB2-41AF-9C9F-DD2FA726355F}"/>
              </a:ext>
            </a:extLst>
          </p:cNvPr>
          <p:cNvSpPr>
            <a:spLocks xmlns:a="http://schemas.openxmlformats.org/drawingml/2006/main" noGrp="1"/>
          </p:cNvSpPr>
          <p:nvPr/>
        </p:nvSpPr>
        <p:spPr>
          <a:xfrm xmlns:a="http://schemas.openxmlformats.org/drawingml/2006/main">
            <a:off x="60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반복되는 정보">
            <a:extLst xmlns:a="http://schemas.openxmlformats.org/drawingml/2006/main">
              <a:ext uri="{FF2B5EF4-FFF2-40B4-BE49-F238E27FC236}">
                <a16:creationId xmlns:a16="http://schemas.microsoft.com/office/drawing/2014/main" id="{636E8C4A-49E7-493F-B496-8CD5B7916F6B}"/>
              </a:ext>
            </a:extLst>
          </p:cNvPr>
          <p:cNvSpPr>
            <a:spLocks xmlns:a="http://schemas.openxmlformats.org/drawingml/2006/main" noGrp="1"/>
          </p:cNvSpPr>
          <p:nvPr/>
        </p:nvSpPr>
        <p:spPr>
          <a:xfrm xmlns:a="http://schemas.openxmlformats.org/drawingml/2006/main">
            <a:off x="78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정보</a:t>
            </a:r>
          </a:p>
        </p:txBody>
      </p:sp>
      <p:sp>
        <p:nvSpPr>
          <p:cNvPr id="10" name="명세·기본 안내·상세 위치">
            <a:extLst xmlns:a="http://schemas.openxmlformats.org/drawingml/2006/main">
              <a:ext uri="{FF2B5EF4-FFF2-40B4-BE49-F238E27FC236}">
                <a16:creationId xmlns:a16="http://schemas.microsoft.com/office/drawing/2014/main" id="{D22D369A-CF78-413A-BA78-2E76434B7047}"/>
              </a:ext>
            </a:extLst>
          </p:cNvPr>
          <p:cNvSpPr>
            <a:spLocks xmlns:a="http://schemas.openxmlformats.org/drawingml/2006/main" noGrp="1"/>
          </p:cNvSpPr>
          <p:nvPr/>
        </p:nvSpPr>
        <p:spPr>
          <a:xfrm xmlns:a="http://schemas.openxmlformats.org/drawingml/2006/main">
            <a:off x="78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명세·기본 안내·상세 위치</a:t>
            </a:r>
          </a:p>
        </p:txBody>
      </p:sp>
      <p:sp>
        <p:nvSpPr>
          <p:cNvPr id="11" name="">
            <a:extLst xmlns:a="http://schemas.openxmlformats.org/drawingml/2006/main">
              <a:ext uri="{FF2B5EF4-FFF2-40B4-BE49-F238E27FC236}">
                <a16:creationId xmlns:a16="http://schemas.microsoft.com/office/drawing/2014/main" id="{7E5D2F94-C938-4FA7-8C7D-477C3531BFA0}"/>
              </a:ext>
            </a:extLst>
          </p:cNvPr>
          <p:cNvSpPr>
            <a:spLocks xmlns:a="http://schemas.openxmlformats.org/drawingml/2006/main" noGrp="1"/>
          </p:cNvSpPr>
          <p:nvPr/>
        </p:nvSpPr>
        <p:spPr>
          <a:xfrm xmlns:a="http://schemas.openxmlformats.org/drawingml/2006/main">
            <a:off x="4419600" y="2647950"/>
            <a:ext cx="3352800" cy="15811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2" name="반복되는 절차">
            <a:extLst xmlns:a="http://schemas.openxmlformats.org/drawingml/2006/main">
              <a:ext uri="{FF2B5EF4-FFF2-40B4-BE49-F238E27FC236}">
                <a16:creationId xmlns:a16="http://schemas.microsoft.com/office/drawing/2014/main" id="{779179C6-4760-470F-A676-9646F127B157}"/>
              </a:ext>
            </a:extLst>
          </p:cNvPr>
          <p:cNvSpPr>
            <a:spLocks xmlns:a="http://schemas.openxmlformats.org/drawingml/2006/main" noGrp="1"/>
          </p:cNvSpPr>
          <p:nvPr/>
        </p:nvSpPr>
        <p:spPr>
          <a:xfrm xmlns:a="http://schemas.openxmlformats.org/drawingml/2006/main">
            <a:off x="459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반복되는 절차</a:t>
            </a:r>
          </a:p>
        </p:txBody>
      </p:sp>
      <p:sp>
        <p:nvSpPr>
          <p:cNvPr id="13" name="조사·변경 판단·검증·보고">
            <a:extLst xmlns:a="http://schemas.openxmlformats.org/drawingml/2006/main">
              <a:ext uri="{FF2B5EF4-FFF2-40B4-BE49-F238E27FC236}">
                <a16:creationId xmlns:a16="http://schemas.microsoft.com/office/drawing/2014/main" id="{2F65CA88-E32F-45F3-8E3E-73358049D23F}"/>
              </a:ext>
            </a:extLst>
          </p:cNvPr>
          <p:cNvSpPr>
            <a:spLocks xmlns:a="http://schemas.openxmlformats.org/drawingml/2006/main" noGrp="1"/>
          </p:cNvSpPr>
          <p:nvPr/>
        </p:nvSpPr>
        <p:spPr>
          <a:xfrm xmlns:a="http://schemas.openxmlformats.org/drawingml/2006/main">
            <a:off x="459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조사·변경 판단·검증·보고</a:t>
            </a:r>
          </a:p>
        </p:txBody>
      </p:sp>
      <p:sp>
        <p:nvSpPr>
          <p:cNvPr id="14" name="">
            <a:extLst xmlns:a="http://schemas.openxmlformats.org/drawingml/2006/main">
              <a:ext uri="{FF2B5EF4-FFF2-40B4-BE49-F238E27FC236}">
                <a16:creationId xmlns:a16="http://schemas.microsoft.com/office/drawing/2014/main" id="{2E977D4B-700F-4120-A555-EDD7FA5401C3}"/>
              </a:ext>
            </a:extLst>
          </p:cNvPr>
          <p:cNvSpPr>
            <a:spLocks xmlns:a="http://schemas.openxmlformats.org/drawingml/2006/main" noGrp="1"/>
          </p:cNvSpPr>
          <p:nvPr/>
        </p:nvSpPr>
        <p:spPr>
          <a:xfrm xmlns:a="http://schemas.openxmlformats.org/drawingml/2006/main">
            <a:off x="8229600" y="2647950"/>
            <a:ext cx="3352800" cy="1581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매번 필요한 근거">
            <a:extLst xmlns:a="http://schemas.openxmlformats.org/drawingml/2006/main">
              <a:ext uri="{FF2B5EF4-FFF2-40B4-BE49-F238E27FC236}">
                <a16:creationId xmlns:a16="http://schemas.microsoft.com/office/drawing/2014/main" id="{6C74644C-F037-4338-BD3C-CF25794F7AEA}"/>
              </a:ext>
            </a:extLst>
          </p:cNvPr>
          <p:cNvSpPr>
            <a:spLocks xmlns:a="http://schemas.openxmlformats.org/drawingml/2006/main" noGrp="1"/>
          </p:cNvSpPr>
          <p:nvPr/>
        </p:nvSpPr>
        <p:spPr>
          <a:xfrm xmlns:a="http://schemas.openxmlformats.org/drawingml/2006/main">
            <a:off x="8401050" y="2762250"/>
            <a:ext cx="3009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매번 필요한 근거</a:t>
            </a:r>
          </a:p>
        </p:txBody>
      </p:sp>
      <p:sp>
        <p:nvSpPr>
          <p:cNvPr id="16" name="테스트·측정 조건·검토 결과">
            <a:extLst xmlns:a="http://schemas.openxmlformats.org/drawingml/2006/main">
              <a:ext uri="{FF2B5EF4-FFF2-40B4-BE49-F238E27FC236}">
                <a16:creationId xmlns:a16="http://schemas.microsoft.com/office/drawing/2014/main" id="{589FBBA0-5FA9-44DB-A57D-6B8AEE457FE8}"/>
              </a:ext>
            </a:extLst>
          </p:cNvPr>
          <p:cNvSpPr>
            <a:spLocks xmlns:a="http://schemas.openxmlformats.org/drawingml/2006/main" noGrp="1"/>
          </p:cNvSpPr>
          <p:nvPr/>
        </p:nvSpPr>
        <p:spPr>
          <a:xfrm xmlns:a="http://schemas.openxmlformats.org/drawingml/2006/main">
            <a:off x="8401050" y="3286125"/>
            <a:ext cx="30099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테스트·측정 조건·검토 결과</a:t>
            </a:r>
          </a:p>
        </p:txBody>
      </p:sp>
      <p:sp>
        <p:nvSpPr>
          <p:cNvPr id="17" name="어디에 두고, 누가 검토하고 갱신할까?">
            <a:extLst xmlns:a="http://schemas.openxmlformats.org/drawingml/2006/main">
              <a:ext uri="{FF2B5EF4-FFF2-40B4-BE49-F238E27FC236}">
                <a16:creationId xmlns:a16="http://schemas.microsoft.com/office/drawing/2014/main" id="{CCD4C9F4-9584-4FB5-B999-2CDE8AA30512}"/>
              </a:ext>
            </a:extLst>
          </p:cNvPr>
          <p:cNvSpPr>
            <a:spLocks xmlns:a="http://schemas.openxmlformats.org/drawingml/2006/main" noGrp="1"/>
          </p:cNvSpPr>
          <p:nvPr/>
        </p:nvSpPr>
        <p:spPr>
          <a:xfrm xmlns:a="http://schemas.openxmlformats.org/drawingml/2006/main">
            <a:off x="609600" y="4638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어디에 두고, 누가 검토하고 갱신할까?</a:t>
            </a:r>
          </a:p>
        </p:txBody>
      </p:sp>
      <p:sp>
        <p:nvSpPr>
          <p:cNvPr id="18" name="다음 질문: 프로젝트가 바뀌면 이 방법을 어떻게 점검할까?">
            <a:extLst xmlns:a="http://schemas.openxmlformats.org/drawingml/2006/main">
              <a:ext uri="{FF2B5EF4-FFF2-40B4-BE49-F238E27FC236}">
                <a16:creationId xmlns:a16="http://schemas.microsoft.com/office/drawing/2014/main" id="{AB90F3FB-B4E2-44E7-8FC5-912A4B4BDCF7}"/>
              </a:ext>
            </a:extLst>
          </p:cNvPr>
          <p:cNvSpPr>
            <a:spLocks xmlns:a="http://schemas.openxmlformats.org/drawingml/2006/main" noGrp="1"/>
          </p:cNvSpPr>
          <p:nvPr/>
        </p:nvSpPr>
        <p:spPr>
          <a:xfrm xmlns:a="http://schemas.openxmlformats.org/drawingml/2006/main">
            <a:off x="609600" y="53530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질문: 프로젝트가 바뀌면 이 방법을 어떻게 점검할까?</a:t>
            </a:r>
          </a:p>
        </p:txBody>
      </p:sp>
      <p:sp>
        <p:nvSpPr>
          <p:cNvPr id="19" name="Legacy module connection">
            <a:extLst xmlns:a="http://schemas.openxmlformats.org/drawingml/2006/main">
              <a:ext uri="{FF2B5EF4-FFF2-40B4-BE49-F238E27FC236}">
                <a16:creationId xmlns:a16="http://schemas.microsoft.com/office/drawing/2014/main" id="{988EB208-C3D7-435E-AAC3-44599A81F3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370125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2026-10-23T05:11:16.9470000Z</dcterms:created>
  <dcterms:modified xsi:type="dcterms:W3CDTF">2026-10-23T05:11:16.9470000Z</dcterms:modified>
</coreProperties>
</file>