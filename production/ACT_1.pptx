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e8be946b73540da" /><Relationship Type="http://schemas.openxmlformats.org/officeDocument/2006/relationships/extended-properties" Target="/docProps/app.xml" Id="R1d58ce65bdc24f91" /><Relationship Type="http://schemas.openxmlformats.org/officeDocument/2006/relationships/officeDocument" Target="/ppt/presentation.xml" Id="Rc3f210f67e9147a6" /></Relationships>
</file>

<file path=ppt/presentation.xml><?xml version="1.0" encoding="utf-8"?>
<p:presentation xmlns:p="http://schemas.openxmlformats.org/presentationml/2006/main">
  <p:sldMasterIdLst>
    <p:sldMasterId xmlns:r="http://schemas.openxmlformats.org/officeDocument/2006/relationships" id="2147483648" r:id="R1a0fd4d25b8143c9"/>
  </p:sldMasterIdLst>
  <p:notesMasterIdLst>
    <p:notesMasterId xmlns:r="http://schemas.openxmlformats.org/officeDocument/2006/relationships" r:id="R36b76c3209f4446e"/>
  </p:notesMasterIdLst>
  <p:sldIdLst>
    <p:sldId xmlns:r="http://schemas.openxmlformats.org/officeDocument/2006/relationships" id="256" r:id="Rf4f1138c9afc4ace"/>
    <p:sldId xmlns:r="http://schemas.openxmlformats.org/officeDocument/2006/relationships" id="257" r:id="Ree7a6aa3007b4570"/>
    <p:sldId xmlns:r="http://schemas.openxmlformats.org/officeDocument/2006/relationships" id="258" r:id="R51b55605dd09461d"/>
    <p:sldId xmlns:r="http://schemas.openxmlformats.org/officeDocument/2006/relationships" id="259" r:id="R0575c8f210134833"/>
    <p:sldId xmlns:r="http://schemas.openxmlformats.org/officeDocument/2006/relationships" id="260" r:id="R1efb2ef3c6bf44ad"/>
    <p:sldId xmlns:r="http://schemas.openxmlformats.org/officeDocument/2006/relationships" id="261" r:id="Rec09562890c342e2"/>
    <p:sldId xmlns:r="http://schemas.openxmlformats.org/officeDocument/2006/relationships" id="262" r:id="Rdaff2c58417a4867"/>
    <p:sldId xmlns:r="http://schemas.openxmlformats.org/officeDocument/2006/relationships" id="263" r:id="R34dc4c89e9f64e6a"/>
    <p:sldId xmlns:r="http://schemas.openxmlformats.org/officeDocument/2006/relationships" id="264" r:id="R927c5cf742864afb"/>
    <p:sldId xmlns:r="http://schemas.openxmlformats.org/officeDocument/2006/relationships" id="265" r:id="R1b9d3981a6064b5c"/>
    <p:sldId xmlns:r="http://schemas.openxmlformats.org/officeDocument/2006/relationships" id="266" r:id="R203b5e617ce24870"/>
    <p:sldId xmlns:r="http://schemas.openxmlformats.org/officeDocument/2006/relationships" id="267" r:id="R676a26765e0a4927"/>
    <p:sldId xmlns:r="http://schemas.openxmlformats.org/officeDocument/2006/relationships" id="268" r:id="R11c300be0bd04a58"/>
    <p:sldId xmlns:r="http://schemas.openxmlformats.org/officeDocument/2006/relationships" id="269" r:id="R6868f8bb4edf4361"/>
    <p:sldId xmlns:r="http://schemas.openxmlformats.org/officeDocument/2006/relationships" id="270" r:id="R55782d47eb904aab"/>
    <p:sldId xmlns:r="http://schemas.openxmlformats.org/officeDocument/2006/relationships" id="271" r:id="R3328a83b18974254"/>
    <p:sldId xmlns:r="http://schemas.openxmlformats.org/officeDocument/2006/relationships" id="272" r:id="Ra4ee62c3d2434e25"/>
    <p:sldId xmlns:r="http://schemas.openxmlformats.org/officeDocument/2006/relationships" id="273" r:id="Rcd83d820d89442a9"/>
    <p:sldId xmlns:r="http://schemas.openxmlformats.org/officeDocument/2006/relationships" id="274" r:id="Rd3d1a89a42c44a7b"/>
    <p:sldId xmlns:r="http://schemas.openxmlformats.org/officeDocument/2006/relationships" id="275" r:id="Rf1f204941a9b4750"/>
    <p:sldId xmlns:r="http://schemas.openxmlformats.org/officeDocument/2006/relationships" id="276" r:id="R68748098d061451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81ff730c3e745b4" /><Relationship Type="http://schemas.openxmlformats.org/officeDocument/2006/relationships/slideMaster" Target="/ppt/slideMasters/slideMaster1.xml" Id="R1a0fd4d25b8143c9" /><Relationship Type="http://schemas.openxmlformats.org/officeDocument/2006/relationships/notesMaster" Target="/ppt/notesMasters/notesMaster1.xml" Id="R36b76c3209f4446e" /><Relationship Type="http://schemas.openxmlformats.org/officeDocument/2006/relationships/presProps" Target="/ppt/presProps.xml" Id="R737b28701bc14898" /><Relationship Type="http://schemas.openxmlformats.org/officeDocument/2006/relationships/tableStyles" Target="/ppt/tableStyles.xml" Id="R4f5ef2947d7a4206" /><Relationship Type="http://schemas.openxmlformats.org/officeDocument/2006/relationships/slide" Target="/ppt/slides/slide1.xml" Id="Rf4f1138c9afc4ace" /><Relationship Type="http://schemas.openxmlformats.org/officeDocument/2006/relationships/slide" Target="/ppt/slides/slide2.xml" Id="Ree7a6aa3007b4570" /><Relationship Type="http://schemas.openxmlformats.org/officeDocument/2006/relationships/slide" Target="/ppt/slides/slide3.xml" Id="R51b55605dd09461d" /><Relationship Type="http://schemas.openxmlformats.org/officeDocument/2006/relationships/slide" Target="/ppt/slides/slide4.xml" Id="R0575c8f210134833" /><Relationship Type="http://schemas.openxmlformats.org/officeDocument/2006/relationships/slide" Target="/ppt/slides/slide5.xml" Id="R1efb2ef3c6bf44ad" /><Relationship Type="http://schemas.openxmlformats.org/officeDocument/2006/relationships/slide" Target="/ppt/slides/slide6.xml" Id="Rec09562890c342e2" /><Relationship Type="http://schemas.openxmlformats.org/officeDocument/2006/relationships/slide" Target="/ppt/slides/slide7.xml" Id="Rdaff2c58417a4867" /><Relationship Type="http://schemas.openxmlformats.org/officeDocument/2006/relationships/slide" Target="/ppt/slides/slide8.xml" Id="R34dc4c89e9f64e6a" /><Relationship Type="http://schemas.openxmlformats.org/officeDocument/2006/relationships/slide" Target="/ppt/slides/slide9.xml" Id="R927c5cf742864afb" /><Relationship Type="http://schemas.openxmlformats.org/officeDocument/2006/relationships/slide" Target="/ppt/slides/slide10.xml" Id="R1b9d3981a6064b5c" /><Relationship Type="http://schemas.openxmlformats.org/officeDocument/2006/relationships/slide" Target="/ppt/slides/slide11.xml" Id="R203b5e617ce24870" /><Relationship Type="http://schemas.openxmlformats.org/officeDocument/2006/relationships/slide" Target="/ppt/slides/slide12.xml" Id="R676a26765e0a4927" /><Relationship Type="http://schemas.openxmlformats.org/officeDocument/2006/relationships/slide" Target="/ppt/slides/slide13.xml" Id="R11c300be0bd04a58" /><Relationship Type="http://schemas.openxmlformats.org/officeDocument/2006/relationships/slide" Target="/ppt/slides/slide14.xml" Id="R6868f8bb4edf4361" /><Relationship Type="http://schemas.openxmlformats.org/officeDocument/2006/relationships/slide" Target="/ppt/slides/slide15.xml" Id="R55782d47eb904aab" /><Relationship Type="http://schemas.openxmlformats.org/officeDocument/2006/relationships/slide" Target="/ppt/slides/slide16.xml" Id="R3328a83b18974254" /><Relationship Type="http://schemas.openxmlformats.org/officeDocument/2006/relationships/slide" Target="/ppt/slides/slide17.xml" Id="Ra4ee62c3d2434e25" /><Relationship Type="http://schemas.openxmlformats.org/officeDocument/2006/relationships/slide" Target="/ppt/slides/slide18.xml" Id="Rcd83d820d89442a9" /><Relationship Type="http://schemas.openxmlformats.org/officeDocument/2006/relationships/slide" Target="/ppt/slides/slide19.xml" Id="Rd3d1a89a42c44a7b" /><Relationship Type="http://schemas.openxmlformats.org/officeDocument/2006/relationships/slide" Target="/ppt/slides/slide20.xml" Id="Rf1f204941a9b4750" /><Relationship Type="http://schemas.openxmlformats.org/officeDocument/2006/relationships/slide" Target="/ppt/slides/slide21.xml" Id="R68748098d061451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b1c83b2142348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45aacccb2e4593" /><Relationship Type="http://schemas.openxmlformats.org/officeDocument/2006/relationships/notesMaster" Target="/ppt/notesMasters/notesMaster1.xml" Id="R6da919304f36440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d80ada467a84dd2" /><Relationship Type="http://schemas.openxmlformats.org/officeDocument/2006/relationships/notesMaster" Target="/ppt/notesMasters/notesMaster1.xml" Id="Rde9953a156984c62" /></Relationships>
</file>

<file path=ppt/notesSlides/_rels/notesSlide3.xml.rels>&#65279;<?xml version="1.0" encoding="utf-8"?><Relationships xmlns="http://schemas.openxmlformats.org/package/2006/relationships"><Relationship Type="http://schemas.openxmlformats.org/officeDocument/2006/relationships/slide" Target="/ppt/slides/slide3.xml" Id="Rfd36203fb1f64761" /><Relationship Type="http://schemas.openxmlformats.org/officeDocument/2006/relationships/notesMaster" Target="/ppt/notesMasters/notesMaster1.xml" Id="R533100ea810444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edbfd9ae9154d7c" /><Relationship Type="http://schemas.openxmlformats.org/officeDocument/2006/relationships/notesMaster" Target="/ppt/notesMasters/notesMaster1.xml" Id="Ra23e3993ba8b40d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d544ab2c4342c1" /><Relationship Type="http://schemas.openxmlformats.org/officeDocument/2006/relationships/notesMaster" Target="/ppt/notesMasters/notesMaster1.xml" Id="R037259802d0740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5cd33f780044f6" /><Relationship Type="http://schemas.openxmlformats.org/officeDocument/2006/relationships/notesMaster" Target="/ppt/notesMasters/notesMaster1.xml" Id="Rb8dc472a1dc34438"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ed7f385eab4d10" /><Relationship Type="http://schemas.openxmlformats.org/officeDocument/2006/relationships/notesMaster" Target="/ppt/notesMasters/notesMaster1.xml" Id="R3b0e79f558444e7d"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621e146e8343b2" /><Relationship Type="http://schemas.openxmlformats.org/officeDocument/2006/relationships/notesMaster" Target="/ppt/notesMasters/notesMaster1.xml" Id="R9d6be80598884f31" /></Relationships>
</file>

<file path=ppt/notesSlides/_rels/notesSlide9.xml.rels>&#65279;<?xml version="1.0" encoding="utf-8"?><Relationships xmlns="http://schemas.openxmlformats.org/package/2006/relationships"><Relationship Type="http://schemas.openxmlformats.org/officeDocument/2006/relationships/slide" Target="/ppt/slides/slide9.xml" Id="Rc3e14c90ad864d40" /><Relationship Type="http://schemas.openxmlformats.org/officeDocument/2006/relationships/notesMaster" Target="/ppt/notesMasters/notesMaster1.xml" Id="Rcb1f1e605f3d44f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8f34808f1004660" /><Relationship Type="http://schemas.openxmlformats.org/officeDocument/2006/relationships/notesMaster" Target="/ppt/notesMasters/notesMaster1.xml" Id="R9b38a6390409483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de87a616c6a4e56" /><Relationship Type="http://schemas.openxmlformats.org/officeDocument/2006/relationships/notesMaster" Target="/ppt/notesMasters/notesMaster1.xml" Id="R8eb6284b094842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bb625cd7b394b74" /><Relationship Type="http://schemas.openxmlformats.org/officeDocument/2006/relationships/notesMaster" Target="/ppt/notesMasters/notesMaster1.xml" Id="R5354812264b542b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25eddb53c9c4467" /><Relationship Type="http://schemas.openxmlformats.org/officeDocument/2006/relationships/notesMaster" Target="/ppt/notesMasters/notesMaster1.xml" Id="Re57ea224f711498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6cc2fb2458e4e96" /><Relationship Type="http://schemas.openxmlformats.org/officeDocument/2006/relationships/notesMaster" Target="/ppt/notesMasters/notesMaster1.xml" Id="R7e6eb93277c6414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2644a55c9664c44" /><Relationship Type="http://schemas.openxmlformats.org/officeDocument/2006/relationships/notesMaster" Target="/ppt/notesMasters/notesMaster1.xml" Id="Rbf3fbc6e86c1438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7389e4bf7e346e6" /><Relationship Type="http://schemas.openxmlformats.org/officeDocument/2006/relationships/notesMaster" Target="/ppt/notesMasters/notesMaster1.xml" Id="R08bf8606443d41f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99b289bf1c041ee" /><Relationship Type="http://schemas.openxmlformats.org/officeDocument/2006/relationships/notesMaster" Target="/ppt/notesMasters/notesMaster1.xml" Id="R396f8f042c4e479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1694fd4d69e4c37" /><Relationship Type="http://schemas.openxmlformats.org/officeDocument/2006/relationships/notesMaster" Target="/ppt/notesMasters/notesMaster1.xml" Id="R3a5aa541294949b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939a961711f453b" /><Relationship Type="http://schemas.openxmlformats.org/officeDocument/2006/relationships/notesMaster" Target="/ppt/notesMasters/notesMaster1.xml" Id="Radf784c3ebde4b0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9aab36e17d442cd" /><Relationship Type="http://schemas.openxmlformats.org/officeDocument/2006/relationships/notesMaster" Target="/ppt/notesMasters/notesMaster1.xml" Id="Rfa2a0721a0e04a6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58cadd9ef3b4b37" /><Relationship Type="http://schemas.openxmlformats.org/officeDocument/2006/relationships/notesMaster" Target="/ppt/notesMasters/notesMaster1.xml" Id="R27cd791a8db349b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47122a60df24df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9bcba6c78244d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934d7f089e3467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52fdcd7022c47d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fa21e5219944da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6d95ef8f5524f4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CA9D4F-82A4-432C-B91C-DA0714CA717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17560AB-EF90-4F8B-9B67-3D78C43B944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A5A013C-670F-4B6E-9D26-6ADCF40E249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46FE9-1CA9-49BA-BD2C-51D36B474D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4B775C5-34B1-4146-BD0F-EB0D3C78F09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87D1AB6-7785-4F06-8FE4-D225980214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FF14986-64C7-465A-A095-B3C1C8104C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E4797E4-605A-4399-B352-9B1410089D3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D8174E-3305-4643-8BC3-775E1562322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21D3B5-F564-4126-A231-66AFE7FFEF9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3be5a33bda646b8" /><Relationship Type="http://schemas.openxmlformats.org/officeDocument/2006/relationships/slideLayout" Target="/ppt/slideLayouts/slideLayout1.xml" Id="Re19a13093d604d71" /><Relationship Type="http://schemas.openxmlformats.org/officeDocument/2006/relationships/slideLayout" Target="/ppt/slideLayouts/slideLayout2.xml" Id="R8b1369cfceec49f8" /><Relationship Type="http://schemas.openxmlformats.org/officeDocument/2006/relationships/slideLayout" Target="/ppt/slideLayouts/slideLayout3.xml" Id="R427aaf403cbe454e" /><Relationship Type="http://schemas.openxmlformats.org/officeDocument/2006/relationships/slideLayout" Target="/ppt/slideLayouts/slideLayout4.xml" Id="Rb6dc160e2a864ca9" /><Relationship Type="http://schemas.openxmlformats.org/officeDocument/2006/relationships/slideLayout" Target="/ppt/slideLayouts/slideLayout5.xml" Id="Ra9abc26dfc4c4e00" /><Relationship Type="http://schemas.openxmlformats.org/officeDocument/2006/relationships/slideLayout" Target="/ppt/slideLayouts/slideLayout6.xml" Id="R0bbad0166e0443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9a13093d604d71"/>
    <p:sldLayoutId xmlns:r="http://schemas.openxmlformats.org/officeDocument/2006/relationships" id="2147483650" r:id="R8b1369cfceec49f8"/>
    <p:sldLayoutId xmlns:r="http://schemas.openxmlformats.org/officeDocument/2006/relationships" id="2147483651" r:id="R427aaf403cbe454e"/>
    <p:sldLayoutId xmlns:r="http://schemas.openxmlformats.org/officeDocument/2006/relationships" id="2147483652" r:id="Rb6dc160e2a864ca9"/>
    <p:sldLayoutId xmlns:r="http://schemas.openxmlformats.org/officeDocument/2006/relationships" id="2147483653" r:id="Ra9abc26dfc4c4e00"/>
    <p:sldLayoutId xmlns:r="http://schemas.openxmlformats.org/officeDocument/2006/relationships" id="2147483654" r:id="R0bbad0166e0443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839c5c0ce114cf5" /><Relationship Type="http://schemas.openxmlformats.org/officeDocument/2006/relationships/image" Target="/ppt/media/image.png" Id="Re92d885eb84c418f" /><Relationship Type="http://schemas.openxmlformats.org/officeDocument/2006/relationships/image" Target="/ppt/media/image2.png" Id="R26719430e7b2458d" /><Relationship Type="http://schemas.openxmlformats.org/officeDocument/2006/relationships/image" Target="/ppt/media/image3.png" Id="Re85ac2e958e044ba" /><Relationship Type="http://schemas.openxmlformats.org/officeDocument/2006/relationships/notesSlide" Target="/ppt/notesSlides/notesSlide1.xml" Id="R768f1b8835164b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91b139ddbcb4603" /><Relationship Type="http://schemas.openxmlformats.org/officeDocument/2006/relationships/image" Target="/ppt/media/image4.png" Id="R8d3ddda274cf4978" /><Relationship Type="http://schemas.openxmlformats.org/officeDocument/2006/relationships/notesSlide" Target="/ppt/notesSlides/notesSlide2.xml" Id="R7470a72c2c61485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eb05763862b48a8" /><Relationship Type="http://schemas.openxmlformats.org/officeDocument/2006/relationships/image" Target="/ppt/media/image5.png" Id="R84fead013f9a4484" /><Relationship Type="http://schemas.openxmlformats.org/officeDocument/2006/relationships/notesSlide" Target="/ppt/notesSlides/notesSlide3.xml" Id="R2024673973484ff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b23514ecd794437" /><Relationship Type="http://schemas.openxmlformats.org/officeDocument/2006/relationships/notesSlide" Target="/ppt/notesSlides/notesSlide4.xml" Id="Re5b6fb4574294e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0cb5c5ff37a4a57" /><Relationship Type="http://schemas.openxmlformats.org/officeDocument/2006/relationships/notesSlide" Target="/ppt/notesSlides/notesSlide5.xml" Id="R471f5dbe8766426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350f784a70e425c" /><Relationship Type="http://schemas.openxmlformats.org/officeDocument/2006/relationships/notesSlide" Target="/ppt/notesSlides/notesSlide6.xml" Id="Rf42173a5f43f445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6699b7706ff4cca" /><Relationship Type="http://schemas.openxmlformats.org/officeDocument/2006/relationships/notesSlide" Target="/ppt/notesSlides/notesSlide7.xml" Id="R857a3c920ced49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270f8177ca64d61" /><Relationship Type="http://schemas.openxmlformats.org/officeDocument/2006/relationships/notesSlide" Target="/ppt/notesSlides/notesSlide8.xml" Id="Rf03acced059e4c3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633e13bdedc4ae7" /><Relationship Type="http://schemas.openxmlformats.org/officeDocument/2006/relationships/notesSlide" Target="/ppt/notesSlides/notesSlide9.xml" Id="R81167f79869f427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92d7543f9194566" /><Relationship Type="http://schemas.openxmlformats.org/officeDocument/2006/relationships/notesSlide" Target="/ppt/notesSlides/notesSlide10.xml" Id="R7d9c1998338240e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7fcda4b26684a35" /><Relationship Type="http://schemas.openxmlformats.org/officeDocument/2006/relationships/notesSlide" Target="/ppt/notesSlides/notesSlide11.xml" Id="R52eca554b98e407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59d33595f674aee" /><Relationship Type="http://schemas.openxmlformats.org/officeDocument/2006/relationships/notesSlide" Target="/ppt/notesSlides/notesSlide12.xml" Id="R51cfab4507854b4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69415a7eda541ec" /><Relationship Type="http://schemas.openxmlformats.org/officeDocument/2006/relationships/notesSlide" Target="/ppt/notesSlides/notesSlide13.xml" Id="R9e12aa98b0c641b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e8f582acbbb4f45" /><Relationship Type="http://schemas.openxmlformats.org/officeDocument/2006/relationships/notesSlide" Target="/ppt/notesSlides/notesSlide14.xml" Id="R4468b4d6fe334f8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5c7d39a67154855" /><Relationship Type="http://schemas.openxmlformats.org/officeDocument/2006/relationships/notesSlide" Target="/ppt/notesSlides/notesSlide15.xml" Id="Rb89685562f244d9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e07e90732e74043" /><Relationship Type="http://schemas.openxmlformats.org/officeDocument/2006/relationships/notesSlide" Target="/ppt/notesSlides/notesSlide16.xml" Id="R1e3211ab75434b6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d24606ac182483c" /><Relationship Type="http://schemas.openxmlformats.org/officeDocument/2006/relationships/notesSlide" Target="/ppt/notesSlides/notesSlide17.xml" Id="Ra984b5e0d1b6417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1ebb62542c244e5" /><Relationship Type="http://schemas.openxmlformats.org/officeDocument/2006/relationships/notesSlide" Target="/ppt/notesSlides/notesSlide18.xml" Id="R7839bbd3083b454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135f8a6cf9c4bef" /><Relationship Type="http://schemas.openxmlformats.org/officeDocument/2006/relationships/notesSlide" Target="/ppt/notesSlides/notesSlide19.xml" Id="R49bb65ed3cfc476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f4741849a794bb5" /><Relationship Type="http://schemas.openxmlformats.org/officeDocument/2006/relationships/notesSlide" Target="/ppt/notesSlides/notesSlide20.xml" Id="Rc27baa5866894e3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6f2830234e0417f" /><Relationship Type="http://schemas.openxmlformats.org/officeDocument/2006/relationships/notesSlide" Target="/ppt/notesSlides/notesSlide21.xml" Id="Re8be8f5d48a0473a"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0E19E95F-FBF3-4967-A46F-C799BDF75F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D0302697-EC12-4E49-A2A3-F2BF164D27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7122EB84-9670-4A4D-ACF7-864EECB7A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06BBC195-2CFF-4401-A434-F5F2784DBE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2991411B-1B5B-4286-9EF3-2C835FFAA6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2A7CB31B-CB13-4680-A6B8-965976B75D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3DC87EA2-3653-43C1-B921-B7802D1F1AD7}"/>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B7EAD6E8-690D-4D9C-8FC8-AFFBF6AA32C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6ACDDB6-C1D0-4215-811C-07BE20B07507}"/>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563976D-D681-44A0-9AB5-772F012E4DC8}"/>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7BBEF6D5-20B6-4F5D-ADA4-B59F8A8BF4BC}"/>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0502E123-D5FF-4954-BDDF-964935E5056B}"/>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FDD7BA0D-90D8-4BA6-943D-27290729D7B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B3CB9D1-D900-4260-AB4D-09D2630F1A42}"/>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E6713B84-3E2C-4A63-9BC3-007BB3611130}"/>
              </a:ext>
            </a:extLst>
          </p:cNvPr>
          <p:cNvPicPr>
            <a:picLocks xmlns:a="http://schemas.openxmlformats.org/drawingml/2006/main" noChangeAspect="1"/>
          </p:cNvPicPr>
          <p:nvPr/>
        </p:nvPicPr>
        <p:blipFill>
          <a:blip xmlns:r="http://schemas.openxmlformats.org/officeDocument/2006/relationships" xmlns:a="http://schemas.openxmlformats.org/drawingml/2006/main" r:embed="Re92d885eb84c418f"/>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31ADEF4A-03AC-466C-9BA9-F2BF5F40FA4F}"/>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A6464F6-D376-4D70-8BE1-7476F60ECE49}"/>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099556A9-DB55-4EB9-9943-6FE579F4BCA4}"/>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40DBB409-EBA3-4294-B04E-E10A3E3B781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6D8DE5F1-7EF0-485B-A257-6EC0491045A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3E04F58E-3906-4AA1-817C-F22B6A47BFC7}"/>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9BC0843A-E2EA-4490-A481-C326F541838C}"/>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4A12F122-F9DE-44CF-ACEE-6D01E739FD06}"/>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8EF06E49-5E16-4730-9B49-826715AA39C7}"/>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DBD4986C-EAC7-4C80-BD0C-106CDB32B22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715A0805-19AD-470A-B604-71069154B926}"/>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F84D74FC-4A7E-4F6F-9EB0-CB86803434BE}"/>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B6F06C48-26F4-4039-95AB-169C11F40DDE}"/>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3B941EB-F8F4-41CA-ABD7-FEF52A8FC4FF}"/>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5212F5E-5D4F-4EB5-B35C-542F36825EBD}"/>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C588E823-9B61-457C-9264-ED31C6E1D9A1}"/>
              </a:ext>
            </a:extLst>
          </p:cNvPr>
          <p:cNvPicPr>
            <a:picLocks xmlns:a="http://schemas.openxmlformats.org/drawingml/2006/main" noChangeAspect="1"/>
          </p:cNvPicPr>
          <p:nvPr/>
        </p:nvPicPr>
        <p:blipFill>
          <a:blip xmlns:r="http://schemas.openxmlformats.org/officeDocument/2006/relationships" xmlns:a="http://schemas.openxmlformats.org/drawingml/2006/main" r:embed="R26719430e7b2458d"/>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227D500E-2D70-490F-BC4D-1A1AE46151DE}"/>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F70507B6-CE67-4FFB-91F2-CF1A984830A9}"/>
              </a:ext>
            </a:extLst>
          </p:cNvPr>
          <p:cNvPicPr>
            <a:picLocks xmlns:a="http://schemas.openxmlformats.org/drawingml/2006/main" noChangeAspect="1"/>
          </p:cNvPicPr>
          <p:nvPr/>
        </p:nvPicPr>
        <p:blipFill>
          <a:blip xmlns:r="http://schemas.openxmlformats.org/officeDocument/2006/relationships" xmlns:a="http://schemas.openxmlformats.org/drawingml/2006/main" r:embed="Re85ac2e958e044ba"/>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5A5A55E8-503D-473F-988B-D79EAF9F11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871525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E44B6D4A-669C-4AF8-9AF7-33665F3C6E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1F9ECD5A-C84E-4050-829A-3F56436FD1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45601D8C-DE20-426C-90DD-6AC90DCE27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E7AD596B-ACBF-4809-B5BD-1381C5B004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6251BB8D-835D-4162-BC92-755F336528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316BDE39-2CEC-4B49-AF0A-B46B58C55B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11F4D196-B3AA-4D1E-A73D-BA52EE307211}"/>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F871FF71-19C7-4155-9407-1926EACA96C8}"/>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257B8EBA-EAB7-4968-B55B-D5FF47169234}"/>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9CB3FCB7-E3CA-41A5-B273-841B20259B95}"/>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695303E7-616C-4DE8-B988-66385071139B}"/>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CC82DDC8-8192-4B60-BA77-B4F5CC2AE3C8}"/>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86DB9480-155E-4E12-AAB0-E4C39370E884}"/>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9708B22-50DD-4618-94FF-3C33E21B32D1}"/>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607126BD-0732-43B3-B330-55416903BB4D}"/>
              </a:ext>
            </a:extLst>
          </p:cNvPr>
          <p:cNvPicPr>
            <a:picLocks xmlns:a="http://schemas.openxmlformats.org/drawingml/2006/main" noChangeAspect="1"/>
          </p:cNvPicPr>
          <p:nvPr/>
        </p:nvPicPr>
        <p:blipFill>
          <a:blip xmlns:r="http://schemas.openxmlformats.org/officeDocument/2006/relationships" xmlns:a="http://schemas.openxmlformats.org/drawingml/2006/main" r:embed="R8d3ddda274cf497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4717464C-4300-4B61-912A-778751BE4D2B}"/>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D4B65D00-0459-4D30-BD68-31AB944AA49E}"/>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72ED9EC3-DD7C-47C9-935C-0D2E7647744F}"/>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29E256FC-40FA-4199-AEA2-5B33000BFED4}"/>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1903D5C0-3D98-49AB-B179-5A7268ABA3B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6CA14780-D776-44D9-BAE3-3D47A794A2C8}"/>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7A267820-7A94-4DE1-8195-015473D1DA4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FD79AFD7-CB91-4948-94AF-8FCC6280B9EB}"/>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8B83789F-11FE-4B7A-A09C-43D27C51F30D}"/>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65EE225E-A8DB-49F9-9E10-3BC359805D8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857A5027-0384-4806-854E-81D270A8D70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A9C28C31-51CA-4B8C-8238-1E7A7DD1A606}"/>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81682718-9C4D-4AA8-9E65-0D2645E6A18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0977EEF2-F7F7-4956-815D-029674EEFBCB}"/>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DABB24A2-1343-4344-B1BA-151355B9D2AD}"/>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58915AF4-A5B3-4753-A46D-A55E1B10AF02}"/>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B5E92FC0-B1C0-4D26-B913-1AB059AE6DE5}"/>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C43D4F3D-ABD5-42D0-B4EC-BE01A2E237B0}"/>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C2755041-43C7-4365-ADAF-A24C5D07118D}"/>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BEECE6C8-CB21-4D1D-9DB9-59181DC69AA0}"/>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76070FE3-C4BA-4F07-933E-D97CBA3B9D48}"/>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644FF416-8645-4880-AF86-C57D43D18CF8}"/>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5D91FD03-4FC3-42E9-A337-C9FB6B71A47D}"/>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BFC777FD-4854-4199-A9EB-8B89BBE8F9A1}"/>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23009703-C6FF-4E71-A51D-855E71B0337F}"/>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88F6EA6C-CFE9-44E4-BCE9-A597F161BB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523749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DE309A66-BF4C-461B-BE3A-90D1A535F5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B81B1D1B-C2FD-48A8-8504-124037CC01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2F25BE34-52BF-4E00-A67E-2275788729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33F82501-F3AB-42CF-A60F-69385C9769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224D46DF-EF35-4079-8D3E-CE00A6C7AF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046BF95D-3057-40A2-AC17-C73018EA47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B590C457-24EC-4F4A-BA33-755F1E9195F3}"/>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497015D8-42DE-4449-BEDC-392AF49F74C1}"/>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6189A87-1CFA-41C4-AD6C-8350072009DD}"/>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13BFD1B4-3098-4276-955A-FC0F2567AA8D}"/>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3C452466-CB41-40F6-8C0C-B3AF5E87F66B}"/>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8B7C097D-347D-4670-AF92-7B0308FBB8C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66B2B6ED-A801-4631-B52A-CB155F96040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1D04E9E4-1CAC-40C4-92E9-EEEEB5B1C717}"/>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D4878B95-65CA-4476-918D-671503D1684C}"/>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D1065C4-5BAE-4322-B258-94809285CBFD}"/>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6846DE68-F73E-4267-95BB-4A40118E63E7}"/>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A9A1C7DD-E22B-41EA-A4C4-75748309E997}"/>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17625866-3E06-4022-BC84-3F410528CCFB}"/>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C7EA7A21-8C0A-46FA-94FA-A376CB74EC3D}"/>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BEE60BE9-90F0-46C2-A3F9-F3CEA78582DA}"/>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88AC5900-9F59-4175-BD2D-F77AA8516881}"/>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3E261A6-009B-4D98-A16B-19AF57F20D6C}"/>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ED24A4FE-1BC4-4DF9-8C49-0C10616EA33B}"/>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2868B934-5FA9-48F5-8B27-5D2BB57FA37D}"/>
              </a:ext>
            </a:extLst>
          </p:cNvPr>
          <p:cNvPicPr>
            <a:picLocks xmlns:a="http://schemas.openxmlformats.org/drawingml/2006/main" noChangeAspect="1"/>
          </p:cNvPicPr>
          <p:nvPr/>
        </p:nvPicPr>
        <p:blipFill>
          <a:blip xmlns:r="http://schemas.openxmlformats.org/officeDocument/2006/relationships" xmlns:a="http://schemas.openxmlformats.org/drawingml/2006/main" r:embed="R84fead013f9a448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79E306B1-B31B-4B14-B444-3DBF3F1817B9}"/>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F4CA67B-7F69-4C92-B1F6-5964139983E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D374FA11-D0BA-41ED-8828-C90D4954B6E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0CAF3649-3689-49A1-B8C9-AF4941FC1D6A}"/>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C2E57A61-61B3-40EF-9803-A57571B6410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8DF6D530-1C03-4A5C-9F78-49C129673512}"/>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1EF21952-7B05-42E4-9BB2-1EE84115D50B}"/>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5F53B7E8-5BD7-47AC-8139-272022BA2D8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0580F7A9-9730-479D-A2CB-6A1777060D9F}"/>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5C48962B-03DB-43E9-AF2C-885DCE49FA9A}"/>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0C416408-FBE8-437A-813F-C7539E01D76A}"/>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08DB7FFD-A161-4231-A471-91D64DD340DB}"/>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3FFE5047-0867-4B2C-B16F-AEF1AD21028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4D23E392-9A96-4EC2-A126-A63183EF1077}"/>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2317E7A8-54BB-46DC-BD18-FDDD0CCC8F5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11F5FD79-0B90-430B-BB8D-60835BFC81E1}"/>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FE274919-BB05-49D9-9A11-9F372609B5D6}"/>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C6C22F72-B61A-4F03-AE79-347CA46BEDB9}"/>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340A0F6D-A02B-44DB-8456-2D4ABF8BE198}"/>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CFE92D6F-A510-41D9-ACA9-74536F2258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8233648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FA58B017-9F07-4B32-BDA6-7B01182916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1C604BC0-C1C5-408F-80D1-7D7F9589FB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C0C264AD-7919-44B1-90FC-3A95D0CC98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F577154-8AEB-422B-AC63-ABD0EB0A5F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BFEA85DD-A2F1-4B01-BD11-95CD560563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8239A922-4292-4D44-AD41-5C0283432C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29ABDD37-CBE6-4E5D-A9B9-B916F3AF43A7}"/>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AF5B6493-EB4A-4A18-9BB1-E06738C108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1858D7A7-7ACF-4DC2-8FAD-01BD83872ED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9DE93C25-2DF8-44B8-9264-35CBE9D3C77A}"/>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61CF858B-6EB3-4889-B7FC-658DD50ED1A2}"/>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C96E8EA1-7110-43B9-84C1-A40B9F0EA90A}"/>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DCC93644-2980-4C95-983B-1F7070D118CA}"/>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FE288E9A-2E6D-42B2-9D62-8C28994781C6}"/>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8B9003F5-558D-40E2-ACC3-0A11D39C0FC6}"/>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39B8D506-06BC-483F-AADB-40F146DF0D70}"/>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08AFBAE-55A2-41B9-8871-9111393CF98A}"/>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D3422198-2687-45A2-895B-FEBF5D95DBA7}"/>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62C809EC-404B-4956-8B9F-8C6D8F6614E0}"/>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79CF66E7-0899-4F2E-AF67-5F81B11778AA}"/>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148285D2-C762-4F86-8DC8-A79A914B3A49}"/>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D54EE435-C66E-410F-A2EF-22E9F8FE7257}"/>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25DD4E8F-C97C-4744-80D9-4886A1DC72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44158090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C780066C-AE63-482D-8EAE-6CE9F13245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7AC8E756-9748-46B2-AB2B-8809655CF6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D12477C7-B5BD-4D92-8F13-B44C9BCA17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7C447BDB-BE06-42AE-B636-EB3D830863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616A73F3-AAD2-4092-A5E4-2BE7DABABF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42845DC2-B928-430F-A953-1B8F55C06F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955668FE-29E7-407E-9F80-AB513BC8D806}"/>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2B7646F6-681E-419C-BE19-243ACCC08577}"/>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009FFED-6728-44C3-A260-6A0989516931}"/>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7B1EDD4F-6A2E-4CEF-9564-F3DC3368575A}"/>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436666A9-F3AD-4FA5-B416-29922616826A}"/>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CDD5407-E748-4E06-B15C-CA4525CE739C}"/>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69B16ED5-D73E-4803-BC5A-C5FD544E508B}"/>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676A64BC-DB64-4229-BF4D-B503654AD62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D77FD0A2-97C6-4457-AEDA-0443F3AFC538}"/>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B4E188B8-1C7D-4FE6-877D-E5AD735F7C2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1E661E17-3D29-45A9-B497-DD660006DE8A}"/>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3D6D116F-E2F0-47F8-9081-F37049A7EC88}"/>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1360A887-69AF-40A0-99E2-64BAC1275CBA}"/>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14E00E1F-9CF5-434E-A082-EADAD4BE64E3}"/>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57C046F7-CD7A-4748-8C3A-17B697A89A2C}"/>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B8F1DC98-4B61-4844-95ED-CA09154F562D}"/>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B31F0F5-4055-465D-BA34-8DDFC75088D5}"/>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9F615ADA-E1E8-451C-973C-BE3DC92773BA}"/>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C7D5FB28-2BDE-4EE8-BB9F-CB5C51EC8C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913368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D30541AF-9438-495D-90D8-9621BA9AB8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44F0CD5C-506F-4252-B9E4-797D3E946A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53EB2AE9-16EC-42FA-AADB-8FD63CE8C1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3C12EEDF-A39A-4828-94D5-D7A0B97BDF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C0DE273E-3AB3-4738-AB95-6B53474218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1E6166EC-2EAB-41F0-A6E7-9711BDB63F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2F5E9FBE-39D9-40E0-8EC2-DCAC9CA6E387}"/>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5D67C3CC-6C8E-4A7F-98BE-D9F1BAD353FF}"/>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29D69398-FAA0-43DB-ABB0-3A7F60B68E09}"/>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8EEACFB-400E-4CA1-B074-E1E5B0D1FB31}"/>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26F5A4D8-FC33-489C-B787-3B129D8CADA7}"/>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A534440D-3439-415B-A4DD-109190AFA9C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DF72EEFE-24E6-409D-9D48-16D96DC4BC51}"/>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437E2BF6-DBE5-4352-A558-E430C8B97032}"/>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969C169E-9853-4BE2-9B73-805322C31AB0}"/>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0FD1C7C3-3054-46C5-906D-68E6BEE6B4D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3976EA57-7E40-4BEC-A579-7F9F5D48C928}"/>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841A82-A14A-42CB-BA68-C5AB3F7255B1}"/>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56A45AF1-E907-424D-A4F4-C450CF7D8729}"/>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DBA4C1DD-D45F-45BA-AA0A-71D4721C0D02}"/>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348B82A-7F8D-4297-BCFE-9197DD7292DB}"/>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2BA423E2-C231-4B30-87AD-FD0751E00483}"/>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4661C192-AE90-4986-9FF9-88E62B3B93B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965D2C26-03D0-4C1D-B8AE-E9C29CF16F4E}"/>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B8C0B715-D8E2-4CE2-9423-7E58B2AE7517}"/>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5ED897C9-1FEB-4787-999E-2468DA239EF4}"/>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CDE79AAA-CCC6-46D1-939B-E0B3FB9DC41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7753EDC4-6353-41ED-A411-1632CADDFD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B7B8B70C-F48D-4FC8-811B-81F4AF33E8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88648661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622D059-509C-459C-8CBA-1E91E99106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052F0E81-973E-4B2A-AB10-2414DCC7FB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BDE2734B-212E-49F5-8503-7184AFF1D9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4339D6EC-2178-4CA6-B101-C199C921DE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E0A10E34-CAC1-48F8-8696-4CE7A7D005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59989B25-3FC7-4E39-8952-3EF54A6CA8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885C7851-2AD2-44E3-94A9-102526F7CB3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889D1D02-BCB5-432D-AD5F-103625349F92}"/>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178C62E4-B8A3-4734-9C5B-DC85D0C9E216}"/>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11A15672-48B2-4EE4-A758-969AD263D559}"/>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2BC0DA8-7027-4F55-959E-29136364B49E}"/>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5B930F0F-1A78-4748-A81D-5F89E6875BC0}"/>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A786DFF6-AFFB-4674-AE50-8BA116BD89CB}"/>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9EF22FFA-6C35-4CBA-8BA6-3908B25C0761}"/>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6A1F89AB-EDEB-4D6E-890C-5BB9B41C4AE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0F2563C-958E-4C1B-8A86-84D8690A5332}"/>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BD4A3E2F-6F96-4E89-8FCF-47544A4BDCD2}"/>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541977CF-0874-4D11-8B6E-DF2D99E82918}"/>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3451D38B-237B-48DD-BDE0-D9E05170110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3900E74F-9486-44C3-841B-3D94FB245AC7}"/>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83451AD-7BE6-4CEF-B2D7-817C67D5DCD7}"/>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FDB630B-E88F-4E58-94D5-8ABB02D9EAE8}"/>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BD1ED6D-FA65-4DE3-BCD5-40AA0930A014}"/>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8EA2CAF7-D89F-450E-B792-54E6CB2F193B}"/>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8CE51A2C-9F76-4ED2-A552-95E68FF0F2F5}"/>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E4E663BA-C481-433A-8318-B41F613248AE}"/>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CE221648-B0A9-44EE-8D61-FE92CBFDDBCC}"/>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540E428-8C73-461A-8BE7-859EDDCC759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69BBDF5-D9DE-43CD-8CEE-932E5BFDB9DF}"/>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96CD36E7-44E6-495A-8BC0-B75C94EE806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EA103345-DACE-48FE-8437-9F07542E5212}"/>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23A7A833-3042-4AB0-9125-2C75E3B2FA1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93CA083A-CF56-4EF8-B959-B9E7A94899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336E12D8-D1D2-46FE-87D9-5E1D8E8CF9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9309921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E81D33D6-278F-429C-958E-03762A1475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53FB21E0-A9C4-42BA-B0CC-F46FEA4A93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2D0EE5B7-3D04-46FE-94B3-0171F31E8B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02BFBCB7-E51D-49A3-81E1-2F7AC781A3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D7476CE3-7E1D-4AD4-8F21-3CF80A147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A02535EE-BB34-460E-9D23-25D6DC15E2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B5F0ACBC-95A4-4B1F-BAE9-DFC7AF2F31A5}"/>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E390522E-7F8B-4096-8BDD-D7D8C3AF58B4}"/>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21E2A9B1-A000-451B-B82C-4D767E1432B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5BFD6DC-E511-4200-BE82-B6CDA8F17068}"/>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BFC86DE-86FB-4BA9-8542-0B618FE30EBE}"/>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1AE40172-9A36-4621-8419-F37BC4B1EF19}"/>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5AF7C804-EBE6-478B-81A7-4F75C85B9657}"/>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9074533C-1C1F-4088-AD7E-505F1985B07B}"/>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19BF850-64BF-4077-8BB8-1F3B6AFE4CAB}"/>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6711873E-BD1E-4779-B4CE-C5AE365A9DE9}"/>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1ADAF54C-1A93-4945-9798-CB286E3CE1A4}"/>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86684A9E-85BA-4625-BC74-AD95314E4D9D}"/>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2181350F-68A3-4671-947D-5CF58989E8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3269730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B368F8A-CFC9-4F65-8F5F-8D21F13826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6408FC6E-F3C2-45F5-B0CB-0F7E45AE60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1B38299E-2C41-4301-9168-033AE4A869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2E99221E-1670-4C5F-A9CC-6AE19CCEC4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F6EB9513-DA75-4858-AC4C-36E014DF5E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3F1E1E51-34BA-4474-8906-60CF54C189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30DFA83E-8C2C-4414-A967-E99AF414B0A9}"/>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73084AC3-568B-40E9-B06A-F6AA7AE33202}"/>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8BFDBCB8-534A-4EB5-9FD3-8F0119C98791}"/>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FAE0AAE2-295A-46B8-860C-EFE77023E97B}"/>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2A7317E-845F-47C8-9D9C-8D61CF3EA52A}"/>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BA3F132C-508E-40CF-85F3-CB81E3DB4A3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889AA16C-31BE-4F63-B99F-6DFE4114677D}"/>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6A5C9C1-0D1A-4AC1-AAEE-D50BB731F8DB}"/>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C354702B-6628-493D-BE01-8E2668D46A42}"/>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CE158EB-93DA-44D6-8EFC-4E02B0E30091}"/>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15B87B04-8F46-4FA6-9FAB-9062120F13A1}"/>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18B6C67D-0F9C-4663-81EF-FBA68CCBBA0F}"/>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B7E143BD-1213-4408-861F-68E8C1D7B2D1}"/>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12DC45FE-735B-4C76-901E-540B42DE6601}"/>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5DC6469-B056-4B0B-8077-09206A2539A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47945105-4F19-4118-995A-D28574393FA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4FB56E4F-6F74-4F41-B403-DD6C6B68BB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9747916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3DEE6F01-773D-4D5C-8C41-BDA290727A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84EA8EF5-A580-4BA8-B8C9-BEACD556C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2BF732F2-D6E3-4F9F-96DA-90AEA7FE17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F4E3DA21-9239-46C9-B75F-C9C54AAAA5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B2A31691-AE6D-445A-A468-D2A735ACAE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5EBA10D5-03DF-4685-8B4B-C49F704ABB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83E120DA-62BC-4EF1-9917-34E0438689DD}"/>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47CE543E-C058-4DA0-9142-D2B421D3AC7C}"/>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1FAC8265-8D9A-4181-BD4D-B2968D999B5D}"/>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04760A53-B6B0-4A5F-A362-9BBE1DB947D1}"/>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B2C0D4A3-1B14-4192-84A8-A674284057BD}"/>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DBBE9F97-BAAB-4C4D-BF35-D12C1C27FE81}"/>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C14017A6-BAF4-43EE-B6A9-C612F645FE24}"/>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7BB49E33-054F-4970-B239-975667A334C8}"/>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E2127D65-667F-4495-B29A-51BD5863EA8D}"/>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9FC736E8-23FA-484E-9DAF-39439E696A9D}"/>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76F94A53-4FFB-45C6-9E0F-3059A90E50DB}"/>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09E583B1-2EF7-4D93-A685-9D7A062665E6}"/>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D72A3AEC-FFFF-4CFD-A996-AE18A590F288}"/>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0C179603-BE38-414D-A11A-F61F22204304}"/>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03149764-42B1-4ACE-AA90-470CAC8C7C97}"/>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9FF11E7F-94DE-439E-B399-185E3EC8D14F}"/>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06CE67C8-952B-4AD7-B164-6397E876D1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48233383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47FB15CA-B0E6-40F1-A7FD-9B3CF20E3B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6A7BB2B3-BE9F-4946-9BB4-6AB818B6A2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F9D114A9-EDFB-4F17-BA1D-E7B74D8821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3AA862D4-1239-41DB-B22B-438D1C4BE1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1EE2900C-673B-4F0B-86C8-3B1D06BFCA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6A3A0AE0-0A26-4D03-8E6C-3665B93EE4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9F60B19A-12B7-4151-92E1-66E7BD76DD3F}"/>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78AA01C7-79A5-4F53-8ABF-C37F4324F083}"/>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454EA666-8B05-4267-8A06-36A5A0D7438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F7190A6B-8528-40B8-9D05-84B842CFB242}"/>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68D1A81C-A7D6-4743-BC0A-F74681C6C14B}"/>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6A802A82-EF1E-4B62-A0E9-42CAA665622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B5DE8A15-1184-476C-B87C-AB452255674C}"/>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1F0A5E49-0CEC-4462-BBA1-29EDAC9A05BD}"/>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4B62C0AE-DE81-4455-8AAB-6718C79894FC}"/>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43ED861-A467-4082-AF22-A8CE73C2B8ED}"/>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5832A822-AC9B-4405-94C6-D50AC5706518}"/>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69B305D0-E51E-4F16-BAE0-EECCBA78A4E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7051CA79-D829-4FC6-8E45-8D61D798B19A}"/>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3117E34B-3CCA-4709-A1B9-21DC5D4ED9C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5B4E12B2-9898-41EC-B020-ADF90C519C5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C580E9F-DCD3-4148-B593-95770FB5B6DC}"/>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B71C9208-FBC9-4077-9CA3-399A0D01FBEF}"/>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236C3348-73DB-4E44-8F17-266E6CC4CDBD}"/>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DBBCE423-B5C3-4C1E-AA50-AAF9EA0AC6CB}"/>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A0627696-EFA2-45BE-9E04-E66F14C26AA6}"/>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F1EDE903-5F50-4158-A7A7-0D0F38DA3B00}"/>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70148708-75BD-48BE-A84C-538CF7FD0E0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1F758646-2438-4FC8-9CC6-AEFC4B6EA4E7}"/>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79469BB6-9F80-4AB7-8817-C153D280ADC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B7387152-B8DF-41A2-A14F-08DA2A516C69}"/>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0E66E258-EA01-45B6-9FC6-C8CA6AB85BFB}"/>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E260AA7F-1882-4C33-A69A-01421364F8BD}"/>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4CC66510-7F51-4FB6-94F2-E5EC55C4CB8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3F864CB-A4CA-42BC-86AD-8B886DB78CFE}"/>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0BC2ABB3-0B85-45E3-A430-E9347DA2A90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5B7549D4-B5B1-4909-8C7C-D9639486D755}"/>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24AAEA34-6B3D-4B39-957C-4578419D7C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8CF06845-C6AA-4BB1-9997-D5B6928C4EC2}"/>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46BCC594-442E-453E-9B69-1EC21F0FC5BD}"/>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7106F0BC-C150-428A-B4B4-ACEDBEA87D3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CF14DBB7-77C0-444A-A9D2-63BD4B3C0D9E}"/>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41A8C652-B469-46B1-AD4F-5D41E7A83FCF}"/>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D621AB4A-2951-41D3-8F87-0DCA8917BF98}"/>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2466347A-D468-42E1-8C91-D5E6FCABC711}"/>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B4B661CD-EE70-4FD5-81F6-BBB185536F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709954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64C7293C-EB40-4640-AC96-ED971C8F3B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DBE4F266-1C70-4217-96F5-BBAEEBA63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7FD9C8A1-0F5D-4C78-836D-A847F9E18F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6225554E-C8A3-4E2A-BEBD-131A0EE793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43CAACCC-9698-4E5C-8ED1-0A00C132A8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53B9F2F-C3AA-4443-84AC-A2ED20A6D6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E416A928-7D63-450D-9AB8-C6D3CE6507F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76C44AF-7B24-433F-BBB6-A7307C05D8C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01F980C0-897E-4B24-9EAC-E11BF6A8B97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579671D6-A2EE-4C67-AB50-A32C5444D5D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322255E-71E2-4BF3-AD43-D0C6503E7C9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FC4C503-FA9F-4E5F-81D3-B30561948A9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C5115905-8404-4152-9C81-540C6897647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4CB09CCB-2873-414A-A806-7E88EB01953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D8534716-AFB4-4240-ABA7-AE9D654801B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C3E0D01D-BB4D-4BC2-8D46-67F5E78A64C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883FB09B-1B49-408B-8D0B-A4AA0B4D032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58D4845D-980A-4DA0-BFE8-20FCF1284BF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BB56E4BA-5A29-48C2-BC8C-AD51DC34A10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D96598F-9E85-4CA5-ACBA-BBAE37F7842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9B3C8CA3-F0D7-421E-8F73-7416DA0D73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24299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17B212D6-DB0F-49D5-81A6-CA3CB86378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87D78CC8-10F9-4445-B390-CD1388E995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47DD5B18-7AE0-4579-807D-941BDC51B9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9D3C6437-CDFD-4D08-8646-7CC609C2C9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AB2FD51C-4B16-44E8-B2FF-E4D6E7A2BD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B7A802E7-1F35-404A-9CAD-529E21514D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1FBB5FA5-CD8A-4157-A122-69CBA020DF4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66E6AC9-96F0-46C5-888A-65D14A0BB19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BA941836-FBF3-404D-B0C5-F2064717482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7E285627-2B62-4814-A40A-80481394498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131FEAE-2F71-4720-84E2-747F52C0E82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F1A6ECB-FEE5-49CF-9D95-E10E0124938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AF7B755C-9F9D-42D1-B092-5B714C66EE3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D05D4413-CB32-43CC-ABD3-E37DFCC850D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E69EB1F5-6000-488E-AB58-683071E3ADF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5EBE8764-02C9-4D90-A868-F6EDB1DCDD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B51807C9-60FD-47C1-AF81-524F1E59FD4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8BC291E4-D8CB-4BC5-AEB7-50156811055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9E82F65D-BCA0-4215-9DC2-D3BB5F2DA77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2452CF68-5546-4E30-9BF6-26AD0A0FEAA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30A39B8E-A051-43D1-B23D-9A4402B170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9521583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06997BEA-E71E-4712-A256-20D78C5746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70FE898E-D74C-4E7C-B1B3-29E3A17BFF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3A4FC5BC-41A2-439D-A6A2-15966F25AF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2FA49D5B-EEB8-4D3F-BA19-13E7CC7E39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3F6FE1E6-9662-4652-B07F-A2FDCFD301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C9CBE112-3C15-464D-9375-5259CB21BC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6B45CF37-A4F9-4848-8C0D-278E857BD7C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AF2652D-E0F3-4384-ABF6-72CC6542733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0B20410-251D-41BE-8B1F-A51A842741F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D9A8244-AD7B-4318-920A-3CAC0C6B777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C657AF4-1DB1-45E5-8355-E618FDFA5A3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02C7982-7CD6-44B4-96BD-F3C79642718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CF7064C7-C1D3-45FF-830C-FB0D5D41894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CDED130F-698A-4EC5-8EBC-0F18728EBE2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E8CA8429-069E-430C-A328-F8A30B496B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68DA79F8-5776-4D32-B585-0772E6362F0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136FB710-25A1-4FEB-84C6-EB38CD28641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5A53BF5B-F687-4D91-BE89-340B15BD53D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6ABDE1C7-CD0C-4621-AC7C-8594833EFB0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4D6259EE-8887-463C-B028-C0FBAD2C64E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99777459-5A70-4375-BF68-63D099096D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2044727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6D3CDBE9-FBF0-4B3D-9A38-FEFC8FD909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751333D9-CFB1-4BE3-A8AD-39F5F7E2B0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68DDC442-AC80-4CA7-97A2-BCD1633403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7055FC50-92DB-4C16-BD60-C8FB186908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86A1F1C1-3CF5-4030-B351-2CD57CDEEB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BF181127-4141-46E0-A545-A4E09C97F1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321E0A0F-5461-47DE-93B9-19DA2948D5B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700402-BB3D-4468-981C-D89FED93A13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AF2ED0DF-2447-4C2D-BB31-A707491302A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1269323D-3C95-4B45-AFAE-A65C2D3FB99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AF95361-6C51-44A0-8F9E-4861545DD5B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1EF8A75-E66E-466B-845A-B042CDE4A65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1FE6EA90-DCB5-4825-9973-1886E95FB65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6C3976AB-BF04-48EB-A25E-9DC5FFA1D2C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E779896B-1BDF-4F07-BDA4-F15DCC04336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FC56FE6E-5EA6-4423-B79C-BFEE7D572A3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1575D43B-926D-49AD-A4B8-9BE3A498C04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A9A4E7C1-E6F6-47A9-891B-944440244B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38820477-6179-47AC-A77D-12C845367F0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27CE321C-DB49-4163-BEAE-425D594E0C7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E5CBEFA0-939B-41E6-B2DA-2045E0A9E0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931747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4FCDAD06-F897-4C12-AEEB-2C3C3C6B5B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F332BCAB-C383-473D-B079-B9B3CE91A2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22BCB6D9-757E-4212-B7FC-C18FAA569A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6448DB39-664F-406D-9DA4-3C209840D9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3FD72E04-E0E2-4E97-AAA7-6F2AFDA76B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0DD4DF67-40DE-4ABC-A318-A58A420790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0985F9D6-B539-491B-B8F1-5578EE3F9BE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3D7F9F3-6117-4B99-8D60-C4AA009F017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7641C7A3-52C9-4AA9-A751-34653EEBEBF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626C0E72-A40A-4398-A3AD-034C4CFD431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115E616-2AB4-4AF5-8049-D94612A19FA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84AEECC-AE8E-47B7-A8CE-6E978C2E7E3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C646EE8-5498-41DE-A689-8E64D794B48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156BE081-1A8A-4FBE-AA2B-CF8F5EAE85B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A8C0E106-5F85-40D6-976F-697A28722FD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9D20D2C9-6C46-440F-8135-36D7B204C28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261DBE8-B119-46B2-B17C-BE887C212E4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7E059CE5-766A-4220-AB98-6EC65878999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38E34C42-BA79-4A3F-800C-DA9D2DFDF4D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E9B2DF98-BC47-4EB7-8146-D48404946F7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716F05A8-575A-4B77-9B74-18BF91ABE2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9949861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99E875A7-BAE8-452A-BDE0-8304560C29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33705F40-BB1A-4293-9383-C8B6650DE4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A1615A6D-4DFA-4ACE-8F18-2904CF8118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BD526F03-30AB-4330-B2F5-6FF86A1CE5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F23E1F3F-6052-401F-B416-BB698D7E3A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D654D559-43E1-491F-8D63-3B008461DB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A83BA544-9F86-4113-9852-33055F02C1B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B4DCF55-A379-4B7F-A47F-8279195C427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18B2C591-0FCC-4422-9124-4FD8B2D2E2B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9902E7BA-F4E8-49A6-B255-88547C7F062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776E71-8C2B-404C-997D-218AE9AB62B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8B5F9A-65F6-4228-BE1B-59F3EB42895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1D69ECA-A103-4C33-B763-FC34EA4F580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DE98794E-D004-4108-9AAA-828A911FB20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73A1EF35-1E05-4B7A-8D0D-302CCDA6FC7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115F76B0-1E69-4ED4-B8F0-C73A83FDDA1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79AF3D87-27F2-4D7E-B8DD-88F8668B54E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C36C7B4A-2DD9-4216-8F3B-C4740466F79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71AC4C75-1690-4E6A-BFCD-1486B7972EB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2C54530A-3C7C-47DA-8641-ED2E5688497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9846E511-52E9-4D27-AC1C-B77613C458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4116109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8B87986E-789A-408E-AAA8-C78B80F0CB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9A6A4582-A8A2-4942-B397-D198FC6603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1FA0E1F1-DF98-4A56-AF42-E26913D8D6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8DF71737-B7DB-44BE-B8C5-83CBF71908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0F78EF85-5528-4DEA-9DDD-D5721A15BB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CD1729B1-1CBC-45F8-A6AC-1FD1F902DF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BE34AEE8-441A-4D07-87FE-4D0E7C9A531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20ECC18-38BC-4D80-A7E5-8F559044C1B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A6B256FA-C03F-4293-9F2D-C4BF102578D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6EE667E4-15DE-4284-97C7-37B37348A09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C138C3D-9D56-4A0F-A64B-F792CB418A3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B014A42-0C76-4748-B8F1-0D47A53F9A4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3620A4E9-7D95-4D8D-BB48-0D3738609AF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BF4DF594-9A51-42EF-BBD7-5F7E994230E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E0EE387-AE7D-486E-8353-5DB056D8F3D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4A2E1844-C547-47D2-A019-F1E2A0CB087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8C477F5D-A5B3-4330-812C-22512FD765B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2D52AABD-F8EC-4D13-AD8A-23401C5E975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83AAE87C-6A0D-4AA4-BC2A-5DD094BE18F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68139AB5-5DE7-4E23-8D5B-E907C8ED4F3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D5A3A6B2-2930-4A4D-A4C2-E02870F75B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6451265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EDE61119-87DF-43A4-B055-319AF4189E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CF7128A8-DA12-4D84-9BBA-13716FEC95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CA3BAE76-F5A4-499C-B76E-000AF85BF1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F16DF7F9-CDC9-47AB-81E5-0D09C7A9C6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16F64775-C829-4964-9D69-FEF9A60C61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97031C50-8C14-4493-88D3-2723749775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6BDBF314-AE79-4A16-957E-70256ED6E2F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8BBA8A3-B1A5-4769-B544-E4923EB5ABB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92F17BD8-327D-4EFB-9BC9-B65ABA28BA0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6C02AF91-AC60-4107-B653-8CE16F150A2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4A6742-4A93-4F78-899D-21AA1C380DD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3E4C239-D8C1-409E-B396-C159BE497C5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468629C7-34A3-4140-9BC9-FB8A88DC47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71AC13C6-045A-43FB-BFA0-0C7052C7C34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571FFDB3-7889-4C62-BEBA-0DF1C275219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0B6E91C-0B7E-427D-B951-1F82D071BD1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805B5160-7F4D-4E78-80C5-1D09C29E7AE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602C31B1-7979-4A12-9602-29F50FE0139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E179EA02-89EC-460C-A3BA-E1DABE9D30B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4366CA2C-EBBC-475D-A3F9-8264D9EE2E0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B82C7C2F-EEAE-4A48-81A4-1C9EE9321C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24845794"/>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4F8F458B-F30C-465F-9A93-0577AF3521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DE7BE241-3765-475D-A518-A0CA6FA163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3913D452-23EA-4222-9DB6-92C4C554B65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B3820CE9-3325-4C0D-B999-D182DDCC0D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C621BA5-FA79-4F83-9438-E6E92F8EAA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BC326F9-15EC-4699-AC77-56CB9E6238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9CBE8D09-0DB4-4CD8-9AA7-6E99BDF4B012}"/>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55DC51F4-0DA6-476C-91ED-6D7B0858E1C1}"/>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3607A9F7-2163-48E7-9C38-59D66628F89C}"/>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B04B99F-EE7E-4069-A9CF-901B8CF72ACF}"/>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17F353DA-D74B-4E68-92E2-11D957FAA44A}"/>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B65E6C26-0092-454C-853A-EA1A8AC2B404}"/>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BE405E66-048F-4D67-9AE1-BA8BFA3948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4811104"/>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A882A73B-F72D-453B-B346-7F259619BC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44AA109B-022D-44A6-9AAA-10126F9502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D9DBC0A0-D66A-4F07-A28E-A52FE568FB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7335F4D8-5066-4006-8B67-50FF2BF5C5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3EC27A0F-D4F8-42BA-B203-31497BFA41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E5B2BC75-A6DC-4DE1-A2D3-0CFA253CA6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AFFB0DE-BF5E-413D-835C-D9DC568C3959}"/>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C4D6DD54-B861-44B4-8107-56B9DC4C117B}"/>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04A63E5B-937D-475C-9301-54951CF54D7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E45AEDAE-3C62-4C6F-ADEA-20DA270F94F0}"/>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FD4796A4-A807-4770-8949-FE49BBC5E448}"/>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FB28AF6A-6787-4230-9AD6-D27A017BC0BA}"/>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6227D28A-2B95-4D94-8206-6E732049B22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13E9F68D-2738-4FC1-AF49-C7CDB2EFC34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AEC07591-60F8-43EF-A9E6-751C971B53FB}"/>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3C28BA90-D474-4246-9EE7-1F0988E43DB4}"/>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70F8369E-D2A0-442D-9220-3B41C1942C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053436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2026-10-21T14:07:40.4450000Z</dcterms:created>
  <dcterms:modified xsi:type="dcterms:W3CDTF">2026-10-21T14:07:40.4450000Z</dcterms:modified>
</coreProperties>
</file>