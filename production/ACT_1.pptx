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30abc78169481d" /><Relationship Type="http://schemas.openxmlformats.org/officeDocument/2006/relationships/extended-properties" Target="/docProps/app.xml" Id="Re09d58c8941741a6" /><Relationship Type="http://schemas.openxmlformats.org/officeDocument/2006/relationships/officeDocument" Target="/ppt/presentation.xml" Id="R69a160cbd3974f21" /></Relationships>
</file>

<file path=ppt/presentation.xml><?xml version="1.0" encoding="utf-8"?>
<p:presentation xmlns:p="http://schemas.openxmlformats.org/presentationml/2006/main">
  <p:sldMasterIdLst>
    <p:sldMasterId xmlns:r="http://schemas.openxmlformats.org/officeDocument/2006/relationships" id="2147483648" r:id="Rd10c157a047c49e7"/>
  </p:sldMasterIdLst>
  <p:notesMasterIdLst>
    <p:notesMasterId xmlns:r="http://schemas.openxmlformats.org/officeDocument/2006/relationships" r:id="R61e2b097a8cb430f"/>
  </p:notesMasterIdLst>
  <p:sldIdLst>
    <p:sldId xmlns:r="http://schemas.openxmlformats.org/officeDocument/2006/relationships" id="256" r:id="R14ddc4731ff84b60"/>
    <p:sldId xmlns:r="http://schemas.openxmlformats.org/officeDocument/2006/relationships" id="257" r:id="R51ae11b63e624d66"/>
    <p:sldId xmlns:r="http://schemas.openxmlformats.org/officeDocument/2006/relationships" id="258" r:id="R8aa24ac5c8af4159"/>
    <p:sldId xmlns:r="http://schemas.openxmlformats.org/officeDocument/2006/relationships" id="259" r:id="R7828adbe41ed4e75"/>
    <p:sldId xmlns:r="http://schemas.openxmlformats.org/officeDocument/2006/relationships" id="260" r:id="R13dd5c8508504398"/>
    <p:sldId xmlns:r="http://schemas.openxmlformats.org/officeDocument/2006/relationships" id="261" r:id="R48c2966af32e4edb"/>
    <p:sldId xmlns:r="http://schemas.openxmlformats.org/officeDocument/2006/relationships" id="262" r:id="R83813855df53450c"/>
    <p:sldId xmlns:r="http://schemas.openxmlformats.org/officeDocument/2006/relationships" id="263" r:id="Re87ef9dd0282411a"/>
    <p:sldId xmlns:r="http://schemas.openxmlformats.org/officeDocument/2006/relationships" id="264" r:id="Rd18de1b394434f64"/>
    <p:sldId xmlns:r="http://schemas.openxmlformats.org/officeDocument/2006/relationships" id="265" r:id="R9d4b90511b8545ae"/>
    <p:sldId xmlns:r="http://schemas.openxmlformats.org/officeDocument/2006/relationships" id="266" r:id="R3af2ee1f98cf4a6b"/>
    <p:sldId xmlns:r="http://schemas.openxmlformats.org/officeDocument/2006/relationships" id="267" r:id="R000aca4030144e53"/>
    <p:sldId xmlns:r="http://schemas.openxmlformats.org/officeDocument/2006/relationships" id="268" r:id="R23c574dcb2e84ddd"/>
    <p:sldId xmlns:r="http://schemas.openxmlformats.org/officeDocument/2006/relationships" id="269" r:id="Rb4e08ebca7224531"/>
    <p:sldId xmlns:r="http://schemas.openxmlformats.org/officeDocument/2006/relationships" id="270" r:id="R7ef792caea89496f"/>
    <p:sldId xmlns:r="http://schemas.openxmlformats.org/officeDocument/2006/relationships" id="271" r:id="R44deac21d3eb4310"/>
    <p:sldId xmlns:r="http://schemas.openxmlformats.org/officeDocument/2006/relationships" id="272" r:id="Ra6841178ecb74bc5"/>
    <p:sldId xmlns:r="http://schemas.openxmlformats.org/officeDocument/2006/relationships" id="273" r:id="R931bcca7aaa441de"/>
    <p:sldId xmlns:r="http://schemas.openxmlformats.org/officeDocument/2006/relationships" id="274" r:id="R42c648b7faad4741"/>
    <p:sldId xmlns:r="http://schemas.openxmlformats.org/officeDocument/2006/relationships" id="275" r:id="Rfea98a9a8258426e"/>
    <p:sldId xmlns:r="http://schemas.openxmlformats.org/officeDocument/2006/relationships" id="276" r:id="Rdbf50c08bd9a4202"/>
    <p:sldId xmlns:r="http://schemas.openxmlformats.org/officeDocument/2006/relationships" id="277" r:id="R9abea031972545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11ec7920db4290" /><Relationship Type="http://schemas.openxmlformats.org/officeDocument/2006/relationships/slideMaster" Target="/ppt/slideMasters/slideMaster1.xml" Id="Rd10c157a047c49e7" /><Relationship Type="http://schemas.openxmlformats.org/officeDocument/2006/relationships/notesMaster" Target="/ppt/notesMasters/notesMaster1.xml" Id="R61e2b097a8cb430f" /><Relationship Type="http://schemas.openxmlformats.org/officeDocument/2006/relationships/presProps" Target="/ppt/presProps.xml" Id="Rd69e5134c09745f9" /><Relationship Type="http://schemas.openxmlformats.org/officeDocument/2006/relationships/tableStyles" Target="/ppt/tableStyles.xml" Id="Rabf87722a7714218" /><Relationship Type="http://schemas.openxmlformats.org/officeDocument/2006/relationships/slide" Target="/ppt/slides/slide1.xml" Id="R14ddc4731ff84b60" /><Relationship Type="http://schemas.openxmlformats.org/officeDocument/2006/relationships/slide" Target="/ppt/slides/slide2.xml" Id="R51ae11b63e624d66" /><Relationship Type="http://schemas.openxmlformats.org/officeDocument/2006/relationships/slide" Target="/ppt/slides/slide3.xml" Id="R8aa24ac5c8af4159" /><Relationship Type="http://schemas.openxmlformats.org/officeDocument/2006/relationships/slide" Target="/ppt/slides/slide4.xml" Id="R7828adbe41ed4e75" /><Relationship Type="http://schemas.openxmlformats.org/officeDocument/2006/relationships/slide" Target="/ppt/slides/slide5.xml" Id="R13dd5c8508504398" /><Relationship Type="http://schemas.openxmlformats.org/officeDocument/2006/relationships/slide" Target="/ppt/slides/slide6.xml" Id="R48c2966af32e4edb" /><Relationship Type="http://schemas.openxmlformats.org/officeDocument/2006/relationships/slide" Target="/ppt/slides/slide7.xml" Id="R83813855df53450c" /><Relationship Type="http://schemas.openxmlformats.org/officeDocument/2006/relationships/slide" Target="/ppt/slides/slide8.xml" Id="Re87ef9dd0282411a" /><Relationship Type="http://schemas.openxmlformats.org/officeDocument/2006/relationships/slide" Target="/ppt/slides/slide9.xml" Id="Rd18de1b394434f64" /><Relationship Type="http://schemas.openxmlformats.org/officeDocument/2006/relationships/slide" Target="/ppt/slides/slide10.xml" Id="R9d4b90511b8545ae" /><Relationship Type="http://schemas.openxmlformats.org/officeDocument/2006/relationships/slide" Target="/ppt/slides/slide11.xml" Id="R3af2ee1f98cf4a6b" /><Relationship Type="http://schemas.openxmlformats.org/officeDocument/2006/relationships/slide" Target="/ppt/slides/slide12.xml" Id="R000aca4030144e53" /><Relationship Type="http://schemas.openxmlformats.org/officeDocument/2006/relationships/slide" Target="/ppt/slides/slide13.xml" Id="R23c574dcb2e84ddd" /><Relationship Type="http://schemas.openxmlformats.org/officeDocument/2006/relationships/slide" Target="/ppt/slides/slide14.xml" Id="Rb4e08ebca7224531" /><Relationship Type="http://schemas.openxmlformats.org/officeDocument/2006/relationships/slide" Target="/ppt/slides/slide15.xml" Id="R7ef792caea89496f" /><Relationship Type="http://schemas.openxmlformats.org/officeDocument/2006/relationships/slide" Target="/ppt/slides/slide16.xml" Id="R44deac21d3eb4310" /><Relationship Type="http://schemas.openxmlformats.org/officeDocument/2006/relationships/slide" Target="/ppt/slides/slide17.xml" Id="Ra6841178ecb74bc5" /><Relationship Type="http://schemas.openxmlformats.org/officeDocument/2006/relationships/slide" Target="/ppt/slides/slide18.xml" Id="R931bcca7aaa441de" /><Relationship Type="http://schemas.openxmlformats.org/officeDocument/2006/relationships/slide" Target="/ppt/slides/slide19.xml" Id="R42c648b7faad4741" /><Relationship Type="http://schemas.openxmlformats.org/officeDocument/2006/relationships/slide" Target="/ppt/slides/slide20.xml" Id="Rfea98a9a8258426e" /><Relationship Type="http://schemas.openxmlformats.org/officeDocument/2006/relationships/slide" Target="/ppt/slides/slide21.xml" Id="Rdbf50c08bd9a4202" /><Relationship Type="http://schemas.openxmlformats.org/officeDocument/2006/relationships/slide" Target="/ppt/slides/slide22.xml" Id="R9abea031972545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659c4396c746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2370d901584eb7" /><Relationship Type="http://schemas.openxmlformats.org/officeDocument/2006/relationships/notesMaster" Target="/ppt/notesMasters/notesMaster1.xml" Id="R0118ccc155d14a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6dde62f2f44b1c" /><Relationship Type="http://schemas.openxmlformats.org/officeDocument/2006/relationships/notesMaster" Target="/ppt/notesMasters/notesMaster1.xml" Id="R46892b0647a242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28709516d64631" /><Relationship Type="http://schemas.openxmlformats.org/officeDocument/2006/relationships/notesMaster" Target="/ppt/notesMasters/notesMaster1.xml" Id="Ra2159146ba0c4b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bb9883a6cf461a" /><Relationship Type="http://schemas.openxmlformats.org/officeDocument/2006/relationships/notesMaster" Target="/ppt/notesMasters/notesMaster1.xml" Id="R0c497655eda743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0f7687e4104662" /><Relationship Type="http://schemas.openxmlformats.org/officeDocument/2006/relationships/notesMaster" Target="/ppt/notesMasters/notesMaster1.xml" Id="R559c6fc2c2e24b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6f8b081b27c472a" /><Relationship Type="http://schemas.openxmlformats.org/officeDocument/2006/relationships/notesMaster" Target="/ppt/notesMasters/notesMaster1.xml" Id="Rd3d596dcb60c4d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0e7ce8fcf84120" /><Relationship Type="http://schemas.openxmlformats.org/officeDocument/2006/relationships/notesMaster" Target="/ppt/notesMasters/notesMaster1.xml" Id="R0c48bd2b26c440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1df179e01814a2d" /><Relationship Type="http://schemas.openxmlformats.org/officeDocument/2006/relationships/notesMaster" Target="/ppt/notesMasters/notesMaster1.xml" Id="R7b85c3967d1544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0b6451edd94820" /><Relationship Type="http://schemas.openxmlformats.org/officeDocument/2006/relationships/notesMaster" Target="/ppt/notesMasters/notesMaster1.xml" Id="Rb4b9f03916ec4d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0725bbb1744013" /><Relationship Type="http://schemas.openxmlformats.org/officeDocument/2006/relationships/notesMaster" Target="/ppt/notesMasters/notesMaster1.xml" Id="R1d14ab8eadbb48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7f194cad994827" /><Relationship Type="http://schemas.openxmlformats.org/officeDocument/2006/relationships/notesMaster" Target="/ppt/notesMasters/notesMaster1.xml" Id="R27b9b8bfbf124c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fd2f174c6d45f4" /><Relationship Type="http://schemas.openxmlformats.org/officeDocument/2006/relationships/notesMaster" Target="/ppt/notesMasters/notesMaster1.xml" Id="Ra77131e74c5945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60e622d99948c8" /><Relationship Type="http://schemas.openxmlformats.org/officeDocument/2006/relationships/notesMaster" Target="/ppt/notesMasters/notesMaster1.xml" Id="R2a6443bee90e4b3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b299d5ed4c46ff" /><Relationship Type="http://schemas.openxmlformats.org/officeDocument/2006/relationships/notesMaster" Target="/ppt/notesMasters/notesMaster1.xml" Id="R354de6efbc2e43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0fccb0e3594fc4" /><Relationship Type="http://schemas.openxmlformats.org/officeDocument/2006/relationships/notesMaster" Target="/ppt/notesMasters/notesMaster1.xml" Id="R59694fdf4afc45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6570f5e2a54e7e" /><Relationship Type="http://schemas.openxmlformats.org/officeDocument/2006/relationships/notesMaster" Target="/ppt/notesMasters/notesMaster1.xml" Id="R54a5b03521c947e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89d10dac6d2483b" /><Relationship Type="http://schemas.openxmlformats.org/officeDocument/2006/relationships/notesMaster" Target="/ppt/notesMasters/notesMaster1.xml" Id="Ra8445c0b6ecc4a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33777cecaa48ee" /><Relationship Type="http://schemas.openxmlformats.org/officeDocument/2006/relationships/notesMaster" Target="/ppt/notesMasters/notesMaster1.xml" Id="R9ad1a8b6549b49d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ce425435b3440d4" /><Relationship Type="http://schemas.openxmlformats.org/officeDocument/2006/relationships/notesMaster" Target="/ppt/notesMasters/notesMaster1.xml" Id="R32639831a6b64a8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f0ca347bda34042" /><Relationship Type="http://schemas.openxmlformats.org/officeDocument/2006/relationships/notesMaster" Target="/ppt/notesMasters/notesMaster1.xml" Id="R9d625f8795cd443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1566b015f1645fc" /><Relationship Type="http://schemas.openxmlformats.org/officeDocument/2006/relationships/notesMaster" Target="/ppt/notesMasters/notesMaster1.xml" Id="R3579182eeaa540a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cdc95a3115414f" /><Relationship Type="http://schemas.openxmlformats.org/officeDocument/2006/relationships/notesMaster" Target="/ppt/notesMasters/notesMaster1.xml" Id="R441173e0e01d4b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전체402분이다.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S70에서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S70에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45cd1633224b0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3dc141e3e645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ae2147a52a041b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11b3319558a41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4d9566f13340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e22e7a572747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452764-21AA-4C8E-958D-5FC3D9A03A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F583A18-BEB9-4D7E-8E92-1197AF59A0B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2D9FF20-B9B4-4432-B38D-4FE8DEAA37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8DDB6F-34DF-4ECC-BAF5-129B452BB7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10BB9BF-CB0B-4825-B8AB-EDE3C01C7F7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41A652-3CF5-404C-8DCB-2826896CE0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0F8964-28CB-4E31-8D2F-4C825843EE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859DDEF-57FA-415D-B9DD-96CEE4C3FFD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1D3852-D639-47C0-BEC5-6B0BB619AA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1A41AD-35B4-4B97-B0F6-79FF0884F0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a3e0e0c07e466b" /><Relationship Type="http://schemas.openxmlformats.org/officeDocument/2006/relationships/slideLayout" Target="/ppt/slideLayouts/slideLayout1.xml" Id="R45fec3abd178460f" /><Relationship Type="http://schemas.openxmlformats.org/officeDocument/2006/relationships/slideLayout" Target="/ppt/slideLayouts/slideLayout2.xml" Id="R70050f1c66554dd7" /><Relationship Type="http://schemas.openxmlformats.org/officeDocument/2006/relationships/slideLayout" Target="/ppt/slideLayouts/slideLayout3.xml" Id="R7b72f7b04e3d4886" /><Relationship Type="http://schemas.openxmlformats.org/officeDocument/2006/relationships/slideLayout" Target="/ppt/slideLayouts/slideLayout4.xml" Id="R5c9c9967f3484059" /><Relationship Type="http://schemas.openxmlformats.org/officeDocument/2006/relationships/slideLayout" Target="/ppt/slideLayouts/slideLayout5.xml" Id="Rbe1d8aa2a5b94338" /><Relationship Type="http://schemas.openxmlformats.org/officeDocument/2006/relationships/slideLayout" Target="/ppt/slideLayouts/slideLayout6.xml" Id="R1f68f9cc916b46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fec3abd178460f"/>
    <p:sldLayoutId xmlns:r="http://schemas.openxmlformats.org/officeDocument/2006/relationships" id="2147483650" r:id="R70050f1c66554dd7"/>
    <p:sldLayoutId xmlns:r="http://schemas.openxmlformats.org/officeDocument/2006/relationships" id="2147483651" r:id="R7b72f7b04e3d4886"/>
    <p:sldLayoutId xmlns:r="http://schemas.openxmlformats.org/officeDocument/2006/relationships" id="2147483652" r:id="R5c9c9967f3484059"/>
    <p:sldLayoutId xmlns:r="http://schemas.openxmlformats.org/officeDocument/2006/relationships" id="2147483653" r:id="Rbe1d8aa2a5b94338"/>
    <p:sldLayoutId xmlns:r="http://schemas.openxmlformats.org/officeDocument/2006/relationships" id="2147483654" r:id="R1f68f9cc916b46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36248fe38b945fa" /><Relationship Type="http://schemas.openxmlformats.org/officeDocument/2006/relationships/notesSlide" Target="/ppt/notesSlides/notesSlide1.xml" Id="R1b6228a13ce246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ec70c4eb994314" /><Relationship Type="http://schemas.openxmlformats.org/officeDocument/2006/relationships/image" Target="/ppt/media/image.png" Id="R286559b50b9b4be6" /><Relationship Type="http://schemas.openxmlformats.org/officeDocument/2006/relationships/image" Target="/ppt/media/image2.png" Id="R45ca06917b734852" /><Relationship Type="http://schemas.openxmlformats.org/officeDocument/2006/relationships/image" Target="/ppt/media/image3.png" Id="R2702099913c240f7" /><Relationship Type="http://schemas.openxmlformats.org/officeDocument/2006/relationships/notesSlide" Target="/ppt/notesSlides/notesSlide2.xml" Id="R1be64d4f19f44b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4f12e3dd214d7a" /><Relationship Type="http://schemas.openxmlformats.org/officeDocument/2006/relationships/image" Target="/ppt/media/image4.png" Id="R1ea32eead139471f" /><Relationship Type="http://schemas.openxmlformats.org/officeDocument/2006/relationships/notesSlide" Target="/ppt/notesSlides/notesSlide3.xml" Id="R8cd2fd54572749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078c6fcd22b46b3" /><Relationship Type="http://schemas.openxmlformats.org/officeDocument/2006/relationships/image" Target="/ppt/media/image5.png" Id="Re073eab5615d4dc3" /><Relationship Type="http://schemas.openxmlformats.org/officeDocument/2006/relationships/notesSlide" Target="/ppt/notesSlides/notesSlide4.xml" Id="R96f9e9615e6c47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1e8bfdb3db4dd6" /><Relationship Type="http://schemas.openxmlformats.org/officeDocument/2006/relationships/notesSlide" Target="/ppt/notesSlides/notesSlide5.xml" Id="Rd9207f8d370442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099d1badb8b43a4" /><Relationship Type="http://schemas.openxmlformats.org/officeDocument/2006/relationships/notesSlide" Target="/ppt/notesSlides/notesSlide6.xml" Id="Rf8ba645dbba54f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441dfe232b14c91" /><Relationship Type="http://schemas.openxmlformats.org/officeDocument/2006/relationships/notesSlide" Target="/ppt/notesSlides/notesSlide7.xml" Id="Rb6b1db9025b842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272501b1d14e7e" /><Relationship Type="http://schemas.openxmlformats.org/officeDocument/2006/relationships/notesSlide" Target="/ppt/notesSlides/notesSlide8.xml" Id="R3b0c1b6a98f84d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098b26defd4f3b" /><Relationship Type="http://schemas.openxmlformats.org/officeDocument/2006/relationships/notesSlide" Target="/ppt/notesSlides/notesSlide9.xml" Id="R75d0f292d3644d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03b74744d34d5c" /><Relationship Type="http://schemas.openxmlformats.org/officeDocument/2006/relationships/notesSlide" Target="/ppt/notesSlides/notesSlide10.xml" Id="R7fe77d48e8d048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a35cb11fb2f4726" /><Relationship Type="http://schemas.openxmlformats.org/officeDocument/2006/relationships/notesSlide" Target="/ppt/notesSlides/notesSlide11.xml" Id="R4769b81eb56e424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092a898d2fa4a85" /><Relationship Type="http://schemas.openxmlformats.org/officeDocument/2006/relationships/notesSlide" Target="/ppt/notesSlides/notesSlide12.xml" Id="R2c3a5b15e999474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9169f79cdf2481a" /><Relationship Type="http://schemas.openxmlformats.org/officeDocument/2006/relationships/notesSlide" Target="/ppt/notesSlides/notesSlide13.xml" Id="R515208a32f2143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094c5b68ff4091" /><Relationship Type="http://schemas.openxmlformats.org/officeDocument/2006/relationships/notesSlide" Target="/ppt/notesSlides/notesSlide14.xml" Id="Rd95867e58f2548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8bf5d14182449b6" /><Relationship Type="http://schemas.openxmlformats.org/officeDocument/2006/relationships/notesSlide" Target="/ppt/notesSlides/notesSlide15.xml" Id="R0cb752a8d730452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969330302334ba3" /><Relationship Type="http://schemas.openxmlformats.org/officeDocument/2006/relationships/notesSlide" Target="/ppt/notesSlides/notesSlide16.xml" Id="R6444aa6e80684e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aa34ead1030494b" /><Relationship Type="http://schemas.openxmlformats.org/officeDocument/2006/relationships/notesSlide" Target="/ppt/notesSlides/notesSlide17.xml" Id="R3bc576841a9b48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4bf4a200a354c55" /><Relationship Type="http://schemas.openxmlformats.org/officeDocument/2006/relationships/notesSlide" Target="/ppt/notesSlides/notesSlide18.xml" Id="Rc474aac3ecda4cc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a3b191de2ee4cdf" /><Relationship Type="http://schemas.openxmlformats.org/officeDocument/2006/relationships/notesSlide" Target="/ppt/notesSlides/notesSlide19.xml" Id="R5e8dc83fe9f14d1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1ef9e718080419c" /><Relationship Type="http://schemas.openxmlformats.org/officeDocument/2006/relationships/notesSlide" Target="/ppt/notesSlides/notesSlide20.xml" Id="Rfae0e2aa59a941c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5ef55c9ee084490" /><Relationship Type="http://schemas.openxmlformats.org/officeDocument/2006/relationships/notesSlide" Target="/ppt/notesSlides/notesSlide21.xml" Id="R41c73af9cb73454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26b866f764b4eee" /><Relationship Type="http://schemas.openxmlformats.org/officeDocument/2006/relationships/notesSlide" Target="/ppt/notesSlides/notesSlide22.xml" Id="R99fb3d57f58e4ac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5F30987A-10BC-4883-93C5-DF25BD526CA2}"/>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882A9977-B548-4532-8F71-0613986D43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D2883418-EE0E-4ED4-8D0E-D42700C7E79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A8522187-941F-43F5-80A2-EA259DAA0485}"/>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2EC22290-6148-400C-8537-7081D69EC9A7}"/>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A827A220-D685-4E24-85F6-77206F35117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5114AEF-B1FE-4FCA-8E50-179BF1D45C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81873380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3C687D53-B6FF-4ED4-9A42-58C165D946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CD39FD3A-37CB-45BE-8E9F-A768026EE9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16297CAC-8BC6-4D30-9032-9A9703EC0F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1A04A171-CCC8-438E-921F-86DA597EA3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98BD2EB-983D-4AF1-9EF6-AB8B928BB1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2CB695E-5699-4CC4-8E4B-E9632812DB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6A5AF739-CB95-40A8-BE3C-C9D8C2133F0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6D9C469-E910-4DF8-B1CE-260ED21647CF}"/>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1BA2661-87E8-438E-8294-22D6DAFDE18D}"/>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7E0CBFB-4D17-42D1-8880-BEBDD4B8535F}"/>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697DF78C-1D1F-4D1C-A70A-E0CC471CB0D1}"/>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7D9D9379-44DA-4835-8B24-EECA1570C97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5E4EC5C-5915-41C3-B3DC-9A6D26E2B944}"/>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D64A29A-045B-4DE4-8BF0-09C4D11A9ED1}"/>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E4ADA45-A4B2-4A99-8FC6-0C2C8F7BEB28}"/>
              </a:ext>
            </a:extLst>
          </p:cNvPr>
          <p:cNvPicPr>
            <a:picLocks xmlns:a="http://schemas.openxmlformats.org/drawingml/2006/main" noChangeAspect="1"/>
          </p:cNvPicPr>
          <p:nvPr/>
        </p:nvPicPr>
        <p:blipFill>
          <a:blip xmlns:r="http://schemas.openxmlformats.org/officeDocument/2006/relationships" xmlns:a="http://schemas.openxmlformats.org/drawingml/2006/main" r:embed="R286559b50b9b4be6"/>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EA6E1773-7E7C-46C5-B50B-7C7C432D9F5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E8936C3-1E11-42A0-9485-75394515399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B3ACFA6D-E1F2-444D-9015-F4FC31FEEA8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FC8C80FB-C492-4991-B67A-C26C61E882CA}"/>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5E7E75A-2F41-4F9E-AE57-F4690C709CA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36EA566-EDA3-49CB-93BD-68AAAFB13F0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FD6B6D7-DFF6-450B-A04F-382626F84D3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6C1E98CF-3A11-4E9B-8D81-A629021D968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8E928251-23CF-433B-A9D8-BB55A67939FE}"/>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BABC5EEA-8877-4972-A000-E8C5DFE09E74}"/>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9417D0EE-1355-4921-9123-042DD4ED173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2ED484DB-7301-4CCE-A22E-B060C1956CA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F306E50-7962-4142-904A-8B3B1970B01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05E19A0-BA27-4359-A391-E509DB0902F1}"/>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3F3FB79-FEED-40A6-9A39-FFB55CF2F734}"/>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58068022-4C94-43A6-A65E-306B146D3754}"/>
              </a:ext>
            </a:extLst>
          </p:cNvPr>
          <p:cNvPicPr>
            <a:picLocks xmlns:a="http://schemas.openxmlformats.org/drawingml/2006/main" noChangeAspect="1"/>
          </p:cNvPicPr>
          <p:nvPr/>
        </p:nvPicPr>
        <p:blipFill>
          <a:blip xmlns:r="http://schemas.openxmlformats.org/officeDocument/2006/relationships" xmlns:a="http://schemas.openxmlformats.org/drawingml/2006/main" r:embed="R45ca06917b734852"/>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15940ED-6A8B-41D2-9E9A-ECF3245665D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08CCC29-D6C2-48CE-B904-DDDAD8D5BB51}"/>
              </a:ext>
            </a:extLst>
          </p:cNvPr>
          <p:cNvPicPr>
            <a:picLocks xmlns:a="http://schemas.openxmlformats.org/drawingml/2006/main" noChangeAspect="1"/>
          </p:cNvPicPr>
          <p:nvPr/>
        </p:nvPicPr>
        <p:blipFill>
          <a:blip xmlns:r="http://schemas.openxmlformats.org/officeDocument/2006/relationships" xmlns:a="http://schemas.openxmlformats.org/drawingml/2006/main" r:embed="R2702099913c240f7"/>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E5426168-38D0-4913-AEF8-C7E433ADFF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383805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5CAB6BD1-EE8C-4D51-851B-E27ADDBEAE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855B0051-2434-4489-BB6E-6E85CAA043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7C27492A-870F-404B-8DD4-9E29612E18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34359DF-4049-41BB-BA2A-7D430A0356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D4AE33F8-89E4-4D7B-A5DD-A52019A0F3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677D05B-67B4-48C5-8E68-943EB02662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5521A2B-778C-4DE9-98B6-873793668CA3}"/>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60B213C2-4C69-48C6-88D8-C77B9AD51C2C}"/>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E2DCA4E-3CDC-41C3-9624-E3FB1966F20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C9A1C13-6C42-40DC-BD31-5DB3E811906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047D352B-72DE-4755-B770-63ADBAB4588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7B609A4-1576-4FA3-8B3D-13AECFE31C99}"/>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6475753-2DC6-4783-A136-DE91D76778B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27E1950-0FCC-450F-B09D-11AD75E4D1A9}"/>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1386853-7882-4F93-BEF7-D29AE5275C86}"/>
              </a:ext>
            </a:extLst>
          </p:cNvPr>
          <p:cNvPicPr>
            <a:picLocks xmlns:a="http://schemas.openxmlformats.org/drawingml/2006/main" noChangeAspect="1"/>
          </p:cNvPicPr>
          <p:nvPr/>
        </p:nvPicPr>
        <p:blipFill>
          <a:blip xmlns:r="http://schemas.openxmlformats.org/officeDocument/2006/relationships" xmlns:a="http://schemas.openxmlformats.org/drawingml/2006/main" r:embed="R1ea32eead139471f"/>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0E9265E7-D95E-4DCE-B0B4-042201D200B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1AC11C2-A80D-4791-A749-3E20CE12FE1F}"/>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23266301-4C11-471B-91E4-5B51846F6F2A}"/>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92678C25-469B-4756-84B7-0E4CA45A828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93341D5B-6D54-42BA-8327-17077397881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C41B5C7-2FE0-4810-938B-B12CAC82EBB8}"/>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E8C57AFB-BA17-493D-A278-637C254BFCDE}"/>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EC7C55C4-5AA1-4E3F-83DA-062253559E0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6CACB9C-1707-4122-8252-7F961F53444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CB27F40-6F6C-4F61-BAEF-0DA68BB488B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B02B720-10C6-41B5-A9AA-1D73C2D8CAC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506C10F-AAEC-4861-B77D-F19E77F862C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732C84A-196F-4F84-AD15-4ECCE21ED2B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D11A5D7C-BA8A-454F-91B4-D1DC73B16035}"/>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1521F71-ED88-4D07-B747-A7B9A7132A0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1287971-7372-488E-A3C3-199E1EF9325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4F996C91-03E4-4428-8BD9-D9C4941CC42A}"/>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D23F257-AEDF-470B-A010-71619B6F4AE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2D388B5-7C7B-4980-A9B3-43633B042FAE}"/>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6DAB4023-8A08-4571-94CB-B49A08425512}"/>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0D0F3D7-D596-453D-BF38-E4F370F3C89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B052110F-5AE3-4A07-924A-C4014DDDE40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F7957B4-9640-4922-98A0-8CDAC8FFD46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C8D3131-3FEE-40C8-8376-D68AF142782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4B62535-40B5-49F4-8D85-D3E3804B1FD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EDFE742-E592-4C43-9D87-30CCD5808B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146948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A56FED93-D4CC-4778-AB3B-516D5710D9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7E0572D3-0AA9-473B-A5CE-422308F0DF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5B331EC9-F462-4204-A6F3-A5783A2188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180B24A8-2728-4CBF-8799-F648F43611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08C4670-0E1D-4C6F-B85B-35735EFA87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921C05B-C59B-4B4E-8D7E-D6576B1DCA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8F90F0A1-EBF4-4526-AB83-322DCCD7E1B3}"/>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829A1ACF-8A2F-4C5F-8739-52F79E4C6914}"/>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E1E74F6-5758-42D3-80E2-66CC76C80C1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9FA8B46-0F6B-40C3-8B89-97484ECB2CDA}"/>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C5CC248-08A9-4ACF-A3CF-CC3EF444B308}"/>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B820BBFD-14A0-410B-9634-58DAE6CCDE48}"/>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390800B-C7D4-449A-9A8F-4E3E1A9F66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3021EB7-53B7-4CDE-A62C-44312E897724}"/>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3C4AB9AB-BAC4-4A00-A221-107F9EE9962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4BDA92C9-8441-407F-AFDE-F91A8D44DFFA}"/>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5851FD9-F864-45C6-9C05-C2764B6BE150}"/>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F7D0FC78-80D2-4F49-AFAA-B796808BB878}"/>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07DFDB5F-9735-4368-8A5C-D9E2A826128D}"/>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56C4E5C7-D9A8-4741-BBB7-45385D9E5F60}"/>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B698616E-2455-49CE-BCDD-07D7A12415A4}"/>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CECA3FC2-BC8F-49DA-B04E-CF29C8F844F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5AA0DE6-3A7E-48A2-B429-E36DCF067951}"/>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13010F0-13FE-4C64-B2F1-005718F3DC0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78400E5A-7E99-4693-B137-770B95109DD4}"/>
              </a:ext>
            </a:extLst>
          </p:cNvPr>
          <p:cNvPicPr>
            <a:picLocks xmlns:a="http://schemas.openxmlformats.org/drawingml/2006/main" noChangeAspect="1"/>
          </p:cNvPicPr>
          <p:nvPr/>
        </p:nvPicPr>
        <p:blipFill>
          <a:blip xmlns:r="http://schemas.openxmlformats.org/officeDocument/2006/relationships" xmlns:a="http://schemas.openxmlformats.org/drawingml/2006/main" r:embed="Re073eab5615d4dc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B5BD47A9-A83B-4C97-B58D-54D8567FCAB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7E1FD67-2532-4F9E-B1E1-3B12C8BFE38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FF60D0C6-2F63-40BE-864A-53BAF118902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0CA7F6C5-DD6B-42B4-832A-BEB9A0C38F1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18F2924-FF17-4262-A28C-DF8F2668FB4E}"/>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2A11F25-11DF-4BE1-95C4-4359B1181F8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CEA79F0-8FA9-4BBF-8327-2D2FB947413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5DB6D1DA-AC85-49AA-9863-28069C050A8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8D0A1827-0CC5-4874-8DF8-DD514D7627D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41861FEC-6484-4157-AB68-FFDB0E3D322D}"/>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5533FD6-00A1-456A-8720-9AA5C1C2CCA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E5FC338-2C10-4F9E-9E4D-504A473A629D}"/>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13A1AEE-2F29-4CCA-9F99-F6E9BF76C12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910FA1E3-C1A4-49AA-9871-C15BB63C641E}"/>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57E5C0F-A06A-428C-8DA3-257374C2EB1D}"/>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02BCA05A-0C61-47E7-9F81-AFCD7650B8B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ADD2BE31-5B9F-4B34-9488-7D6956CDDD2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EB6E722-9838-46CB-92B7-B2E30AE2208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B43B048E-62A4-4E02-B759-7F3937524CC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4B393D3-93EA-45DA-951A-133ECFE445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48182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3326EF87-74C9-424A-8A6C-0D09FA2972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E472A69A-06EF-4861-911D-59B8DCAEDD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50BDCAAD-6928-4CBD-A9B9-60E9624686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CA2C73E-B166-42AF-AB3A-D2E49B4479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5F387F5-D309-4840-B5DF-BF8C2BF3CD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486ACF57-E02A-4B08-90E2-AE25810B15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41866A5-6187-43F3-B3F7-B60976AD2EF9}"/>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7194A8E-23DD-4CE2-BA25-C890AB52B017}"/>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0EB3E706-FF77-4E84-9E37-7B1137916475}"/>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680F2358-5C33-4BD7-A080-1D55C6208290}"/>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3EE271DA-1741-49CC-A462-8E066A46DFF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E4F1B1D-3107-46F3-A832-998279B3CC7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E5CF37AB-AB8F-458B-A022-E3F4B5CC9057}"/>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85E4624-7C31-41B0-BFB1-6D30D2A2A92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098CB8B-3F75-466C-ADB8-B635E2AC74DE}"/>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910DB49A-0D08-4531-A48E-2638DFA4D4A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CC96616C-D075-4940-BC21-22A23B9544C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1BF3238A-80D0-40A5-A1DB-D6B57E17C87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AEAF0107-7B6E-4AE0-9B23-9D0CB4EE541E}"/>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1F4EA67-C4DB-4330-AE47-DE6F5D44584B}"/>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6A934F5-C7F8-4B75-A7C6-87530CDAD7E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9EAC6C4-9B31-44E7-B1F5-A607E77530F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CE44100-9409-4F48-A8D0-14472712D2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621749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D54AB5B-FC63-4C24-8EF3-15C7BDF306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6A5E7710-16B2-46E3-8C82-AEEBD8B9DC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58F51CA8-F0AC-4DFD-BFF6-24538B78E5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52F992C-1701-4B75-A8FB-0559B9CBF3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1D9EA1D7-8C39-4DD7-984D-FF7ADFF109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DA6B4B43-30F0-4623-8BE5-C39F9ED7AB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FE7E4D3D-0FAF-478B-A8BD-1EA03763617B}"/>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8F32E5F1-9353-436A-B87C-60A4856AE24D}"/>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3730054-949B-4C88-B2FA-06ED1FADE14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F9925C83-B7DF-444E-B6D0-8BA310D85E4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EAF72749-BF94-4C69-8FE3-683E0C6C36C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E375044-CB55-4281-ADC9-CD95780506A8}"/>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1E2333C-C2F6-48E9-A56D-3778A0C58D4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DC027C65-7F39-4C62-8CBE-DE4BCAE73462}"/>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730FE52-6141-454B-8649-CAE979EF3D3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9F98822-0506-4590-B9F1-8623260283AD}"/>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0B7B190-C4C6-48CA-80EE-3838778F83F4}"/>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990192D-7DB4-432B-9AA9-6ED19EBEED82}"/>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33368725-7ECF-435D-B426-9E30E305A44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8684229-8896-486E-8710-2548CB79ECC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3B78B96A-2784-4636-911A-F1CA872D8BE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1ACCCCF7-5D0F-4411-B387-B49AC39B4190}"/>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01958D4-CD74-4588-A266-834DDC9AF46E}"/>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5EA30C7F-A33A-4702-80A3-1657EA9CF649}"/>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B9E7C67-65B0-4664-8F39-7EC5A6580F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713847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93774845-ADDD-4A70-809E-F628835276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AD08223A-ACBD-497B-8213-7838AC9F9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9AD5A5EC-919C-4BE4-82ED-8CC1F02590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6B44D8C-A1A2-43BB-8176-A7DF79FEED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0172904-B6A8-4D42-8D21-D9E8F99D52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108F2A8-0DB2-41A6-96CB-B7D26D706E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0215F3D-B358-4AD7-8E84-1A8825683CE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10BDED69-E846-4E81-8E8A-A579EAD2E28B}"/>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1FE5E8E1-A9AC-4DF0-9B94-3187EC87CBF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093A6D8-0EA6-46E4-AF79-46F834520419}"/>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ABAB788-3FE4-4CAD-AFF0-23DD79A0A9E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2DDB053C-9236-4479-A896-87D5BEC83E6B}"/>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24D3A7DA-E532-42D3-AF92-E2DDF949DA58}"/>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593A40FD-2576-4190-BFF5-B27D6E8AAB4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FA05C5EB-7CD5-42F0-A403-BFD8A8D8ECA3}"/>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B56A75FF-BACF-42D3-BA2E-5D1BC3884633}"/>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6E23FF7-CDE8-40D7-AB01-F25AFEAE1776}"/>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8947243-DED1-4653-9EF3-59360AD27C3A}"/>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1092034-0203-4BE8-9E28-DF8ABE76999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B11044A-6338-45EC-8955-5107BC20CEC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2A5CC13-9773-47B2-BB9E-65A702C0477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54FD83D4-FDEF-4343-90F5-B02996217E8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5B63740A-9C6B-42C5-BAC0-2F35DDA1843C}"/>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20E8BDF6-CD96-4CB4-9258-B4DCB7E83521}"/>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445061A3-79C1-4A6C-8AB2-D9A04A457564}"/>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4367269-F247-493D-A747-DA3C43553DB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DC018B0C-5F0E-4AF3-9A27-A076244B73C9}"/>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3FEECB92-E815-4437-82E6-3860ADABED2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E603E0B3-8BF2-4757-8190-85A370C0F7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36022392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6BE881B2-8A76-4E5C-80CC-FDB652B81D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12C55DFE-D16F-48F3-BE7E-DDC8B0BC44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6A05CA54-C676-4EED-94E4-EEDB21E20C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F9799E2A-1655-4CB9-9C37-6D2718FF82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E7A01E7-E066-4142-9916-6FE237E7DF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C85114FC-DAA8-4585-BB98-4828EEB725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016D2BCC-AC1F-4107-82F6-4669988D97B0}"/>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A01AF00A-699C-46C8-890F-94FD051E2778}"/>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588CAAA3-52E6-4DAE-A55C-D3133981902D}"/>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B2A170F-3133-4834-8586-A79263F15FB6}"/>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4F8E0BA-6F4E-4FE8-8FE1-C388BA26AA5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E805EFF-318F-4874-8A34-240777E9AE3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A05D502-6106-4D86-979A-6151B641D37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A420932C-00A7-46B8-AE4D-C364BFD33BCF}"/>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65E81C96-ADE5-4F8A-90E3-E2A485DBD93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BA9664FA-2B14-450A-BF21-358E62419ECD}"/>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5F40114-65AE-4FEA-8C1B-8F799621E8BC}"/>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4E7A254-9687-4DD4-8624-6B9B32224D98}"/>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0B9CB46-A90E-4A4F-90C4-C411A6A501D5}"/>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BABD8331-B55B-4553-8617-F656C3EED116}"/>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E7266A94-CB32-4F13-B15D-589E99E69AB3}"/>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40C5E41-87BB-4127-A41F-1FA592EC8AC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53F5A12D-D1F6-489A-9069-E206A446328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C35289DE-A6F3-404A-87DE-1E2E1CB3011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C4A3ED69-5E47-40EE-8789-DA60E489F48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428AE0D-D442-4972-B6B6-49D45189751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8FE59D85-8986-4B97-9123-8E2E99E0914C}"/>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3DED5FC2-6217-40C0-8A1C-A4B7D844D33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84D0D6D-9CDE-411D-AECF-A9671303149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D1BC44C-242E-40BA-A038-0579E1397464}"/>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96BFE4CB-5BA2-4A4C-891B-6EF69CAB5290}"/>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CA96454C-EDF9-4EB9-BB77-4829D4E42680}"/>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2982FC2F-B188-4D68-8A79-42F99CAE1532}"/>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72234A90-245C-463B-9584-A39A9F1C3B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2027026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681969AF-19AD-4926-97B1-5C1BAE3BF4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9B238F16-A9EB-4C6F-9DBE-60F03428B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F2FD0952-A896-4663-8947-F0BE90A4A0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B4C7625-0CA4-43E7-9262-4ED71B06C1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FD51F13C-F303-41F1-A661-899FE61C24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9CE69A3-037E-45A3-B7CC-A689CCEE3C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06B79DB3-1DC6-4003-B27E-777EFCE0DFF2}"/>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E6DD73E-C575-4CFA-A423-6A91C5831D1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70C582D5-8EAD-4792-B884-91620A9A77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64CE0E-2D0D-4596-B851-F28984F1A25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8860E89B-972D-4DE3-A206-8A9D2639E91E}"/>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705D93B-12A7-41BC-A851-4176BC8CC37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32711492-368C-466A-9A17-DD4E15EAE6E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7E93220A-7B30-443B-93A6-E37D22ADD8A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632DF1CA-16E5-440B-89DC-30F7F2F42339}"/>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5136E427-FF52-4F17-ACC5-863ECA2FC55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89D703B6-310A-489E-8E01-C5729EE1A785}"/>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5CC2F84F-3244-45F3-8816-685B71295B3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C495237-EC00-46B1-A991-AA32265A74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0744341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E80AB7AF-AC0D-473C-A227-8B2B55848D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1AEBB57F-6357-42AF-A5F1-AAA4BB232E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8EC3E77D-0F8D-4115-969B-49CC14836C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E7999F8-9F8D-4739-8889-3FA4E9BDEE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C4C9AB91-A43E-4F06-AF18-7F9643406D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D17ACFD-A968-49B8-BCC5-4BCC3D208F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59E2F352-5D7B-47B5-AAAC-26FAF2EEEEA8}"/>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812DAAE-9A0C-4F40-BE3A-908BF8FF937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A2A68E2-D245-48F6-BFFC-0D32E76CB22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0548C82B-A02A-4B55-861A-162B5084A6DA}"/>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9BA67EB6-224C-4E41-A89F-D61D9F7589B7}"/>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D6FA3DE8-BB5C-4B86-9058-4E02F1769FE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8F42951-954C-462C-812C-046650156F2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AF11B267-20DE-4297-B3E6-F5F6E8303629}"/>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5FF7509-DD66-4108-AB29-D821DB11847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34FD3EB-7B73-4316-99EC-45A4F48380CD}"/>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72724A9-47D0-4580-B88C-EE98B1D69068}"/>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B38ACB71-B4D5-482E-8565-1A79C2BECADB}"/>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FD5861B3-CAA0-4F4F-864F-CDED4FBAEE6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C0376397-A14B-43CE-8F15-0B46DF98CB1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ADAC73BE-C585-4A43-9C17-F3C0B6B417B4}"/>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7A37EB8E-1012-4C1C-8941-D1248D91C0E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E20721A1-04EE-4EE5-B1E3-13F37CE082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9677712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669E32-6CD7-4490-A7B4-3C0E9CFA3A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99FCAC29-9727-47C4-A188-184842451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238DFF7-FD07-42C1-A034-077649A48B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BBEB887-7E4B-4444-8829-B9CDC2F5C6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4F9F769-C4EE-4EC5-99B7-D52C05908F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06EB515C-8C65-4FDA-97AF-EE7F33186E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B76AAF0-F3A9-49CC-B32D-9D5178010EA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10628CF6-981F-4AAD-AA90-BE4574C57D93}"/>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B1C4C9B-E435-492E-BE1B-FAC8DA442BB1}"/>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475DA59-4BE3-4798-9641-25B1E4571BA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86967BA-00B2-40F0-9269-125E4F964FAB}"/>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75DE050-705F-426C-8CC4-DA72920578CE}"/>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54D889E5-DA68-4E0F-8C14-E1336EA94D6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22B92D95-C9D6-4976-AEBE-DECA9AA1961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E97A136F-0095-483D-9B7E-472BEC95880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2F838419-5922-4263-8A41-8DAF9D0B6EBF}"/>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A7F10C9-EB09-49B9-93B8-3B3F69AABC8A}"/>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134C326-3758-4A5A-99E8-3395000A515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E9ACFC-0140-42D0-9497-03E07F7E66A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E9CCA367-5E52-449E-9089-A969F22C10C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443BD4E6-8EC5-4E5B-AEFD-96160B676E8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062A669F-0E51-4D62-B55E-27B64E2F3A7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2EB6CF4-6FEB-4CC8-BEF6-F762038D10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88433639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F8F61A22-9AEB-47AD-B18D-F0F022635E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39100CAC-E7CA-48AE-8EF6-E814AEA2DD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BCA698D0-529D-40AD-81F1-837924E8FA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A3133421-684F-44D2-B130-CB865FC2E2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C07F3FBB-AB47-4D9F-966C-69F363296C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B6837295-63FF-4B09-8376-A735381CAD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7B92CA4C-D249-4994-A237-D1085F8A1026}"/>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EC7FE8F-787B-49D2-84EA-F27A55BC0C2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71C74D7F-7B0D-4388-8A05-E18DC0D9F704}"/>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5B0C037-73D0-4105-8215-1ED942EABCF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0B0EBD00-3056-43D6-BC45-DC2470B143F1}"/>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D0A09CC1-B131-4D80-A943-9FD04B1D58E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1D5CE06-D129-4799-A8BD-B65A45C6087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E373CF55-6F9D-4CA5-BF0C-6B5F3FCF872C}"/>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9A39247-7B84-46FC-9D12-131B66E2C9BB}"/>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0A049DCB-38BE-447F-9876-EABC432E00C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66D8BC4-1304-4115-B9B9-2FE90E9FA41E}"/>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72E8190-A00F-428A-B70A-ED50980CEFC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CC7D1E22-8F6E-4F88-BC12-64D493E315BB}"/>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0FD70F5-19A9-4915-A7C3-F7E436DDDD8B}"/>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C3FD6EDB-F5E3-4288-9BB8-F2266EF9BB6D}"/>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5FD5A6F4-64B8-4A43-99FA-1E61EAD1C9AD}"/>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818B9D1-0ADC-47D3-B5F3-9670E808B36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C155E3BE-52B2-4378-B1AB-089146BE43E6}"/>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210270E-BF57-4B91-9B60-016A09EF9369}"/>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206039C5-DA63-4409-B252-874D3F52F93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C3054C3-0438-495D-B7CE-B4234609E79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376E9F0-A880-4DD1-A297-B2A08001EDB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D7A96F4A-703B-4795-B613-CFCDB62F3C6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1EAFD37-9341-46DE-93F3-232A52E9391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927FC8B-94F5-429B-BFAF-47658E616E26}"/>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5C93D55-CE59-4B7D-9D87-D70EF0F84E7F}"/>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F73C44C9-D097-47D7-95A0-DC1BE445415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8B509C4-FBCC-4BD9-8281-6A8205328B4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94BB014-1B45-4C81-AFCA-82A884C26E5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184897E8-7B69-407B-85FF-68FB6EC54E1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E9EFBBF-03FE-4E47-9349-746B6F8850C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D2B37EC8-D6BA-4EA3-A13C-A8A7130664C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2CEFDF9-6EA2-48BA-A354-1541D5ED213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2AF6C3F7-47C6-408E-AD8B-458BC5574249}"/>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45891423-85DA-4DD5-A7FF-18D4F18EED6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90ECFF8-2B9E-4A10-8A31-C524664F25BA}"/>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295AF7C6-2085-411B-8ED9-8D51999441F5}"/>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C4958CD-59D1-4999-95CB-C95981616729}"/>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05DD3CF5-D7CD-40EC-BA5C-39C04E9E900F}"/>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0CD71B6-DB49-4FC4-9AFF-2D983D399E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863256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8E26C7E8-4BCC-4113-B90C-32212476F4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AF42E89-1B4A-467D-B7C1-4C9435432B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CFA95C4D-9019-43F7-8EC9-9EE2E18751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AAB85DC8-39E8-4B97-9A10-2E9EB0FCE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0EFCC02-92AA-4318-881C-EDB6255475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F254B19E-941C-45EE-B0DD-14B5F1BB7D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B68ECC45-9D3A-447C-A5A7-E5138131050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99121D-57E1-4A30-9B0B-165A1A0AFC6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FC9575C5-8506-4193-9C43-84DC1C0BA7C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7558EBD8-4E05-4361-95FB-7E380A009DF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6A00AE-F1A2-4B5C-84C7-C9AE90A2C41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3166D56-4B6B-4A95-BC51-3D522A317AD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C7A6024-B02A-41ED-B8EE-68E99FDE2EB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DB33FE50-548B-4927-8E1A-B086720904F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CD7054B-CC09-428D-90FF-0C4C7185655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26DA1D5-E3F9-4A7D-BF57-699F8826172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51F7001-9229-4C0F-AD72-23CD33524D4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15B0A06-C9E9-401C-A53F-249CA39C71A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5489520-4141-4D7D-9BAD-80D6D4AA344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C28E2FC4-F972-4B7C-8BDF-6DA197C2E6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92644B0E-B20C-4697-9F0B-435538452AD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8F7F5BD-54D5-4E28-B726-0FBF1443FD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5DDAE326-E207-4D60-88CB-B83F3CD6B4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472612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DD38CA7B-5D1E-4D8F-8AC7-356B22E0C0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24798C26-2107-4372-B654-B65E9CA1A5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31A3AF5B-A948-4C5C-B612-224C3669A8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DF3FBCB-3587-4066-B473-5C45A5E973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9F3CC3BA-0C76-4DBF-B8A4-46B727C9E5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2AC8699-5CBA-4A8E-BE2D-94B75F9BEC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C8B61606-AA5D-4541-9F0C-5825E43BA6C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E74BE77-AF1C-4FDA-B21F-687AACDCF7C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6D206C3-B344-4023-8864-89BE64122CC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8B9B2E39-2C01-4DFC-8A1D-DDBC2C3F45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957A60C-D06E-45AD-B2CC-1FAEAF61566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0CC0343-FE3C-4E62-A78B-7D32101A711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496244F8-8338-444F-BADD-4CDB42BA315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669A76D-69BB-47E1-9FAA-CA01D468D57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E1C76F5C-5FAF-4094-894F-EE5EB79438E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A820A2D-9576-4F47-8ECB-4040584B8B8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E659F714-2782-4972-B898-901E32E736D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7FBC4B17-88A9-493C-9D89-57A0E8CB868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FF6AD456-2348-45C8-BCC5-0008120DA42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A4ED3EA5-5FD1-45B0-AB81-72A1AFD2496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C6D6A0E8-0968-4D45-8DE9-03E6BBDC73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85AEC6D-9B2C-4640-B54A-6BE5D8587F1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E064D06-4527-4D2A-972A-F7240AA7DD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314130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9D9DD56A-D85A-4ADA-AB67-095944CFA9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53567361-468B-4E42-9F5B-B2102A4808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2B374069-548B-4B0D-A3BE-849465DFF5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88C9D3D-2680-49C0-B2E8-5413BB0309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A5A71B4-9094-4035-99E1-18225891CB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86599B0-1B73-40F0-92B0-521DF7ECA2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9267695-9538-45BF-96DC-ACCD546419A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D73EC2C-5E6D-4711-838F-D13342AE83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FC4AFD6-3A7E-4597-BBB5-D976343CB67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00D85248-1D9A-46E0-9C75-2B7AED393EC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F8C085F-42C3-444C-81E3-EB16426E4C6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4E8040F-9E76-454A-91C3-6A94D9A2AA5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5E7F3C0-BDF5-4902-88C2-27A950CD504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48DEE59B-D152-454B-8B2C-F0C6780640A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46178FAD-4AC7-4C0A-9739-478169CDCC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40D07ED6-CEC9-42ED-88F6-DC14FC9554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5B537E4-216D-48FF-AFF1-F516905A010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A3B48B7-C99A-4DA6-9D22-F54E10748BD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1558C46E-63EB-436E-B3F9-4C8A0A11B37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0613A8C1-A1C2-4778-BC9B-ADF783A1953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E60D67AF-7CA7-4E68-B135-E05D101507C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63E945F-1673-48B2-9D09-D7907FB07FE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8214EE4-3913-4AD1-A3AE-B6C7024699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911089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EFB9F178-A9F5-44E4-8648-CDBD8B822D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66681CD8-77E1-45DF-A071-19E4781021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88205A5D-A310-4A1C-B733-88975270CE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FE3050CF-F576-4055-8690-18640A2B73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143EFAC7-9812-49E3-97F8-B3FA36E958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3E61E9F5-A15B-4AB8-A6E5-4CB24C91FD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C867162F-90B7-4D23-8E05-CFF5D57BE15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B79B76C-A8A5-4B99-8570-E708D68333D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415C32C-FB87-4E02-AF74-D25E2CB2FA8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DE4866C5-9A7D-400E-A2EF-DC81B57C34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C699F1F-1B9B-45B6-9937-860558F82DE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9627C0C-951C-4964-AC4C-2905DC8B6C9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9A83D1B-2D29-497B-9446-8295DE3AD05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ED45EC97-941D-4635-AB6F-A4624313F5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058CFC38-E57F-4C1D-B501-9753FA41C33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47858F9E-786B-4342-8FE5-3E20B3694BC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CC7A75BA-9B6F-4BD0-8609-DEAE5E22331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1B226FA5-7941-49AA-BE16-DCBC2230E48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5DC7A8DD-6DB0-418F-B0BB-14E6AD589B3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6AD487E8-09F0-4574-9392-C7CA2AAE07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006F2BC5-AFF4-45CC-B727-FBA3C3AD572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4C0954F-39A4-4259-B42B-507D3CEEF7D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203ECC4-AD3B-427D-BA7D-B3F9F133CA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016084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46D17DF-67C6-4C22-85B0-820074B76B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644DE0E7-55D6-4475-99CA-50C300897C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64B7963E-C667-433B-8C2D-214129F8F4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F6FA801-23D8-46AF-AFD1-8D38DE187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D5E50E2B-D5AF-4F29-B667-7EDDD8DE06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B833F64-C294-464B-AFE4-44880AC432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97981211-C3B5-421C-BBAC-84B555B26D1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8F42A73-A919-430A-98AB-10C1388665A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878EB1D-0CDA-4882-B57F-B7B3CB04ED6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3760C62A-7DC0-42A8-BEFA-E80FDA6E330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2F12C4D-1BBA-4FEB-9379-0BA331A20F0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5DDC413-BDD7-4AC4-B2D6-A9FC9BCD70A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CACB93BA-0315-435B-8057-5EF41F40747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B798BFE4-ADA8-4FEF-A590-6CFB2713DC9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583E07B-801E-41E0-982A-ECAB2337AF6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5DF8C48E-26A5-4F9E-82F4-8A4169DA7A8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DE6E259-E227-4332-A222-62BFDAF06EB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8976B78-F8C5-4A29-B83D-E543C19A699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C98B9749-29A9-45EC-A25A-CEC943581B8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21AD6213-2241-4AF6-B85C-F7DD57FB603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786ECBDA-DE84-48F0-9E37-26C189126BB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E194F71-6D34-452C-B7DB-095DC6AEE5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9943B56-12B0-4F10-BB12-872AB9B6C4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312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EA606A-ECF2-437C-88F1-868D6CE1A6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0CCC7CF1-F340-421D-9930-481D33C10C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06BBC5DC-E7D5-46D0-AB5B-FA3A09EDBB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49821F9-D1AC-4B31-B676-78C0779072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FC95B625-EEF7-4D1E-9F14-B0D192E6F3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EC46CEF6-596F-4FC5-B4C6-56491A07F1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9F721A48-5A95-4218-85AC-4D63BFDFB3E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5CD855F-0300-4CE4-98AE-A1901635AB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76F8E81-12EA-4A41-AB9D-662E647AF59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F33633DB-66BD-433D-8E29-7F3DF52D943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BE7E1D3-D608-4934-96A1-16C43186348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C95BAF1-66C3-4A55-B0B6-40DBA409784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7D819EA8-6258-49B6-99F3-854BD2FDB7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8A456560-14BE-4E2B-87DF-89D7F9B22EB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FA6AC3F-2F8D-4D98-9EAD-6E782FB471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4AC85219-0570-4671-94B6-990AE364430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DB3BAF0A-D414-4F77-9BF7-8D51724F50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0C2C175-FC3C-4D8A-A488-469F85ACB31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824061A-151C-47E9-A962-2DE1E25A603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793470F9-79A5-4F5F-847B-C4A09228D03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624AB649-10F6-44D2-AD3E-EF149EE7AE9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3253B0D-8266-41F3-9492-D80EC922260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97B98F2-BB33-43B9-A72F-AC8415FCD7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2635666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78A604E4-2163-48C1-A231-41FE382D8E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DCBB55F8-D1DB-45DA-B0A0-A4D6D1E1E8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757DAA7F-74CC-4639-98A3-E26AAA00A2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E0EA09F9-2D32-4402-9D65-4A5CD46C3C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5058120-A042-47F2-BB24-B85BAC8BFA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4D030E16-1859-4789-A066-6F68D3EBB8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8CD6B0B4-96F7-4B24-AD23-78D9224DBF7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3B0D9AA-F253-44CA-B526-207BD16B030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B1FB6B8B-1AF4-49DA-9461-326FEA36D8A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14B742D0-06C4-41ED-BE27-AE8CB9BBA27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64B74BB-B5DB-4F62-BABE-62BEE6F82D8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A4F19A8-C460-4E2F-9C00-C44C485EFDB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E7CA1EFF-0DAF-4A28-8210-2C67F402A0B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D4F617F5-EC22-4535-AEAA-D24B8D6028C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54F27C56-C92D-4206-A029-B7EE1DBE7F2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EC80A899-3811-48B2-A167-D442E58926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465CE33-1D77-4D8E-929A-6AA505D8077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2589FA9-A3DA-4BED-B0EE-A424E8822BE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8297959D-D1E8-4752-81A8-E4A44697FE8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CB2875A-3F79-473E-9C2B-F8A8D7EB6B8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4B8EA8A1-E500-4122-857C-97FEAA15661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A97F083-D4D7-44FE-9AC8-60313913854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8D01D67B-DD3B-4AA7-8E84-80343D4C49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761718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0CB83EE8-7FD6-4FB2-A260-605692413B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2006E8A-2468-4913-AFD9-5B0057A2DD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E257214E-9DEA-4A5A-9D08-91D6FDF1D7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AD622A3-B974-4F9F-9912-6341A34B40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C008B15-1F87-4A69-ABBA-76380A0A18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8E7AC5E-69C6-422D-ACBE-E3D1D78E46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2E4666F3-460D-48B4-AAA1-736583D659B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9FB0E92-8D6F-4C79-B7E3-46A43AFCCF4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1CC6B9E2-1CC1-49D1-8A6C-C98BB51AC92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FC46DB12-EAFC-4456-BC20-73E39B812D6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92242E-0BDB-428B-9405-CA5B572F35F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C429B21-3770-4C80-9951-376B2B253A3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60E1455-8E76-4E9E-A20B-1B816C236B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4595A38B-0C55-4B6D-B31C-DCD35532FC9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341B46C-77D8-44DA-B35F-4E98EB3256E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D0F021-9A57-4DA1-BA32-486DF26888C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6C742BE6-6425-4C4E-95BE-24DBAA59120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C19B611-53B7-49DE-8346-DA2F2044DAA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B9BFEAA7-8C66-4606-858F-246257D5E6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10DE4B3-F5F7-464A-BF1B-0DA2B4E9B87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DAEDC43A-55D4-4360-83E3-28C6E5BF2E3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D453D70-077A-45D6-B14F-5C67CE06E27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83259F1-9D1B-4299-A9A3-6167C3AC9E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648713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7BF338EF-28B1-4E48-BFFD-EAFD7B07B2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3939323-42E3-4C20-AAA0-78AF5927A9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49FB301A-6D06-4FA2-9ABF-08706AD2CF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C887D898-B09E-4C63-8515-C1CA8BC52C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FBA60F3D-4C8A-4782-BF06-6464108D88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83057763-73B4-4937-AAD8-643BCEAD1B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AD25AC0-A9FB-4ED0-8212-83AD9DCC414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9D2FA77-3503-4A5C-B263-6D9B97CF9126}"/>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9273B33-969A-45F6-BF62-A28D1C4D935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9767532-6576-49FD-BADF-0AAC28DC7D79}"/>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558A66AB-6996-4567-A25E-B5C2954730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874BEC5-3292-40ED-B50D-F84FA850CCC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878E698-FDD9-475B-A533-B48FEC2531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912506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B37DDAF-24E2-4F0A-9234-F39FF18B21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3D2D1717-B804-48BB-9D6F-DFC93D03E9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C55510A5-7BCB-4CCF-98BD-7F93F02483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FA78DA3D-B073-4208-8E69-46262CEBC9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0BFFD5C-BD11-4CE3-B510-0FBE1E48F4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5C5A8241-E337-48C7-8286-7CC2E0DB97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2F75B376-9331-4941-844F-1B9961C29A8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12D55DE-7B98-4F01-A956-F8BC27372E5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0BB2850F-E8AF-4796-B0E2-ADEA7627AE16}"/>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28090EA-B3A7-48CF-9FE4-21E1A42783B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9DC17B8-4D1C-4A56-A01D-3B9B04A886EA}"/>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9B787C2F-242F-4022-A8F2-43623404CB3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F4F66423-7A6D-46A2-92F3-28F60E0C75D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A99EA04A-802D-475E-89FE-099BD3BD415B}"/>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E0C35DB3-68F6-460E-80D8-C67BF0F1DC1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3E6CC78-021F-4DF8-BDFA-9A07F0F8A0A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551E107-A021-4737-ADE9-A808C6B1B7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43137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2026-10-25T10:22:45.1250000Z</dcterms:created>
  <dcterms:modified xsi:type="dcterms:W3CDTF">2026-10-25T10:22:45.1250000Z</dcterms:modified>
</coreProperties>
</file>