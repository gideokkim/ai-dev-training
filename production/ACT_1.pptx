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24731db2ca4542" /><Relationship Type="http://schemas.openxmlformats.org/officeDocument/2006/relationships/slideMaster" Target="/ppt/slideMasters/slideMaster1.xml" Id="R5ad485d29c60440e" /><Relationship Type="http://schemas.openxmlformats.org/officeDocument/2006/relationships/notesMaster" Target="/ppt/notesMasters/notesMaster1.xml" Id="R1b53e6f5aec94bb7" /><Relationship Type="http://schemas.openxmlformats.org/officeDocument/2006/relationships/presProps" Target="/ppt/presProps.xml" Id="Ra89db6ae51574db1" /><Relationship Type="http://schemas.openxmlformats.org/officeDocument/2006/relationships/tableStyles" Target="/ppt/tableStyles.xml" Id="Rb1b4c5e4218145b1" /><Relationship Type="http://schemas.openxmlformats.org/officeDocument/2006/relationships/slide" Target="/ppt/slides/slide1.xml" Id="R53b5f1c73613466b" /><Relationship Type="http://schemas.openxmlformats.org/officeDocument/2006/relationships/slide" Target="/ppt/slides/slide2.xml" Id="Rdb787b2679b34158" /><Relationship Type="http://schemas.openxmlformats.org/officeDocument/2006/relationships/slide" Target="/ppt/slides/slide3.xml" Id="R15ef2fdfc3fc4c66" /><Relationship Type="http://schemas.openxmlformats.org/officeDocument/2006/relationships/slide" Target="/ppt/slides/slide4.xml" Id="R4afab53e72394991" /><Relationship Type="http://schemas.openxmlformats.org/officeDocument/2006/relationships/slide" Target="/ppt/slides/slide5.xml" Id="R6991b2de36cf4574" /><Relationship Type="http://schemas.openxmlformats.org/officeDocument/2006/relationships/slide" Target="/ppt/slides/slide6.xml" Id="Reefe892a11634e6e" /><Relationship Type="http://schemas.openxmlformats.org/officeDocument/2006/relationships/slide" Target="/ppt/slides/slide7.xml" Id="Rc660046a4aee4b62" /><Relationship Type="http://schemas.openxmlformats.org/officeDocument/2006/relationships/slide" Target="/ppt/slides/slide8.xml" Id="R6671d30a9a674493" /><Relationship Type="http://schemas.openxmlformats.org/officeDocument/2006/relationships/slide" Target="/ppt/slides/slide9.xml" Id="R622f7f149fe64add" /><Relationship Type="http://schemas.openxmlformats.org/officeDocument/2006/relationships/slide" Target="/ppt/slides/slide10.xml" Id="Recccec0b02b94bcd" /><Relationship Type="http://schemas.openxmlformats.org/officeDocument/2006/relationships/slide" Target="/ppt/slides/slide11.xml" Id="Ra34cdac4f2ae4f66" /><Relationship Type="http://schemas.openxmlformats.org/officeDocument/2006/relationships/slide" Target="/ppt/slides/slide12.xml" Id="R24872ffc5e43470c" /><Relationship Type="http://schemas.openxmlformats.org/officeDocument/2006/relationships/slide" Target="/ppt/slides/slide13.xml" Id="Ra09b486bd3494af1" /><Relationship Type="http://schemas.openxmlformats.org/officeDocument/2006/relationships/slide" Target="/ppt/slides/slide14.xml" Id="R63a41de556e8443c" /><Relationship Type="http://schemas.openxmlformats.org/officeDocument/2006/relationships/slide" Target="/ppt/slides/slide15.xml" Id="R0565985cb09f4a47" /><Relationship Type="http://schemas.openxmlformats.org/officeDocument/2006/relationships/slide" Target="/ppt/slides/slide16.xml" Id="Recd5491b6ea3414e" /><Relationship Type="http://schemas.openxmlformats.org/officeDocument/2006/relationships/slide" Target="/ppt/slides/slide17.xml" Id="Rc0dbeecec05d4365" /><Relationship Type="http://schemas.openxmlformats.org/officeDocument/2006/relationships/slide" Target="/ppt/slides/slide18.xml" Id="Rd20122bcdfe04052" /><Relationship Type="http://schemas.openxmlformats.org/officeDocument/2006/relationships/slide" Target="/ppt/slides/slide19.xml" Id="R5a17122b530246b7" /><Relationship Type="http://schemas.openxmlformats.org/officeDocument/2006/relationships/slide" Target="/ppt/slides/slide20.xml" Id="Rded92fe5c21b46cc" /><Relationship Type="http://schemas.openxmlformats.org/officeDocument/2006/relationships/slide" Target="/ppt/slides/slide21.xml" Id="R94b109f609ff43a4" /><Relationship Type="http://schemas.openxmlformats.org/officeDocument/2006/relationships/slide" Target="/ppt/slides/slide22.xml" Id="R4139da827e6c45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2bb8f720f84336" /><Relationship Type="http://schemas.openxmlformats.org/officeDocument/2006/relationships/notesMaster" Target="/ppt/notesMasters/notesMaster1.xml" Id="R660933af8b2d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8d70e2058a41d1" /><Relationship Type="http://schemas.openxmlformats.org/officeDocument/2006/relationships/notesMaster" Target="/ppt/notesMasters/notesMaster1.xml" Id="R9a0439634b9e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f961977d584416" /><Relationship Type="http://schemas.openxmlformats.org/officeDocument/2006/relationships/notesMaster" Target="/ppt/notesMasters/notesMaster1.xml" Id="R12bffd48136544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438ec642c64ef4" /><Relationship Type="http://schemas.openxmlformats.org/officeDocument/2006/relationships/notesMaster" Target="/ppt/notesMasters/notesMaster1.xml" Id="Rd5518c5e79fc4f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dd4228c0a47ae" /><Relationship Type="http://schemas.openxmlformats.org/officeDocument/2006/relationships/notesMaster" Target="/ppt/notesMasters/notesMaster1.xml" Id="R927408a8d05340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79308fde8d4adb" /><Relationship Type="http://schemas.openxmlformats.org/officeDocument/2006/relationships/notesMaster" Target="/ppt/notesMasters/notesMaster1.xml" Id="R4834c3f9ba5c41c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ab5b6f63db468a" /><Relationship Type="http://schemas.openxmlformats.org/officeDocument/2006/relationships/notesMaster" Target="/ppt/notesMasters/notesMaster1.xml" Id="R81034e5a4c0641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a414a1cdb44005" /><Relationship Type="http://schemas.openxmlformats.org/officeDocument/2006/relationships/notesMaster" Target="/ppt/notesMasters/notesMaster1.xml" Id="R1723e4ca1e8e44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17a8e40454d60" /><Relationship Type="http://schemas.openxmlformats.org/officeDocument/2006/relationships/notesMaster" Target="/ppt/notesMasters/notesMaster1.xml" Id="Rf8b439c29ccf41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6faef6c2e2445e" /><Relationship Type="http://schemas.openxmlformats.org/officeDocument/2006/relationships/notesMaster" Target="/ppt/notesMasters/notesMaster1.xml" Id="Re643198b01a1441a"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Task에는 무엇이 아직 정해지지 않았을까?</a:t>
            </a:r>
          </a:p>
          <a:p>
            <a:r>
              <a:t xml:space="preserve"/>
            </a:r>
          </a:p>
          <a:p>
            <a:r>
              <a:t xml:space="preserve">Slide ID:</a:t>
            </a:r>
          </a:p>
          <a:p>
            <a:r>
              <a:t xml:space="preserve">S16</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1. **REQUEST (0:00–1:30):** S14에서 정한 목표·조건을 요청으로 전달한다는 연결을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“성능 요청에서 남은 결정을, 앞서 본 crop 사례로 좁혀 보겠습니다. 같은 모호함을 구체적으로 보기 위한 예시 전환입니다.”라고 S17로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a:t>
            </a:r>
          </a:p>
          <a:p>
            <a:r>
              <a:t xml:space="preserve">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요청만으로는 의도가 보이지 않는다</a:t>
            </a:r>
          </a:p>
          <a:p>
            <a:r>
              <a:t xml:space="preserve"/>
            </a:r>
          </a:p>
          <a:p>
            <a:r>
              <a:t xml:space="preserve">Slide ID:</a:t>
            </a:r>
          </a:p>
          <a:p>
            <a:r>
              <a:t xml:space="preserve">S17</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a:t>
            </a:r>
          </a:p>
          <a:p>
            <a:r>
              <a:t xml:space="preserve">“이 미정 정보를 요청에 담으면, 어떤 작업 경로를 원한다는 뜻인지 더 분명해질까요?”라고 S18의 교육용 구체화 예시로 이동한다.</a:t>
            </a:r>
          </a:p>
          <a:p>
            <a:r>
              <a:t xml:space="preserve"/>
            </a:r>
          </a:p>
          <a:p>
            <a:r>
              <a:t xml:space="preserve">Time Management:</a:t>
            </a:r>
          </a:p>
          <a:p>
            <a:r>
              <a:t xml:space="preserve">원래 Case 4분을 S17 Case 2분 + 새 S18 Case 2분으로 나눈다. 여기서는 요청 30초, 가능 경로 50초, 미정 정보 40초만 다루고 세 경로의 세부 알고리즘을 강의하지 않는다.</a:t>
            </a:r>
          </a:p>
          <a:p>
            <a:r>
              <a:t xml:space="preserve"/>
            </a:r>
          </a:p>
          <a:p>
            <a:r>
              <a:t xml:space="preserve">Fallback:</a:t>
            </a:r>
          </a:p>
          <a:p>
            <a:r>
              <a:t xml:space="preserve">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작업 경로를 Prompt에 담는다</a:t>
            </a:r>
          </a:p>
          <a:p>
            <a:r>
              <a:t xml:space="preserve"/>
            </a:r>
          </a:p>
          <a:p>
            <a:r>
              <a:t xml:space="preserve">Slide ID:</a:t>
            </a:r>
          </a:p>
          <a:p>
            <a:r>
              <a:t xml:space="preserve">S18</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a:t>
            </a:r>
          </a:p>
          <a:p>
            <a:r>
              <a:t xml:space="preserve">Case 2분. 다섯 줄 요청 45초, 목표 경로와 검증 경계 45초, 다음 질문 연결 30초. S17와 합쳐 원래 Case 4분, Section 1B 전체420분을 유지한다. 실제 발화 시간은 UNVERIFIED다.</a:t>
            </a:r>
          </a:p>
          <a:p>
            <a:r>
              <a:t xml:space="preserve"/>
            </a:r>
          </a:p>
          <a:p>
            <a:r>
              <a:t xml:space="preserve">Fallback:</a:t>
            </a:r>
          </a:p>
          <a:p>
            <a:r>
              <a:t xml:space="preserve">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 요청 문장의 어디에 들어가는지 보겠습니다.”라고 S21의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더 긴 Prompt보다 분명한 경계</a:t>
            </a:r>
          </a:p>
          <a:p>
            <a:r>
              <a:t xml:space="preserve"/>
            </a:r>
          </a:p>
          <a:p>
            <a:r>
              <a:t xml:space="preserve">Slide ID:</a:t>
            </a:r>
          </a:p>
          <a:p>
            <a:r>
              <a:t xml:space="preserve">S21</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a:t>
            </a:r>
          </a:p>
          <a:p>
            <a:r>
              <a:t xml:space="preserve">“여기까지는 교육용 요청 예시였습니다. 이제 실제 기록에서는 어떤 지시를 전달했고, 그 지시와 작업 과정이 어떻게 연결됐는지 보겠습니다.”라고 S22의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a:t>
            </a:r>
          </a:p>
          <a:p>
            <a:r>
              <a:t xml:space="preserve">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a:t>
            </a:r>
          </a:p>
          <a:p>
            <a:r>
              <a:t xml:space="preserve">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a:t>
            </a:r>
          </a:p>
          <a:p>
            <a:r>
              <a:t xml:space="preserve">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a:t>
            </a:r>
          </a:p>
          <a:p>
            <a:r>
              <a:t xml:space="preserve">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a:r>
              <a:t xml:space="preserve"/>
            </a:r>
          </a:p>
          <a:p>
            <a:r>
              <a:t xml:space="preserve">Validation Status:</a:t>
            </a:r>
          </a:p>
          <a:p>
            <a:r>
              <a:t xml:space="preserve">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승인된 ON-SCREEN SUPPORTING vector·GoogleTest 도식으로 완료 조건과 검사 범위를 연결한다. 주요 C++ 패턴 전이는 S75에서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명세 기반 완료 조건으로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Check마다 확인하는 범위</a:t>
            </a:r>
          </a:p>
          <a:p>
            <a:r>
              <a:t xml:space="preserve"/>
            </a:r>
          </a:p>
          <a:p>
            <a:r>
              <a:t xml:space="preserve">Slide ID:</a:t>
            </a:r>
          </a:p>
          <a:p>
            <a:r>
              <a:t xml:space="preserve">S26</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a:t>
            </a:r>
          </a:p>
          <a:p>
            <a:r>
              <a:t xml:space="preserve">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S75에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a:t>
            </a:r>
          </a:p>
          <a:p>
            <a:r>
              <a:t xml:space="preserve">“요청에 담을 내용은 정했습니다. 이제 상황에 맞게 전달하는 문장 도구를 보겠습니다.”라고 신규 S27로 이동한다. 기존 반복 Context 질문은 새8장 뒤의 S35–S36에서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a:t>
            </a:r>
          </a:p>
          <a:p>
            <a:r>
              <a:t xml:space="preserve">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지시와 참고 자료의 구분</a:t>
            </a:r>
          </a:p>
          <a:p>
            <a:r>
              <a:t xml:space="preserve"/>
            </a:r>
          </a:p>
          <a:p>
            <a:r>
              <a:t xml:space="preserve">Slide ID:</a:t>
            </a:r>
          </a:p>
          <a:p>
            <a:r>
              <a:t xml:space="preserve">S27</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S27 또는 production/preview/act1/S27.png.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입력과 기대 결과의 작은 예시</a:t>
            </a:r>
          </a:p>
          <a:p>
            <a:r>
              <a:t xml:space="preserve"/>
            </a:r>
          </a:p>
          <a:p>
            <a:r>
              <a:t xml:space="preserve">Slide ID:</a:t>
            </a:r>
          </a:p>
          <a:p>
            <a:r>
              <a:t xml:space="preserve">S28</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바로 검토할 수 있는 결과 형식</a:t>
            </a:r>
          </a:p>
          <a:p>
            <a:r>
              <a:t xml:space="preserve"/>
            </a:r>
          </a:p>
          <a:p>
            <a:r>
              <a:t xml:space="preserve">Slide ID:</a:t>
            </a:r>
          </a:p>
          <a:p>
            <a:r>
              <a:t xml:space="preserve">S29</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근거가 있는 설명과 미확인의 구분</a:t>
            </a:r>
          </a:p>
          <a:p>
            <a:r>
              <a:t xml:space="preserve"/>
            </a:r>
          </a:p>
          <a:p>
            <a:r>
              <a:t xml:space="preserve">Slide ID:</a:t>
            </a:r>
          </a:p>
          <a:p>
            <a:r>
              <a:t xml:space="preserve">S30</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결과를 바꾸는 결정에서 확인 질문</a:t>
            </a:r>
          </a:p>
          <a:p>
            <a:r>
              <a:t xml:space="preserve"/>
            </a:r>
          </a:p>
          <a:p>
            <a:r>
              <a:t xml:space="preserve">Slide ID:</a:t>
            </a:r>
          </a:p>
          <a:p>
            <a:r>
              <a:t xml:space="preserve">S31</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큰 작업을 검토할 결과물로 나누기</a:t>
            </a:r>
          </a:p>
          <a:p>
            <a:r>
              <a:t xml:space="preserve"/>
            </a:r>
          </a:p>
          <a:p>
            <a:r>
              <a:t xml:space="preserve">Slide ID:</a:t>
            </a:r>
          </a:p>
          <a:p>
            <a:r>
              <a:t xml:space="preserve">S32</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기준을 지정한 코드 리뷰 요청</a:t>
            </a:r>
          </a:p>
          <a:p>
            <a:r>
              <a:t xml:space="preserve"/>
            </a:r>
          </a:p>
          <a:p>
            <a:r>
              <a:t xml:space="preserve">Slide ID:</a:t>
            </a:r>
          </a:p>
          <a:p>
            <a:r>
              <a:t xml:space="preserve">S33</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구체적인 근거로 수정 방향 피드백</a:t>
            </a:r>
          </a:p>
          <a:p>
            <a:r>
              <a:t xml:space="preserve"/>
            </a:r>
          </a:p>
          <a:p>
            <a:r>
              <a:t xml:space="preserve">Slide ID:</a:t>
            </a:r>
          </a:p>
          <a:p>
            <a:r>
              <a:t xml:space="preserve">S34</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S27–S28의 반복 Context 질문으로 연결한다. 현재 기존 두 장은 S35–S36이다.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S27–S28의 반복 Context 질문으로 연결한다. 현재 기존 두 장은 S35–S36이다.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이번 Task인가, 계속 유지할 Project 정보인가?</a:t>
            </a:r>
          </a:p>
          <a:p>
            <a:r>
              <a:t xml:space="preserve"/>
            </a:r>
          </a:p>
          <a:p>
            <a:r>
              <a:t xml:space="preserve">Slide ID:</a:t>
            </a:r>
          </a:p>
          <a:p>
            <a:r>
              <a:t xml:space="preserve">S35</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S36에서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S36으로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반복하는 설명을 두 범주로 나누기</a:t>
            </a:r>
          </a:p>
          <a:p>
            <a:r>
              <a:t xml:space="preserve"/>
            </a:r>
          </a:p>
          <a:p>
            <a:r>
              <a:t xml:space="preserve">Slide ID:</a:t>
            </a:r>
          </a:p>
          <a:p>
            <a:r>
              <a:t xml:space="preserve">S36</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S37를 거쳐 S38의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S38의 반복 Project Context 문제로 연결한다.</a:t>
            </a:r>
          </a:p>
          <a:p>
            <a:r>
              <a:t xml:space="preserve">기존 연결 질문을 유지한 채 ACT 2 제목 S37를 거쳐 S38의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1134ea430d41da" /><Relationship Type="http://schemas.openxmlformats.org/officeDocument/2006/relationships/notesSlide" Target="/ppt/notesSlides/notesSlide13.xml" Id="R272b0262969045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66081ecd5410f" /><Relationship Type="http://schemas.openxmlformats.org/officeDocument/2006/relationships/notesSlide" Target="/ppt/notesSlides/notesSlide14.xml" Id="R17eb6248e84c4f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1f8b4b52e74924" /><Relationship Type="http://schemas.openxmlformats.org/officeDocument/2006/relationships/notesSlide" Target="/ppt/notesSlides/notesSlide15.xml" Id="R3da40e35a74f47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079c8d7da74671" /><Relationship Type="http://schemas.openxmlformats.org/officeDocument/2006/relationships/notesSlide" Target="/ppt/notesSlides/notesSlide16.xml" Id="R1cfe567876e8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01535f7b056466d" /><Relationship Type="http://schemas.openxmlformats.org/officeDocument/2006/relationships/notesSlide" Target="/ppt/notesSlides/notesSlide17.xml" Id="R6863f883f4234f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fa52cf39504c68" /><Relationship Type="http://schemas.openxmlformats.org/officeDocument/2006/relationships/notesSlide" Target="/ppt/notesSlides/notesSlide18.xml" Id="Rc78b322686094c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b3e6f63960b44d2" /><Relationship Type="http://schemas.openxmlformats.org/officeDocument/2006/relationships/notesSlide" Target="/ppt/notesSlides/notesSlide19.xml" Id="R5a2048b1583d4b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9747284bb74b7f" /><Relationship Type="http://schemas.openxmlformats.org/officeDocument/2006/relationships/notesSlide" Target="/ppt/notesSlides/notesSlide20.xml" Id="Ra9c81e7cbba246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8ae7ec3f984649" /><Relationship Type="http://schemas.openxmlformats.org/officeDocument/2006/relationships/notesSlide" Target="/ppt/notesSlides/notesSlide21.xml" Id="Rbb398f5d55c045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984def97b84757" /><Relationship Type="http://schemas.openxmlformats.org/officeDocument/2006/relationships/notesSlide" Target="/ppt/notesSlides/notesSlide22.xml" Id="R07098526ace44748"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6B59397-1DD6-4B2E-AE4A-C1489303E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14B4FB34-3D8E-4018-ACA7-66889035BF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A73DA06F-B5F6-4479-B691-03E17B7EB3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512B6947-B5F3-463B-A96B-A518397AD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EFFD97E-E50C-450F-BE0A-C7B6B0E6F5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D97D85A7-BDD1-43D2-8E77-920E576517C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20C3FEEE-68F0-4D0C-9EE8-FB052A29577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3B8974A-1215-4F5F-9333-E9D7B2663B9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65F6F6F-198B-4822-B9C1-7B552906FF9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24FB57F-613C-4299-9102-90C07BCD5507}"/>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2C77D2A-9195-407B-B994-FB60FD2A148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6FCAAE0-B6EA-4B12-9CB0-3660FCC49F4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871E4D-1E9F-4774-A87E-005F11315358}"/>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67AE3C-1A65-43BF-AD70-176E7567C9F6}"/>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696EFC4-576E-4D70-8E61-FF6E4E576A7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5E4DC17-5624-41AE-A71C-0FE1082025A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09B32E6-0514-478B-BEC7-CF6C4DA4B57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622BE895-40AE-4CE2-9637-BB96F18982C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6156628-DF12-47A4-9507-8EE1CCCDFC69}"/>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1E1B927-8B79-4819-9DD9-663539BDE0D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9200CED-FA3B-4C1E-B462-7490673E256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F9B62919-FD1D-41F4-ADEE-D72A0505DAC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A3C1D05-6E6E-4674-A062-E6952C811F3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61DDAF87-4DCB-4C64-8CAA-C4070E38461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C6F9311-F699-4442-B2DC-F1EF6FAB2E5E}"/>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06535AF-9AEC-406A-8EE0-3849A20E4BA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D84E271-AC7C-45C2-AFDB-3233C91BA22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068621D-6EE2-4A22-9333-958550E12CD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1DF5AE6-1B6E-40F1-98D6-94B8C95CAD40}"/>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460EE30-2687-45FA-B1C8-F2D7B17D412B}"/>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3C018BB-CE4D-4B79-BE82-019757F70E1A}"/>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19FCBBA-3F0F-4D9F-BC20-37CF4B1052FF}"/>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6AC8C828-1C54-4335-B508-69E47181A8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FD9A17F-5A45-40AF-A745-5B2E64A525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414BF10-0279-417B-9BA4-2A0C42C4DB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10A0722C-C505-4ECF-9BD2-4AB69D94F8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32A931DC-D1F1-4DD5-8CF3-2AF30EA0D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D79DBAB-5271-4181-9480-A7C7E62E7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C10D6B5C-D491-45C9-95C3-FC52F00399B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69720BB-B05A-43F2-8117-1E0515C3875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6EA1F46-5F42-4CEE-89B8-96FF937686B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59903BB-3A76-46EB-B09A-A664E807446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1860AB6-EE45-45DF-B7A9-08FE71951AF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263915B-517E-4C0C-A2EF-1C2D7AC8730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0512A4F-840D-459E-81D2-6DB9CE0DD164}"/>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BADB87-37A1-43E9-A1FF-3B374BD84FF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C7BB414-AB13-4723-B6B3-E97591B2201B}"/>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6351ED93-DFAF-403D-B240-04FA01CC19A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078E1FE-31DA-4754-A793-435DD000EE0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05578FE-5F9A-4206-BF1E-EB3809F8083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F7F9492-87EA-4C20-934A-CC2A3EA3876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842140-1B0D-4B06-94A0-D9238FCB7D1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B64D7F53-AC42-4CB0-ADC5-2BFA93B1C93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9D2DC62C-8ECB-4910-BBC7-D2A64F55140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6752317-4A73-4A85-8808-ABF6399268D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B795A609-F584-4DCA-8572-EC7C8406623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2B5B6D1-0868-45BB-BE58-D1F11B24457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BA9608A-EFC6-4FF8-956F-A9757E01EFD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437DA19-6796-4DC5-9669-2197406C9BF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4F157ED-4935-446C-9BBB-1D11F53FADA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166F11C-6DB9-4E6E-B4A3-19846BABC3AD}"/>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E2F0A11-F120-4C96-893A-89DF6D641E3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B835FF6-8559-4DD3-8FA2-2380E12743CE}"/>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0136F11-5C52-4248-B718-F4F68B39F4A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3BE5C38-672C-4BBA-9B13-17C77ECDE21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6EFA654-DB22-4D20-88B0-CB42EC7B8D3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207F2DA-3C0A-4727-9DF5-DECD1F05F00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096D422-0CEB-45E9-BDC6-8DC327634C5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3613223-A84C-461B-B593-725C846E8E3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C2C9AD-7F4E-440B-A5DD-395DF9B26CD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627BB7A-01E6-4E44-9755-17C40987657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E656292-B04E-455C-A792-419310CBB97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6963D65-0209-458F-88FF-01916779F8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01A8C0C-4496-46FF-B019-F072C5276D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EF91FB69-AD39-497A-BCFD-8ACD356F70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F05D24C4-B45F-4541-93A7-38922A5B89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D8325BA-435D-4C3E-99B3-A28CBE103E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FE20F1A-9B05-40B0-9F13-BF241D16A3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401D73F8-9DB5-4A13-B4B5-F91617D1D98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5DF728-9CB9-4F17-A929-57810EA7C40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073796A-5E34-43D9-8E1D-9EA515634AA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957591B-6CCD-46F1-B933-AF2CECB7C24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516432B-E4AA-4E9C-B382-94982D6EA17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33E84A0E-7A94-4D12-9333-93266953A15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F9E2059-DC69-42AA-B4B0-311C81B2683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BB70944-7638-422C-91D9-9B5DA574408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0A4974D-DACD-4F7C-8BC9-587924F4ADC8}"/>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90BD37-1DE6-49B0-BEA7-123F612BC71C}"/>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CB60E06-39C8-4603-B963-E269165C123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91616AEB-4E3F-4FE2-A944-FBF61C6F9E7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A6741DF-741D-45BC-B440-B221364C4CE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264CB44F-497A-4685-8885-F98660664F1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E896307-30BF-4FA2-AC16-7E0893B9B9F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770AF0E-9A2F-4C72-9F6C-D6DF8533878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79685D5-219B-4106-AD6B-E5CC770AC133}"/>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66BEB1D-C5EB-4BC2-AA39-4F6C0977651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2B218F6-DF91-4127-9C89-B16A5A2BB64B}"/>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A0AE5188-1F43-4E8C-863B-5A952ACD4C61}"/>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D19C42A-75E0-4EE9-8B23-4F34FB9C9D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A149A188-AB3A-490E-BB61-4BB6605DC14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B1B3144-FEBF-4055-B647-6B2B942A6E3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BAB1AE3-39A9-41D0-8156-A20D36EF782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6E782F3B-2B6C-4034-A0B2-84A1917F4FE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2DB461B-FD42-47B9-949B-2B6856B78AA1}"/>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C871AB8-9A8A-44C0-9C4D-3C9EEBB830B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0F17173-C485-4EC7-B08E-02D81F02952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AE7D4BE-3072-4109-9C99-5A085C1285C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AC48172-F68D-4B1F-B7E5-DB935265C83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21405D2-EBBB-406F-9554-4C7BC57D1F8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2885B39-E79B-4C4D-AE5C-1FFA73D8DD9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D8057B0-9F73-4183-8506-2B1B93F1586C}"/>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FC6CC70-1B70-4DA1-BCF3-3731B5FA024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BBF82ED-1EAC-4C8A-B570-6760DEB85FF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7550ED0-BF93-418A-8F53-F1680CA77A7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58D1E0D2-3CB3-48D9-AEDE-D0E23948659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0142D6C4-FE7E-4896-90EA-D6608393F6F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A22B33E-DD08-4DCB-905C-DF215803BB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2D7B718-CC82-432B-BF37-2157D19577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6AF3FF46-9D64-4DE3-A073-22378D817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C9AAF7DF-F8A2-45A2-BAD0-A358BAB28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AB8CA94-F45A-4156-AE7B-2C8A06070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2A2392B-A6C7-4B68-A89B-062362492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B626DE9E-FB11-4202-AD63-091A4D1CC0DF}"/>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60EDBD9-F803-4783-84F1-1A5F81CD77B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78EC4F7-2541-4B80-BC8E-F007BA63EDAC}"/>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BD2A914-523C-46D8-A4C7-F14E24EF14B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E429C07-1548-448D-B7B7-1B1328FAAB7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6C008F6-A9C2-4CD9-BE59-9B7E4207A4E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3DC34C1-1A1E-4B9F-9E8F-68D259F234F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C5F8DBB-6272-4B5C-941C-5EFABDB55ED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B69BF23-13F1-434E-8CDD-9BF81A34CE3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6D95DE5-F6FF-4C20-980C-AA186EDA40A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F286DB2-2F5E-43B2-B4E3-6E0F1B83D39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6126269-8E81-4220-9D56-D76E2E75690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2E678FF-8D51-42AE-9129-E006C21E09C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32576BC-E0B7-437D-BB4C-99ABC653E07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0E838BE-239D-46D0-9E19-7C349EFB2E6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4877CB1-EF72-4C8B-8213-25F06EFC3E9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6AC8665-0FF3-4FDA-866D-984AE9B146A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B282E88-F4F1-4702-8954-E9103EF0446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94C2E06-568E-47CF-8980-3BBC8F2E370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CE5B6FB-DABD-486C-A21A-9A90FB6C28A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6713F86-6821-47FE-8547-EBA3C6714C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8223662-5E03-4306-B9B8-459F9F8372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B06B5CE-1C79-43E8-BC3B-734B942179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EE9F4DA-CB10-4081-932C-45ECF515A9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2C488A74-1663-40AE-8817-42B76486B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CA2D7AC9-9B9A-447E-AC16-6A29CCECB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C55153F-F80F-4878-B5A2-B1881CDC1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BF77762-807F-4E70-AEB9-B4BA4E60B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1D6E771E-8E7A-4A74-8E1D-ADB1166AA12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FDF131F-1BDF-44AD-A271-F3B9A813549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3947DB6-F33E-4D1D-A579-67481658E23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B510A65-0967-4A02-890E-D999B6B0DF7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E58A502-FEDE-4F36-AA04-E011A831626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A3EAC57-DD5D-413B-898C-9921AB03876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5E544BA-A1C6-44D0-8FF6-3FF555CCD159}"/>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A756DCE-03E5-4F71-AAE6-D6994280588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FFDFB21-5411-4208-B428-76B4B06A85B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5569C1E3-2E80-4DF8-8042-AD18E3451F3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2C3A19B-2ACE-4961-9DBC-56CD52CA7D8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BDE2241-011A-4D06-9029-1818D4504FB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7D52D8F-867A-4B76-A046-33AD6887FC3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3F4C0C6-399A-4226-81AE-E548CD69656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FD724C3-1B38-4A96-B2FE-1830FCF6AC0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2465228-C8D2-4762-A159-39088C0F8F6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4EA274D-52BB-4E65-B302-F545E6E0843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9AF5F3A7-17A1-4986-89BB-C3BE1124C790}"/>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DF5362D-7D5A-4EDD-86D2-994751DA9489}"/>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FABEE22-193E-422D-A7FB-4D5EF83F0D2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0FFC39-CEFF-4FB2-A7D9-9368F332426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E6934D2-3CEF-4D24-A10C-B975095ED51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3881259-9EFA-47DF-8B37-6B306DB68CF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B6602F7-3CE2-479F-9F63-E191E805FE7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BFA4D95-EDF3-41F3-9291-14E628A16E0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0025582E-3E4C-49A7-91B1-B0EF7CB6FCCE}"/>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B674D6AE-B346-4B08-989B-C63A067C5418}"/>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E0B4A9A-DD36-42BF-8701-2B45CAA1F2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2896C7D-F7F0-4EB4-982F-366EDC0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5CD3DB7-CBA2-4D23-B29A-CFDD81FA5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C98C57C1-B86C-4953-9D60-609886A12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2F46D59-EDD3-4932-8AE9-FDC9BF021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B6CFB03-19E1-42A0-B31B-8DA776D4E1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28B0C3B1-0AEC-479D-BDBA-4FFDB4B068A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BDBA03-7910-4FB9-91B4-FC652E1F458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50A523C-770C-4EBD-A7C2-B5FBDFE7B1C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C301181-5839-4E82-A9A5-3135BDE7D5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048BA12-DD3E-4085-80B1-9CF23950FB3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850C74D-E1C4-4C3A-BB6C-E63AC96AF6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9E2F2A9-0CA6-4EE3-BA0C-E1C53DCA481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BA166BA-2742-4824-96E1-7A8C2B2008F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375019-84A7-4103-9B5C-830265AD17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134EFB-7335-45FD-B770-D681944E03C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59C72B0-A415-4E9F-825B-6213C153DC2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A15E9F-1F46-4EAC-AD40-1FAB1BA2331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736BEB-CD30-4AD9-9D59-78DD347922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0C5FC0-04A8-49A7-B06A-6D83B7380A8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7379C8C-C90A-4D9E-BA93-CB641287ACA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D58173A-6C2E-4811-BBE8-145F16B8377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A75BE3-BC97-4720-A382-1AC200FE8DD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12A63A6-7C14-4445-A3A4-A06328ADBB09}"/>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D4F8AA4-F862-4455-BEC8-B37698210A4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99863C3-A664-4728-A744-3E4F8B8BC4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02C905F-FF68-47E5-AA72-0F0E128106C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0BA248-AB88-4FB4-9E5D-6AC96374B86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53364F8-F4CA-415C-B696-FAF178883F8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45334F8-A7B4-40B4-95E8-D00C7C9B593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AF03F9D-04AE-4E54-A918-65B9DAD2C1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D36BD56-76BC-4759-962C-402E0C13B44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DB46E2-046D-44E9-8459-228907C8A7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AC9D10A-1C71-4193-8AED-B9C57118F0D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91EE6A4-0975-4985-967D-83FDBDA72C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CCA970-4146-49DB-A373-BF11A2C912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BCADF8-A81D-4127-9C55-245E4B7D446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85F92DD-BC6B-42B8-A8D4-AF7770A801C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7C23E2B-22CF-468A-A1BA-CD46A414934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C39E47E-722D-497C-85C9-ACD6DCC4E2D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C78ABF0-329E-42E7-A23F-4947DBCA60C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9F66C04-811D-41BA-81F6-94A1170B349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BB2C931-D0AC-40C8-B011-2268875139A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AEBA09F-B4C0-4F49-9B12-50DA0F539B6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55D358A-F179-4FD1-A4DB-26431E446E7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38D6D4E-9A01-4CB3-A25F-B0096CFD89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