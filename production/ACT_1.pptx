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62c2d8bbdd4474" /><Relationship Type="http://schemas.openxmlformats.org/officeDocument/2006/relationships/extended-properties" Target="/docProps/app.xml" Id="R56903f6be4654583" /><Relationship Type="http://schemas.openxmlformats.org/officeDocument/2006/relationships/officeDocument" Target="/ppt/presentation.xml" Id="Rc6d8b5f575124afc" /></Relationships>
</file>

<file path=ppt/presentation.xml><?xml version="1.0" encoding="utf-8"?>
<p:presentation xmlns:p="http://schemas.openxmlformats.org/presentationml/2006/main">
  <p:sldMasterIdLst>
    <p:sldMasterId xmlns:r="http://schemas.openxmlformats.org/officeDocument/2006/relationships" id="2147483648" r:id="R5ad485d29c60440e"/>
  </p:sldMasterIdLst>
  <p:notesMasterIdLst>
    <p:notesMasterId xmlns:r="http://schemas.openxmlformats.org/officeDocument/2006/relationships" r:id="R1b53e6f5aec94bb7"/>
  </p:notesMasterIdLst>
  <p:sldIdLst>
    <p:sldId xmlns:r="http://schemas.openxmlformats.org/officeDocument/2006/relationships" id="256" r:id="R53b5f1c73613466b"/>
    <p:sldId xmlns:r="http://schemas.openxmlformats.org/officeDocument/2006/relationships" id="257" r:id="Rdb787b2679b34158"/>
    <p:sldId xmlns:r="http://schemas.openxmlformats.org/officeDocument/2006/relationships" id="258" r:id="R15ef2fdfc3fc4c66"/>
    <p:sldId xmlns:r="http://schemas.openxmlformats.org/officeDocument/2006/relationships" id="259" r:id="R4afab53e72394991"/>
    <p:sldId xmlns:r="http://schemas.openxmlformats.org/officeDocument/2006/relationships" id="260" r:id="R6991b2de36cf4574"/>
    <p:sldId xmlns:r="http://schemas.openxmlformats.org/officeDocument/2006/relationships" id="261" r:id="Reefe892a11634e6e"/>
    <p:sldId xmlns:r="http://schemas.openxmlformats.org/officeDocument/2006/relationships" id="262" r:id="Rc660046a4aee4b62"/>
    <p:sldId xmlns:r="http://schemas.openxmlformats.org/officeDocument/2006/relationships" id="263" r:id="R6671d30a9a674493"/>
    <p:sldId xmlns:r="http://schemas.openxmlformats.org/officeDocument/2006/relationships" id="264" r:id="R622f7f149fe64add"/>
    <p:sldId xmlns:r="http://schemas.openxmlformats.org/officeDocument/2006/relationships" id="265" r:id="Recccec0b02b94bcd"/>
    <p:sldId xmlns:r="http://schemas.openxmlformats.org/officeDocument/2006/relationships" id="266" r:id="Ra34cdac4f2ae4f66"/>
    <p:sldId xmlns:r="http://schemas.openxmlformats.org/officeDocument/2006/relationships" id="267" r:id="R24872ffc5e43470c"/>
    <p:sldId xmlns:r="http://schemas.openxmlformats.org/officeDocument/2006/relationships" id="268" r:id="Ra09b486bd3494af1"/>
    <p:sldId xmlns:r="http://schemas.openxmlformats.org/officeDocument/2006/relationships" id="269" r:id="R63a41de556e8443c"/>
    <p:sldId xmlns:r="http://schemas.openxmlformats.org/officeDocument/2006/relationships" id="270" r:id="R0565985cb09f4a47"/>
    <p:sldId xmlns:r="http://schemas.openxmlformats.org/officeDocument/2006/relationships" id="271" r:id="Recd5491b6ea3414e"/>
    <p:sldId xmlns:r="http://schemas.openxmlformats.org/officeDocument/2006/relationships" id="272" r:id="Rc0dbeecec05d4365"/>
    <p:sldId xmlns:r="http://schemas.openxmlformats.org/officeDocument/2006/relationships" id="273" r:id="Rd20122bcdfe04052"/>
    <p:sldId xmlns:r="http://schemas.openxmlformats.org/officeDocument/2006/relationships" id="274" r:id="R5a17122b530246b7"/>
    <p:sldId xmlns:r="http://schemas.openxmlformats.org/officeDocument/2006/relationships" id="275" r:id="Rded92fe5c21b46cc"/>
    <p:sldId xmlns:r="http://schemas.openxmlformats.org/officeDocument/2006/relationships" id="276" r:id="R94b109f609ff43a4"/>
    <p:sldId xmlns:r="http://schemas.openxmlformats.org/officeDocument/2006/relationships" id="277" r:id="R4139da827e6c45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24731db2ca4542" /><Relationship Type="http://schemas.openxmlformats.org/officeDocument/2006/relationships/slideMaster" Target="/ppt/slideMasters/slideMaster1.xml" Id="R5ad485d29c60440e" /><Relationship Type="http://schemas.openxmlformats.org/officeDocument/2006/relationships/notesMaster" Target="/ppt/notesMasters/notesMaster1.xml" Id="R1b53e6f5aec94bb7" /><Relationship Type="http://schemas.openxmlformats.org/officeDocument/2006/relationships/presProps" Target="/ppt/presProps.xml" Id="Ra89db6ae51574db1" /><Relationship Type="http://schemas.openxmlformats.org/officeDocument/2006/relationships/tableStyles" Target="/ppt/tableStyles.xml" Id="Rb1b4c5e4218145b1" /><Relationship Type="http://schemas.openxmlformats.org/officeDocument/2006/relationships/slide" Target="/ppt/slides/slide1.xml" Id="R53b5f1c73613466b" /><Relationship Type="http://schemas.openxmlformats.org/officeDocument/2006/relationships/slide" Target="/ppt/slides/slide2.xml" Id="Rdb787b2679b34158" /><Relationship Type="http://schemas.openxmlformats.org/officeDocument/2006/relationships/slide" Target="/ppt/slides/slide3.xml" Id="R15ef2fdfc3fc4c66" /><Relationship Type="http://schemas.openxmlformats.org/officeDocument/2006/relationships/slide" Target="/ppt/slides/slide4.xml" Id="R4afab53e72394991" /><Relationship Type="http://schemas.openxmlformats.org/officeDocument/2006/relationships/slide" Target="/ppt/slides/slide5.xml" Id="R6991b2de36cf4574" /><Relationship Type="http://schemas.openxmlformats.org/officeDocument/2006/relationships/slide" Target="/ppt/slides/slide6.xml" Id="Reefe892a11634e6e" /><Relationship Type="http://schemas.openxmlformats.org/officeDocument/2006/relationships/slide" Target="/ppt/slides/slide7.xml" Id="Rc660046a4aee4b62" /><Relationship Type="http://schemas.openxmlformats.org/officeDocument/2006/relationships/slide" Target="/ppt/slides/slide8.xml" Id="R6671d30a9a674493" /><Relationship Type="http://schemas.openxmlformats.org/officeDocument/2006/relationships/slide" Target="/ppt/slides/slide9.xml" Id="R622f7f149fe64add" /><Relationship Type="http://schemas.openxmlformats.org/officeDocument/2006/relationships/slide" Target="/ppt/slides/slide10.xml" Id="Recccec0b02b94bcd" /><Relationship Type="http://schemas.openxmlformats.org/officeDocument/2006/relationships/slide" Target="/ppt/slides/slide11.xml" Id="Ra34cdac4f2ae4f66" /><Relationship Type="http://schemas.openxmlformats.org/officeDocument/2006/relationships/slide" Target="/ppt/slides/slide12.xml" Id="R24872ffc5e43470c" /><Relationship Type="http://schemas.openxmlformats.org/officeDocument/2006/relationships/slide" Target="/ppt/slides/slide13.xml" Id="Ra09b486bd3494af1" /><Relationship Type="http://schemas.openxmlformats.org/officeDocument/2006/relationships/slide" Target="/ppt/slides/slide14.xml" Id="R63a41de556e8443c" /><Relationship Type="http://schemas.openxmlformats.org/officeDocument/2006/relationships/slide" Target="/ppt/slides/slide15.xml" Id="R0565985cb09f4a47" /><Relationship Type="http://schemas.openxmlformats.org/officeDocument/2006/relationships/slide" Target="/ppt/slides/slide16.xml" Id="Recd5491b6ea3414e" /><Relationship Type="http://schemas.openxmlformats.org/officeDocument/2006/relationships/slide" Target="/ppt/slides/slide17.xml" Id="Rc0dbeecec05d4365" /><Relationship Type="http://schemas.openxmlformats.org/officeDocument/2006/relationships/slide" Target="/ppt/slides/slide18.xml" Id="Rd20122bcdfe04052" /><Relationship Type="http://schemas.openxmlformats.org/officeDocument/2006/relationships/slide" Target="/ppt/slides/slide19.xml" Id="R5a17122b530246b7" /><Relationship Type="http://schemas.openxmlformats.org/officeDocument/2006/relationships/slide" Target="/ppt/slides/slide20.xml" Id="Rded92fe5c21b46cc" /><Relationship Type="http://schemas.openxmlformats.org/officeDocument/2006/relationships/slide" Target="/ppt/slides/slide21.xml" Id="R94b109f609ff43a4" /><Relationship Type="http://schemas.openxmlformats.org/officeDocument/2006/relationships/slide" Target="/ppt/slides/slide22.xml" Id="R4139da827e6c45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857445844543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caa807d7bf485c" /><Relationship Type="http://schemas.openxmlformats.org/officeDocument/2006/relationships/notesMaster" Target="/ppt/notesMasters/notesMaster1.xml" Id="R36d6577fd59d4e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92b63181124d97" /><Relationship Type="http://schemas.openxmlformats.org/officeDocument/2006/relationships/notesMaster" Target="/ppt/notesMasters/notesMaster1.xml" Id="R672d28a1813d4a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fded7447d0471f" /><Relationship Type="http://schemas.openxmlformats.org/officeDocument/2006/relationships/notesMaster" Target="/ppt/notesMasters/notesMaster1.xml" Id="R9a26090d4a8b42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16808bad4b425a" /><Relationship Type="http://schemas.openxmlformats.org/officeDocument/2006/relationships/notesMaster" Target="/ppt/notesMasters/notesMaster1.xml" Id="R617c8c08fdbf48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460dfbab354cb4" /><Relationship Type="http://schemas.openxmlformats.org/officeDocument/2006/relationships/notesMaster" Target="/ppt/notesMasters/notesMaster1.xml" Id="Rfa46175d4c134cd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c2a9886c644945" /><Relationship Type="http://schemas.openxmlformats.org/officeDocument/2006/relationships/notesMaster" Target="/ppt/notesMasters/notesMaster1.xml" Id="R3351aec3c7e8426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9266ec22234c40" /><Relationship Type="http://schemas.openxmlformats.org/officeDocument/2006/relationships/notesMaster" Target="/ppt/notesMasters/notesMaster1.xml" Id="Re40d57c9ae274e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a5792dc1ec444d" /><Relationship Type="http://schemas.openxmlformats.org/officeDocument/2006/relationships/notesMaster" Target="/ppt/notesMasters/notesMaster1.xml" Id="R65cd63a25e9d4b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08a06b543746fa" /><Relationship Type="http://schemas.openxmlformats.org/officeDocument/2006/relationships/notesMaster" Target="/ppt/notesMasters/notesMaster1.xml" Id="R7db1ec9373fe46f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10eca4d616f4415" /><Relationship Type="http://schemas.openxmlformats.org/officeDocument/2006/relationships/notesMaster" Target="/ppt/notesMasters/notesMaster1.xml" Id="Rf34dd4d9278c4b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069cbed5ca4d27" /><Relationship Type="http://schemas.openxmlformats.org/officeDocument/2006/relationships/notesMaster" Target="/ppt/notesMasters/notesMaster1.xml" Id="R0a42fd8d1fec49a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851504de1842a1" /><Relationship Type="http://schemas.openxmlformats.org/officeDocument/2006/relationships/notesMaster" Target="/ppt/notesMasters/notesMaster1.xml" Id="R812a5b04ffe44e6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f2bb8f720f84336" /><Relationship Type="http://schemas.openxmlformats.org/officeDocument/2006/relationships/notesMaster" Target="/ppt/notesMasters/notesMaster1.xml" Id="R660933af8b2d436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28d70e2058a41d1" /><Relationship Type="http://schemas.openxmlformats.org/officeDocument/2006/relationships/notesMaster" Target="/ppt/notesMasters/notesMaster1.xml" Id="R9a0439634b9e412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1f961977d584416" /><Relationship Type="http://schemas.openxmlformats.org/officeDocument/2006/relationships/notesMaster" Target="/ppt/notesMasters/notesMaster1.xml" Id="R12bffd481365440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f438ec642c64ef4" /><Relationship Type="http://schemas.openxmlformats.org/officeDocument/2006/relationships/notesMaster" Target="/ppt/notesMasters/notesMaster1.xml" Id="Rd5518c5e79fc4f1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0add4228c0a47ae" /><Relationship Type="http://schemas.openxmlformats.org/officeDocument/2006/relationships/notesMaster" Target="/ppt/notesMasters/notesMaster1.xml" Id="R927408a8d05340a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c79308fde8d4adb" /><Relationship Type="http://schemas.openxmlformats.org/officeDocument/2006/relationships/notesMaster" Target="/ppt/notesMasters/notesMaster1.xml" Id="R4834c3f9ba5c41c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0ab5b6f63db468a" /><Relationship Type="http://schemas.openxmlformats.org/officeDocument/2006/relationships/notesMaster" Target="/ppt/notesMasters/notesMaster1.xml" Id="R81034e5a4c06414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9a414a1cdb44005" /><Relationship Type="http://schemas.openxmlformats.org/officeDocument/2006/relationships/notesMaster" Target="/ppt/notesMasters/notesMaster1.xml" Id="R1723e4ca1e8e446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4517a8e40454d60" /><Relationship Type="http://schemas.openxmlformats.org/officeDocument/2006/relationships/notesMaster" Target="/ppt/notesMasters/notesMaster1.xml" Id="Rf8b439c29ccf41d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86faef6c2e2445e" /><Relationship Type="http://schemas.openxmlformats.org/officeDocument/2006/relationships/notesMaster" Target="/ppt/notesMasters/notesMaster1.xml" Id="Re643198b01a1441a"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전체420분이다.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이 요청에는 무엇이 빠졌을까?</a:t>
            </a:r>
          </a:p>
          <a:p>
            <a:r>
              <a:t xml:space="preserve"/>
            </a:r>
          </a:p>
          <a:p>
            <a:r>
              <a:t xml:space="preserve">Slide ID:</a:t>
            </a:r>
          </a:p>
          <a:p>
            <a:r>
              <a:t xml:space="preserve">S16</a:t>
            </a:r>
          </a:p>
          <a:p>
            <a:r>
              <a:t xml:space="preserve"/>
            </a:r>
          </a:p>
          <a:p>
            <a:r>
              <a:t xml:space="preserve">Working Title: 이 요청에는 무엇이 빠졌을까?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crop 수정 목표는 같아도 보존 기준·허용 범위·확인 및 보고할 근거를 요청에서 더 분명히 할 수 있다.</a:t>
            </a:r>
          </a:p>
          <a:p>
            <a:r>
              <a:t xml:space="preserve"/>
            </a:r>
          </a:p>
          <a:p>
            <a:r>
              <a:t xml:space="preserve">Opening Question: “같은 crop 실패를 고칠 때, 지킬 기준·수정 범위·완료 근거 중 무엇을 요청에 더할까?”</a:t>
            </a:r>
          </a:p>
          <a:p>
            <a:r>
              <a:t xml:space="preserve"/>
            </a:r>
          </a:p>
          <a:p>
            <a:r>
              <a:t xml:space="preserve">Speaker Flow:</a:t>
            </a:r>
          </a:p>
          <a:p>
            <a:r>
              <a:t xml:space="preserve">1. **SAME CASE (0:00–1:30):** 앞서 조사한 crop 실패를 고친다는 목표를 회수하고 “crop test 고쳐줘”를 읽는다. S14의 역할 설명과 S15 제목을 다시 설명하지 않는다. 화면은 실제 Trial Prompt가 아닌 교육용 요청이다.</a:t>
            </a:r>
          </a:p>
          <a:p>
            <a:r>
              <a:t xml:space="preserve">2. **SCOPE QUESTIONS (1:30–4:00):** 지킬 기준, 수정 범위, 완료 근거를 짚는다. 명세·구현 위치는 저장소에서 조사할 수 있다. 사람은 어떤 변경을 허용하고 어떤 근거로 수용할지 알려 준다. Agent가 명세를 보고 올바른 수정을 추론할 수 없다는 뜻은 아니다.</a:t>
            </a:r>
          </a:p>
          <a:p>
            <a:r>
              <a:t xml:space="preserve">3. **COST CONCEPT (4:00–5:30):** 기존 토큰·작업 시간 이미지는 재탐색·재시도가 길어질 수 있다는 정성 개념도다. 실측·기하급수 법칙·비용 절감 성과로 설명하지 않는다. 그림은 질문을 보조하며 핵심은 요청의 경계다.</a:t>
            </a:r>
          </a:p>
          <a:p>
            <a:r>
              <a:t xml:space="preserve">4. **COMPARE SCOPE (5:30–7:00):** 같은 crop 요청을 유지한 채 테스트 기대값 변경·구현 수정·추가 확인이 각각 어떤 조건에서 허용되는지 다음 장에서 비교한다.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DEC-0110: 같은 crop 요청의 연결을 정리한 편집 결정이며 새 Trial·제품 실행·비용 절감 근거가 아니다.</a:t>
            </a:r>
          </a:p>
          <a:p>
            <a:r>
              <a:t xml:space="preserve"/>
            </a:r>
          </a:p>
          <a:p>
            <a:r>
              <a:t xml:space="preserve">Claim Boundary: 교육용 crop 요청과 정성 비용 도식이다. 실제 Agent 실패·정지·내부 추론·반복 실행·총 토큰/시간 증가나 절감 측정이 아니다. Agent는 저장소 명세와 테스트에서 올바른 수정을 추론하거나 필요한 사항을 질문할 수 있다. 실제 TRIAL-002 Prompt와 구분한다.</a:t>
            </a:r>
          </a:p>
          <a:p>
            <a:r>
              <a:t xml:space="preserve"/>
            </a:r>
          </a:p>
          <a:p>
            <a:r>
              <a:t xml:space="preserve">Beginner Explanation: “crop test 고쳐줘”에 더해 기존 명세·기대값을 지킬지, 구현 중 어디까지 바꿀지, 무엇을 확인하고 보고할지를 분명히 한다. 저장소 사실을 사람이 모두 복사할 필요는 없다.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“같은 crop 요청에서, 어떤 변경을 허용한 것인지 비교해 보겠습니다.”라고 S17로 이동한다.</a:t>
            </a:r>
          </a:p>
          <a:p>
            <a:r>
              <a:t xml:space="preserve"/>
            </a:r>
          </a:p>
          <a:p>
            <a:r>
              <a:t xml:space="preserve">Time Management: Case 7분. 같은 요청 1분30초, 세 질문 2분30초, 비용 개념 1분30초, 같은 사례의 범위 비교 1분30초. 다른 filter 성능 사례나 토큰 단가 강의를 추가하지 않는다. 실측 리허설은 UNVERIFIED다.</a:t>
            </a:r>
          </a:p>
          <a:p>
            <a:r>
              <a:t xml:space="preserve"/>
            </a:r>
          </a:p>
          <a:p>
            <a:r>
              <a:t xml:space="preserve">Fallback: 정적 기본 경로 — `production/ACT_1.pptx` S16 또는 `production/preview/act1/S16.png`를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어디까지 바꾸라는 요청일까?</a:t>
            </a:r>
          </a:p>
          <a:p>
            <a:r>
              <a:t xml:space="preserve"/>
            </a:r>
          </a:p>
          <a:p>
            <a:r>
              <a:t xml:space="preserve">Slide ID:</a:t>
            </a:r>
          </a:p>
          <a:p>
            <a:r>
              <a:t xml:space="preserve">S17</a:t>
            </a:r>
          </a:p>
          <a:p>
            <a:r>
              <a:t xml:space="preserve"/>
            </a:r>
          </a:p>
          <a:p>
            <a:r>
              <a:t xml:space="preserve">Working Title: 어디까지 바꾸라는 요청일까?</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기존 명세·기대값이 유효한 이 사례에서는 구현을 명세에 맞춘다. 기대값 변경에는 명세 변경의 정당성·승인이 필요하고, 의도와 명세가 충돌하면 먼저 확인한다.</a:t>
            </a:r>
          </a:p>
          <a:p>
            <a:r>
              <a:t xml:space="preserve"/>
            </a:r>
          </a:p>
          <a:p>
            <a:r>
              <a:t xml:space="preserve">Opening Question: “같은 crop 요청에서 어떤 변경을 허용했을까?”</a:t>
            </a:r>
          </a:p>
          <a:p>
            <a:r>
              <a:t xml:space="preserve"/>
            </a:r>
          </a:p>
          <a:p>
            <a:r>
              <a:t xml:space="preserve">Speaker Flow:</a:t>
            </a:r>
          </a:p>
          <a:p>
            <a:r>
              <a:t xml:space="preserve">1. **SAME REQUEST (0:00–0:30):** 앞 장과 동일한 “crop test 고쳐줘”를 그대로 읽는다. 예시나 실행 환경을 바꾸지 않는다. 실제 TRIAL-002 Prompt가 아닌 교육용 구성이다.</a:t>
            </a:r>
          </a:p>
          <a:p>
            <a:r>
              <a:t xml:space="preserve">2. **CONDITIONAL PATHS (0:30–1:20):** 테스트 기대값 변경에는 명세 변경의 정당성과 승인이 필요하다. 기존 명세·기대값이 유효한 이 사례의 수용 경로는 구현 수정이다. 의도와 명세가 충돌하거나 변경 범위가 불분명하면 먼저 질문한다. 세 경로를 동등하게 정당한 답이나 실제 반복 결과로 읽지 않는다.</a:t>
            </a:r>
          </a:p>
          <a:p>
            <a:r>
              <a:t xml:space="preserve">3. **MAKE INTENT EXPLICIT (1:20–2:00):** 아래 다섯 항목은 요청에서 더 분명히 할 정보다. 모두 저장소에 없는 사실이라는 뜻은 아니다. 다음 장에서 기존 명세를 지키고 구현만 고치려는 범위를 명시한다.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평행 경로는 검토할 선택의 조건을 설명한 교육용 도식이며 실제 실행·선택 확률·동시 Subagent가 아니다. 테스트 기대값 변경을 유효한 기존 명세를 어기는 구현 수정과 동등하게 정당화하지 않는다. 정당한 명세 변경·승인이 있으면 테스트도 바뀔 수 있다. Agent가 저장소에서 올바른 수정을 추론하지 못한다는 주장을 하지 않는다.</a:t>
            </a:r>
          </a:p>
          <a:p>
            <a:r>
              <a:t xml:space="preserve"/>
            </a:r>
          </a:p>
          <a:p>
            <a:r>
              <a:t xml:space="preserve">Beginner Explanation: 이 예시에서는 기대값을 유지하고 구현을 맞춘다. 기대값 변경은 명세 자체를 정당하게 바꾸는 경우에 따로 검토하고, 의도나 권한이 충돌하면 확인한다.</a:t>
            </a:r>
          </a:p>
          <a:p>
            <a:r>
              <a:t xml:space="preserve"/>
            </a:r>
          </a:p>
          <a:p>
            <a:r>
              <a:t xml:space="preserve">Advanced Insight: The paths compare change authority and preservation criteria, not measured nondeterminism. Repository evidence can support the correct implementation fix; clarify unresolved intent or conflicting specifications.</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요청에서 각 변경이 허용될 조건을 눈으로 비교한다. 세 가지를 똑같이 옳은 선택으로 고르게 하거나 응답·실습을 요구하지 않는다.</a:t>
            </a:r>
          </a:p>
          <a:p>
            <a:r>
              <a:t xml:space="preserve"/>
            </a:r>
          </a:p>
          <a:p>
            <a:r>
              <a:t xml:space="preserve">Transition:</a:t>
            </a:r>
          </a:p>
          <a:p>
            <a:r>
              <a:t xml:space="preserve">“이 사례에서는 기존 명세·기대값을 지키고 구현만 고치려 합니다. 그 범위와 확인·보고 조건을 요청에 담아 보겠습니다.”라고 S18로 이동한다.</a:t>
            </a:r>
          </a:p>
          <a:p>
            <a:r>
              <a:t xml:space="preserve"/>
            </a:r>
          </a:p>
          <a:p>
            <a:r>
              <a:t xml:space="preserve">Time Management: Case 2분. 같은 요청 30초, 조건부 경로 비교 50초, 명시할 정보와 다음 요청 연결 40초. S18과 합쳐 Case 4분을 유지한다. 실측 리허설은 UNVERIFIED다.</a:t>
            </a:r>
          </a:p>
          <a:p>
            <a:r>
              <a:t xml:space="preserve"/>
            </a:r>
          </a:p>
          <a:p>
            <a:r>
              <a:t xml:space="preserve">Fallback: 정적 기본 경로 — `production/ACT_1.pptx` S17 또는 `production/preview/act1/S17.png`를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변경 범위를 요청에 담는다</a:t>
            </a:r>
          </a:p>
          <a:p>
            <a:r>
              <a:t xml:space="preserve"/>
            </a:r>
          </a:p>
          <a:p>
            <a:r>
              <a:t xml:space="preserve">Slide ID:</a:t>
            </a:r>
          </a:p>
          <a:p>
            <a:r>
              <a:t xml:space="preserve">S18</a:t>
            </a:r>
          </a:p>
          <a:p>
            <a:r>
              <a:t xml:space="preserve"/>
            </a:r>
          </a:p>
          <a:p>
            <a:r>
              <a:t xml:space="preserve">Working Title: 원하는 변경 범위를 요청에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같은 요청에 기존 명세·기대값 보존, crop 구현 최소 수정, 관련·전체 테스트 확인, 변경·검증·미확인 사항 보고를 담는다. 의도한 경로와 실제 검증 결과는 별개다.</a:t>
            </a:r>
          </a:p>
          <a:p>
            <a:r>
              <a:t xml:space="preserve"/>
            </a:r>
          </a:p>
          <a:p>
            <a:r>
              <a:t xml:space="preserve">Opening Question: “어떤 변경을 원하고, 어떤 근거를 보고 완료를 판단할지 보이나요?”</a:t>
            </a:r>
          </a:p>
          <a:p>
            <a:r>
              <a:t xml:space="preserve"/>
            </a:r>
          </a:p>
          <a:p>
            <a:r>
              <a:t xml:space="preserve">Speaker Flow:</a:t>
            </a:r>
          </a:p>
          <a:p>
            <a:r>
              <a:t xml:space="preserve">1. **NATURAL REQUEST (0:00–0:45):** 같은 “crop test 고쳐줘”에 더한 네 문장을 읽는다. 기존 명세·테스트 기대값 보존, 어긋난 crop 구현 최소 수정, 관련·전체 테스트 확인, 변경·검증·미확인 사항 보고다. 입력창 위 기대값은 끝 좌표를 제외하는 기존 명세를 떠올리는 작은 예시이며 전체 함수 signature가 아니다.</a:t>
            </a:r>
          </a:p>
          <a:p>
            <a:r>
              <a:t xml:space="preserve">2. **INTENDED SCOPE (0:45–1:30):** 오른쪽 구현 수정 경로는 사람이 명시한 변경 범위다. 실제 선택·실행·성공·PASS를 보여주지 않는다. “관련 테스트”는 바뀐 동작과 관련된 검사를 고르는 것이고 “전체 테스트”는 프로젝트 suite다. 이 장에서 CLI·도구 용어를 늘리지 않는다. 명세·코드·테스트 위치는 Agent가 조사할 수 있다.</a:t>
            </a:r>
          </a:p>
          <a:p>
            <a:r>
              <a:t xml:space="preserve">3. **GENERALIZE (1:30–2:00):** S19에서 사람이 정할 질문, S20에서 다섯 항목, S21에서 각 문장의 역할로 정리한다. 실제 TRIAL-002 Prompt와 작업 기록은 S22 이후에 별도로 확인한다.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요청에 지킬 기준·허용 범위·확인·보고 조건을 자연스러운 문장으로 더한다. 강조한 선은 사람이 원하는 경로이며 실제 테스트 통과 결과가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같은 요청에 더해진 네 문장과 구현 수정 범위의 연결을 확인하게 한다. 직접 작성·공유·실습은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 Case 2분. 자연스러운 요청 45초, 변경 범위·검증 경계 45초, 다음 질문으로 연결 30초. S17과 합쳐 Case 4분을 유지한다. 실제 발화·리허설 시간은 UNVERIFIED다.</a:t>
            </a:r>
          </a:p>
          <a:p>
            <a:r>
              <a:t xml:space="preserve"/>
            </a:r>
          </a:p>
          <a:p>
            <a:r>
              <a:t xml:space="preserve">Fallback: 정적 기본 경로 — `production/ACT_1.pptx` S18 또는 `production/preview/act1/S18.png`를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실제로 보낸 요청 문장의 어디에 들어가는지 보겠습니다.”라고 S21의 TRIAL-002 요청 발췌·번역으로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실제 요청에는 무엇을 담았을까?</a:t>
            </a:r>
          </a:p>
          <a:p>
            <a:r>
              <a:t xml:space="preserve"/>
            </a:r>
          </a:p>
          <a:p>
            <a:r>
              <a:t xml:space="preserve">Slide ID:</a:t>
            </a:r>
          </a:p>
          <a:p>
            <a:r>
              <a:t xml:space="preserve">S21</a:t>
            </a:r>
          </a:p>
          <a:p>
            <a:r>
              <a:t xml:space="preserve"/>
            </a:r>
          </a:p>
          <a:p>
            <a:r>
              <a:t xml:space="preserve">Working Title: 실제 요청에는 무엇을 담았을까?</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실제 요청은 Goal/Constraints/Process/Verification의 네 제목으로 작성됐다. 다섯 역할은 원문을 읽는 교육용 틀이며 Context는 관련 구현·호출 경로 등 조사 대상에서 읽는다. 원문에 없는 Context 문단을 만들지 않는다.</a:t>
            </a:r>
          </a:p>
          <a:p>
            <a:r>
              <a:t xml:space="preserve"/>
            </a:r>
          </a:p>
          <a:p>
            <a:r>
              <a:t xml:space="preserve">Opening Question: “실제로 보낸 요청에는 목표·맥락·제약·과정·검증이 어디에 담겨 있을까?”</a:t>
            </a:r>
          </a:p>
          <a:p>
            <a:r>
              <a:t xml:space="preserve"/>
            </a:r>
          </a:p>
          <a:p>
            <a:r>
              <a:t xml:space="preserve">Speaker Flow:</a:t>
            </a:r>
          </a:p>
          <a:p>
            <a:r>
              <a:t xml:space="preserve">1. (0:00–1:00 / Lecture) S20의 다섯 역할로 실제 TRIAL-002 요청을 읽는다고 밝힌다. 왼쪽은 실제 입력의 핵심 발췌·번역, 오른쪽은 교육용 주석이다. S16–S18 교육용 요청을 그대로 실행했다는 뜻이 아니다.</a:t>
            </a:r>
          </a:p>
          <a:p>
            <a:r>
              <a:t xml:space="preserve">2. (1:00–2:15 / Lecture) 원문의 Goal과 Constraints에서 crop 경계 실패 수정, 끝 좌표 제외 명세, 무관한 API·의존성·최소 변경 조건을 짚는다. 네 원문 제목을 다섯 개로 바꾸지 않는다.</a:t>
            </a:r>
          </a:p>
          <a:p>
            <a:r>
              <a:t xml:space="preserve">3. (2:15–3:45 / Lecture) Process의 01 실패 재현, 02 관련 구현·호출 경로 조사, 03 수정 전 계획 보고 후 승인 대기 없이 진행을 읽는다. 같은 문장을 S22에서 행동 기록과 대조하므로 여기서는 결과를 먼저 설명하지 않는다. 필요한 코드만 변경하라는 원문의 후속 절도 최소 수정 조건과 연결한다.</a:t>
            </a:r>
          </a:p>
          <a:p>
            <a:r>
              <a:t xml:space="preserve">4. (3:45–4:45 / Lecture) Context 주석은 02의 조사 대상·위치를 가리킨다. “이 저장소”도 작업 위치를 지정한다. 같은 문장이 맥락과 과정 역할을 함께 할 수 있고, 사람이 관련 내용을 모두 복사할 필요는 없다. 별도 Context 문단은 실제 입력에 없다.</a:t>
            </a:r>
          </a:p>
          <a:p>
            <a:r>
              <a:t xml:space="preserve">5. (4:45–6:00 / Lecture) Verification의 관련·전체 테스트, 가능한 경우 기존 합성 입력 CLI 실행, 최종 diff, 변경 파일·정확한 검증 근거 보고를 짚는다. 실제 승인 대기 없이 진행은 이 Trial의 조건이며 모든 업무의 승인 정책으로 일반화하지 않는다.</a:t>
            </a:r>
          </a:p>
          <a:p>
            <a:r>
              <a:t xml:space="preserve">6. (6:00–7:30 / Case) 요청 영역 밖의 명세 해석 예를 확인한다.4열 입력에 crop1 3이면 열1·2/폭2다. 실제 Prompt의 끝 좌표 제외 명세를 설명하는 예이며, 이 수치 예제가 그대로 입력됐다는 뜻은 아니다. C++ 출력·API/ABI·Release 검증은 필요할 때 Notes의 기존 적용 예로만 짧게 회수한다.</a:t>
            </a:r>
          </a:p>
          <a:p>
            <a:r>
              <a:t xml:space="preserve">7. (7:30–9:00 / Case) 목표·조사 대상·지킬 조건·진행·완료 근거가 어디에 드러나는지 정리한다. 이제 같은 요청의 과정 01–03이 실제 관찰 기록에서 어떻게 확인되는지 S22로 이동한다.</a:t>
            </a:r>
          </a:p>
          <a:p>
            <a:r>
              <a:t xml:space="preserve"/>
            </a:r>
          </a:p>
          <a:p>
            <a:r>
              <a:t xml:space="preserve">Evidence / Source: OBSERVED_PRODUCT / TEACHING_MODEL. plan/DEMO_MATRIX.md의 TRIAL-002 / Prompt used가 실제 입력 근거다.2026-09-28 macOS Codex CLI0.154.0 단일 실행의 보존 기록이며 화면은 원문 스크린샷이 아닌 핵심 발췌·번역이다. 아래 전문은 변경하지 않는다. 다섯 주석과 명세 예는 교육용 해석이며 Context 제목/문단을 원문에 추가하지 않는다. DEC-0111.</a:t>
            </a:r>
          </a:p>
          <a:p>
            <a:r>
              <a:t xml:space="preserve"/>
            </a:r>
          </a:p>
          <a:p>
            <a:r>
              <a:t xml:space="preserve">Actual Prompt (preserved source):</a:t>
            </a:r>
          </a:p>
          <a:p>
            <a:r>
              <a:t xml:space="preserve"/>
            </a:r>
          </a:p>
          <a:p>
            <a:r>
              <a:t xml:space="preserve">```text</a:t>
            </a:r>
          </a:p>
          <a:p>
            <a:r>
              <a:t xml:space="preserve">Goal: Investigate and fix the failing crop-boundary test in this repository.</a:t>
            </a:r>
          </a:p>
          <a:p>
            <a:r>
              <a:t xml:space="preserve">Constraints: preserve the public crop contract [x_start, x_end); do not change</a:t>
            </a:r>
          </a:p>
          <a:p>
            <a:r>
              <a:t xml:space="preserve">unrelated APIs; add no dependencies; keep the change minimal.</a:t>
            </a:r>
          </a:p>
          <a:p>
            <a:r>
              <a:t xml:space="preserve">Process: first reproduce the current failure; inspect the related</a:t>
            </a:r>
          </a:p>
          <a:p>
            <a:r>
              <a:t xml:space="preserve">implementation and call path; before editing, send a concise user-visible</a:t>
            </a:r>
          </a:p>
          <a:p>
            <a:r>
              <a:t xml:space="preserve">change plan and then continue without waiting for approval; make only the</a:t>
            </a:r>
          </a:p>
          <a:p>
            <a:r>
              <a:t xml:space="preserve">necessary code change.</a:t>
            </a:r>
          </a:p>
          <a:p>
            <a:r>
              <a:t xml:space="preserve">Verification: run the focused crop test and the full test suite; run a CLI</a:t>
            </a:r>
          </a:p>
          <a:p>
            <a:r>
              <a:t xml:space="preserve">smoke test using the existing synthetic input if practical; inspect the final</a:t>
            </a:r>
          </a:p>
          <a:p>
            <a:r>
              <a:t xml:space="preserve">diff; report changed files and exact verification evidence.</a:t>
            </a:r>
          </a:p>
          <a:p>
            <a:r>
              <a:t xml:space="preserve">Do not reveal or assume a particular code expression in advance. Do not</a:t>
            </a:r>
          </a:p>
          <a:p>
            <a:r>
              <a:t xml:space="preserve">modify the STATE-00 tag, create a STATE-00-FIXED commit or tag, add project</a:t>
            </a:r>
          </a:p>
          <a:p>
            <a:r>
              <a:t xml:space="preserve">guidance or other Harness files, or modify anything outside this isolated</a:t>
            </a:r>
          </a:p>
          <a:p>
            <a:r>
              <a:t xml:space="preserve">worktree. Leave the reviewed change uncommitted for the state-recording</a:t>
            </a:r>
          </a:p>
          <a:p>
            <a:r>
              <a:t xml:space="preserve">decision.</a:t>
            </a:r>
          </a:p>
          <a:p>
            <a:r>
              <a:t xml:space="preserve">```</a:t>
            </a:r>
          </a:p>
          <a:p>
            <a:r>
              <a:t xml:space="preserve"/>
            </a:r>
          </a:p>
          <a:p>
            <a:r>
              <a:t xml:space="preserve">Displayed excerpt selection: 원문의 네 제목을 유지한다. Process의 필요한 코드만 변경하라는 절은 Constraints의 최소 수정과 함께 설명하며 화면에는 세 핵심 지시를 번호로 표시한다. 사전 정답 표현 금지, 격리 worktree, State/tag·Harness·커밋 관련 실험 통제는 화면에서 생략하고 위 전문에 보존한다. 기존 crop 관련 테스트 묶음의3건을 crop만의3건으로 바꾸지 않는다. CLM-0029, BEAT-005, INV-VERIFY-001.</a:t>
            </a:r>
          </a:p>
          <a:p>
            <a:r>
              <a:t xml:space="preserve"/>
            </a:r>
          </a:p>
          <a:p>
            <a:r>
              <a:t xml:space="preserve">Claim Boundary: 실제 입력 발췌·번역과 교육용 분류를 구분한다. 실제 원문에는 Context 제목이 없다. 원문에 없는 조사·승인·완료 조건을 실제 입력처럼 추가하지 않는다. 하단 열1·2/폭2는 명세 해석 예이며 원문에 들어간 수치 예제가 아니다. 짧은 요청과의 비교 실험·Prompt 단독 인과·우월성·비용 절감·결정론적 준수·현재 Desktop 재현을 주장하지 않는다. 실제 변경·검증 결과는 다음 장들에서 기존 기록으로 확인한다.</a:t>
            </a:r>
          </a:p>
          <a:p>
            <a:r>
              <a:t xml:space="preserve"/>
            </a:r>
          </a:p>
          <a:p>
            <a:r>
              <a:t xml:space="preserve">Beginner Explanation: 다섯 역할은 반드시 다섯 문단으로 작성해야 하는 규칙이 아니다. 이 저장소와 관련 구현·호출 경로를 지정하는 문장에서 조사할 맥락을 읽는다. 같은 문장이 무엇을 조사할지와 어떤 순서로 일할지를 함께 담을 수 있다.</a:t>
            </a:r>
          </a:p>
          <a:p>
            <a:r>
              <a:t xml:space="preserve"/>
            </a:r>
          </a:p>
          <a:p>
            <a:r>
              <a:t xml:space="preserve">Advanced Insight: Distinguish actual input provenance from the teaching taxonomy. Preserve four original headings; annotate Context as task location and investigation target without adding a synthetic paragraph. Separate source correspondence from causal attribution.</a:t>
            </a:r>
          </a:p>
          <a:p>
            <a:r>
              <a:t xml:space="preserve"/>
            </a:r>
          </a:p>
          <a:p>
            <a:r>
              <a:t xml:space="preserve">C++ Vision Bridge: SUPPORTING Notes cue only. 출력·API/ABI 보존 범위와 Release 검증 조건을 요청에 담는 기존 C++ 적용 예를 보존한다. 실제 TRIAL-002는 Python이며 이 C++ 예는 원문 입력·Windows 검증·새 실행의 근거가 아니다. 화면 주석과 혼잡해지지 않도록 Notes에서 필요할 때만 짧게 연결한다.</a:t>
            </a:r>
          </a:p>
          <a:p>
            <a:r>
              <a:t xml:space="preserve"/>
            </a:r>
          </a:p>
          <a:p>
            <a:r>
              <a:t xml:space="preserve">Demo Operation: 실제 TRIAL-002 요청의 정적 읽기다. S22에서 같은 Process01–03의 관찰 요약, S23에서 diff, S24에서 검증 근거를 확인한다. S21의 Lecture6/Case3은 기존 CAPTURED Demo8분에 더해 세지 않는다. 새 제품 실행·Trial·원시 터미널 캡처를 보여주지 않는다.</a:t>
            </a:r>
          </a:p>
          <a:p>
            <a:r>
              <a:t xml:space="preserve"/>
            </a:r>
          </a:p>
          <a:p>
            <a:r>
              <a:t xml:space="preserve">Audience Interaction: 원문 밖 주석을 따라 다섯 역할이 어디에 드러나는지 확인하게 한다. Case3분에는 명세 해석 예90초와 정보의 위치·같은 요청 연결90초를 사용한다. 작성·공유·실습·공개 답변을 요구하지 않는다.</a:t>
            </a:r>
          </a:p>
          <a:p>
            <a:r>
              <a:t xml:space="preserve"/>
            </a:r>
          </a:p>
          <a:p>
            <a:r>
              <a:t xml:space="preserve">Transition:</a:t>
            </a:r>
          </a:p>
          <a:p>
            <a:r>
              <a:t xml:space="preserve">“이 요청의 과정 지시 01–03이 실제 기록에는 어떻게 남았을까요?”라고 같은 요청과 관찰 기록을 대조하는 S22로 이동한다.</a:t>
            </a:r>
          </a:p>
          <a:p>
            <a:r>
              <a:t xml:space="preserve"/>
            </a:r>
          </a:p>
          <a:p>
            <a:r>
              <a:t xml:space="preserve">Time Management: Lecture6분: 출처1분, 목표·제약1분15초, 과정1분30초, 맥락1분, 검증1분15초. Case3분: 원문 밖 명세 해석90초, 항목 회수·같은 요청 전환90초.9분과 기존 Mode를 유지하고 S22의 관찰 결과를 미리 강의하지 않는다. 실측 리허설은 UNVERIFIED다.</a:t>
            </a:r>
          </a:p>
          <a:p>
            <a:r>
              <a:t xml:space="preserve"/>
            </a:r>
          </a:p>
          <a:p>
            <a:r>
              <a:t xml:space="preserve">Fallback: production/ACT_1.pptx S21 또는 production/preview/act1/S21.png의 검증된 정적 화면을 사용한다. 전문은 plan/DEMO_MATRIX.md의 TRIAL-002 / Prompt used와 본 Notes에 보존한다. 실제 입력과 교육용 주석의 경계를 유지한다. 최종 로컬 대조는 production/evaluation/S21_TRIAL_REQUEST_REVISION.md를 따른다.</a:t>
            </a:r>
          </a:p>
          <a:p>
            <a:r>
              <a:t xml:space="preserve"/>
            </a:r>
          </a:p>
          <a:p>
            <a:r>
              <a:t xml:space="preserve">Validation Status: ALIGNED — DEC-0111의 실제 요청·주석·S22 연결 기준이다.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S21에서 본 같은 TRIAL-002 요청의 Process01–03을 왼쪽에서 회수한다. 입력이 바뀌는 장이 아니다. 오른쪽은 보존된 관찰 요약이며 원시 CLI 로그나 계획 발언 원문 캡처가 아니다.</a:t>
            </a:r>
          </a:p>
          <a:p>
            <a:r>
              <a:t xml:space="preserve">2. (0:15–0:45 / 01) “먼저 현재 실패를 재현해줘”와 실패 crop 테스트를 찾아 재현했다는 Trial 기록을 대조한다. test_crop_excludes_end_coordinate는 TRIAL-001/STATE-00 코드에서 대조한 대상이다. TRIAL-002 원문 실패 로그가 남아 있다는 뜻이 아니므로 명령·출력·수치를 만들지 않는다.</a:t>
            </a:r>
          </a:p>
          <a:p>
            <a:r>
              <a:t xml:space="preserve">3. (0:45–1:10 / 02) “관련 구현과 호출 경로를 조사해줘”와 CLI-to-pipeline-to-crop 확인 기록을 대조한다. cli.main / pipeline.process_image / transform.crop는 제품 호출 관계이며 파일 읽기 순서·내부 사고 경로가 아니다. S21에서는 이 조사 대상을 Context 주석으로도 읽었다.</a:t>
            </a:r>
          </a:p>
          <a:p>
            <a:r>
              <a:t xml:space="preserve">4. (1:10–1:40 / 03) “수정 전 짧은 계획을 알리고, 승인 대기 없이 계속해줘”와 파일 변경 이벤트 전 끝 좌표·기존 테스트·API 보존 계획 보고를 대조한다. 승인 대기를 새 절차로 추가하지 않는다. 계획 발언 원문·원시 이벤트 시각이 미확인이므로 당시 발언처럼 따옴표로 만들지 않는다.</a:t>
            </a:r>
          </a:p>
          <a:p>
            <a:r>
              <a:t xml:space="preserve">5. (1:40–2:00) 같은 요청의04 최소 수정은 S23,05 확인·보고 결과는 S24로 이어짐을 가리킨다. 여기서는 diff·너비·통과 수치를 설명하지 않는다.</a:t>
            </a:r>
          </a:p>
          <a:p>
            <a:r>
              <a:t xml:space="preserve"/>
            </a:r>
          </a:p>
          <a:p>
            <a:r>
              <a:t xml:space="preserve">Evidence / Source: OBSERVED_PRODUCT. plan/DEMO_MATRIX.md의 TRIAL-002 / Prompt used 및 Investigation and visible plan checkpoint가 실제 요청·관찰 요약의 근거다. S21과 같은 요청이며 원문은 S21 Notes에도 보존한다. 테스트명·호출 기호는 TRIAL-001 및 Demo STATE-00 tests/test_transform.py, src/graypipe/cli.py, pipeline.py, transform.py의 실제 대상 식별자다. DEC-0044와 DEC-0111은 교육 표현·연결 수정이며 새 실험 근거가 아니다. 날짜2026-09-28, macOS Codex CLI0.154.0. 화면은 발췌·번역과 기록 요약이며 원시 CLI 캡처가 아니다.</a:t>
            </a:r>
          </a:p>
          <a:p>
            <a:r>
              <a:t xml:space="preserve"/>
            </a:r>
          </a:p>
          <a:p>
            <a:r>
              <a:t xml:space="preserve">Claim Boundary: S21과 같은 실제 요청을 단일 TRIAL-002의 관찰 요약과 대조한다. 원시 CLI 이벤트 파일·시각, 최초 재현 명령·실패 출력·계획 발언 원문은 미확인이다. 대상 코드 식별자를 로그 발췌로 위장하지 않는다. 입력과 행동의 대응을 Prompt 단독 효과·반복성·결정론적 준수·현재 Desktop/계정·다른 모델의 근거로 확대하지 않는다. S16–S18의 교육용 요청을 그대로 실행했다는 뜻이 아니다. 전체 실험 제약은 원문에 보존한다.</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 유지. S21과 같은 요청의01–03을 왼쪽에서 회수해 오른쪽 관찰과 짝짓는다.04 실제 diff는 S23,05 검증 결과는 S24다. 관찰 요약·실제 대상 코드 식별자와 원시 로그를 구분한다. 새 Trial·현재 제품 실행·가짜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 production/ACT_1.pptx S22 또는 production/preview/act1/S22.png의 정적 대응 표를 사용한다. 원시 CLI 캡처가 없어도 기존 관찰 요약의 한계를 밝히고 S23/S24로 이어간다. 최종 로컬 대조는 production/evaluation/S21_TRIAL_REQUEST_REVISION.md를 따른다.</a:t>
            </a:r>
          </a:p>
          <a:p>
            <a:r>
              <a:t xml:space="preserve"/>
            </a:r>
          </a:p>
          <a:p>
            <a:r>
              <a:t xml:space="preserve">Validation Status: ALIGNED — DEC-0111에 따라 S21과 같은 실제 입력으로 연결하고 기존 관찰을 유지한다.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승인된 ON-SCREEN SUPPORTING vector·GoogleTest 도식으로 완료 조건과 검사 범위를 연결한다. 주요 C++ 패턴 전이는 S75에서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판단할 근거를 요청할 때, 어떤 검사와 기대값까지 명시해야 할까요?”라고 S26의 명세 기반 완료 조건으로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Check마다 확인하는 범위</a:t>
            </a:r>
          </a:p>
          <a:p>
            <a:r>
              <a:t xml:space="preserve"/>
            </a:r>
          </a:p>
          <a:p>
            <a:r>
              <a:t xml:space="preserve">Slide ID:</a:t>
            </a:r>
          </a:p>
          <a:p>
            <a:r>
              <a:t xml:space="preserve">S26</a:t>
            </a:r>
          </a:p>
          <a:p>
            <a:r>
              <a:t xml:space="preserve"/>
            </a:r>
          </a:p>
          <a:p>
            <a:r>
              <a:t xml:space="preserve">Working Title: Check마다 확인하는 범위</a:t>
            </a:r>
          </a:p>
          <a:p>
            <a:r>
              <a:t xml:space="preserve"/>
            </a:r>
          </a:p>
          <a:p>
            <a:r>
              <a:t xml:space="preserve">ACT / Section: ACT 1 / 1E + 1F</a:t>
            </a:r>
          </a:p>
          <a:p>
            <a:r>
              <a:t xml:space="preserve"/>
            </a:r>
          </a:p>
          <a:p>
            <a:r>
              <a:t xml:space="preserve">Allocated Time: 5 minutes</a:t>
            </a:r>
          </a:p>
          <a:p>
            <a:r>
              <a:t xml:space="preserve"/>
            </a:r>
          </a:p>
          <a:p>
            <a:r>
              <a:t xml:space="preserve">Mode Split: Lecture 4 minutes + Reflection 1 minute</a:t>
            </a:r>
          </a:p>
          <a:p>
            <a:r>
              <a:t xml:space="preserve"/>
            </a:r>
          </a:p>
          <a:p>
            <a:r>
              <a:t xml:space="preserve">Primary Message: Check 하나가 모든 정확성을 증명하지는 않는다.</a:t>
            </a:r>
          </a:p>
          <a:p>
            <a:r>
              <a:t xml:space="preserve"/>
            </a:r>
          </a:p>
          <a:p>
            <a:r>
              <a:t xml:space="preserve">Opening Question: “완료 조건에 어떤 검사와 기대값을 적어야 할까?”</a:t>
            </a:r>
          </a:p>
          <a:p>
            <a:r>
              <a:t xml:space="preserve"/>
            </a:r>
          </a:p>
          <a:p>
            <a:r>
              <a:t xml:space="preserve">Speaker Flow:</a:t>
            </a:r>
          </a:p>
          <a:p>
            <a:r>
              <a:t xml:space="preserve">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a:r>
              <a:t xml:space="preserve">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a:r>
              <a:t xml:space="preserve">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a:r>
              <a:t xml:space="preserve">4. (4:00–5:00 / Reflection) 내가 요청할 완료 근거가 어떤 명세 위반을 구별할지 조용히 떠올린다. 작성·실습·답변을 요구하지 않는다. 요청의 표현 방법을 추가로 살펴본 뒤 반복 조건을 생각하게 한다.</a:t>
            </a:r>
          </a:p>
          <a:p>
            <a:r>
              <a:t xml:space="preserve"/>
            </a:r>
          </a:p>
          <a:p>
            <a:r>
              <a:t xml:space="preserve">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a:r>
              <a:t xml:space="preserve"/>
            </a:r>
          </a:p>
          <a:p>
            <a:r>
              <a:t xml:space="preserve">보존된 상세 출처: TRIAL-002: 관련·전체 테스트 / CLI 샘플 실행 / 변경 확인 · 우측은 C++ 교육용 도식</a:t>
            </a:r>
          </a:p>
          <a:p>
            <a:r>
              <a:t xml:space="preserve"/>
            </a:r>
          </a:p>
          <a:p>
            <a:r>
              <a:t xml:space="preserve">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a:r>
              <a:t xml:space="preserve"/>
            </a:r>
          </a:p>
          <a:p>
            <a:r>
              <a:t xml:space="preserve">보존된 상세 범위: 실제 Trial은 Python unittest입니다. Benchmark 미실행 · 우측은 새 실행·PASS 결과가 아닙니다.</a:t>
            </a:r>
          </a:p>
          <a:p>
            <a:r>
              <a:t xml:space="preserve"/>
            </a:r>
          </a:p>
          <a:p>
            <a:r>
              <a:t xml:space="preserve">Beginner Explanation: “테스트해줘”에서 멈추지 않고 이 입력에서 어떤 개수·값을 기대하며 무엇을 비교해 보고할지 요청에 담는다. 비어 있지 않음은 빈 결과를 찾지만 이 추가 원소 오류는 구별하지 못한다.</a:t>
            </a:r>
          </a:p>
          <a:p>
            <a:r>
              <a:t xml:space="preserve"/>
            </a:r>
          </a:p>
          <a:p>
            <a:r>
              <a:t xml:space="preserve">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a:r>
              <a:t xml:space="preserve"/>
            </a:r>
          </a:p>
          <a:p>
            <a:r>
              <a:t xml:space="preserve">C++ Vision Bridge:</a:t>
            </a:r>
          </a:p>
          <a:p>
            <a:r>
              <a:t xml:space="preserve">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S75에 유지한다. No Windows, shell, IDE, hardware or new C++ execution is asserted.</a:t>
            </a:r>
          </a:p>
          <a:p>
            <a:r>
              <a:t xml:space="preserve"/>
            </a:r>
          </a:p>
          <a:p>
            <a:r>
              <a:t xml:space="preserve">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a:r>
              <a:t xml:space="preserve"/>
            </a:r>
          </a:p>
          <a:p>
            <a:r>
              <a:t xml:space="preserve">Audience Interaction: 마지막 1분은 각자가 익숙한 Check와 그 조건이 확인하거나 놓칠 수 있는 명세 위반을 조용히 생각한다. 결과 발표나 테스트 작성은 요구하지 않는다.</a:t>
            </a:r>
          </a:p>
          <a:p>
            <a:r>
              <a:t xml:space="preserve"/>
            </a:r>
          </a:p>
          <a:p>
            <a:r>
              <a:t xml:space="preserve">Transition:</a:t>
            </a:r>
          </a:p>
          <a:p>
            <a:r>
              <a:t xml:space="preserve">“요청에 담을 내용은 정했습니다. 이제 상황에 맞게 전달하는 문장 도구를 보겠습니다.”라고 신규 S27로 이동한다. 기존 반복 Context 질문은 새8장 뒤의 S35–S36에서 회수한다.</a:t>
            </a:r>
          </a:p>
          <a:p>
            <a:r>
              <a:t xml:space="preserve"/>
            </a:r>
          </a:p>
          <a:p>
            <a:r>
              <a:t xml:space="preserve">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a:r>
              <a:t xml:space="preserve"/>
            </a:r>
          </a:p>
          <a:p>
            <a:r>
              <a:t xml:space="preserve">Fallback:</a:t>
            </a:r>
          </a:p>
          <a:p>
            <a:r>
              <a:t xml:space="preserve">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지시와 참고 자료의 구분</a:t>
            </a:r>
          </a:p>
          <a:p>
            <a:r>
              <a:t xml:space="preserve"/>
            </a:r>
          </a:p>
          <a:p>
            <a:r>
              <a:t xml:space="preserve">Slide ID:</a:t>
            </a:r>
          </a:p>
          <a:p>
            <a:r>
              <a:t xml:space="preserve">S27</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S27 또는 production/preview/act1/S27.png.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입력과 기대 결과의 작은 예시</a:t>
            </a:r>
          </a:p>
          <a:p>
            <a:r>
              <a:t xml:space="preserve"/>
            </a:r>
          </a:p>
          <a:p>
            <a:r>
              <a:t xml:space="preserve">Slide ID:</a:t>
            </a:r>
          </a:p>
          <a:p>
            <a:r>
              <a:t xml:space="preserve">S28</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바로 검토할 수 있는 결과 형식</a:t>
            </a:r>
          </a:p>
          <a:p>
            <a:r>
              <a:t xml:space="preserve"/>
            </a:r>
          </a:p>
          <a:p>
            <a:r>
              <a:t xml:space="preserve">Slide ID:</a:t>
            </a:r>
          </a:p>
          <a:p>
            <a:r>
              <a:t xml:space="preserve">S29</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근거가 있는 설명과 미확인의 구분</a:t>
            </a:r>
          </a:p>
          <a:p>
            <a:r>
              <a:t xml:space="preserve"/>
            </a:r>
          </a:p>
          <a:p>
            <a:r>
              <a:t xml:space="preserve">Slide ID:</a:t>
            </a:r>
          </a:p>
          <a:p>
            <a:r>
              <a:t xml:space="preserve">S30</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결과를 바꾸는 결정에서 확인 질문</a:t>
            </a:r>
          </a:p>
          <a:p>
            <a:r>
              <a:t xml:space="preserve"/>
            </a:r>
          </a:p>
          <a:p>
            <a:r>
              <a:t xml:space="preserve">Slide ID:</a:t>
            </a:r>
          </a:p>
          <a:p>
            <a:r>
              <a:t xml:space="preserve">S31</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큰 작업을 검토할 결과물로 나누기</a:t>
            </a:r>
          </a:p>
          <a:p>
            <a:r>
              <a:t xml:space="preserve"/>
            </a:r>
          </a:p>
          <a:p>
            <a:r>
              <a:t xml:space="preserve">Slide ID:</a:t>
            </a:r>
          </a:p>
          <a:p>
            <a:r>
              <a:t xml:space="preserve">S32</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기준을 지정한 코드 리뷰 요청</a:t>
            </a:r>
          </a:p>
          <a:p>
            <a:r>
              <a:t xml:space="preserve"/>
            </a:r>
          </a:p>
          <a:p>
            <a:r>
              <a:t xml:space="preserve">Slide ID:</a:t>
            </a:r>
          </a:p>
          <a:p>
            <a:r>
              <a:t xml:space="preserve">S33</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구체적인 근거로 수정 방향 피드백</a:t>
            </a:r>
          </a:p>
          <a:p>
            <a:r>
              <a:t xml:space="preserve"/>
            </a:r>
          </a:p>
          <a:p>
            <a:r>
              <a:t xml:space="preserve">Slide ID:</a:t>
            </a:r>
          </a:p>
          <a:p>
            <a:r>
              <a:t xml:space="preserve">S34</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“이 조건 중 다음 작업에도 다시 적게 될 것은 무엇일까요?”라고 기존 S27–S28의 반복 Context 질문으로 연결한다. 현재 기존 두 장은 S35–S36이다.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“이 조건 중 다음 작업에도 다시 적게 될 것은 무엇일까요?”라고 기존 S27–S28의 반복 Context 질문으로 연결한다. 현재 기존 두 장은 S35–S36이다.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이번 Task인가, 계속 유지할 Project 정보인가?</a:t>
            </a:r>
          </a:p>
          <a:p>
            <a:r>
              <a:t xml:space="preserve"/>
            </a:r>
          </a:p>
          <a:p>
            <a:r>
              <a:t xml:space="preserve">Slide ID:</a:t>
            </a:r>
          </a:p>
          <a:p>
            <a:r>
              <a:t xml:space="preserve">S35</a:t>
            </a:r>
          </a:p>
          <a:p>
            <a:r>
              <a:t xml:space="preserve"/>
            </a:r>
          </a:p>
          <a:p>
            <a:r>
              <a:t xml:space="preserve">Working Title: 이번 Task인가, 계속 유지할 Project 정보인가?</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 두 종류의 정보를 구분할 필요가 있음을 먼저 인식한다.</a:t>
            </a:r>
          </a:p>
          <a:p>
            <a:r>
              <a:t xml:space="preserve"/>
            </a:r>
          </a:p>
          <a:p>
            <a:r>
              <a:t xml:space="preserve">Opening Question: “잘 쓴 요청의 테스트 명령과 보존 조건을, 다음 작업에도 다시 적어야 할까?”</a:t>
            </a:r>
          </a:p>
          <a:p>
            <a:r>
              <a:t xml:space="preserve"/>
            </a:r>
          </a:p>
          <a:p>
            <a:r>
              <a:t xml:space="preserve">Speaker Flow:</a:t>
            </a:r>
          </a:p>
          <a:p>
            <a:r>
              <a:t xml:space="preserve">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a:r>
              <a:t xml:space="preserve">2. (1:00–3:00 / Q&amp;A) 자발적인 질문을 받는다. 분류의 정답이나 저장 방식·AGENTS.md를 미리 공개하지 않는다. 침묵도 정상 진행이다.</a:t>
            </a:r>
          </a:p>
          <a:p>
            <a:r>
              <a:t xml:space="preserve">3. (3:00) S36에서 정보의 수명·범위를 후보 예시로 비교하겠다고 넘긴다.</a:t>
            </a:r>
          </a:p>
          <a:p>
            <a:r>
              <a:t xml:space="preserve"/>
            </a:r>
          </a:p>
          <a:p>
            <a:r>
              <a:t xml:space="preserve">Evidence / Source: BEAT-007 → BEAT-008 handoff, CLM-0029, CLM-0027, CLM-0003, CLM-0005. TEACHING_MODEL. DEC-0042는 요청 설계와 기존 사례의 연결·용어를 정렬한 결정이며 새로운 실험 근거가 아니다.</a:t>
            </a:r>
          </a:p>
          <a:p>
            <a:r>
              <a:t xml:space="preserve"/>
            </a:r>
          </a:p>
          <a:p>
            <a:r>
              <a:t xml:space="preserve">보존된 상세 출처: 생각해 보기 · 이 과정의 교육 모델</a:t>
            </a:r>
          </a:p>
          <a:p>
            <a:r>
              <a:t xml:space="preserve"/>
            </a:r>
          </a:p>
          <a:p>
            <a:r>
              <a:t xml:space="preserve">Claim Boundary: 두 Bucket은 Reflection을 위한 과정의 모델이다. 이 장에서는 정답, 제품 기능, AGENTS.md 또는 완전한 분류를 제시하지 않는다.</a:t>
            </a:r>
          </a:p>
          <a:p>
            <a:r>
              <a:t xml:space="preserve"/>
            </a:r>
          </a:p>
          <a:p>
            <a:r>
              <a:t xml:space="preserve">보존된 상세 범위: 1분 동안 개인적으로 생각한 뒤 2분간 자발적인 질문을 받습니다.</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Consider information lifetime and scope without deciding the storage mechanism yet.</a:t>
            </a:r>
          </a:p>
          <a:p>
            <a:r>
              <a:t xml:space="preserve"/>
            </a:r>
          </a:p>
          <a:p>
            <a:r>
              <a:t xml:space="preserve">C++ Vision Bridge: N/A.</a:t>
            </a:r>
          </a:p>
          <a:p>
            <a:r>
              <a:t xml:space="preserve"/>
            </a:r>
          </a:p>
          <a:p>
            <a:r>
              <a:t xml:space="preserve">Demo Operation: N/A.</a:t>
            </a:r>
          </a:p>
          <a:p>
            <a:r>
              <a:t xml:space="preserve"/>
            </a:r>
          </a:p>
          <a:p>
            <a:r>
              <a:t xml:space="preserve">Audience Interaction: 순서: Reflection 1분 후 Q&amp;A 2분. Reflection은 사적 생각 시간이고 공유는 자발적이다. 응답이 없으면 질문을 한 번 더 읽고 진행한다.</a:t>
            </a:r>
          </a:p>
          <a:p>
            <a:r>
              <a:t xml:space="preserve"/>
            </a:r>
          </a:p>
          <a:p>
            <a:r>
              <a:t xml:space="preserve">Transition:</a:t>
            </a:r>
          </a:p>
          <a:p>
            <a:r>
              <a:t xml:space="preserve">“방금 떠올린 반복 문장을 이번 Task 정보와 계속 참고할 Project 정보의 후보로 나눠 보겠습니다.”라고 S36으로 이동한다.</a:t>
            </a:r>
          </a:p>
          <a:p>
            <a:r>
              <a:t xml:space="preserve"/>
            </a:r>
          </a:p>
          <a:p>
            <a:r>
              <a:t xml:space="preserve">Time Management: Reflection 1분, Q&amp;A 2분을 보존한다. 긴 토론이나 개인 업무 공개를 요구하지 않는다.</a:t>
            </a:r>
          </a:p>
          <a:p>
            <a:r>
              <a:t xml:space="preserve"/>
            </a:r>
          </a:p>
          <a:p>
            <a:r>
              <a:t xml:space="preserve">Fallback:</a:t>
            </a:r>
          </a:p>
          <a:p>
            <a:r>
              <a:t xml:space="preserve">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반복하는 설명을 두 범주로 나누기</a:t>
            </a:r>
          </a:p>
          <a:p>
            <a:r>
              <a:t xml:space="preserve"/>
            </a:r>
          </a:p>
          <a:p>
            <a:r>
              <a:t xml:space="preserve">Slide ID:</a:t>
            </a:r>
          </a:p>
          <a:p>
            <a:r>
              <a:t xml:space="preserve">S36</a:t>
            </a:r>
          </a:p>
          <a:p>
            <a:r>
              <a:t xml:space="preserve"/>
            </a:r>
          </a:p>
          <a:p>
            <a:r>
              <a:t xml:space="preserve">Working Title: 반복하는 설명을 두 범주로 나누기</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 Task 정보와 Project 정보는 수명과 적용 범위가 다르다.</a:t>
            </a:r>
          </a:p>
          <a:p>
            <a:r>
              <a:t xml:space="preserve"/>
            </a:r>
          </a:p>
          <a:p>
            <a:r>
              <a:t xml:space="preserve">Opening Question: “같은 Project 설명을 다음 요청에서도 왜 반복하게 될까?”</a:t>
            </a:r>
          </a:p>
          <a:p>
            <a:r>
              <a:t xml:space="preserve"/>
            </a:r>
          </a:p>
          <a:p>
            <a:r>
              <a:t xml:space="preserve">**Speaker Flow:**</a:t>
            </a:r>
          </a:p>
          <a:p>
            <a:r>
              <a:t xml:space="preserve">1. (0:00–1:00 / Reflection) 앞 장에서 떠올린 반복 문장을 이번 Task 정보와 계속 참고할 Project 정보의 후보로 생각한다. 분류 시험이나 답안 작성은 아니다.</a:t>
            </a:r>
          </a:p>
          <a:p>
            <a:r>
              <a:t xml:space="preserve">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a:r>
              <a:t xml:space="preserve">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a:r>
              <a:t xml:space="preserve">4. (4:00–6:00 / Q&amp;A) 자발적인 질문을 받고 6분에 ACT 2로 간다. 질문이 없으면 반복 Project 설명이라는 마지막 질문을 한 번 읽고 정시에 넘긴다.</a:t>
            </a:r>
          </a:p>
          <a:p>
            <a:r>
              <a:t xml:space="preserve">기존 연결 질문을 유지한 채 ACT 2 제목 S37를 거쳐 S38의 첫 문제로 이어간다. 제목의 Transition1분은 다음 ACT에 별도로 배정한다.</a:t>
            </a:r>
          </a:p>
          <a:p>
            <a:r>
              <a:t xml:space="preserve"/>
            </a:r>
          </a:p>
          <a:p>
            <a:r>
              <a:t xml:space="preserve">Evidence / Source: BEAT-007, BEAT-008, TRANS-003, CLM-0029, CLM-0027, CLM-0003, CLM-0005. TEACHING_MODEL / CONCEPTUAL. DEC-0042는 요청 설계와 기존 사례의 연결·용어를 정렬한 결정이며 새로운 실험 근거가 아니다.</a:t>
            </a:r>
          </a:p>
          <a:p>
            <a:r>
              <a:t xml:space="preserve"/>
            </a:r>
          </a:p>
          <a:p>
            <a:r>
              <a:t xml:space="preserve">보존된 상세 출처: 교육용 후보 예시 · 모든 프로젝트에 적용되는 유일한 분류가 아님</a:t>
            </a:r>
          </a:p>
          <a:p>
            <a:r>
              <a:t xml:space="preserve"/>
            </a:r>
          </a:p>
          <a:p>
            <a:r>
              <a:t xml:space="preserve">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a:r>
              <a:t xml:space="preserve"/>
            </a:r>
          </a:p>
          <a:p>
            <a:r>
              <a:t xml:space="preserve">보존된 상세 범위: 다음 질문: Project 정보를 왜 매번 Prompt에 다시 적고 있을까요?</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Information reuse scope and lifetime may differ; the next ACT will examine the repeated-fact problem before introducing a mechanism.</a:t>
            </a:r>
          </a:p>
          <a:p>
            <a:r>
              <a:t xml:space="preserve"/>
            </a:r>
          </a:p>
          <a:p>
            <a:r>
              <a:t xml:space="preserve">C++ Vision Bridge: N/A.</a:t>
            </a:r>
          </a:p>
          <a:p>
            <a:r>
              <a:t xml:space="preserve"/>
            </a:r>
          </a:p>
          <a:p>
            <a:r>
              <a:t xml:space="preserve">Demo Operation: N/A.</a:t>
            </a:r>
          </a:p>
          <a:p>
            <a:r>
              <a:t xml:space="preserve"/>
            </a:r>
          </a:p>
          <a:p>
            <a:r>
              <a:t xml:space="preserve">Audience Interaction: Reflection 1분 후 map 순서대로 ACT 2 Transition 3분, Q&amp;A 2분. 예시는 후보로만 말하고, 자발적 응답을 받되 정답 분류를 평가하지 않는다.</a:t>
            </a:r>
          </a:p>
          <a:p>
            <a:r>
              <a:t xml:space="preserve"/>
            </a:r>
          </a:p>
          <a:p>
            <a:r>
              <a:t xml:space="preserve">**Transition:**</a:t>
            </a:r>
          </a:p>
          <a:p>
            <a:r>
              <a:t xml:space="preserve">“요청은 구체화했지만, 같은 테스트 명령과 보존 조건은 다음 작업에도 다시 적게 됩니다. Project 설명을 왜 매번 Prompt에 다시 쓰고 있을까요?”라고 S38의 반복 Project Context 문제로 연결한다.</a:t>
            </a:r>
          </a:p>
          <a:p>
            <a:r>
              <a:t xml:space="preserve">기존 연결 질문을 유지한 채 ACT 2 제목 S37를 거쳐 S38의 첫 문제로 이어간다. 제목의 Transition1분은 다음 ACT에 별도로 배정한다.</a:t>
            </a:r>
          </a:p>
          <a:p>
            <a:r>
              <a:t xml:space="preserve"/>
            </a:r>
          </a:p>
          <a:p>
            <a:r>
              <a:t xml:space="preserve">Time Management: 0–1분 Reflection, 1–4분 Transition, 4–6분 Q&amp;A. 기존 Notes의 1–5분 전환/5–6분 Q&amp;A 불일치를 승인된 Mode Split 1+3+2로 정렬한다. Project Context 해결책이나 AGENTS.md는 미리 공개하지 않는다.</a:t>
            </a:r>
          </a:p>
          <a:p>
            <a:r>
              <a:t xml:space="preserve"/>
            </a:r>
          </a:p>
          <a:p>
            <a:r>
              <a:t xml:space="preserve">Fallback:</a:t>
            </a:r>
          </a:p>
          <a:p>
            <a:r>
              <a:t xml:space="preserve">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5b1cf0e36646c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2f174a12b142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2100e51e97640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4b68cbe7a940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cd025dc1ab4c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270f5878df4f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8355F7-6B27-4F25-9C6D-0F44A75526A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8EDF54A-1FBD-497B-A2B3-9A75B07E280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62E5653-B08A-4B4E-A805-719C4024661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F29A70-4305-49BA-8A5C-C450FAF46A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F3AA39-B8C0-4520-B07B-222F296273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EDBABD2-558D-43FE-B791-CBF825A049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559118-AD83-424D-B33D-BBDAF12A818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075D5F2-95FB-498D-A956-7C955840784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BB1C92-99C1-4A52-BEF0-61BBC39948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6B54BC-8316-43D2-8CAE-6A3F211D0B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15d47f4cc0a4ace" /><Relationship Type="http://schemas.openxmlformats.org/officeDocument/2006/relationships/slideLayout" Target="/ppt/slideLayouts/slideLayout1.xml" Id="R5ce2de4e8fa7415f" /><Relationship Type="http://schemas.openxmlformats.org/officeDocument/2006/relationships/slideLayout" Target="/ppt/slideLayouts/slideLayout2.xml" Id="Rea6753f6f1f04d67" /><Relationship Type="http://schemas.openxmlformats.org/officeDocument/2006/relationships/slideLayout" Target="/ppt/slideLayouts/slideLayout3.xml" Id="Re8b91caf35914db3" /><Relationship Type="http://schemas.openxmlformats.org/officeDocument/2006/relationships/slideLayout" Target="/ppt/slideLayouts/slideLayout4.xml" Id="R5dc09f5d544d4e3e" /><Relationship Type="http://schemas.openxmlformats.org/officeDocument/2006/relationships/slideLayout" Target="/ppt/slideLayouts/slideLayout5.xml" Id="R6e3000ebb8514e77" /><Relationship Type="http://schemas.openxmlformats.org/officeDocument/2006/relationships/slideLayout" Target="/ppt/slideLayouts/slideLayout6.xml" Id="R90a5453354804b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e2de4e8fa7415f"/>
    <p:sldLayoutId xmlns:r="http://schemas.openxmlformats.org/officeDocument/2006/relationships" id="2147483650" r:id="Rea6753f6f1f04d67"/>
    <p:sldLayoutId xmlns:r="http://schemas.openxmlformats.org/officeDocument/2006/relationships" id="2147483651" r:id="Re8b91caf35914db3"/>
    <p:sldLayoutId xmlns:r="http://schemas.openxmlformats.org/officeDocument/2006/relationships" id="2147483652" r:id="R5dc09f5d544d4e3e"/>
    <p:sldLayoutId xmlns:r="http://schemas.openxmlformats.org/officeDocument/2006/relationships" id="2147483653" r:id="R6e3000ebb8514e77"/>
    <p:sldLayoutId xmlns:r="http://schemas.openxmlformats.org/officeDocument/2006/relationships" id="2147483654" r:id="R90a5453354804b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ad7803c980e42a0" /><Relationship Type="http://schemas.openxmlformats.org/officeDocument/2006/relationships/notesSlide" Target="/ppt/notesSlides/notesSlide1.xml" Id="R36abd3fbf26545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e88f5dda8444150" /><Relationship Type="http://schemas.openxmlformats.org/officeDocument/2006/relationships/image" Target="/ppt/media/image.png" Id="R1151dae526e14079" /><Relationship Type="http://schemas.openxmlformats.org/officeDocument/2006/relationships/image" Target="/ppt/media/image2.png" Id="Re8960ff56698420f" /><Relationship Type="http://schemas.openxmlformats.org/officeDocument/2006/relationships/image" Target="/ppt/media/image3.png" Id="Rf95eed63be56453e" /><Relationship Type="http://schemas.openxmlformats.org/officeDocument/2006/relationships/notesSlide" Target="/ppt/notesSlides/notesSlide2.xml" Id="R466e06394efa47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f9e211dcf194a88" /><Relationship Type="http://schemas.openxmlformats.org/officeDocument/2006/relationships/image" Target="/ppt/media/image4.png" Id="R5f24b3f7316d4fc0" /><Relationship Type="http://schemas.openxmlformats.org/officeDocument/2006/relationships/notesSlide" Target="/ppt/notesSlides/notesSlide3.xml" Id="Rc0bfba0cd57546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cc61266394f4168" /><Relationship Type="http://schemas.openxmlformats.org/officeDocument/2006/relationships/image" Target="/ppt/media/image5.png" Id="Rf93d63b7dbc343a5" /><Relationship Type="http://schemas.openxmlformats.org/officeDocument/2006/relationships/notesSlide" Target="/ppt/notesSlides/notesSlide4.xml" Id="R61d8dcdf764b4f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cb106ef32d940fd" /><Relationship Type="http://schemas.openxmlformats.org/officeDocument/2006/relationships/notesSlide" Target="/ppt/notesSlides/notesSlide5.xml" Id="R702d380e6c6e49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5cce670e8df4839" /><Relationship Type="http://schemas.openxmlformats.org/officeDocument/2006/relationships/notesSlide" Target="/ppt/notesSlides/notesSlide6.xml" Id="R287444aaaf534b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2c6770f3421461e" /><Relationship Type="http://schemas.openxmlformats.org/officeDocument/2006/relationships/notesSlide" Target="/ppt/notesSlides/notesSlide7.xml" Id="R500429f82c5e47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3ef8e3ae9754cb6" /><Relationship Type="http://schemas.openxmlformats.org/officeDocument/2006/relationships/notesSlide" Target="/ppt/notesSlides/notesSlide8.xml" Id="R8e6036dd5e974f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ecadc14ae374a4f" /><Relationship Type="http://schemas.openxmlformats.org/officeDocument/2006/relationships/notesSlide" Target="/ppt/notesSlides/notesSlide9.xml" Id="R7c38dbacc39a45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23b6a6c99a04df8" /><Relationship Type="http://schemas.openxmlformats.org/officeDocument/2006/relationships/notesSlide" Target="/ppt/notesSlides/notesSlide10.xml" Id="Re0d377eef6e74aa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3c4c684d43424d" /><Relationship Type="http://schemas.openxmlformats.org/officeDocument/2006/relationships/notesSlide" Target="/ppt/notesSlides/notesSlide11.xml" Id="Rf027dc91b8ec4f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c5505e880f44fac" /><Relationship Type="http://schemas.openxmlformats.org/officeDocument/2006/relationships/notesSlide" Target="/ppt/notesSlides/notesSlide12.xml" Id="R57c6aa2f813b46f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21134ea430d41da" /><Relationship Type="http://schemas.openxmlformats.org/officeDocument/2006/relationships/notesSlide" Target="/ppt/notesSlides/notesSlide13.xml" Id="R272b0262969045f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1466081ecd5410f" /><Relationship Type="http://schemas.openxmlformats.org/officeDocument/2006/relationships/notesSlide" Target="/ppt/notesSlides/notesSlide14.xml" Id="R17eb6248e84c4f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71f8b4b52e74924" /><Relationship Type="http://schemas.openxmlformats.org/officeDocument/2006/relationships/notesSlide" Target="/ppt/notesSlides/notesSlide15.xml" Id="R3da40e35a74f479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c079c8d7da74671" /><Relationship Type="http://schemas.openxmlformats.org/officeDocument/2006/relationships/notesSlide" Target="/ppt/notesSlides/notesSlide16.xml" Id="R1cfe567876e843a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01535f7b056466d" /><Relationship Type="http://schemas.openxmlformats.org/officeDocument/2006/relationships/notesSlide" Target="/ppt/notesSlides/notesSlide17.xml" Id="R6863f883f4234f0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5fa52cf39504c68" /><Relationship Type="http://schemas.openxmlformats.org/officeDocument/2006/relationships/notesSlide" Target="/ppt/notesSlides/notesSlide18.xml" Id="Rc78b322686094c5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b3e6f63960b44d2" /><Relationship Type="http://schemas.openxmlformats.org/officeDocument/2006/relationships/notesSlide" Target="/ppt/notesSlides/notesSlide19.xml" Id="R5a2048b1583d4b8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c9747284bb74b7f" /><Relationship Type="http://schemas.openxmlformats.org/officeDocument/2006/relationships/notesSlide" Target="/ppt/notesSlides/notesSlide20.xml" Id="Ra9c81e7cbba246e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58ae7ec3f984649" /><Relationship Type="http://schemas.openxmlformats.org/officeDocument/2006/relationships/notesSlide" Target="/ppt/notesSlides/notesSlide21.xml" Id="Rbb398f5d55c045c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4984def97b84757" /><Relationship Type="http://schemas.openxmlformats.org/officeDocument/2006/relationships/notesSlide" Target="/ppt/notesSlides/notesSlide22.xml" Id="R07098526ace44748" /></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839281C4-8BF6-4EA0-A084-8B19780853F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3D5B15E5-5768-4CC2-9476-76B57EADE3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8DA45C04-1095-4041-AC56-C55F681EDA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83E68C12-91B0-4C3A-BE40-2E8FB8AAEA1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43B1EFBA-D28C-4B3A-94C0-61C893F2A08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0EF111E6-C64A-47AC-BBA7-16CF30E5BD4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DCD8D5C-669F-45C2-BEB5-8320B8974B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93995768"/>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에 남은 목표·조건·완료 근거">
            <a:extLst xmlns:a="http://schemas.openxmlformats.org/drawingml/2006/main">
              <a:ext uri="{FF2B5EF4-FFF2-40B4-BE49-F238E27FC236}">
                <a16:creationId xmlns:a16="http://schemas.microsoft.com/office/drawing/2014/main" id="{06F0204F-07B9-4D21-B195-F0CD5BBE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6BE0CA-0C17-43BC-A1CC-2980029E7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이 요청에는 무엇이 빠졌을까?">
            <a:extLst xmlns:a="http://schemas.openxmlformats.org/drawingml/2006/main">
              <a:ext uri="{FF2B5EF4-FFF2-40B4-BE49-F238E27FC236}">
                <a16:creationId xmlns:a16="http://schemas.microsoft.com/office/drawing/2014/main" id="{22E8CE61-D4D9-4C33-8157-D689401E7C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요청에는 무엇이 빠졌을까?</a:t>
            </a:r>
          </a:p>
        </p:txBody>
      </p:sp>
      <p:sp>
        <p:nvSpPr>
          <p:cNvPr id="4" name="">
            <a:extLst xmlns:a="http://schemas.openxmlformats.org/drawingml/2006/main">
              <a:ext uri="{FF2B5EF4-FFF2-40B4-BE49-F238E27FC236}">
                <a16:creationId xmlns:a16="http://schemas.microsoft.com/office/drawing/2014/main" id="{4743F3D4-232D-4ABD-B71D-267B0D0B3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1E70709-6C85-4D09-B704-A76D82C3D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개념도 · 실측 아님</a:t>
            </a:r>
          </a:p>
        </p:txBody>
      </p:sp>
      <p:sp>
        <p:nvSpPr>
          <p:cNvPr id="7" name="앞서 본 crop 실패를 고치려 합니다.">
            <a:extLst xmlns:a="http://schemas.openxmlformats.org/drawingml/2006/main">
              <a:ext uri="{FF2B5EF4-FFF2-40B4-BE49-F238E27FC236}">
                <a16:creationId xmlns:a16="http://schemas.microsoft.com/office/drawing/2014/main" id="{498FE008-9BD3-43E5-BFCF-FF66D0F826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앞서 본 crop 실패를 고치려 합니다.</a:t>
            </a:r>
          </a:p>
        </p:txBody>
      </p:sp>
      <p:sp>
        <p:nvSpPr>
          <p:cNvPr id="8" name="">
            <a:extLst xmlns:a="http://schemas.openxmlformats.org/drawingml/2006/main">
              <a:ext uri="{FF2B5EF4-FFF2-40B4-BE49-F238E27FC236}">
                <a16:creationId xmlns:a16="http://schemas.microsoft.com/office/drawing/2014/main" id="{2FE798FF-D119-47A9-A270-867D7EF4CCB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260EED1-FCA9-4537-B0BC-64236AAD8B6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CE2AF43-D46D-4C82-BF28-96719394D15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97DB4E4-E848-4C67-80C5-2A93D152906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E1D6E89-D418-4EAF-9EA5-CB55581F807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AC0AA85-65B1-4998-814C-F88AD97935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D4EDD-4A4B-490A-AA0F-70AD00BA412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468C77E-9A6B-4B24-8846-C963D75966A0}"/>
              </a:ext>
            </a:extLst>
          </p:cNvPr>
          <p:cNvPicPr>
            <a:picLocks xmlns:a="http://schemas.openxmlformats.org/drawingml/2006/main" noChangeAspect="1"/>
          </p:cNvPicPr>
          <p:nvPr/>
        </p:nvPicPr>
        <p:blipFill>
          <a:blip xmlns:r="http://schemas.openxmlformats.org/officeDocument/2006/relationships" xmlns:a="http://schemas.openxmlformats.org/drawingml/2006/main" r:embed="R1151dae526e14079"/>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요청의 경계를 확인">
            <a:extLst xmlns:a="http://schemas.openxmlformats.org/drawingml/2006/main">
              <a:ext uri="{FF2B5EF4-FFF2-40B4-BE49-F238E27FC236}">
                <a16:creationId xmlns:a16="http://schemas.microsoft.com/office/drawing/2014/main" id="{F21096BD-8B66-423D-B0C5-C4190489951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요청의 경계를 확인</a:t>
            </a:r>
          </a:p>
        </p:txBody>
      </p:sp>
      <p:sp>
        <p:nvSpPr>
          <p:cNvPr id="17" name="지킬 기준">
            <a:extLst xmlns:a="http://schemas.openxmlformats.org/drawingml/2006/main">
              <a:ext uri="{FF2B5EF4-FFF2-40B4-BE49-F238E27FC236}">
                <a16:creationId xmlns:a16="http://schemas.microsoft.com/office/drawing/2014/main" id="{2C1C2789-2FA6-480A-B28E-72E906586F7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지킬 기준</a:t>
            </a:r>
          </a:p>
        </p:txBody>
      </p:sp>
      <p:sp>
        <p:nvSpPr>
          <p:cNvPr id="18" name="명세·기대값을 유지할까?">
            <a:extLst xmlns:a="http://schemas.openxmlformats.org/drawingml/2006/main">
              <a:ext uri="{FF2B5EF4-FFF2-40B4-BE49-F238E27FC236}">
                <a16:creationId xmlns:a16="http://schemas.microsoft.com/office/drawing/2014/main" id="{5FCA3724-2E53-4282-8E8D-3D1F5B2338E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명세·기대값을 유지할까?</a:t>
            </a:r>
          </a:p>
        </p:txBody>
      </p:sp>
      <p:sp>
        <p:nvSpPr>
          <p:cNvPr id="19" name="?">
            <a:extLst xmlns:a="http://schemas.openxmlformats.org/drawingml/2006/main">
              <a:ext uri="{FF2B5EF4-FFF2-40B4-BE49-F238E27FC236}">
                <a16:creationId xmlns:a16="http://schemas.microsoft.com/office/drawing/2014/main" id="{9D915E23-096E-4F24-B72C-61DD62D094A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F24E939-0C6A-4958-B764-40433AF7BC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수정 범위">
            <a:extLst xmlns:a="http://schemas.openxmlformats.org/drawingml/2006/main">
              <a:ext uri="{FF2B5EF4-FFF2-40B4-BE49-F238E27FC236}">
                <a16:creationId xmlns:a16="http://schemas.microsoft.com/office/drawing/2014/main" id="{C1DB3A4B-BC36-4E7E-BF5F-92112DA0C7C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수정 범위</a:t>
            </a:r>
          </a:p>
        </p:txBody>
      </p:sp>
      <p:sp>
        <p:nvSpPr>
          <p:cNvPr id="22" name="어디까지 바꿔도 될까?">
            <a:extLst xmlns:a="http://schemas.openxmlformats.org/drawingml/2006/main">
              <a:ext uri="{FF2B5EF4-FFF2-40B4-BE49-F238E27FC236}">
                <a16:creationId xmlns:a16="http://schemas.microsoft.com/office/drawing/2014/main" id="{0B36D5F5-DEED-4B26-AAE3-126F303F119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어디까지 바꿔도 될까?</a:t>
            </a:r>
          </a:p>
        </p:txBody>
      </p:sp>
      <p:sp>
        <p:nvSpPr>
          <p:cNvPr id="23" name="?">
            <a:extLst xmlns:a="http://schemas.openxmlformats.org/drawingml/2006/main">
              <a:ext uri="{FF2B5EF4-FFF2-40B4-BE49-F238E27FC236}">
                <a16:creationId xmlns:a16="http://schemas.microsoft.com/office/drawing/2014/main" id="{5A5C4292-1CCA-4511-83E0-C8EE2A59C6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7D7D3B5-95DA-4B2A-8DA4-F4B3FB9011B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2876F7-5341-4EE6-894A-142D37E4135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확인·보고받을까?">
            <a:extLst xmlns:a="http://schemas.openxmlformats.org/drawingml/2006/main">
              <a:ext uri="{FF2B5EF4-FFF2-40B4-BE49-F238E27FC236}">
                <a16:creationId xmlns:a16="http://schemas.microsoft.com/office/drawing/2014/main" id="{1E72D222-C2A9-4CD2-B446-2F87EEB22C7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확인·보고받을까?</a:t>
            </a:r>
          </a:p>
        </p:txBody>
      </p:sp>
      <p:sp>
        <p:nvSpPr>
          <p:cNvPr id="27" name="?">
            <a:extLst xmlns:a="http://schemas.openxmlformats.org/drawingml/2006/main">
              <a:ext uri="{FF2B5EF4-FFF2-40B4-BE49-F238E27FC236}">
                <a16:creationId xmlns:a16="http://schemas.microsoft.com/office/drawing/2014/main" id="{B518CF2F-9815-476B-A0BA-61A8F7BD665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F7CC914-E802-423D-A6B8-1469A01E8AE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C9175B0-0EDF-4BE6-9B7C-9BDB2D23902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DEBAA5D-243B-4844-8EDA-1F665613575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39625F-5A06-487B-9BB6-AE2E84E80A67}"/>
              </a:ext>
            </a:extLst>
          </p:cNvPr>
          <p:cNvPicPr>
            <a:picLocks xmlns:a="http://schemas.openxmlformats.org/drawingml/2006/main" noChangeAspect="1"/>
          </p:cNvPicPr>
          <p:nvPr/>
        </p:nvPicPr>
        <p:blipFill>
          <a:blip xmlns:r="http://schemas.openxmlformats.org/officeDocument/2006/relationships" xmlns:a="http://schemas.openxmlformats.org/drawingml/2006/main" r:embed="Re8960ff56698420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EDCE266-446D-4717-A8B1-36430FC5C0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0F5380-5E10-4936-9F35-6F8A9FB01A8C}"/>
              </a:ext>
            </a:extLst>
          </p:cNvPr>
          <p:cNvPicPr>
            <a:picLocks xmlns:a="http://schemas.openxmlformats.org/drawingml/2006/main" noChangeAspect="1"/>
          </p:cNvPicPr>
          <p:nvPr/>
        </p:nvPicPr>
        <p:blipFill>
          <a:blip xmlns:r="http://schemas.openxmlformats.org/officeDocument/2006/relationships" xmlns:a="http://schemas.openxmlformats.org/drawingml/2006/main" r:embed="Rf95eed63be56453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192FC3F-79E9-450A-A183-5683ABBD5A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507265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서 검토할 변경 범위">
            <a:extLst xmlns:a="http://schemas.openxmlformats.org/drawingml/2006/main">
              <a:ext uri="{FF2B5EF4-FFF2-40B4-BE49-F238E27FC236}">
                <a16:creationId xmlns:a16="http://schemas.microsoft.com/office/drawing/2014/main" id="{7FFE4435-DC20-4BDC-BEA2-CB2AD0BF3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요청에서 검토할 변경 범위</a:t>
            </a:r>
          </a:p>
        </p:txBody>
      </p:sp>
      <p:sp>
        <p:nvSpPr>
          <p:cNvPr id="2" name="S17">
            <a:extLst xmlns:a="http://schemas.openxmlformats.org/drawingml/2006/main">
              <a:ext uri="{FF2B5EF4-FFF2-40B4-BE49-F238E27FC236}">
                <a16:creationId xmlns:a16="http://schemas.microsoft.com/office/drawing/2014/main" id="{F43F2368-B4FE-4B79-B1E4-80155F719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어디까지 바꾸라는 요청일까?">
            <a:extLst xmlns:a="http://schemas.openxmlformats.org/drawingml/2006/main">
              <a:ext uri="{FF2B5EF4-FFF2-40B4-BE49-F238E27FC236}">
                <a16:creationId xmlns:a16="http://schemas.microsoft.com/office/drawing/2014/main" id="{AE5CC8A8-D092-4A13-9713-BA5FA633B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어디까지 바꾸라는 요청일까?</a:t>
            </a:r>
          </a:p>
        </p:txBody>
      </p:sp>
      <p:sp>
        <p:nvSpPr>
          <p:cNvPr id="4" name="">
            <a:extLst xmlns:a="http://schemas.openxmlformats.org/drawingml/2006/main">
              <a:ext uri="{FF2B5EF4-FFF2-40B4-BE49-F238E27FC236}">
                <a16:creationId xmlns:a16="http://schemas.microsoft.com/office/drawing/2014/main" id="{797A831E-B37D-4F6B-9BA7-349DD25AF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BA18B96-18A8-41CF-B5AC-41EE9F9CB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가능한 해석의 예시</a:t>
            </a:r>
          </a:p>
        </p:txBody>
      </p:sp>
      <p:sp>
        <p:nvSpPr>
          <p:cNvPr id="7" name="같은 crop 요청에서, 허용할 변경 범위를 비교한다.">
            <a:extLst xmlns:a="http://schemas.openxmlformats.org/drawingml/2006/main">
              <a:ext uri="{FF2B5EF4-FFF2-40B4-BE49-F238E27FC236}">
                <a16:creationId xmlns:a16="http://schemas.microsoft.com/office/drawing/2014/main" id="{C70AE28E-84A0-4D3C-9BBF-AD221CA421F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crop 요청에서, 허용할 변경 범위를 비교한다.</a:t>
            </a:r>
          </a:p>
        </p:txBody>
      </p:sp>
      <p:sp>
        <p:nvSpPr>
          <p:cNvPr id="8" name="">
            <a:extLst xmlns:a="http://schemas.openxmlformats.org/drawingml/2006/main">
              <a:ext uri="{FF2B5EF4-FFF2-40B4-BE49-F238E27FC236}">
                <a16:creationId xmlns:a16="http://schemas.microsoft.com/office/drawing/2014/main" id="{5844A962-CD67-4952-8C19-63016D45F09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BC61572-4FA9-49B0-BF55-5480360D018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9DEF9BB-06A2-4FE7-9825-07F4660273B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674A8DA-E648-4275-A3A0-18CB57A209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B4FFE2-930A-4BDB-BBF0-D8F34CFF8CE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1C1159-0A02-4E11-9F98-B3E223E240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5226B6-5237-4D6A-BB40-810BB835520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2CBE7B2-E1FB-4E7D-91C6-01E8BAF8CF23}"/>
              </a:ext>
            </a:extLst>
          </p:cNvPr>
          <p:cNvPicPr>
            <a:picLocks xmlns:a="http://schemas.openxmlformats.org/drawingml/2006/main" noChangeAspect="1"/>
          </p:cNvPicPr>
          <p:nvPr/>
        </p:nvPicPr>
        <p:blipFill>
          <a:blip xmlns:r="http://schemas.openxmlformats.org/officeDocument/2006/relationships" xmlns:a="http://schemas.openxmlformats.org/drawingml/2006/main" r:embed="R5f24b3f7316d4fc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DB63F8B-1D99-41B2-ACC1-4CAADB2F28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2B12B9-D59A-4AB3-924D-71FE4805E37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떤 변경을 허용했을까?">
            <a:extLst xmlns:a="http://schemas.openxmlformats.org/drawingml/2006/main">
              <a:ext uri="{FF2B5EF4-FFF2-40B4-BE49-F238E27FC236}">
                <a16:creationId xmlns:a16="http://schemas.microsoft.com/office/drawing/2014/main" id="{96C4DB45-2CD3-45EE-8811-3E909793D5F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어떤 변경을 허용했을까?</a:t>
            </a:r>
          </a:p>
        </p:txBody>
      </p:sp>
      <p:sp>
        <p:nvSpPr>
          <p:cNvPr id="19" name="">
            <a:extLst xmlns:a="http://schemas.openxmlformats.org/drawingml/2006/main">
              <a:ext uri="{FF2B5EF4-FFF2-40B4-BE49-F238E27FC236}">
                <a16:creationId xmlns:a16="http://schemas.microsoft.com/office/drawing/2014/main" id="{CEC8D3AB-9724-499A-B1EE-0FEB4D5E8E9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1C165B6-8AF4-4709-8DB8-72E957E3BC3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5C4C970-C2D5-49A5-AED6-C8293FC7691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7C752B4-B505-4178-A4AA-4A5950FBC82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 기대값 변경">
            <a:extLst xmlns:a="http://schemas.openxmlformats.org/drawingml/2006/main">
              <a:ext uri="{FF2B5EF4-FFF2-40B4-BE49-F238E27FC236}">
                <a16:creationId xmlns:a16="http://schemas.microsoft.com/office/drawing/2014/main" id="{C7F2F664-2545-48A6-AB5A-6A0D9558F8A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 기대값 변경</a:t>
            </a:r>
          </a:p>
        </p:txBody>
      </p:sp>
      <p:sp>
        <p:nvSpPr>
          <p:cNvPr id="24" name="명세 변경의 정당성·승인 필요">
            <a:extLst xmlns:a="http://schemas.openxmlformats.org/drawingml/2006/main">
              <a:ext uri="{FF2B5EF4-FFF2-40B4-BE49-F238E27FC236}">
                <a16:creationId xmlns:a16="http://schemas.microsoft.com/office/drawing/2014/main" id="{78DE7C6C-1756-40F6-88DD-3D85D28C276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명세 변경의 정당성·승인 필요</a:t>
            </a:r>
          </a:p>
        </p:txBody>
      </p:sp>
      <p:sp>
        <p:nvSpPr>
          <p:cNvPr id="25" name="Possible interpretation B">
            <a:extLst xmlns:a="http://schemas.openxmlformats.org/drawingml/2006/main">
              <a:ext uri="{FF2B5EF4-FFF2-40B4-BE49-F238E27FC236}">
                <a16:creationId xmlns:a16="http://schemas.microsoft.com/office/drawing/2014/main" id="{965E4EA9-0004-4AB2-AC9C-1E0327F45A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74FF49-ED87-4E4D-8829-33EF9B1484A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602A658-E68D-4244-B2F3-4DCC9AC1A07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명세에 맞춤">
            <a:extLst xmlns:a="http://schemas.openxmlformats.org/drawingml/2006/main">
              <a:ext uri="{FF2B5EF4-FFF2-40B4-BE49-F238E27FC236}">
                <a16:creationId xmlns:a16="http://schemas.microsoft.com/office/drawing/2014/main" id="{0AFC7FC6-85BF-4758-8EAB-2E32C21A2DD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명세에 맞춤</a:t>
            </a:r>
          </a:p>
        </p:txBody>
      </p:sp>
      <p:sp>
        <p:nvSpPr>
          <p:cNvPr id="29" name="기존 명세·기대값을 유지">
            <a:extLst xmlns:a="http://schemas.openxmlformats.org/drawingml/2006/main">
              <a:ext uri="{FF2B5EF4-FFF2-40B4-BE49-F238E27FC236}">
                <a16:creationId xmlns:a16="http://schemas.microsoft.com/office/drawing/2014/main" id="{27233418-DEEF-41D2-ACE2-7944606499C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기존 명세·기대값을 유지</a:t>
            </a:r>
          </a:p>
        </p:txBody>
      </p:sp>
      <p:sp>
        <p:nvSpPr>
          <p:cNvPr id="30" name="Possible interpretation C">
            <a:extLst xmlns:a="http://schemas.openxmlformats.org/drawingml/2006/main">
              <a:ext uri="{FF2B5EF4-FFF2-40B4-BE49-F238E27FC236}">
                <a16:creationId xmlns:a16="http://schemas.microsoft.com/office/drawing/2014/main" id="{DBCD67B9-1930-4F18-85DF-854CD50B72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2FF0909-9A2A-4563-931D-214AD327C2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5C6E5D3-1038-426D-A263-D4304D2FBB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변경 범위를 먼저 확인">
            <a:extLst xmlns:a="http://schemas.openxmlformats.org/drawingml/2006/main">
              <a:ext uri="{FF2B5EF4-FFF2-40B4-BE49-F238E27FC236}">
                <a16:creationId xmlns:a16="http://schemas.microsoft.com/office/drawing/2014/main" id="{EA73B432-8F5C-4526-B8F7-32757528B11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변경 범위를 먼저 확인</a:t>
            </a:r>
          </a:p>
        </p:txBody>
      </p:sp>
      <p:sp>
        <p:nvSpPr>
          <p:cNvPr id="34" name="의도·명세가 충돌하면 질문">
            <a:extLst xmlns:a="http://schemas.openxmlformats.org/drawingml/2006/main">
              <a:ext uri="{FF2B5EF4-FFF2-40B4-BE49-F238E27FC236}">
                <a16:creationId xmlns:a16="http://schemas.microsoft.com/office/drawing/2014/main" id="{CD143874-C78D-411A-A67B-60D98061885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의도·명세가 충돌하면 질문</a:t>
            </a:r>
          </a:p>
        </p:txBody>
      </p:sp>
      <p:sp>
        <p:nvSpPr>
          <p:cNvPr id="35" name="요청에서 더 분명히 할 정보">
            <a:extLst xmlns:a="http://schemas.openxmlformats.org/drawingml/2006/main">
              <a:ext uri="{FF2B5EF4-FFF2-40B4-BE49-F238E27FC236}">
                <a16:creationId xmlns:a16="http://schemas.microsoft.com/office/drawing/2014/main" id="{8B2AC5E0-3595-4AE6-BC0F-5EE2A34F12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요청에서 더 분명히 할 정보</a:t>
            </a:r>
          </a:p>
        </p:txBody>
      </p:sp>
      <p:sp>
        <p:nvSpPr>
          <p:cNvPr id="36" name="목표의 세부 ?">
            <a:extLst xmlns:a="http://schemas.openxmlformats.org/drawingml/2006/main">
              <a:ext uri="{FF2B5EF4-FFF2-40B4-BE49-F238E27FC236}">
                <a16:creationId xmlns:a16="http://schemas.microsoft.com/office/drawing/2014/main" id="{98BDD084-BCA5-47A7-87B7-501C5511DFB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4116FF4-9053-47B1-8EED-7D5739C121D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60A52D-7C56-4AC8-86A8-2F2051A4632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DC41C7C-C222-4B0F-B771-53F68AE786F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A7D8D3A-B066-4E81-A487-17685B3FA3F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1CABEEA-E1AC-4747-96C1-0CAB45A91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7827427"/>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 보존·수정·확인 조건 추가">
            <a:extLst xmlns:a="http://schemas.openxmlformats.org/drawingml/2006/main">
              <a:ext uri="{FF2B5EF4-FFF2-40B4-BE49-F238E27FC236}">
                <a16:creationId xmlns:a16="http://schemas.microsoft.com/office/drawing/2014/main" id="{9D241A21-FF03-43B9-B1AF-1557C146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 보존·수정·확인 조건 추가</a:t>
            </a:r>
          </a:p>
        </p:txBody>
      </p:sp>
      <p:sp>
        <p:nvSpPr>
          <p:cNvPr id="2" name="S18">
            <a:extLst xmlns:a="http://schemas.openxmlformats.org/drawingml/2006/main">
              <a:ext uri="{FF2B5EF4-FFF2-40B4-BE49-F238E27FC236}">
                <a16:creationId xmlns:a16="http://schemas.microsoft.com/office/drawing/2014/main" id="{E33C8A01-BF65-4EE6-9F62-393392138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변경 범위를 요청에 담는다">
            <a:extLst xmlns:a="http://schemas.openxmlformats.org/drawingml/2006/main">
              <a:ext uri="{FF2B5EF4-FFF2-40B4-BE49-F238E27FC236}">
                <a16:creationId xmlns:a16="http://schemas.microsoft.com/office/drawing/2014/main" id="{64C44081-A580-4454-94C5-89BC9F3E9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변경 범위를 요청에 담는다</a:t>
            </a:r>
          </a:p>
        </p:txBody>
      </p:sp>
      <p:sp>
        <p:nvSpPr>
          <p:cNvPr id="4" name="">
            <a:extLst xmlns:a="http://schemas.openxmlformats.org/drawingml/2006/main">
              <a:ext uri="{FF2B5EF4-FFF2-40B4-BE49-F238E27FC236}">
                <a16:creationId xmlns:a16="http://schemas.microsoft.com/office/drawing/2014/main" id="{12A1B347-3D40-4FB0-A4BC-5E4AC709C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5A18278-B765-476D-8563-FED4A8726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요청 예시 · 의도한 경로</a:t>
            </a:r>
          </a:p>
        </p:txBody>
      </p:sp>
      <p:sp>
        <p:nvSpPr>
          <p:cNvPr id="7" name="기대값 · crop(1, 3) → 열 1·2, 폭 2">
            <a:extLst xmlns:a="http://schemas.openxmlformats.org/drawingml/2006/main">
              <a:ext uri="{FF2B5EF4-FFF2-40B4-BE49-F238E27FC236}">
                <a16:creationId xmlns:a16="http://schemas.microsoft.com/office/drawing/2014/main" id="{446D0072-8C59-46C0-BDD8-87183CB72BCB}"/>
              </a:ext>
            </a:extLst>
          </p:cNvPr>
          <p:cNvSpPr>
            <a:spLocks xmlns:a="http://schemas.openxmlformats.org/drawingml/2006/main" noGrp="1"/>
          </p:cNvSpPr>
          <p:nvPr/>
        </p:nvSpPr>
        <p:spPr>
          <a:xfrm xmlns:a="http://schemas.openxmlformats.org/drawingml/2006/main">
            <a:off x="609600" y="16668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기대값 · crop(1, 3) → 열 1·2, 폭 2</a:t>
            </a:r>
          </a:p>
        </p:txBody>
      </p:sp>
      <p:sp>
        <p:nvSpPr>
          <p:cNvPr id="8" name="">
            <a:extLst xmlns:a="http://schemas.openxmlformats.org/drawingml/2006/main">
              <a:ext uri="{FF2B5EF4-FFF2-40B4-BE49-F238E27FC236}">
                <a16:creationId xmlns:a16="http://schemas.microsoft.com/office/drawing/2014/main" id="{B01A7D90-73AE-4BA7-B1A5-2784A41D0414}"/>
              </a:ext>
            </a:extLst>
          </p:cNvPr>
          <p:cNvSpPr>
            <a:spLocks xmlns:a="http://schemas.openxmlformats.org/drawingml/2006/main" noGrp="1"/>
          </p:cNvSpPr>
          <p:nvPr/>
        </p:nvSpPr>
        <p:spPr>
          <a:xfrm xmlns:a="http://schemas.openxmlformats.org/drawingml/2006/main">
            <a:off x="609600" y="2057400"/>
            <a:ext cx="523875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B2B7B0C-42EF-48F9-AE0E-CFEE69E5075C}"/>
              </a:ext>
            </a:extLst>
          </p:cNvPr>
          <p:cNvSpPr>
            <a:spLocks xmlns:a="http://schemas.openxmlformats.org/drawingml/2006/main" noGrp="1"/>
          </p:cNvSpPr>
          <p:nvPr/>
        </p:nvSpPr>
        <p:spPr>
          <a:xfrm xmlns:a="http://schemas.openxmlformats.org/drawingml/2006/main">
            <a:off x="781050" y="215265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C75870D-4D17-40D6-B733-AB591AA145DB}"/>
              </a:ext>
            </a:extLst>
          </p:cNvPr>
          <p:cNvSpPr>
            <a:spLocks xmlns:a="http://schemas.openxmlformats.org/drawingml/2006/main" noGrp="1"/>
          </p:cNvSpPr>
          <p:nvPr/>
        </p:nvSpPr>
        <p:spPr>
          <a:xfrm xmlns:a="http://schemas.openxmlformats.org/drawingml/2006/main">
            <a:off x="781050" y="250507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342A2DB-E7A5-4736-94E6-68BE4B27028E}"/>
              </a:ext>
            </a:extLst>
          </p:cNvPr>
          <p:cNvSpPr>
            <a:spLocks xmlns:a="http://schemas.openxmlformats.org/drawingml/2006/main" noGrp="1"/>
          </p:cNvSpPr>
          <p:nvPr/>
        </p:nvSpPr>
        <p:spPr>
          <a:xfrm xmlns:a="http://schemas.openxmlformats.org/drawingml/2006/main">
            <a:off x="800100" y="260032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2" name="기존 명세와 테스트 기대값은 유지하고,">
            <a:extLst xmlns:a="http://schemas.openxmlformats.org/drawingml/2006/main">
              <a:ext uri="{FF2B5EF4-FFF2-40B4-BE49-F238E27FC236}">
                <a16:creationId xmlns:a16="http://schemas.microsoft.com/office/drawing/2014/main" id="{BDD91A19-8EDC-4192-8733-E9F9F4DFE7F3}"/>
              </a:ext>
            </a:extLst>
          </p:cNvPr>
          <p:cNvSpPr>
            <a:spLocks xmlns:a="http://schemas.openxmlformats.org/drawingml/2006/main" noGrp="1"/>
          </p:cNvSpPr>
          <p:nvPr/>
        </p:nvSpPr>
        <p:spPr>
          <a:xfrm xmlns:a="http://schemas.openxmlformats.org/drawingml/2006/main">
            <a:off x="800100" y="30384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기존 명세와 테스트 기대값은 유지하고,</a:t>
            </a:r>
          </a:p>
        </p:txBody>
      </p:sp>
      <p:sp>
        <p:nvSpPr>
          <p:cNvPr id="13" name="명세에 어긋난 crop 구현만 최소 수정해.">
            <a:extLst xmlns:a="http://schemas.openxmlformats.org/drawingml/2006/main">
              <a:ext uri="{FF2B5EF4-FFF2-40B4-BE49-F238E27FC236}">
                <a16:creationId xmlns:a16="http://schemas.microsoft.com/office/drawing/2014/main" id="{423A07F2-2B64-4D52-8DC5-CC85C955F5F9}"/>
              </a:ext>
            </a:extLst>
          </p:cNvPr>
          <p:cNvSpPr>
            <a:spLocks xmlns:a="http://schemas.openxmlformats.org/drawingml/2006/main" noGrp="1"/>
          </p:cNvSpPr>
          <p:nvPr/>
        </p:nvSpPr>
        <p:spPr>
          <a:xfrm xmlns:a="http://schemas.openxmlformats.org/drawingml/2006/main">
            <a:off x="800100" y="34480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명세에 어긋난 crop 구현만 최소 수정해.</a:t>
            </a:r>
          </a:p>
        </p:txBody>
      </p:sp>
      <p:sp>
        <p:nvSpPr>
          <p:cNvPr id="14" name="관련 테스트와 전체 테스트를 확인하고,">
            <a:extLst xmlns:a="http://schemas.openxmlformats.org/drawingml/2006/main">
              <a:ext uri="{FF2B5EF4-FFF2-40B4-BE49-F238E27FC236}">
                <a16:creationId xmlns:a16="http://schemas.microsoft.com/office/drawing/2014/main" id="{8F3C3345-6AB8-42CC-B86F-F7308CC6DD0B}"/>
              </a:ext>
            </a:extLst>
          </p:cNvPr>
          <p:cNvSpPr>
            <a:spLocks xmlns:a="http://schemas.openxmlformats.org/drawingml/2006/main" noGrp="1"/>
          </p:cNvSpPr>
          <p:nvPr/>
        </p:nvSpPr>
        <p:spPr>
          <a:xfrm xmlns:a="http://schemas.openxmlformats.org/drawingml/2006/main">
            <a:off x="800100" y="385762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관련 테스트와 전체 테스트를 확인하고,</a:t>
            </a:r>
          </a:p>
        </p:txBody>
      </p:sp>
      <p:sp>
        <p:nvSpPr>
          <p:cNvPr id="15" name="변경 내용·검증 결과·미확인 사항을 보고해.">
            <a:extLst xmlns:a="http://schemas.openxmlformats.org/drawingml/2006/main">
              <a:ext uri="{FF2B5EF4-FFF2-40B4-BE49-F238E27FC236}">
                <a16:creationId xmlns:a16="http://schemas.microsoft.com/office/drawing/2014/main" id="{E1965744-3EA6-4F3E-BD37-D3C91335BFF4}"/>
              </a:ext>
            </a:extLst>
          </p:cNvPr>
          <p:cNvSpPr>
            <a:spLocks xmlns:a="http://schemas.openxmlformats.org/drawingml/2006/main" noGrp="1"/>
          </p:cNvSpPr>
          <p:nvPr/>
        </p:nvSpPr>
        <p:spPr>
          <a:xfrm xmlns:a="http://schemas.openxmlformats.org/drawingml/2006/main">
            <a:off x="800100" y="426720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변경 내용·검증 결과·미확인 사항을 보고해.</a:t>
            </a:r>
          </a:p>
        </p:txBody>
      </p:sp>
      <p:sp>
        <p:nvSpPr>
          <p:cNvPr id="16" name="+">
            <a:extLst xmlns:a="http://schemas.openxmlformats.org/drawingml/2006/main">
              <a:ext uri="{FF2B5EF4-FFF2-40B4-BE49-F238E27FC236}">
                <a16:creationId xmlns:a16="http://schemas.microsoft.com/office/drawing/2014/main" id="{6E48DC58-6E06-44C7-9878-7A8D0EBFF53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41271080-6058-45EC-BD2E-4026967DD3A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2601EF-2E0F-4C93-90C2-8B75332FA78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9" name="사람이 원하는 경로를 명시">
            <a:extLst xmlns:a="http://schemas.openxmlformats.org/drawingml/2006/main">
              <a:ext uri="{FF2B5EF4-FFF2-40B4-BE49-F238E27FC236}">
                <a16:creationId xmlns:a16="http://schemas.microsoft.com/office/drawing/2014/main" id="{128A45D3-8E63-47F4-810F-847A888E251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0" name="">
            <a:extLst xmlns:a="http://schemas.openxmlformats.org/drawingml/2006/main">
              <a:ext uri="{FF2B5EF4-FFF2-40B4-BE49-F238E27FC236}">
                <a16:creationId xmlns:a16="http://schemas.microsoft.com/office/drawing/2014/main" id="{B2BB2F6D-DE14-48C4-AA26-A6DEFEE0048A}"/>
              </a:ext>
            </a:extLst>
          </p:cNvPr>
          <p:cNvPicPr>
            <a:picLocks xmlns:a="http://schemas.openxmlformats.org/drawingml/2006/main" noChangeAspect="1"/>
          </p:cNvPicPr>
          <p:nvPr/>
        </p:nvPicPr>
        <p:blipFill>
          <a:blip xmlns:r="http://schemas.openxmlformats.org/officeDocument/2006/relationships" xmlns:a="http://schemas.openxmlformats.org/drawingml/2006/main" r:embed="Rf93d63b7dbc343a5"/>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783943CC-0A24-440B-BA6B-6619C8114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EFE61B2-5FF9-45DC-A513-3EEED92603B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Possible interpretation A">
            <a:extLst xmlns:a="http://schemas.openxmlformats.org/drawingml/2006/main">
              <a:ext uri="{FF2B5EF4-FFF2-40B4-BE49-F238E27FC236}">
                <a16:creationId xmlns:a16="http://schemas.microsoft.com/office/drawing/2014/main" id="{E5784F8A-99DC-452E-8FDD-7E94C30DD8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4" name="">
            <a:extLst xmlns:a="http://schemas.openxmlformats.org/drawingml/2006/main">
              <a:ext uri="{FF2B5EF4-FFF2-40B4-BE49-F238E27FC236}">
                <a16:creationId xmlns:a16="http://schemas.microsoft.com/office/drawing/2014/main" id="{892E9FD1-DA50-429B-A6BB-B9AACA6ACE1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25" name="A">
            <a:extLst xmlns:a="http://schemas.openxmlformats.org/drawingml/2006/main">
              <a:ext uri="{FF2B5EF4-FFF2-40B4-BE49-F238E27FC236}">
                <a16:creationId xmlns:a16="http://schemas.microsoft.com/office/drawing/2014/main" id="{3BA13A51-6F71-4A87-B356-0C9B468E10B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26" name="테스트 기대값 변경">
            <a:extLst xmlns:a="http://schemas.openxmlformats.org/drawingml/2006/main">
              <a:ext uri="{FF2B5EF4-FFF2-40B4-BE49-F238E27FC236}">
                <a16:creationId xmlns:a16="http://schemas.microsoft.com/office/drawing/2014/main" id="{E01055DC-E883-4F8D-BCDD-FCB2D91E9B8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27" name="보존 조건과 맞지 않음">
            <a:extLst xmlns:a="http://schemas.openxmlformats.org/drawingml/2006/main">
              <a:ext uri="{FF2B5EF4-FFF2-40B4-BE49-F238E27FC236}">
                <a16:creationId xmlns:a16="http://schemas.microsoft.com/office/drawing/2014/main" id="{9EEE3863-B337-4C22-9938-095B45B64B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28" name="Possible interpretation B">
            <a:extLst xmlns:a="http://schemas.openxmlformats.org/drawingml/2006/main">
              <a:ext uri="{FF2B5EF4-FFF2-40B4-BE49-F238E27FC236}">
                <a16:creationId xmlns:a16="http://schemas.microsoft.com/office/drawing/2014/main" id="{2561AAA7-8C4C-4853-8261-19FDDC729B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29" name="">
            <a:extLst xmlns:a="http://schemas.openxmlformats.org/drawingml/2006/main">
              <a:ext uri="{FF2B5EF4-FFF2-40B4-BE49-F238E27FC236}">
                <a16:creationId xmlns:a16="http://schemas.microsoft.com/office/drawing/2014/main" id="{B765727E-FC73-4799-B103-575BA2327EA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0" name="B">
            <a:extLst xmlns:a="http://schemas.openxmlformats.org/drawingml/2006/main">
              <a:ext uri="{FF2B5EF4-FFF2-40B4-BE49-F238E27FC236}">
                <a16:creationId xmlns:a16="http://schemas.microsoft.com/office/drawing/2014/main" id="{9B48729F-BEA0-461B-AABC-6A89C1DD812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1" name="crop 구현 최소 수정">
            <a:extLst xmlns:a="http://schemas.openxmlformats.org/drawingml/2006/main">
              <a:ext uri="{FF2B5EF4-FFF2-40B4-BE49-F238E27FC236}">
                <a16:creationId xmlns:a16="http://schemas.microsoft.com/office/drawing/2014/main" id="{4E0A2A87-1D0A-4BE9-BBB2-77D711DCAED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2" name="사람이 명시한 변경 범위">
            <a:extLst xmlns:a="http://schemas.openxmlformats.org/drawingml/2006/main">
              <a:ext uri="{FF2B5EF4-FFF2-40B4-BE49-F238E27FC236}">
                <a16:creationId xmlns:a16="http://schemas.microsoft.com/office/drawing/2014/main" id="{6660C6F9-42D3-41CD-B5DD-267039366E8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변경 범위</a:t>
            </a:r>
          </a:p>
        </p:txBody>
      </p:sp>
      <p:sp>
        <p:nvSpPr>
          <p:cNvPr id="33" name="Possible interpretation C">
            <a:extLst xmlns:a="http://schemas.openxmlformats.org/drawingml/2006/main">
              <a:ext uri="{FF2B5EF4-FFF2-40B4-BE49-F238E27FC236}">
                <a16:creationId xmlns:a16="http://schemas.microsoft.com/office/drawing/2014/main" id="{47F67505-8A72-48EC-8E86-5EB4263E6F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4" name="">
            <a:extLst xmlns:a="http://schemas.openxmlformats.org/drawingml/2006/main">
              <a:ext uri="{FF2B5EF4-FFF2-40B4-BE49-F238E27FC236}">
                <a16:creationId xmlns:a16="http://schemas.microsoft.com/office/drawing/2014/main" id="{76EE1144-D23F-47B1-B863-004BC3AEC39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5" name="C">
            <a:extLst xmlns:a="http://schemas.openxmlformats.org/drawingml/2006/main">
              <a:ext uri="{FF2B5EF4-FFF2-40B4-BE49-F238E27FC236}">
                <a16:creationId xmlns:a16="http://schemas.microsoft.com/office/drawing/2014/main" id="{53B5C1A8-574A-42FC-9684-BA7AF92B70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36" name="추가 질문 후 진행">
            <a:extLst xmlns:a="http://schemas.openxmlformats.org/drawingml/2006/main">
              <a:ext uri="{FF2B5EF4-FFF2-40B4-BE49-F238E27FC236}">
                <a16:creationId xmlns:a16="http://schemas.microsoft.com/office/drawing/2014/main" id="{355ECB45-9065-4BF2-8047-4EA38FF1D8A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37" name="필요한 정보가 남으면 확인">
            <a:extLst xmlns:a="http://schemas.openxmlformats.org/drawingml/2006/main">
              <a:ext uri="{FF2B5EF4-FFF2-40B4-BE49-F238E27FC236}">
                <a16:creationId xmlns:a16="http://schemas.microsoft.com/office/drawing/2014/main" id="{FDF7BBED-4AFA-4786-8D0A-7459732155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38" name="">
            <a:extLst xmlns:a="http://schemas.openxmlformats.org/drawingml/2006/main">
              <a:ext uri="{FF2B5EF4-FFF2-40B4-BE49-F238E27FC236}">
                <a16:creationId xmlns:a16="http://schemas.microsoft.com/office/drawing/2014/main" id="{429A2E22-F23D-47A4-9F87-3F36E25C15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9" name="원하는 변화·조건·완료 근거를 요청에 담는다.">
            <a:extLst xmlns:a="http://schemas.openxmlformats.org/drawingml/2006/main">
              <a:ext uri="{FF2B5EF4-FFF2-40B4-BE49-F238E27FC236}">
                <a16:creationId xmlns:a16="http://schemas.microsoft.com/office/drawing/2014/main" id="{77D4D292-3FA2-4552-AE16-95D24C85B6F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0" name="Legacy module connection">
            <a:extLst xmlns:a="http://schemas.openxmlformats.org/drawingml/2006/main">
              <a:ext uri="{FF2B5EF4-FFF2-40B4-BE49-F238E27FC236}">
                <a16:creationId xmlns:a16="http://schemas.microsoft.com/office/drawing/2014/main" id="{46B18696-57AB-49E1-B13B-A93FA6723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2764830"/>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9DA9E6B9-43F5-42A6-A776-B719BCB168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8DD75F80-C30B-480F-8D5D-D72FA44FC9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B39286F4-C45A-408F-B80D-026CCE96C9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C5CA25F-CF80-4120-A4CE-B5693CC2E7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0B1DE39C-C1B5-47D2-823E-8F71EC060541}"/>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366D5D5-66C4-4441-A1D7-662A9BE2024B}"/>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DB8B953F-0DB2-4EDF-83AC-219EFE0CA7F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70FAA15-A7DD-4F96-96CD-4972627E70A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9323BC4-8A39-4CB3-9E73-96E4DD0D814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FDFFDB2-FC6F-4E5B-96D7-7A8955A8659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2CE7A18A-C043-41E5-9BB4-B0C21831578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0F8B931-5F47-46DD-9FC6-7CC2B189647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17FBD00-8D9C-4CA0-B327-603C306C0C5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E031A07C-C538-4CCB-9160-BC6872B9DCFE}"/>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715ACAF2-F4E4-49B5-BA3F-69D4E514CE5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DC524BE-1655-41CE-A4AB-90DAB89BF10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BA1F78C-3C28-42A4-8870-C747D12ACBA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4B563B7-F824-4B9D-B12F-42E6903FEA12}"/>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48288A9-D551-4406-B365-E21F761487C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6C73ACA7-203E-4708-9C43-3C2D106BA77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BFE6F0E-C46C-46EA-9809-69D8EFACC1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857888138"/>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1DA949EC-7368-4EDD-8EA7-2CD1074292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FCE4A6D4-645E-42B9-B525-24AB1B8A09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355FE293-1DBB-4396-9744-2AB712B8B7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2A5E790-5C0F-488B-BD77-3E14F85E2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E446B2F-6B63-4B49-A0C0-163A68C53F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4A825CFC-5140-409B-A44F-F32E49761749}"/>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0DF166C-264C-4285-86C1-BD2D0435244E}"/>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CBCD98A-EC6D-406B-8236-82CBD88DAD3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8168DB09-B753-4339-AB46-87447CFD3D5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5D3C178F-A19F-4774-AF54-47FFB2175445}"/>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7F318C2-C64E-456B-8A79-78738309F50D}"/>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0088C96-4F61-455E-A097-99FA012A6F3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8357F030-618E-4301-9D28-61858B5F506E}"/>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7624E435-EBD3-4EF3-BAEB-4DAF9DFF225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7FEB806-E466-4CF0-9470-7BBBBA7C939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986B359C-D612-4F2A-AFBD-F835A118F15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FB700E73-C76C-48D0-B20E-4F1016D760B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EA5E6B0-DDB0-424E-8EE1-FA828E2C990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98FDAA7-773F-4A69-A188-689AA4BB5190}"/>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BDCE24E-40EF-4302-8056-8714CF7CA7C9}"/>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02F5AAA8-47DF-46F2-9F45-0C5746719D6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B5C1DD2-07D2-43EF-8096-0B28C9F3FEA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BCF37187-E0BF-4D25-8E35-CB282138BE6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CBAF9EE-205A-4133-A213-A958FAD8A8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142500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에서 다섯 항목 찾기">
            <a:extLst xmlns:a="http://schemas.openxmlformats.org/drawingml/2006/main">
              <a:ext uri="{FF2B5EF4-FFF2-40B4-BE49-F238E27FC236}">
                <a16:creationId xmlns:a16="http://schemas.microsoft.com/office/drawing/2014/main" id="{CAF24CE7-B0D0-42FC-B8C3-1404FBCAD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요청에서 다섯 항목 찾기</a:t>
            </a:r>
          </a:p>
        </p:txBody>
      </p:sp>
      <p:sp>
        <p:nvSpPr>
          <p:cNvPr id="2" name="S21">
            <a:extLst xmlns:a="http://schemas.openxmlformats.org/drawingml/2006/main">
              <a:ext uri="{FF2B5EF4-FFF2-40B4-BE49-F238E27FC236}">
                <a16:creationId xmlns:a16="http://schemas.microsoft.com/office/drawing/2014/main" id="{19F59DC5-EBE6-40ED-B90A-854B343B27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실제 요청에는 무엇을 담았을까?">
            <a:extLst xmlns:a="http://schemas.openxmlformats.org/drawingml/2006/main">
              <a:ext uri="{FF2B5EF4-FFF2-40B4-BE49-F238E27FC236}">
                <a16:creationId xmlns:a16="http://schemas.microsoft.com/office/drawing/2014/main" id="{D3F0A365-DABF-45AF-8718-9035D533A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요청에는 무엇을 담았을까?</a:t>
            </a:r>
          </a:p>
        </p:txBody>
      </p:sp>
      <p:sp>
        <p:nvSpPr>
          <p:cNvPr id="4" name="">
            <a:extLst xmlns:a="http://schemas.openxmlformats.org/drawingml/2006/main">
              <a:ext uri="{FF2B5EF4-FFF2-40B4-BE49-F238E27FC236}">
                <a16:creationId xmlns:a16="http://schemas.microsoft.com/office/drawing/2014/main" id="{54BDE431-0E13-4A14-883C-90FBF9A23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C8B1E-D26B-422D-9DA7-D79B655F41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발췌·번역 · 다섯 항목은 교육용 주석</a:t>
            </a:r>
          </a:p>
        </p:txBody>
      </p:sp>
      <p:sp>
        <p:nvSpPr>
          <p:cNvPr id="7" name="">
            <a:extLst xmlns:a="http://schemas.openxmlformats.org/drawingml/2006/main">
              <a:ext uri="{FF2B5EF4-FFF2-40B4-BE49-F238E27FC236}">
                <a16:creationId xmlns:a16="http://schemas.microsoft.com/office/drawing/2014/main" id="{B94DB7ED-AB79-4D59-97E3-6DFE7231D6A9}"/>
              </a:ext>
            </a:extLst>
          </p:cNvPr>
          <p:cNvSpPr>
            <a:spLocks xmlns:a="http://schemas.openxmlformats.org/drawingml/2006/main" noGrp="1"/>
          </p:cNvSpPr>
          <p:nvPr/>
        </p:nvSpPr>
        <p:spPr>
          <a:xfrm xmlns:a="http://schemas.openxmlformats.org/drawingml/2006/main">
            <a:off x="609600" y="1752600"/>
            <a:ext cx="8096250" cy="36385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TRIAL-002 · 실제 요청 발췌·번역">
            <a:extLst xmlns:a="http://schemas.openxmlformats.org/drawingml/2006/main">
              <a:ext uri="{FF2B5EF4-FFF2-40B4-BE49-F238E27FC236}">
                <a16:creationId xmlns:a16="http://schemas.microsoft.com/office/drawing/2014/main" id="{0513606C-1F1B-42ED-951F-596A6D422079}"/>
              </a:ext>
            </a:extLst>
          </p:cNvPr>
          <p:cNvSpPr>
            <a:spLocks xmlns:a="http://schemas.openxmlformats.org/drawingml/2006/main" noGrp="1"/>
          </p:cNvSpPr>
          <p:nvPr/>
        </p:nvSpPr>
        <p:spPr>
          <a:xfrm xmlns:a="http://schemas.openxmlformats.org/drawingml/2006/main">
            <a:off x="800100" y="1847850"/>
            <a:ext cx="7715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TRIAL-002 · 실제 요청 발췌·번역</a:t>
            </a:r>
          </a:p>
        </p:txBody>
      </p:sp>
      <p:sp>
        <p:nvSpPr>
          <p:cNvPr id="9" name="">
            <a:extLst xmlns:a="http://schemas.openxmlformats.org/drawingml/2006/main">
              <a:ext uri="{FF2B5EF4-FFF2-40B4-BE49-F238E27FC236}">
                <a16:creationId xmlns:a16="http://schemas.microsoft.com/office/drawing/2014/main" id="{AFE434DE-07E1-4719-9F9E-0F8AA593AA8F}"/>
              </a:ext>
            </a:extLst>
          </p:cNvPr>
          <p:cNvSpPr>
            <a:spLocks xmlns:a="http://schemas.openxmlformats.org/drawingml/2006/main" noGrp="1"/>
          </p:cNvSpPr>
          <p:nvPr/>
        </p:nvSpPr>
        <p:spPr>
          <a:xfrm xmlns:a="http://schemas.openxmlformats.org/drawingml/2006/main">
            <a:off x="800100" y="2181225"/>
            <a:ext cx="7715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Goal:">
            <a:extLst xmlns:a="http://schemas.openxmlformats.org/drawingml/2006/main">
              <a:ext uri="{FF2B5EF4-FFF2-40B4-BE49-F238E27FC236}">
                <a16:creationId xmlns:a16="http://schemas.microsoft.com/office/drawing/2014/main" id="{F303349C-A1EF-4FBA-BF7B-5D2E726196E1}"/>
              </a:ext>
            </a:extLst>
          </p:cNvPr>
          <p:cNvSpPr>
            <a:spLocks xmlns:a="http://schemas.openxmlformats.org/drawingml/2006/main" noGrp="1"/>
          </p:cNvSpPr>
          <p:nvPr/>
        </p:nvSpPr>
        <p:spPr>
          <a:xfrm xmlns:a="http://schemas.openxmlformats.org/drawingml/2006/main">
            <a:off x="800100" y="2276475"/>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Goal:</a:t>
            </a:r>
          </a:p>
        </p:txBody>
      </p:sp>
      <p:sp>
        <p:nvSpPr>
          <p:cNvPr id="11" name="이 저장소의 crop 경계 테스트 실패를 조사하고 고쳐줘.">
            <a:extLst xmlns:a="http://schemas.openxmlformats.org/drawingml/2006/main">
              <a:ext uri="{FF2B5EF4-FFF2-40B4-BE49-F238E27FC236}">
                <a16:creationId xmlns:a16="http://schemas.microsoft.com/office/drawing/2014/main" id="{6FE8D38D-8B10-4E26-AFF6-0221428F283E}"/>
              </a:ext>
            </a:extLst>
          </p:cNvPr>
          <p:cNvSpPr>
            <a:spLocks xmlns:a="http://schemas.openxmlformats.org/drawingml/2006/main" noGrp="1"/>
          </p:cNvSpPr>
          <p:nvPr/>
        </p:nvSpPr>
        <p:spPr>
          <a:xfrm xmlns:a="http://schemas.openxmlformats.org/drawingml/2006/main">
            <a:off x="2381250" y="22764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이 저장소의 crop 경계 테스트 실패를 조사하고 고쳐줘.</a:t>
            </a:r>
          </a:p>
        </p:txBody>
      </p:sp>
      <p:sp>
        <p:nvSpPr>
          <p:cNvPr id="12" name="Constraints:">
            <a:extLst xmlns:a="http://schemas.openxmlformats.org/drawingml/2006/main">
              <a:ext uri="{FF2B5EF4-FFF2-40B4-BE49-F238E27FC236}">
                <a16:creationId xmlns:a16="http://schemas.microsoft.com/office/drawing/2014/main" id="{C89AF1F7-C4DD-47EC-A88A-CD086DEC1DE1}"/>
              </a:ext>
            </a:extLst>
          </p:cNvPr>
          <p:cNvSpPr>
            <a:spLocks xmlns:a="http://schemas.openxmlformats.org/drawingml/2006/main" noGrp="1"/>
          </p:cNvSpPr>
          <p:nvPr/>
        </p:nvSpPr>
        <p:spPr>
          <a:xfrm xmlns:a="http://schemas.openxmlformats.org/drawingml/2006/main">
            <a:off x="800100" y="268605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Constraints:</a:t>
            </a:r>
          </a:p>
        </p:txBody>
      </p:sp>
      <p:sp>
        <p:nvSpPr>
          <p:cNvPr id="13" name="끝 좌표 제외 명세 [x_start, x_end)를 지켜줘.">
            <a:extLst xmlns:a="http://schemas.openxmlformats.org/drawingml/2006/main">
              <a:ext uri="{FF2B5EF4-FFF2-40B4-BE49-F238E27FC236}">
                <a16:creationId xmlns:a16="http://schemas.microsoft.com/office/drawing/2014/main" id="{A9C622D7-8594-4C29-B6FB-028F06AB222D}"/>
              </a:ext>
            </a:extLst>
          </p:cNvPr>
          <p:cNvSpPr>
            <a:spLocks xmlns:a="http://schemas.openxmlformats.org/drawingml/2006/main" noGrp="1"/>
          </p:cNvSpPr>
          <p:nvPr/>
        </p:nvSpPr>
        <p:spPr>
          <a:xfrm xmlns:a="http://schemas.openxmlformats.org/drawingml/2006/main">
            <a:off x="2381250" y="266700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끝 좌표 제외 명세 [x_start, x_end)를 지켜줘.</a:t>
            </a:r>
          </a:p>
        </p:txBody>
      </p:sp>
      <p:sp>
        <p:nvSpPr>
          <p:cNvPr id="14" name="무관한 API 변경·의존성 추가 없이 최소 수정해줘.">
            <a:extLst xmlns:a="http://schemas.openxmlformats.org/drawingml/2006/main">
              <a:ext uri="{FF2B5EF4-FFF2-40B4-BE49-F238E27FC236}">
                <a16:creationId xmlns:a16="http://schemas.microsoft.com/office/drawing/2014/main" id="{F718ED0C-F5FF-4F9A-B521-7891C3861998}"/>
              </a:ext>
            </a:extLst>
          </p:cNvPr>
          <p:cNvSpPr>
            <a:spLocks xmlns:a="http://schemas.openxmlformats.org/drawingml/2006/main" noGrp="1"/>
          </p:cNvSpPr>
          <p:nvPr/>
        </p:nvSpPr>
        <p:spPr>
          <a:xfrm xmlns:a="http://schemas.openxmlformats.org/drawingml/2006/main">
            <a:off x="2381250" y="295275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무관한 API 변경·의존성 추가 없이 최소 수정해줘.</a:t>
            </a:r>
          </a:p>
        </p:txBody>
      </p:sp>
      <p:sp>
        <p:nvSpPr>
          <p:cNvPr id="15" name="Process:">
            <a:extLst xmlns:a="http://schemas.openxmlformats.org/drawingml/2006/main">
              <a:ext uri="{FF2B5EF4-FFF2-40B4-BE49-F238E27FC236}">
                <a16:creationId xmlns:a16="http://schemas.microsoft.com/office/drawing/2014/main" id="{A175321D-6561-43CF-B670-3EEEFEAE93EF}"/>
              </a:ext>
            </a:extLst>
          </p:cNvPr>
          <p:cNvSpPr>
            <a:spLocks xmlns:a="http://schemas.openxmlformats.org/drawingml/2006/main" noGrp="1"/>
          </p:cNvSpPr>
          <p:nvPr/>
        </p:nvSpPr>
        <p:spPr>
          <a:xfrm xmlns:a="http://schemas.openxmlformats.org/drawingml/2006/main">
            <a:off x="800100" y="33528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Process:</a:t>
            </a:r>
          </a:p>
        </p:txBody>
      </p:sp>
      <p:sp>
        <p:nvSpPr>
          <p:cNvPr id="16" name="01  먼저 현재 실패를 재현해줘.">
            <a:extLst xmlns:a="http://schemas.openxmlformats.org/drawingml/2006/main">
              <a:ext uri="{FF2B5EF4-FFF2-40B4-BE49-F238E27FC236}">
                <a16:creationId xmlns:a16="http://schemas.microsoft.com/office/drawing/2014/main" id="{44D8C053-A35F-4EE0-9906-9E50471862DE}"/>
              </a:ext>
            </a:extLst>
          </p:cNvPr>
          <p:cNvSpPr>
            <a:spLocks xmlns:a="http://schemas.openxmlformats.org/drawingml/2006/main" noGrp="1"/>
          </p:cNvSpPr>
          <p:nvPr/>
        </p:nvSpPr>
        <p:spPr>
          <a:xfrm xmlns:a="http://schemas.openxmlformats.org/drawingml/2006/main">
            <a:off x="2381250" y="33432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01  먼저 현재 실패를 재현해줘.</a:t>
            </a:r>
          </a:p>
        </p:txBody>
      </p:sp>
      <p:sp>
        <p:nvSpPr>
          <p:cNvPr id="17" name="">
            <a:extLst xmlns:a="http://schemas.openxmlformats.org/drawingml/2006/main">
              <a:ext uri="{FF2B5EF4-FFF2-40B4-BE49-F238E27FC236}">
                <a16:creationId xmlns:a16="http://schemas.microsoft.com/office/drawing/2014/main" id="{0CC46AB1-AB5D-4E49-B957-5F094C79922A}"/>
              </a:ext>
            </a:extLst>
          </p:cNvPr>
          <p:cNvSpPr>
            <a:spLocks xmlns:a="http://schemas.openxmlformats.org/drawingml/2006/main" noGrp="1"/>
          </p:cNvSpPr>
          <p:nvPr/>
        </p:nvSpPr>
        <p:spPr>
          <a:xfrm xmlns:a="http://schemas.openxmlformats.org/drawingml/2006/main">
            <a:off x="2733675" y="3648075"/>
            <a:ext cx="1981200" cy="2762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8" name="02  관련 구현과 호출 경로를 조사해줘.">
            <a:extLst xmlns:a="http://schemas.openxmlformats.org/drawingml/2006/main">
              <a:ext uri="{FF2B5EF4-FFF2-40B4-BE49-F238E27FC236}">
                <a16:creationId xmlns:a16="http://schemas.microsoft.com/office/drawing/2014/main" id="{FEC6B8F7-3530-4795-9663-9139DFD09430}"/>
              </a:ext>
            </a:extLst>
          </p:cNvPr>
          <p:cNvSpPr>
            <a:spLocks xmlns:a="http://schemas.openxmlformats.org/drawingml/2006/main" noGrp="1"/>
          </p:cNvSpPr>
          <p:nvPr/>
        </p:nvSpPr>
        <p:spPr>
          <a:xfrm xmlns:a="http://schemas.openxmlformats.org/drawingml/2006/main">
            <a:off x="2381250" y="36480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02  관련 구현과 호출 경로를 조사해줘.</a:t>
            </a:r>
          </a:p>
        </p:txBody>
      </p:sp>
      <p:sp>
        <p:nvSpPr>
          <p:cNvPr id="19" name="03  수정 전 짧은 계획을 알리고, 승인 대기 없이 계속해줘.">
            <a:extLst xmlns:a="http://schemas.openxmlformats.org/drawingml/2006/main">
              <a:ext uri="{FF2B5EF4-FFF2-40B4-BE49-F238E27FC236}">
                <a16:creationId xmlns:a16="http://schemas.microsoft.com/office/drawing/2014/main" id="{D1BFFDEC-9EAC-4820-9A13-40729C3B0557}"/>
              </a:ext>
            </a:extLst>
          </p:cNvPr>
          <p:cNvSpPr>
            <a:spLocks xmlns:a="http://schemas.openxmlformats.org/drawingml/2006/main" noGrp="1"/>
          </p:cNvSpPr>
          <p:nvPr/>
        </p:nvSpPr>
        <p:spPr>
          <a:xfrm xmlns:a="http://schemas.openxmlformats.org/drawingml/2006/main">
            <a:off x="2381250" y="39528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03  수정 전 짧은 계획을 알리고, 승인 대기 없이 계속해줘.</a:t>
            </a:r>
          </a:p>
        </p:txBody>
      </p:sp>
      <p:sp>
        <p:nvSpPr>
          <p:cNvPr id="20" name="Verification:">
            <a:extLst xmlns:a="http://schemas.openxmlformats.org/drawingml/2006/main">
              <a:ext uri="{FF2B5EF4-FFF2-40B4-BE49-F238E27FC236}">
                <a16:creationId xmlns:a16="http://schemas.microsoft.com/office/drawing/2014/main" id="{5569F929-ECE2-49A5-9544-2EC46D444A17}"/>
              </a:ext>
            </a:extLst>
          </p:cNvPr>
          <p:cNvSpPr>
            <a:spLocks xmlns:a="http://schemas.openxmlformats.org/drawingml/2006/main" noGrp="1"/>
          </p:cNvSpPr>
          <p:nvPr/>
        </p:nvSpPr>
        <p:spPr>
          <a:xfrm xmlns:a="http://schemas.openxmlformats.org/drawingml/2006/main">
            <a:off x="800100" y="45720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Verification:</a:t>
            </a:r>
          </a:p>
        </p:txBody>
      </p:sp>
      <p:sp>
        <p:nvSpPr>
          <p:cNvPr id="21" name="관련·전체 테스트를 실행해줘.">
            <a:extLst xmlns:a="http://schemas.openxmlformats.org/drawingml/2006/main">
              <a:ext uri="{FF2B5EF4-FFF2-40B4-BE49-F238E27FC236}">
                <a16:creationId xmlns:a16="http://schemas.microsoft.com/office/drawing/2014/main" id="{38DF296C-246A-49E9-B25E-4F8C55C93588}"/>
              </a:ext>
            </a:extLst>
          </p:cNvPr>
          <p:cNvSpPr>
            <a:spLocks xmlns:a="http://schemas.openxmlformats.org/drawingml/2006/main" noGrp="1"/>
          </p:cNvSpPr>
          <p:nvPr/>
        </p:nvSpPr>
        <p:spPr>
          <a:xfrm xmlns:a="http://schemas.openxmlformats.org/drawingml/2006/main">
            <a:off x="2381250" y="45434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관련·전체 테스트를 실행해줘.</a:t>
            </a:r>
          </a:p>
        </p:txBody>
      </p:sp>
      <p:sp>
        <p:nvSpPr>
          <p:cNvPr id="22" name="가능하면 기존 입력으로 CLI를 실행하고, 최종 변경을 확인해줘.">
            <a:extLst xmlns:a="http://schemas.openxmlformats.org/drawingml/2006/main">
              <a:ext uri="{FF2B5EF4-FFF2-40B4-BE49-F238E27FC236}">
                <a16:creationId xmlns:a16="http://schemas.microsoft.com/office/drawing/2014/main" id="{53FBDD3A-445F-4A77-8EBB-0FAFF2D335CF}"/>
              </a:ext>
            </a:extLst>
          </p:cNvPr>
          <p:cNvSpPr>
            <a:spLocks xmlns:a="http://schemas.openxmlformats.org/drawingml/2006/main" noGrp="1"/>
          </p:cNvSpPr>
          <p:nvPr/>
        </p:nvSpPr>
        <p:spPr>
          <a:xfrm xmlns:a="http://schemas.openxmlformats.org/drawingml/2006/main">
            <a:off x="2381250" y="48291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가능하면 기존 입력으로 CLI를 실행하고, 최종 변경을 확인해줘.</a:t>
            </a:r>
          </a:p>
        </p:txBody>
      </p:sp>
      <p:sp>
        <p:nvSpPr>
          <p:cNvPr id="23" name="변경 파일과 정확한 검증 근거를 보고해줘.">
            <a:extLst xmlns:a="http://schemas.openxmlformats.org/drawingml/2006/main">
              <a:ext uri="{FF2B5EF4-FFF2-40B4-BE49-F238E27FC236}">
                <a16:creationId xmlns:a16="http://schemas.microsoft.com/office/drawing/2014/main" id="{C313FBBF-037D-4F1F-B59A-ED95F287E80A}"/>
              </a:ext>
            </a:extLst>
          </p:cNvPr>
          <p:cNvSpPr>
            <a:spLocks xmlns:a="http://schemas.openxmlformats.org/drawingml/2006/main" noGrp="1"/>
          </p:cNvSpPr>
          <p:nvPr/>
        </p:nvSpPr>
        <p:spPr>
          <a:xfrm xmlns:a="http://schemas.openxmlformats.org/drawingml/2006/main">
            <a:off x="2381250" y="51149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변경 파일과 정확한 검증 근거를 보고해줘.</a:t>
            </a:r>
          </a:p>
        </p:txBody>
      </p:sp>
      <p:sp>
        <p:nvSpPr>
          <p:cNvPr id="24" name="요청에서 읽는 다섯 역할">
            <a:extLst xmlns:a="http://schemas.openxmlformats.org/drawingml/2006/main">
              <a:ext uri="{FF2B5EF4-FFF2-40B4-BE49-F238E27FC236}">
                <a16:creationId xmlns:a16="http://schemas.microsoft.com/office/drawing/2014/main" id="{1FF51671-2F5F-41A8-B865-AA6BCD3C6C9A}"/>
              </a:ext>
            </a:extLst>
          </p:cNvPr>
          <p:cNvSpPr>
            <a:spLocks xmlns:a="http://schemas.openxmlformats.org/drawingml/2006/main" noGrp="1"/>
          </p:cNvSpPr>
          <p:nvPr/>
        </p:nvSpPr>
        <p:spPr>
          <a:xfrm xmlns:a="http://schemas.openxmlformats.org/drawingml/2006/main">
            <a:off x="9201150" y="18478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요청에서 읽는 다섯 역할</a:t>
            </a:r>
          </a:p>
        </p:txBody>
      </p:sp>
      <p:sp>
        <p:nvSpPr>
          <p:cNvPr id="25" name="">
            <a:extLst xmlns:a="http://schemas.openxmlformats.org/drawingml/2006/main">
              <a:ext uri="{FF2B5EF4-FFF2-40B4-BE49-F238E27FC236}">
                <a16:creationId xmlns:a16="http://schemas.microsoft.com/office/drawing/2014/main" id="{8E2A9D8F-D860-475F-944E-DB429B0C5B09}"/>
              </a:ext>
            </a:extLst>
          </p:cNvPr>
          <p:cNvSpPr>
            <a:spLocks xmlns:a="http://schemas.openxmlformats.org/drawingml/2006/main" noGrp="1"/>
          </p:cNvSpPr>
          <p:nvPr/>
        </p:nvSpPr>
        <p:spPr>
          <a:xfrm xmlns:a="http://schemas.openxmlformats.org/drawingml/2006/main">
            <a:off x="8705850" y="24098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6" name="목표 · Goal">
            <a:extLst xmlns:a="http://schemas.openxmlformats.org/drawingml/2006/main">
              <a:ext uri="{FF2B5EF4-FFF2-40B4-BE49-F238E27FC236}">
                <a16:creationId xmlns:a16="http://schemas.microsoft.com/office/drawing/2014/main" id="{D0945D77-354F-4F9D-A3BB-8F68D00D4B7D}"/>
              </a:ext>
            </a:extLst>
          </p:cNvPr>
          <p:cNvSpPr>
            <a:spLocks xmlns:a="http://schemas.openxmlformats.org/drawingml/2006/main" noGrp="1"/>
          </p:cNvSpPr>
          <p:nvPr/>
        </p:nvSpPr>
        <p:spPr>
          <a:xfrm xmlns:a="http://schemas.openxmlformats.org/drawingml/2006/main">
            <a:off x="9201150" y="22764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목표 · Goal</a:t>
            </a:r>
          </a:p>
        </p:txBody>
      </p:sp>
      <p:sp>
        <p:nvSpPr>
          <p:cNvPr id="27" name="고칠 실패">
            <a:extLst xmlns:a="http://schemas.openxmlformats.org/drawingml/2006/main">
              <a:ext uri="{FF2B5EF4-FFF2-40B4-BE49-F238E27FC236}">
                <a16:creationId xmlns:a16="http://schemas.microsoft.com/office/drawing/2014/main" id="{7959DC65-398A-4576-AFD7-AB3AB839863C}"/>
              </a:ext>
            </a:extLst>
          </p:cNvPr>
          <p:cNvSpPr>
            <a:spLocks xmlns:a="http://schemas.openxmlformats.org/drawingml/2006/main" noGrp="1"/>
          </p:cNvSpPr>
          <p:nvPr/>
        </p:nvSpPr>
        <p:spPr>
          <a:xfrm xmlns:a="http://schemas.openxmlformats.org/drawingml/2006/main">
            <a:off x="9201150" y="2571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고칠 실패</a:t>
            </a:r>
          </a:p>
        </p:txBody>
      </p:sp>
      <p:sp>
        <p:nvSpPr>
          <p:cNvPr id="28" name="">
            <a:extLst xmlns:a="http://schemas.openxmlformats.org/drawingml/2006/main">
              <a:ext uri="{FF2B5EF4-FFF2-40B4-BE49-F238E27FC236}">
                <a16:creationId xmlns:a16="http://schemas.microsoft.com/office/drawing/2014/main" id="{1E042827-29A9-4869-99A2-0B642E5C6044}"/>
              </a:ext>
            </a:extLst>
          </p:cNvPr>
          <p:cNvSpPr>
            <a:spLocks xmlns:a="http://schemas.openxmlformats.org/drawingml/2006/main" noGrp="1"/>
          </p:cNvSpPr>
          <p:nvPr/>
        </p:nvSpPr>
        <p:spPr>
          <a:xfrm xmlns:a="http://schemas.openxmlformats.org/drawingml/2006/main">
            <a:off x="8705850" y="29241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9" name="제약 · Constraints">
            <a:extLst xmlns:a="http://schemas.openxmlformats.org/drawingml/2006/main">
              <a:ext uri="{FF2B5EF4-FFF2-40B4-BE49-F238E27FC236}">
                <a16:creationId xmlns:a16="http://schemas.microsoft.com/office/drawing/2014/main" id="{69569D60-D6F9-4D2E-963D-6D7D403E3381}"/>
              </a:ext>
            </a:extLst>
          </p:cNvPr>
          <p:cNvSpPr>
            <a:spLocks xmlns:a="http://schemas.openxmlformats.org/drawingml/2006/main" noGrp="1"/>
          </p:cNvSpPr>
          <p:nvPr/>
        </p:nvSpPr>
        <p:spPr>
          <a:xfrm xmlns:a="http://schemas.openxmlformats.org/drawingml/2006/main">
            <a:off x="9201150" y="27908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제약 · Constraints</a:t>
            </a:r>
          </a:p>
        </p:txBody>
      </p:sp>
      <p:sp>
        <p:nvSpPr>
          <p:cNvPr id="30" name="보존·허용 범위">
            <a:extLst xmlns:a="http://schemas.openxmlformats.org/drawingml/2006/main">
              <a:ext uri="{FF2B5EF4-FFF2-40B4-BE49-F238E27FC236}">
                <a16:creationId xmlns:a16="http://schemas.microsoft.com/office/drawing/2014/main" id="{71EDF814-BF3E-438E-A7DC-0EAA0D910662}"/>
              </a:ext>
            </a:extLst>
          </p:cNvPr>
          <p:cNvSpPr>
            <a:spLocks xmlns:a="http://schemas.openxmlformats.org/drawingml/2006/main" noGrp="1"/>
          </p:cNvSpPr>
          <p:nvPr/>
        </p:nvSpPr>
        <p:spPr>
          <a:xfrm xmlns:a="http://schemas.openxmlformats.org/drawingml/2006/main">
            <a:off x="9201150" y="30861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보존·허용 범위</a:t>
            </a:r>
          </a:p>
        </p:txBody>
      </p:sp>
      <p:sp>
        <p:nvSpPr>
          <p:cNvPr id="31" name="">
            <a:extLst xmlns:a="http://schemas.openxmlformats.org/drawingml/2006/main">
              <a:ext uri="{FF2B5EF4-FFF2-40B4-BE49-F238E27FC236}">
                <a16:creationId xmlns:a16="http://schemas.microsoft.com/office/drawing/2014/main" id="{C3A4A48C-CF81-4A97-B600-3BBF39D22103}"/>
              </a:ext>
            </a:extLst>
          </p:cNvPr>
          <p:cNvSpPr>
            <a:spLocks xmlns:a="http://schemas.openxmlformats.org/drawingml/2006/main" noGrp="1"/>
          </p:cNvSpPr>
          <p:nvPr/>
        </p:nvSpPr>
        <p:spPr>
          <a:xfrm xmlns:a="http://schemas.openxmlformats.org/drawingml/2006/main">
            <a:off x="8705850" y="35147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2" name="과정 · Process">
            <a:extLst xmlns:a="http://schemas.openxmlformats.org/drawingml/2006/main">
              <a:ext uri="{FF2B5EF4-FFF2-40B4-BE49-F238E27FC236}">
                <a16:creationId xmlns:a16="http://schemas.microsoft.com/office/drawing/2014/main" id="{F7A58FC7-6297-4666-AD3A-3336BAB11643}"/>
              </a:ext>
            </a:extLst>
          </p:cNvPr>
          <p:cNvSpPr>
            <a:spLocks xmlns:a="http://schemas.openxmlformats.org/drawingml/2006/main" noGrp="1"/>
          </p:cNvSpPr>
          <p:nvPr/>
        </p:nvSpPr>
        <p:spPr>
          <a:xfrm xmlns:a="http://schemas.openxmlformats.org/drawingml/2006/main">
            <a:off x="9201150" y="33813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과정 · Process</a:t>
            </a:r>
          </a:p>
        </p:txBody>
      </p:sp>
      <p:sp>
        <p:nvSpPr>
          <p:cNvPr id="33" name="작업 순서·수정 전 보고">
            <a:extLst xmlns:a="http://schemas.openxmlformats.org/drawingml/2006/main">
              <a:ext uri="{FF2B5EF4-FFF2-40B4-BE49-F238E27FC236}">
                <a16:creationId xmlns:a16="http://schemas.microsoft.com/office/drawing/2014/main" id="{6E68268C-0D49-44CB-B0FB-6EF1ACED526F}"/>
              </a:ext>
            </a:extLst>
          </p:cNvPr>
          <p:cNvSpPr>
            <a:spLocks xmlns:a="http://schemas.openxmlformats.org/drawingml/2006/main" noGrp="1"/>
          </p:cNvSpPr>
          <p:nvPr/>
        </p:nvSpPr>
        <p:spPr>
          <a:xfrm xmlns:a="http://schemas.openxmlformats.org/drawingml/2006/main">
            <a:off x="9201150" y="36766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작업 순서·수정 전 보고</a:t>
            </a:r>
          </a:p>
        </p:txBody>
      </p:sp>
      <p:sp>
        <p:nvSpPr>
          <p:cNvPr id="34" name="">
            <a:extLst xmlns:a="http://schemas.openxmlformats.org/drawingml/2006/main">
              <a:ext uri="{FF2B5EF4-FFF2-40B4-BE49-F238E27FC236}">
                <a16:creationId xmlns:a16="http://schemas.microsoft.com/office/drawing/2014/main" id="{A61AAA22-268D-4024-B833-1B781B7241CE}"/>
              </a:ext>
            </a:extLst>
          </p:cNvPr>
          <p:cNvSpPr>
            <a:spLocks xmlns:a="http://schemas.openxmlformats.org/drawingml/2006/main" noGrp="1"/>
          </p:cNvSpPr>
          <p:nvPr/>
        </p:nvSpPr>
        <p:spPr>
          <a:xfrm xmlns:a="http://schemas.openxmlformats.org/drawingml/2006/main">
            <a:off x="8705850" y="4029075"/>
            <a:ext cx="34290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35" name="맥락 · Context">
            <a:extLst xmlns:a="http://schemas.openxmlformats.org/drawingml/2006/main">
              <a:ext uri="{FF2B5EF4-FFF2-40B4-BE49-F238E27FC236}">
                <a16:creationId xmlns:a16="http://schemas.microsoft.com/office/drawing/2014/main" id="{9743C7DA-D4D9-492C-ADCC-A49E99892DCC}"/>
              </a:ext>
            </a:extLst>
          </p:cNvPr>
          <p:cNvSpPr>
            <a:spLocks xmlns:a="http://schemas.openxmlformats.org/drawingml/2006/main" noGrp="1"/>
          </p:cNvSpPr>
          <p:nvPr/>
        </p:nvSpPr>
        <p:spPr>
          <a:xfrm xmlns:a="http://schemas.openxmlformats.org/drawingml/2006/main">
            <a:off x="9201150" y="3895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맥락 · Context</a:t>
            </a:r>
          </a:p>
        </p:txBody>
      </p:sp>
      <p:sp>
        <p:nvSpPr>
          <p:cNvPr id="36" name="조사할 대상·위치">
            <a:extLst xmlns:a="http://schemas.openxmlformats.org/drawingml/2006/main">
              <a:ext uri="{FF2B5EF4-FFF2-40B4-BE49-F238E27FC236}">
                <a16:creationId xmlns:a16="http://schemas.microsoft.com/office/drawing/2014/main" id="{79C3B4B2-45E7-4363-9484-A5B9F9414269}"/>
              </a:ext>
            </a:extLst>
          </p:cNvPr>
          <p:cNvSpPr>
            <a:spLocks xmlns:a="http://schemas.openxmlformats.org/drawingml/2006/main" noGrp="1"/>
          </p:cNvSpPr>
          <p:nvPr/>
        </p:nvSpPr>
        <p:spPr>
          <a:xfrm xmlns:a="http://schemas.openxmlformats.org/drawingml/2006/main">
            <a:off x="9201150" y="4191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조사할 대상·위치</a:t>
            </a:r>
          </a:p>
        </p:txBody>
      </p:sp>
      <p:sp>
        <p:nvSpPr>
          <p:cNvPr id="37" name="">
            <a:extLst xmlns:a="http://schemas.openxmlformats.org/drawingml/2006/main">
              <a:ext uri="{FF2B5EF4-FFF2-40B4-BE49-F238E27FC236}">
                <a16:creationId xmlns:a16="http://schemas.microsoft.com/office/drawing/2014/main" id="{E55D91FB-20EE-4E41-B953-3E113E5E2BC3}"/>
              </a:ext>
            </a:extLst>
          </p:cNvPr>
          <p:cNvSpPr>
            <a:spLocks xmlns:a="http://schemas.openxmlformats.org/drawingml/2006/main" noGrp="1"/>
          </p:cNvSpPr>
          <p:nvPr/>
        </p:nvSpPr>
        <p:spPr>
          <a:xfrm xmlns:a="http://schemas.openxmlformats.org/drawingml/2006/main">
            <a:off x="8705850" y="47910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8" name="검증 · Verification">
            <a:extLst xmlns:a="http://schemas.openxmlformats.org/drawingml/2006/main">
              <a:ext uri="{FF2B5EF4-FFF2-40B4-BE49-F238E27FC236}">
                <a16:creationId xmlns:a16="http://schemas.microsoft.com/office/drawing/2014/main" id="{1CD80F1A-FBB5-4288-ABBD-2684D16796A8}"/>
              </a:ext>
            </a:extLst>
          </p:cNvPr>
          <p:cNvSpPr>
            <a:spLocks xmlns:a="http://schemas.openxmlformats.org/drawingml/2006/main" noGrp="1"/>
          </p:cNvSpPr>
          <p:nvPr/>
        </p:nvSpPr>
        <p:spPr>
          <a:xfrm xmlns:a="http://schemas.openxmlformats.org/drawingml/2006/main">
            <a:off x="9201150" y="4657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검증 · Verification</a:t>
            </a:r>
          </a:p>
        </p:txBody>
      </p:sp>
      <p:sp>
        <p:nvSpPr>
          <p:cNvPr id="39" name="확인·보고할 근거">
            <a:extLst xmlns:a="http://schemas.openxmlformats.org/drawingml/2006/main">
              <a:ext uri="{FF2B5EF4-FFF2-40B4-BE49-F238E27FC236}">
                <a16:creationId xmlns:a16="http://schemas.microsoft.com/office/drawing/2014/main" id="{94B70B2B-15C9-4AED-B780-1736062E3A97}"/>
              </a:ext>
            </a:extLst>
          </p:cNvPr>
          <p:cNvSpPr>
            <a:spLocks xmlns:a="http://schemas.openxmlformats.org/drawingml/2006/main" noGrp="1"/>
          </p:cNvSpPr>
          <p:nvPr/>
        </p:nvSpPr>
        <p:spPr>
          <a:xfrm xmlns:a="http://schemas.openxmlformats.org/drawingml/2006/main">
            <a:off x="9201150" y="4953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확인·보고할 근거</a:t>
            </a:r>
          </a:p>
        </p:txBody>
      </p:sp>
      <p:sp>
        <p:nvSpPr>
          <p:cNvPr id="40" name="">
            <a:extLst xmlns:a="http://schemas.openxmlformats.org/drawingml/2006/main">
              <a:ext uri="{FF2B5EF4-FFF2-40B4-BE49-F238E27FC236}">
                <a16:creationId xmlns:a16="http://schemas.microsoft.com/office/drawing/2014/main" id="{2E2D3279-6F5B-49C4-9A0F-5371DB5750C8}"/>
              </a:ext>
            </a:extLst>
          </p:cNvPr>
          <p:cNvSpPr>
            <a:spLocks xmlns:a="http://schemas.openxmlformats.org/drawingml/2006/main" noGrp="1"/>
          </p:cNvSpPr>
          <p:nvPr/>
        </p:nvSpPr>
        <p:spPr>
          <a:xfrm xmlns:a="http://schemas.openxmlformats.org/drawingml/2006/main">
            <a:off x="2752725" y="3924300"/>
            <a:ext cx="192405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41" name="Context annotation leader">
            <a:extLst xmlns:a="http://schemas.openxmlformats.org/drawingml/2006/main">
              <a:ext uri="{FF2B5EF4-FFF2-40B4-BE49-F238E27FC236}">
                <a16:creationId xmlns:a16="http://schemas.microsoft.com/office/drawing/2014/main" id="{43DB6445-B036-4608-8022-73BB5426ACC1}"/>
              </a:ext>
            </a:extLst>
          </p:cNvPr>
          <p:cNvSpPr>
            <a:spLocks xmlns:a="http://schemas.openxmlformats.org/drawingml/2006/main" noGrp="1"/>
          </p:cNvSpPr>
          <p:nvPr/>
        </p:nvSpPr>
        <p:spPr>
          <a:xfrm xmlns:a="http://schemas.openxmlformats.org/drawingml/2006/main">
            <a:off x="4676775" y="3924300"/>
            <a:ext cx="4029075" cy="104775"/>
          </a:xfrm>
          <a:custGeom xmlns:a="http://schemas.openxmlformats.org/drawingml/2006/main">
            <a:pathLst>
              <a:path w="4029075" h="104775">
                <a:moveTo>
                  <a:pt x="0" y="0"/>
                </a:moveTo>
                <a:lnTo>
                  <a:pt x="3895725" y="0"/>
                </a:lnTo>
                <a:lnTo>
                  <a:pt x="3895725" y="104775"/>
                </a:lnTo>
                <a:lnTo>
                  <a:pt x="4029075" y="104775"/>
                </a:lnTo>
              </a:path>
            </a:pathLst>
          </a:custGeom>
          <a:noFill xmlns:a="http://schemas.openxmlformats.org/drawingml/2006/main"/>
          <a:ln xmlns:a="http://schemas.openxmlformats.org/drawingml/2006/main" w="14288">
            <a:solidFill>
              <a:srgbClr val="805400"/>
            </a:solidFill>
          </a:ln>
        </p:spPr>
      </p:sp>
      <p:sp>
        <p:nvSpPr>
          <p:cNvPr id="42" name="">
            <a:extLst xmlns:a="http://schemas.openxmlformats.org/drawingml/2006/main">
              <a:ext uri="{FF2B5EF4-FFF2-40B4-BE49-F238E27FC236}">
                <a16:creationId xmlns:a16="http://schemas.microsoft.com/office/drawing/2014/main" id="{B8204B12-1E53-4DDA-BFF1-6233D2C2CAE0}"/>
              </a:ext>
            </a:extLst>
          </p:cNvPr>
          <p:cNvSpPr>
            <a:spLocks xmlns:a="http://schemas.openxmlformats.org/drawingml/2006/main" noGrp="1"/>
          </p:cNvSpPr>
          <p:nvPr/>
        </p:nvSpPr>
        <p:spPr>
          <a:xfrm xmlns:a="http://schemas.openxmlformats.org/drawingml/2006/main">
            <a:off x="609600" y="5505450"/>
            <a:ext cx="10972800" cy="2571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3" name="명세 해석 예 · 4열 입력의 crop 1 3 → 원본 열 1·2, 폭 2">
            <a:extLst xmlns:a="http://schemas.openxmlformats.org/drawingml/2006/main">
              <a:ext uri="{FF2B5EF4-FFF2-40B4-BE49-F238E27FC236}">
                <a16:creationId xmlns:a16="http://schemas.microsoft.com/office/drawing/2014/main" id="{1374D5EE-3272-4916-AFB1-3577A1E9376B}"/>
              </a:ext>
            </a:extLst>
          </p:cNvPr>
          <p:cNvSpPr>
            <a:spLocks xmlns:a="http://schemas.openxmlformats.org/drawingml/2006/main" noGrp="1"/>
          </p:cNvSpPr>
          <p:nvPr/>
        </p:nvSpPr>
        <p:spPr>
          <a:xfrm xmlns:a="http://schemas.openxmlformats.org/drawingml/2006/main">
            <a:off x="762000" y="5505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명세 해석 예 · 4열 입력의 crop 1 3 → 원본 열 1·2, 폭 2</a:t>
            </a:r>
          </a:p>
        </p:txBody>
      </p:sp>
      <p:sp>
        <p:nvSpPr>
          <p:cNvPr id="44" name="Legacy module connection">
            <a:extLst xmlns:a="http://schemas.openxmlformats.org/drawingml/2006/main">
              <a:ext uri="{FF2B5EF4-FFF2-40B4-BE49-F238E27FC236}">
                <a16:creationId xmlns:a16="http://schemas.microsoft.com/office/drawing/2014/main" id="{CB5FCEA6-4C27-4AAC-9202-6D2F7ED5FF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144264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과 관찰된 행동의 대응">
            <a:extLst xmlns:a="http://schemas.openxmlformats.org/drawingml/2006/main">
              <a:ext uri="{FF2B5EF4-FFF2-40B4-BE49-F238E27FC236}">
                <a16:creationId xmlns:a16="http://schemas.microsoft.com/office/drawing/2014/main" id="{BA3C5B34-C794-445F-BCC5-5765221B6A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DA376A91-0FC2-4238-911F-C43D61FF2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E42F6182-079C-449C-8FBE-1D801F8F3A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7E4133-F424-4812-912F-EEFA52522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547DD90-B7EB-45CF-88B8-10FAA0C899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같은 요청의 과정 지시와 관찰 기록 · 단일 CLI 실행</a:t>
            </a:r>
          </a:p>
        </p:txBody>
      </p:sp>
      <p:sp>
        <p:nvSpPr>
          <p:cNvPr id="7" name="">
            <a:extLst xmlns:a="http://schemas.openxmlformats.org/drawingml/2006/main">
              <a:ext uri="{FF2B5EF4-FFF2-40B4-BE49-F238E27FC236}">
                <a16:creationId xmlns:a16="http://schemas.microsoft.com/office/drawing/2014/main" id="{B5CC72E1-6818-41C2-A083-4229DDA6979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B6C3F35-5B8D-435F-9FBD-15701BB06339}"/>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D1EA112-8CE9-4248-AD11-4B2E61F0B2A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3D3A483C-5106-4D94-98DB-A454D3E75D87}"/>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앞 장의 같은 요청 · 과정 지시 01–03">
            <a:extLst xmlns:a="http://schemas.openxmlformats.org/drawingml/2006/main">
              <a:ext uri="{FF2B5EF4-FFF2-40B4-BE49-F238E27FC236}">
                <a16:creationId xmlns:a16="http://schemas.microsoft.com/office/drawing/2014/main" id="{82183EE5-D5C9-4AFC-849B-41D2E644E997}"/>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앞 장의 같은 요청 · 과정 지시 01–03</a:t>
            </a:r>
          </a:p>
        </p:txBody>
      </p:sp>
      <p:sp>
        <p:nvSpPr>
          <p:cNvPr id="12" name="기록 요약과 대상 코드의 식별자를 대조">
            <a:extLst xmlns:a="http://schemas.openxmlformats.org/drawingml/2006/main">
              <a:ext uri="{FF2B5EF4-FFF2-40B4-BE49-F238E27FC236}">
                <a16:creationId xmlns:a16="http://schemas.microsoft.com/office/drawing/2014/main" id="{B0F837C4-EEBA-4FD6-BB19-298F528ED7B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15526CF-E2EE-43A5-8EA8-0ECA593397C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6532B9D-DAC9-4351-BC13-DEA501896E0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3829C3D2-C450-4919-BC69-092F8F785C67}"/>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6E4A3085-26E7-4C1C-9181-B7968163240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39CA7B4-0267-46E6-B55E-85D6344785E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2965936-D103-4AEA-87F7-AB480DCFE7C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3B8E78E-5E66-4BB7-9DBC-621289000FC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09349B8-8FC5-449D-9BC2-B9266C54847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76AF741D-4116-4B25-956E-1ACD13822C9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9FFBAFA-1107-433A-93C2-BC09DC4FDC6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5305CF8-D8E7-443E-898A-641188C02DD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B78A176-2DD6-493E-86FD-B8778516C0B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0593B80-4DD5-450C-88C0-AA751FE1D7E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170A09F-96FC-4F34-87B8-B67BD4347FD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47697B0-5BA2-4ABA-9428-0BEEABE614E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F0BDF6B9-8B69-49B9-9054-3422996E468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83C10A2-10C0-4A23-8B38-370FDD8EC0D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502601F0-81C6-4DB6-8068-70FC63AE544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2360C9B-E21F-41FC-B56C-21BC60C2C5D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84F4477D-AD33-4751-8524-D203EAFB68F2}"/>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S23</a:t>
            </a:r>
          </a:p>
        </p:txBody>
      </p:sp>
      <p:sp>
        <p:nvSpPr>
          <p:cNvPr id="33" name="05 확인·보고 결과  ·  S24">
            <a:extLst xmlns:a="http://schemas.openxmlformats.org/drawingml/2006/main">
              <a:ext uri="{FF2B5EF4-FFF2-40B4-BE49-F238E27FC236}">
                <a16:creationId xmlns:a16="http://schemas.microsoft.com/office/drawing/2014/main" id="{9A1B28AB-8857-45AA-B772-05D4AAAE8C9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S24</a:t>
            </a:r>
          </a:p>
        </p:txBody>
      </p:sp>
      <p:sp>
        <p:nvSpPr>
          <p:cNvPr id="34" name="Legacy module connection">
            <a:extLst xmlns:a="http://schemas.openxmlformats.org/drawingml/2006/main">
              <a:ext uri="{FF2B5EF4-FFF2-40B4-BE49-F238E27FC236}">
                <a16:creationId xmlns:a16="http://schemas.microsoft.com/office/drawing/2014/main" id="{578F0365-F11C-471B-9440-90B6F7E9F1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54221206"/>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DA1BE56-938E-497F-A9ED-B610DC2177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4414127E-C5C6-4055-91E5-168C771BC8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99A7ACA8-9737-4D23-A817-D9A41F8E30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A155215-9751-4451-9E85-596FFC2EB0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2289B37-897F-4423-AC2D-5EAB9290C4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53F76BB2-3182-4FCC-8C84-65846F637A4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54375F05-A7CE-4036-8058-4E7A9B4C99C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A7719F38-A426-43F1-B2D1-21C47AF359A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2569D4-5D69-48F4-8F05-8D6D7FA4896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15E5EBD-F33B-4525-BD34-56F03BBC405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8DC3F14-34FC-4256-BD61-823D6642FB7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D52ABA7-E9CE-40A1-8A0D-464CB5FEBB01}"/>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B7ED88C5-FA84-422C-9A28-DABC82D9D1C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A97BDB4C-A560-410E-8213-5ECBA560CC0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477C5286-AA6C-44CC-ABD3-64088DEF4E3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FDDD2226-443C-4A64-9AF2-82B8278A13B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91FF2546-C8F8-478E-B20E-4D8A7718F04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EEE60C0-2C92-40C1-A294-34460213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79713621"/>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1C8E74F6-8BE0-498A-864E-EBA2EC6C6B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C6D16E04-B519-46BF-B81F-0F803B2BAE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B378134D-A8C4-4460-9CF4-16C4E54D96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DDC62901-992A-46F6-8617-BDD114107E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9D92F-80FD-48EC-813B-BEADD796F8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972E0961-4D12-4396-880E-68804BB3DF3A}"/>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1B3544CC-6E78-4DBE-A980-4C26D1BB51A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33E2EC2B-ED7B-44C2-A479-DCF20981DAF5}"/>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7C80E9F-BFA9-4B25-A316-95ED81A060E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4AF645A-3A28-42EE-AE04-B6E36A92A72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575B1351-6E93-4860-874D-62C675014E4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69FAC89A-B6FC-4A52-B1E2-26FB85518C7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8578EF1E-BA2A-4862-9ADA-A3D559809CA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5356E1CA-FFE4-4AC0-BEAA-5D8C6C6F7A1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F1C8CADB-015D-4BEC-A870-12B8C657C2A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2F120871-5BD4-43BE-AA80-CBE98C01FEC3}"/>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231C9E88-6111-4549-A367-7AE8610ADCF0}"/>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8452808-3BCF-4625-9642-341A82D4538D}"/>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F8A48214-BDFD-49C9-BAA3-0F4AFC3E953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6DC022A-4293-4179-9514-7C9D6CA1E39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E6C29561-8601-4913-B7BF-20DF9711258C}"/>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6AEC96FC-75D1-4151-94F9-0BC4D74653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60646814"/>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F3C81B1A-1F05-4FE0-B0AF-A0291D5063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AA229A43-AD19-456C-BC39-13EB5FAECB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D21A8A3-65C7-4B18-A633-CFA3347D9A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7708297D-FA21-4F2D-8B5E-E6F0AD9CAC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BCB5C05-079B-4F3E-BAFC-CBA389A78B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C34253DE-58A3-41DD-B9D6-59FCDB06C54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095255FA-7489-46BC-9EAE-DE41F5081F2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48E5E9AB-69D1-4621-A9FE-A1CE7F9DA4C5}"/>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FB582E21-AB06-4184-A663-872AAF780D1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2A9C5EB8-B1C1-42B7-A7B6-0BDC41AA8C86}"/>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AAC25C1-0FCA-4CDA-A229-8EDBEA71241B}"/>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AE69245-532F-426F-8000-FB8EF9C7E78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03289E1D-E75D-4E3C-8A5A-65C44F0B4DDB}"/>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93703B26-A83D-4F67-8F21-F498267E07F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870EAF94-4C7D-4074-9062-2213D376130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FE2439-D3D6-472A-AD02-E6F5DBB013D6}"/>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14646EC9-0E99-49FA-A1EF-05B9FB17413A}"/>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A9D1E5C-A0F7-48FF-A5BC-38BCA423B4A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F22C5D8-8F1E-4596-BC07-04C1A0AE7319}"/>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D363D9B-97BC-4A82-B92B-CF3E1BA6A37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4DA4DD74-B39E-408C-986C-49AA4D517E5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373B34FE-7CC8-4935-A1DF-E9BB2C4607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269539284"/>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C2896C7D-F7F0-4EB4-982F-366EDC0418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15CD3DB7-CBA2-4D23-B29A-CFDD81FA5F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C98C57C1-B86C-4953-9D60-609886A12B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22F46D59-EDD3-4932-8AE9-FDC9BF0211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B6CFB03-19E1-42A0-B31B-8DA776D4E1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우측은 C++ 검증 예시 · 실제 Trial은 Python</a:t>
            </a:r>
          </a:p>
        </p:txBody>
      </p:sp>
      <p:sp>
        <p:nvSpPr>
          <p:cNvPr id="7" name="요청할 확인">
            <a:extLst xmlns:a="http://schemas.openxmlformats.org/drawingml/2006/main">
              <a:ext uri="{FF2B5EF4-FFF2-40B4-BE49-F238E27FC236}">
                <a16:creationId xmlns:a16="http://schemas.microsoft.com/office/drawing/2014/main" id="{28B0C3B1-0AEC-479D-BDBA-4FFDB4B068AB}"/>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BBBDBA03-7910-4FB9-91B4-FC652E1F458B}"/>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650A523C-770C-4EBD-A7C2-B5FBDFE7B1C2}"/>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6C301181-5839-4E82-A9A5-3135BDE7D559}"/>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4048BA12-DD3E-4085-80B1-9CF23950FB36}"/>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C850C74D-E1C4-4C3A-BB6C-E63AC96AF6AE}"/>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29E2F2A9-0CA6-4EE3-BA0C-E1C53DCA481B}"/>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8BA166BA-2742-4824-96E1-7A8C2B2008F2}"/>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6A375019-84A7-4103-9B5C-830265AD17FD}"/>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7F134EFB-7335-45FD-B770-D681944E03C2}"/>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659C72B0-A415-4E9F-825B-6213C153DC24}"/>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DBA15E9F-1F46-4EAC-AD40-1FAB1BA2331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D6736BEB-CD30-4AD9-9D59-78DD34792290}"/>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AE0C5FC0-04A8-49A7-B06A-6D83B7380A87}"/>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F7379C8C-C90A-4D9E-BA93-CB641287ACAA}"/>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DD58173A-6C2E-4811-BBE8-145F16B83776}"/>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5EA75BE3-BC97-4720-A382-1AC200FE8DD5}"/>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12A63A6-7C14-4445-A3A4-A06328ADBB09}"/>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8D4F8AA4-F862-4455-BEC8-B37698210A4F}"/>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99863C3-A664-4728-A744-3E4F8B8BC44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902C905F-FF68-47E5-AA72-0F0E128106C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390BA248-AB88-4FB4-9E5D-6AC96374B86D}"/>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53364F8-F4CA-415C-B696-FAF178883F8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445334F8-A7B4-40B4-95E8-D00C7C9B5935}"/>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6AF03F9D-04AE-4E54-A918-65B9DAD2C153}"/>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DD36BD56-76BC-4759-962C-402E0C13B44E}"/>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A9DB46E2-046D-44E9-8459-228907C8A73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8AC9D10A-1C71-4193-8AED-B9C57118F0DF}"/>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491EE6A4-0975-4985-967D-83FDBDA72CE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4ACCA970-4146-49DB-A373-BF11A2C9124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A2BCADF8-A81D-4127-9C55-245E4B7D446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985F92DD-BC6B-42B8-A8D4-AF7770A801C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77C23E2B-22CF-468A-A1BA-CD46A414934A}"/>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8C39E47E-722D-497C-85C9-ACD6DCC4E2DF}"/>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C78ABF0-329E-42E7-A23F-4947DBCA60C3}"/>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9F66C04-811D-41BA-81F6-94A1170B349F}"/>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4BB2C931-D0AC-40C8-B011-2268875139AC}"/>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7AEBA09F-B4C0-4F49-9B12-50DA0F539B62}"/>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F55D358A-F179-4FD1-A4DB-26431E446E7A}"/>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538D6D4E-9A01-4CB3-A25F-B0096CFD89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7872294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43334A0-E4A7-477E-8423-B81C9952E2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D7E67BD-8E20-4FD2-AA2F-5CB05C9C28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94A8A276-023A-4F64-BFC0-702DFDD2CD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4F824471-ABF9-4613-B4F3-5BE0AD59E2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560C89B-35E5-44CA-A3D4-6DDAD1FF74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5A4E0A15-AB84-4FF4-BF71-45F43FFF442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DF29514-2FCD-4F19-A6BE-6AB74334355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9D02202-C336-4963-A0A2-61CC7658FB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14E53FE-BA14-41EA-8B30-84CD7E8D1E8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F9FF651-4F01-4C8C-8A0B-20AD91FF3C7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7BD8CA1-8092-45EF-A23F-31F63D9B2C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507184DE-73E8-430A-B4A3-30E8D67558C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CE3BAD29-0AE8-4295-A26E-2427271B7CA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CD357B2C-6BCF-4C68-B207-5B6AECD1F82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6E3E0411-C1C2-47BA-A55B-E86C90D0F3A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9993AD7D-A7E5-46DF-86EE-5BBD14CD20C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3775DD7-12DB-495A-845A-2D434E95311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35F02541-8FCF-463E-B309-740848D8BCB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B42D83C6-F33E-4E65-A355-71E7B9E1474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3FDCAAC3-946A-48E9-B3DF-30B0C3EF21C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3EFB493-26DE-469B-B2C5-A6484320145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DDDE2F0-6285-4A01-8D63-AE6C58592B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406347"/>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09743287-BD63-414A-9146-7336F37FCB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DF79DE9B-76B8-4489-B247-6413F1909A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19D556F3-A00B-4365-900A-D6F836AE29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5973EDFB-A85C-4948-8E6B-EAE4759B64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3FC7B6C-2E6F-4FB2-AD61-64E66B07CD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676434CB-8F9C-4454-8AEB-26CF3CF85A5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3ECD500-265D-4456-8BB6-988F719E13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C1722B7C-8917-4FCF-AB6B-9DDE411D19D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57EE7005-8DD7-47A2-BD9F-0DE164BA75C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22D893D-51DA-4CA3-BDAC-9F746C941F9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28ED8D3-14AB-4479-B055-573B4D7C80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548923FD-5215-43C5-B993-E08752A9365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2BEFCF43-E76D-4091-91CF-367C7210FA0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45D4AEC7-0C11-4AC9-8515-C1D3A056AC0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B1D9E72-D4C1-4040-95BC-F8E178B37C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0E459027-AAAC-47FC-8859-B2098D007AF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F49BA044-8416-4BAA-A710-671C850F10C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7A18BC37-36E3-45F0-9B17-4F83360D079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B22388A4-3E6D-4BBB-B762-7388D4C9531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015C3727-CFD8-4C41-BD2B-6840421DD4B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79865AE-7F5D-43A6-ACC0-BCEC4582B6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7C46EC0-6E95-4C5B-BECA-C87772D050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8305267"/>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B3AD14C2-4E01-4CB9-BC7D-8436F1E6DA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827EF201-C8C4-4F06-BDEE-08A70BE92B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273ADA84-6C5B-4E33-A97F-DA5FEC686B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A12FDE7-BD9A-4C78-AC3F-7B71B51EFB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490A87E0-E8BD-4FF1-A31D-C390612BB0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154366C-B38A-478E-86F8-D2F513474F8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6E2ED5C-3700-49AC-A40D-48CF530B407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261ECAE-0057-41DC-97E5-C533992B6C9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E98DC771-7D78-4644-8CAF-B92EB1A0AF8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74D412B-3902-4877-99C9-06B802CA26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7BE8DE0-A6B1-44D4-AD5A-FEC087E550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8BC947B-2B3A-4AD1-BB5B-3E2C7E786CC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BEE5DECC-5D1B-48F5-95E5-BAD28F1685F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C8F3F555-F767-4E95-A5AA-2F9099525B4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B2D5127D-8A3E-4D86-8A61-E530111B654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5C5A3F46-4C33-47E2-902D-BFBB16A71ED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5E10E75-AC5E-4EE6-B876-92EC10B0D27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90227CF1-E01F-467C-9BF7-4248970A2E2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A40CA642-BD8E-4556-BCFC-4C9BE6096FE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93F7C29-DCCC-4566-80FC-D84ABD25104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530104B-A6A2-44C6-9002-534FE3188FA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0C9D1A3-88CD-483E-8779-58675D1CD7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9757013"/>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2146BFBC-F6D3-4C40-BCFB-17FDC6955B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8C3A68AC-62AF-4C50-B222-D474EB5A58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8D5031E9-83E5-4A0A-A8D8-18FF825B77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B515E54D-E54A-4300-9B61-FC1CD58822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63C0983-BC37-4B04-BBD9-A7A00D565E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6C981EF7-900B-4861-BB21-E0AD6B3204F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369CDF1-6C17-463D-8C29-6469E79C4A2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204E2A48-A1DE-428E-9655-DA3F0DA670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664B292-D25E-435F-85E1-872AA3B6E01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DF44689-2BD9-4DFF-9984-8E2ED249ED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5DBB56C-369D-4148-92AD-2B461BB7E9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54C6480D-2691-48CE-857E-1E23D054A77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3FD0D2AF-A8D1-48B0-84BB-9D1D2213BD0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69C9E66-22C9-4A9C-AC79-96C70215215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B339FC5-B350-4B81-A56E-C6F76CB8614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65233441-BD85-4E20-A75A-4C3F630C6EA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02E78172-D83C-4D96-9ADD-2AD22FB548F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D2476DD3-28B7-447D-912D-1BB1255F895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0CA3CDA4-5F31-4A1E-B2E2-7D46F231691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FE6287AC-3EC1-4F18-B8BF-26DF77A5AF3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9908A6F-4175-48FC-B616-7298B8C6D34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FB78490-E028-43F7-9A76-3777E824B2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1163427"/>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5088D742-3222-4894-8CEF-2B897D6078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45000865-F940-4CEF-8F1E-D2EE82A6E8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2686E39E-49F7-49FD-9D2D-79FD8E1E44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0C72C03D-EFF8-4421-AE62-DDA7206CD5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AC94427-B292-4352-BB79-A830919737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EA7B2CE7-5882-4A19-9FB2-99CD0DBDB6A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92AD802-E372-4ABE-9F5C-393F7BE0621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1121A739-4639-4FEE-A57D-15478CCA9AA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1A2F3AFA-7B97-4312-8415-77278F68684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4D74739-4DE2-43AD-8351-5D749E33807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A509775-54BC-4FFD-8930-8D99F815201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55151D0F-712B-4F7C-BC92-EF4A91CD2B9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239D3122-6690-46C9-956E-D7B1A8CA1E7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CCCF8B1C-8FEC-4D74-A5A4-B63AE6BD834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0DCB8F46-5813-4BCA-8C8C-17827485AF8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2CE8AFCF-F334-4D8A-A259-410BE0F7D6C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666C9D0-502C-453E-8C52-53965AEBCC1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7590E581-22AA-4F17-B218-27377A6A57B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3AFF7F0-D21B-4D4A-A05A-F21CE6F8D41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80226AD5-8B93-4513-8FAD-9390DFD6DEC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F526845-485B-42A5-A9D0-24F80B40F4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E57032D-4521-4EC1-A22C-D2EEC8595C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4383295"/>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2E36D320-1759-4642-A4FF-D8A145CEAF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580F6ECF-EC1F-476E-A9BA-14ADE0272D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64098292-6D87-4C4E-B4CB-2F564529BF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F04CF148-CA25-46B2-A0DB-3F09E243F4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E58D5FC0-6D79-48F9-801B-5D62FFFF904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0D9C815-9038-460C-996E-E6BCE83FD39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E2BB880-6F2A-41CA-9EE2-E5E0E225E4C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CC02C580-18F8-4296-B246-4EDFBE500AA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0552AEA-5AAE-42BB-BF4F-75E33B2B361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BD49AEA-6557-42D2-A08B-AA87E27F89A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76DD0EF-3D62-4999-A492-ACC3B839558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E80BC9A-1B79-4526-A3E9-AF5CF889961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C820D72-A4A4-40F8-A0CB-99DFDD2F377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CA4F3ED7-1518-4C93-AFEE-877A863C0E8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B18C7829-9B95-4944-824F-24E557F8DBC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B37A57DE-5608-4E4D-96C6-84BD91FF5BA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E28D57D8-F9F4-49CB-BC8D-D8328C7A9A1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CF8F6AAB-D144-4DB0-A89C-A332DB8AC54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D2F246D7-1C20-4D90-97E1-ABC3A4EF0A4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2ABAAD6-09FA-4BC7-A37B-B2910614A64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6F257C9-D7E1-4AD4-B7AE-84215F0890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32227053"/>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2ED031F7-206E-4F03-A250-73DA4367CC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F5981C71-EE18-4765-B0E6-C66D147E06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EC24E039-188C-4FD1-B743-5223B50980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A643C14C-7FFD-49D3-8EC9-6B8F894A5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7BD720B-5DF9-4A4D-BAE6-69ED680032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216F524-9F29-4C91-9CC7-5163F8E259D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75724EF-98C1-4F92-B40D-04C32C371A3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58C6F529-BD3C-4F10-86C8-F14D1E68BB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04C43BF-BDB2-40B8-B115-96359A4E4D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774BFB6-B73B-40F3-BA4D-64F3E9B4043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EB8B346-156B-402F-9169-AAE13251C20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17D4A1E9-18AE-4793-B683-94A073D60B0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C7C393D3-8FA0-4A04-AFCA-FC1C8A292F7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800007C-8584-438F-9340-1194CA10728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600B309-E2B9-4DBA-822C-A582B94C74B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3B2DEFE-4C04-42E7-8CA6-C966FB3AA96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775B023-31F8-4D33-8216-5E3C4075C70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18B16B19-BD14-42E9-A1EC-7BA71D947E3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95098F27-8DB1-4810-953B-CF948C900CF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BE96064F-A983-4085-898A-7127251813A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6CDF8B2-F77B-41ED-B9DD-F6E5FF2B40E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95AEDE2-1C16-4811-A7C5-C129770DBE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0437075"/>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82190421-8DAB-4476-BD99-46ECAAB1C8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B25B66C1-BE33-48BE-9A12-B99043D6AE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506CF9D2-434C-4BC6-A43E-95AE8F8432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885CD56-DA62-406D-80E4-3CAC389C12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67D4CD2-9254-412F-99CC-3323EBCC56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7A3E6D2C-386A-4ED5-93C5-44FCC263C13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56A080A-F113-4B79-8B94-6C5EE4B4403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35363AF-5394-4941-A29A-8F6CA222CF2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DE6036DD-75E2-4D5A-8F46-03AB5DAAE06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49ABE55-7F79-4C2F-BB10-662BA43B645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1DA84C5-13A0-4A13-91F2-C0C52351BF3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5915007C-5664-4711-A111-87C7848AB32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19FE7F50-C86D-4531-AA6C-7BB065162A6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62F26E08-4F62-4A87-9426-2C4EAB3436A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ABA292FF-4439-4C20-BB96-EBB44A47D8B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A0D5D22-2DC8-4CB5-828A-D81E0EAAEE3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90D8131-A700-4021-BC25-C452E071D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69F7412C-BACD-4B0E-BB99-89262375E11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D4FDF633-746D-4D2D-A046-FEC0CD2D4B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8DC95FCA-4B2B-44D2-8790-C43D6CD351D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668C28D-18E1-480D-8C7B-8239D93593F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FC29F89-889F-4C4A-91DE-31E73A8D08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7853816"/>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30374A03-F015-4C97-AE8E-C3A8D53B45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40B566BB-D071-4DF7-940C-38965B2F2A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5ECED37E-E12E-485C-9A00-5B4A4B7A278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8FB51E20-09D3-4237-94FC-6DC10A0079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6994E3C7-9081-4B64-BF2D-8E11713E37AE}"/>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4DA888B1-168C-4715-873A-00AAB71C80A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4C3B085F-920A-4A87-B6D3-2C49E1B91216}"/>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6F80F880-89F9-431D-A44B-B1A80982DA6B}"/>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AFDD1768-983E-4E7C-A3D5-C63F5F1866EB}"/>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A9B5BDFC-62A1-429D-BD8C-7805C0DE762B}"/>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F651F29C-FF9B-4A7E-8326-1F6652E93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63347352"/>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91C83128-AED9-436A-A8E0-02949CDB3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4E65CA30-097F-4E4C-8985-E534EF4711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69A7EC02-0FE8-4D63-A0B9-6A6093F3D7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64E735D5-93F1-4BA7-9ED4-0CD4787BA5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0CF7536-3A0A-4DB4-9A14-C71481A132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990660FC-7B3A-4E9A-B9B8-5E38E162BC1D}"/>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0795F3BB-B52A-4239-B366-EFA5FF35A7A1}"/>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7B188836-0096-4D89-955B-571EEF3F4897}"/>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90ABBE86-B5B9-4A29-9A6F-821B364DC1D7}"/>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0F79E574-8BD2-459C-B5E6-1A18B8984E67}"/>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2D767A98-13CF-4AB1-96AC-D74BF2DB084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20810458-8108-4F76-A7E1-FEE3BDA5099F}"/>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9E666685-D467-4B0F-8F83-A947EEC283D5}"/>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4D326B6F-34A5-4345-A750-4DC5CFB24BA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738391FE-0D2F-4A8E-92B0-562F769FB840}"/>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B2FD03C6-D8F2-40C9-9078-4D347FC5A7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34504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22</ap:Slides>
  <ap:Notes>22</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2026-10-25T11:25:53.9090000Z</dcterms:created>
  <dcterms:modified xsi:type="dcterms:W3CDTF">2026-10-25T11:25:53.9090000Z</dcterms:modified>
</coreProperties>
</file>