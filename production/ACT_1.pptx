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실제 TRIAL-002 Prompt와 작업 기록은 S22 이후에 별도로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 요청 문장의 어디에 들어가는지 보겠습니다.”라고 S21의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더 긴 Prompt보다 분명한 경계</a:t>
            </a:r>
          </a:p>
          <a:p>
            <a:r>
              <a:t xml:space="preserve"/>
            </a:r>
          </a:p>
          <a:p>
            <a:r>
              <a:t xml:space="preserve">Slide ID:</a:t>
            </a:r>
          </a:p>
          <a:p>
            <a:r>
              <a:t xml:space="preserve">S21</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a:t>
            </a:r>
          </a:p>
          <a:p>
            <a:r>
              <a:t xml:space="preserve">“여기까지는 교육용 요청 예시였습니다. 이제 실제 기록에서는 어떤 지시를 전달했고, 그 지시와 작업 과정이 어떻게 연결됐는지 보겠습니다.”라고 S22의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a:t>
            </a:r>
          </a:p>
          <a:p>
            <a:r>
              <a:t xml:space="preserve">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a:t>
            </a:r>
          </a:p>
          <a:p>
            <a:r>
              <a:t xml:space="preserve">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a:t>
            </a:r>
          </a:p>
          <a:p>
            <a:r>
              <a:t xml:space="preserve">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a:t>
            </a:r>
          </a:p>
          <a:p>
            <a:r>
              <a:t xml:space="preserve">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a:r>
              <a:t xml:space="preserve"/>
            </a:r>
          </a:p>
          <a:p>
            <a:r>
              <a:t xml:space="preserve">Validation Status:</a:t>
            </a:r>
          </a:p>
          <a:p>
            <a:r>
              <a:t xml:space="preserve">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