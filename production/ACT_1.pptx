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46aa2870e0460a" /><Relationship Type="http://schemas.openxmlformats.org/officeDocument/2006/relationships/extended-properties" Target="/docProps/app.xml" Id="R162d974839a94089" /><Relationship Type="http://schemas.openxmlformats.org/officeDocument/2006/relationships/officeDocument" Target="/ppt/presentation.xml" Id="Raaaa7afdc66e4cc1" /></Relationships>
</file>

<file path=ppt/presentation.xml><?xml version="1.0" encoding="utf-8"?>
<p:presentation xmlns:p="http://schemas.openxmlformats.org/presentationml/2006/main">
  <p:sldMasterIdLst>
    <p:sldMasterId xmlns:r="http://schemas.openxmlformats.org/officeDocument/2006/relationships" id="2147483648" r:id="R3e98ebb85b494405"/>
  </p:sldMasterIdLst>
  <p:notesMasterIdLst>
    <p:notesMasterId xmlns:r="http://schemas.openxmlformats.org/officeDocument/2006/relationships" r:id="R0243da9a133a4563"/>
  </p:notesMasterIdLst>
  <p:sldIdLst>
    <p:sldId xmlns:r="http://schemas.openxmlformats.org/officeDocument/2006/relationships" id="256" r:id="R0fcf2da9c3284761"/>
    <p:sldId xmlns:r="http://schemas.openxmlformats.org/officeDocument/2006/relationships" id="257" r:id="R399d976782a14de2"/>
    <p:sldId xmlns:r="http://schemas.openxmlformats.org/officeDocument/2006/relationships" id="258" r:id="R7e4059da1dd34295"/>
    <p:sldId xmlns:r="http://schemas.openxmlformats.org/officeDocument/2006/relationships" id="259" r:id="R4c4f6c85ecf5442d"/>
    <p:sldId xmlns:r="http://schemas.openxmlformats.org/officeDocument/2006/relationships" id="260" r:id="R6d118b03614c417b"/>
    <p:sldId xmlns:r="http://schemas.openxmlformats.org/officeDocument/2006/relationships" id="261" r:id="R05a40ab78c104241"/>
    <p:sldId xmlns:r="http://schemas.openxmlformats.org/officeDocument/2006/relationships" id="262" r:id="R9d03874f018d4e11"/>
    <p:sldId xmlns:r="http://schemas.openxmlformats.org/officeDocument/2006/relationships" id="263" r:id="R158fccd0f22c4b67"/>
    <p:sldId xmlns:r="http://schemas.openxmlformats.org/officeDocument/2006/relationships" id="264" r:id="R4362f5b7f61b4d8d"/>
    <p:sldId xmlns:r="http://schemas.openxmlformats.org/officeDocument/2006/relationships" id="265" r:id="R8e8e8085dfa14d24"/>
    <p:sldId xmlns:r="http://schemas.openxmlformats.org/officeDocument/2006/relationships" id="266" r:id="R45266076f6e64d70"/>
    <p:sldId xmlns:r="http://schemas.openxmlformats.org/officeDocument/2006/relationships" id="267" r:id="R72295b58853d46ef"/>
    <p:sldId xmlns:r="http://schemas.openxmlformats.org/officeDocument/2006/relationships" id="268" r:id="Rb87260ff2bbe492d"/>
    <p:sldId xmlns:r="http://schemas.openxmlformats.org/officeDocument/2006/relationships" id="269" r:id="R65d3b15895c9453f"/>
    <p:sldId xmlns:r="http://schemas.openxmlformats.org/officeDocument/2006/relationships" id="270" r:id="Rd6a9ec4a6a874ca9"/>
    <p:sldId xmlns:r="http://schemas.openxmlformats.org/officeDocument/2006/relationships" id="271" r:id="R19757c615d4442d0"/>
    <p:sldId xmlns:r="http://schemas.openxmlformats.org/officeDocument/2006/relationships" id="272" r:id="R9030368ceaac47f6"/>
    <p:sldId xmlns:r="http://schemas.openxmlformats.org/officeDocument/2006/relationships" id="273" r:id="Reaeccb653d2d4ddf"/>
    <p:sldId xmlns:r="http://schemas.openxmlformats.org/officeDocument/2006/relationships" id="274" r:id="R83c9bc2b0ed64016"/>
    <p:sldId xmlns:r="http://schemas.openxmlformats.org/officeDocument/2006/relationships" id="275" r:id="R6de64b35ff9942c3"/>
    <p:sldId xmlns:r="http://schemas.openxmlformats.org/officeDocument/2006/relationships" id="276" r:id="R8bea744eea0e43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7c84af91744728" /><Relationship Type="http://schemas.openxmlformats.org/officeDocument/2006/relationships/slideMaster" Target="/ppt/slideMasters/slideMaster1.xml" Id="R3e98ebb85b494405" /><Relationship Type="http://schemas.openxmlformats.org/officeDocument/2006/relationships/notesMaster" Target="/ppt/notesMasters/notesMaster1.xml" Id="R0243da9a133a4563" /><Relationship Type="http://schemas.openxmlformats.org/officeDocument/2006/relationships/presProps" Target="/ppt/presProps.xml" Id="R2553bfe71e064948" /><Relationship Type="http://schemas.openxmlformats.org/officeDocument/2006/relationships/tableStyles" Target="/ppt/tableStyles.xml" Id="Rad1872cac04b480a" /><Relationship Type="http://schemas.openxmlformats.org/officeDocument/2006/relationships/slide" Target="/ppt/slides/slide1.xml" Id="R0fcf2da9c3284761" /><Relationship Type="http://schemas.openxmlformats.org/officeDocument/2006/relationships/slide" Target="/ppt/slides/slide2.xml" Id="R399d976782a14de2" /><Relationship Type="http://schemas.openxmlformats.org/officeDocument/2006/relationships/slide" Target="/ppt/slides/slide3.xml" Id="R7e4059da1dd34295" /><Relationship Type="http://schemas.openxmlformats.org/officeDocument/2006/relationships/slide" Target="/ppt/slides/slide4.xml" Id="R4c4f6c85ecf5442d" /><Relationship Type="http://schemas.openxmlformats.org/officeDocument/2006/relationships/slide" Target="/ppt/slides/slide5.xml" Id="R6d118b03614c417b" /><Relationship Type="http://schemas.openxmlformats.org/officeDocument/2006/relationships/slide" Target="/ppt/slides/slide6.xml" Id="R05a40ab78c104241" /><Relationship Type="http://schemas.openxmlformats.org/officeDocument/2006/relationships/slide" Target="/ppt/slides/slide7.xml" Id="R9d03874f018d4e11" /><Relationship Type="http://schemas.openxmlformats.org/officeDocument/2006/relationships/slide" Target="/ppt/slides/slide8.xml" Id="R158fccd0f22c4b67" /><Relationship Type="http://schemas.openxmlformats.org/officeDocument/2006/relationships/slide" Target="/ppt/slides/slide9.xml" Id="R4362f5b7f61b4d8d" /><Relationship Type="http://schemas.openxmlformats.org/officeDocument/2006/relationships/slide" Target="/ppt/slides/slide10.xml" Id="R8e8e8085dfa14d24" /><Relationship Type="http://schemas.openxmlformats.org/officeDocument/2006/relationships/slide" Target="/ppt/slides/slide11.xml" Id="R45266076f6e64d70" /><Relationship Type="http://schemas.openxmlformats.org/officeDocument/2006/relationships/slide" Target="/ppt/slides/slide12.xml" Id="R72295b58853d46ef" /><Relationship Type="http://schemas.openxmlformats.org/officeDocument/2006/relationships/slide" Target="/ppt/slides/slide13.xml" Id="Rb87260ff2bbe492d" /><Relationship Type="http://schemas.openxmlformats.org/officeDocument/2006/relationships/slide" Target="/ppt/slides/slide14.xml" Id="R65d3b15895c9453f" /><Relationship Type="http://schemas.openxmlformats.org/officeDocument/2006/relationships/slide" Target="/ppt/slides/slide15.xml" Id="Rd6a9ec4a6a874ca9" /><Relationship Type="http://schemas.openxmlformats.org/officeDocument/2006/relationships/slide" Target="/ppt/slides/slide16.xml" Id="R19757c615d4442d0" /><Relationship Type="http://schemas.openxmlformats.org/officeDocument/2006/relationships/slide" Target="/ppt/slides/slide17.xml" Id="R9030368ceaac47f6" /><Relationship Type="http://schemas.openxmlformats.org/officeDocument/2006/relationships/slide" Target="/ppt/slides/slide18.xml" Id="Reaeccb653d2d4ddf" /><Relationship Type="http://schemas.openxmlformats.org/officeDocument/2006/relationships/slide" Target="/ppt/slides/slide19.xml" Id="R83c9bc2b0ed64016" /><Relationship Type="http://schemas.openxmlformats.org/officeDocument/2006/relationships/slide" Target="/ppt/slides/slide20.xml" Id="R6de64b35ff9942c3" /><Relationship Type="http://schemas.openxmlformats.org/officeDocument/2006/relationships/slide" Target="/ppt/slides/slide21.xml" Id="R8bea744eea0e43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731dbf5d9240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e550a7a7152465f" /><Relationship Type="http://schemas.openxmlformats.org/officeDocument/2006/relationships/notesMaster" Target="/ppt/notesMasters/notesMaster1.xml" Id="Ra37a7354607a4b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d2ffc7bde43d4337" /><Relationship Type="http://schemas.openxmlformats.org/officeDocument/2006/relationships/notesMaster" Target="/ppt/notesMasters/notesMaster1.xml" Id="R9b537c87146543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da9f1a0d4546cf" /><Relationship Type="http://schemas.openxmlformats.org/officeDocument/2006/relationships/notesMaster" Target="/ppt/notesMasters/notesMaster1.xml" Id="R61888888a24e42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af05f3226a47f4" /><Relationship Type="http://schemas.openxmlformats.org/officeDocument/2006/relationships/notesMaster" Target="/ppt/notesMasters/notesMaster1.xml" Id="R065b8080a52848a8"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7a66f77b8b415a" /><Relationship Type="http://schemas.openxmlformats.org/officeDocument/2006/relationships/notesMaster" Target="/ppt/notesMasters/notesMaster1.xml" Id="Re07d9cc0b2ec47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fc06b0ae7a4fe8" /><Relationship Type="http://schemas.openxmlformats.org/officeDocument/2006/relationships/notesMaster" Target="/ppt/notesMasters/notesMaster1.xml" Id="R830406c9f9d048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08a4cb3e504508" /><Relationship Type="http://schemas.openxmlformats.org/officeDocument/2006/relationships/notesMaster" Target="/ppt/notesMasters/notesMaster1.xml" Id="R7c2edbc546094f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e14cf011e140b3" /><Relationship Type="http://schemas.openxmlformats.org/officeDocument/2006/relationships/notesMaster" Target="/ppt/notesMasters/notesMaster1.xml" Id="R0867ce8696994f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078e4f852944099" /><Relationship Type="http://schemas.openxmlformats.org/officeDocument/2006/relationships/notesMaster" Target="/ppt/notesMasters/notesMaster1.xml" Id="Rafd6208ab7784c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1d3c04469a64f12" /><Relationship Type="http://schemas.openxmlformats.org/officeDocument/2006/relationships/notesMaster" Target="/ppt/notesMasters/notesMaster1.xml" Id="R8c077d2407eb47a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abb909756847ed" /><Relationship Type="http://schemas.openxmlformats.org/officeDocument/2006/relationships/notesMaster" Target="/ppt/notesMasters/notesMaster1.xml" Id="R0daa7123881843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4ae4d58abe54b84" /><Relationship Type="http://schemas.openxmlformats.org/officeDocument/2006/relationships/notesMaster" Target="/ppt/notesMasters/notesMaster1.xml" Id="Ra4e798384530438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84dad2135bf43a4" /><Relationship Type="http://schemas.openxmlformats.org/officeDocument/2006/relationships/notesMaster" Target="/ppt/notesMasters/notesMaster1.xml" Id="R6e836e2ab5f54f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37be734f6944ee4" /><Relationship Type="http://schemas.openxmlformats.org/officeDocument/2006/relationships/notesMaster" Target="/ppt/notesMasters/notesMaster1.xml" Id="Rc48bdecb44974c1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434a244acc24a9d" /><Relationship Type="http://schemas.openxmlformats.org/officeDocument/2006/relationships/notesMaster" Target="/ppt/notesMasters/notesMaster1.xml" Id="R5f9e094281284c5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18e3c1d54c472c" /><Relationship Type="http://schemas.openxmlformats.org/officeDocument/2006/relationships/notesMaster" Target="/ppt/notesMasters/notesMaster1.xml" Id="R74292cab552d479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ad144746344716" /><Relationship Type="http://schemas.openxmlformats.org/officeDocument/2006/relationships/notesMaster" Target="/ppt/notesMasters/notesMaster1.xml" Id="Rbea1d133e55c41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0c601747b7f41f8" /><Relationship Type="http://schemas.openxmlformats.org/officeDocument/2006/relationships/notesMaster" Target="/ppt/notesMasters/notesMaster1.xml" Id="Rfe9a9ecb43d249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b213019e47b4b01" /><Relationship Type="http://schemas.openxmlformats.org/officeDocument/2006/relationships/notesMaster" Target="/ppt/notesMasters/notesMaster1.xml" Id="R59c05c07a8d24d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1da45c2dcf448c" /><Relationship Type="http://schemas.openxmlformats.org/officeDocument/2006/relationships/notesMaster" Target="/ppt/notesMasters/notesMaster1.xml" Id="R3e50254323e0473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3e6d029c6ba4e60" /><Relationship Type="http://schemas.openxmlformats.org/officeDocument/2006/relationships/notesMaster" Target="/ppt/notesMasters/notesMaster1.xml" Id="R61a147c4f6d54a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“실제로 전달한 Process·Verification 지시와 기록된 행동이 연결되는가?”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“여기까지는 교육용 요청 예시였다. 이제 실제로 전달한 지시와 기록된 작업 과정을 보겠다”고 S16과 구분한다. 좌측은 TRIAL-002 실제 Prompt의 핵심 지시 발췌·번역이며 당시 입력창 Screenshot이나 전체 원문이 아니다.</a:t>
            </a:r>
          </a:p>
          <a:p xmlns:a="http://schemas.openxmlformats.org/drawingml/2006/main">
            <a:r>
              <a:t>2. (0:30–1:35) 좌측 01–05와 우측 같은 번호를 순서대로 짚는다. Process의 먼저 실패 재현, 관련 구현·호출 경로 조사, 수정 전 짧은 계획 알림과 승인 대기 없이 계속, 필요한 코드만 변경이 관찰 기준이다. Verification은 관련 테스트 묶음·프로젝트 전체 테스트, 가능한 CLI 샘플 실행, 변경 내용 확인과 정확한 근거 보고다. 절차 자체를 새로 가르치기보다 요청한 내용과 외부 행동을 대응시킬 기준으로 읽는다. 아직 결과·통과 수치는 공개하지 않는다.</a:t>
            </a:r>
          </a:p>
          <a:p xmlns:a="http://schemas.openxmlformats.org/drawingml/2006/main">
            <a:r>
              <a:t>3. (1:35–2:00) 조사·보존 조건·최소 변경 요청이 실제 diff와 어떻게 연결됐는지 S18에서 확인하겠다고 넘긴다. 번호 대응이 내부 사고나 Prompt 단독 인과성의 증거는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지시와 같은 번호의 외부 행동을 대조한다. 여기서 조사·확인은 새 절차 수업이 아니라 실제 요청의 Process·Verification을 확인할 기준이다.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“요청한 조사와 보존 조건은 실제 04 수정에 어떻게 반영됐을까?”를 묻고 S18에서 02 조사·03 계획과 실제 diff를 대조한다.</a:t>
            </a:r>
          </a:p>
          <a:p xmlns:a="http://schemas.openxmlformats.org/drawingml/2006/main">
            <a:r>
              <a:t/>
            </a:r>
          </a:p>
          <a:p xmlns:a="http://schemas.openxmlformats.org/drawingml/2006/main">
            <a:r>
              <a:t>Time Management: Lecture2분 안에 실제 Prompt 발췌·번역과 번호 대응을 확인한다. Process·Verification을 새 작업 절차 강의로 펼치지 않고 결과·수치는 S18–S19에 남긴다.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fc0cbc9d7146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8bed394d8fc43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06ab757ca1c48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6155940d2f4f3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4f47eb3d7f48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7841fe499ba49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00B7C8-D797-48EF-91B5-30CF8AE8B99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37DF6A-A7D7-4DE3-A2A2-4F9E5F2E25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E8C015-0672-462A-9911-DE3CBBBEAD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77D159-0160-4125-9844-CACB8BDCA9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335CD36-1179-45DC-947A-580A85B1358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F75D773-2B18-4247-A5C7-AEBD41E114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3510F7B-C73F-4C31-B661-630709A7F6E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035A5DA-B5DF-4379-8207-D0A587054A9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433847-A6F6-4283-B52E-6EBC965B1E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CF2315-2A75-4E21-ACF4-45ADEE288F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d959c2d3b74885" /><Relationship Type="http://schemas.openxmlformats.org/officeDocument/2006/relationships/slideLayout" Target="/ppt/slideLayouts/slideLayout1.xml" Id="R40020d8497704e00" /><Relationship Type="http://schemas.openxmlformats.org/officeDocument/2006/relationships/slideLayout" Target="/ppt/slideLayouts/slideLayout2.xml" Id="R6bfd301e07534235" /><Relationship Type="http://schemas.openxmlformats.org/officeDocument/2006/relationships/slideLayout" Target="/ppt/slideLayouts/slideLayout3.xml" Id="Rc87b51f9513c4b0a" /><Relationship Type="http://schemas.openxmlformats.org/officeDocument/2006/relationships/slideLayout" Target="/ppt/slideLayouts/slideLayout4.xml" Id="Rd2a83fa3b87645f7" /><Relationship Type="http://schemas.openxmlformats.org/officeDocument/2006/relationships/slideLayout" Target="/ppt/slideLayouts/slideLayout5.xml" Id="R08f9ba6aaa744529" /><Relationship Type="http://schemas.openxmlformats.org/officeDocument/2006/relationships/slideLayout" Target="/ppt/slideLayouts/slideLayout6.xml" Id="Rf7d2e0a7394844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020d8497704e00"/>
    <p:sldLayoutId xmlns:r="http://schemas.openxmlformats.org/officeDocument/2006/relationships" id="2147483650" r:id="R6bfd301e07534235"/>
    <p:sldLayoutId xmlns:r="http://schemas.openxmlformats.org/officeDocument/2006/relationships" id="2147483651" r:id="Rc87b51f9513c4b0a"/>
    <p:sldLayoutId xmlns:r="http://schemas.openxmlformats.org/officeDocument/2006/relationships" id="2147483652" r:id="Rd2a83fa3b87645f7"/>
    <p:sldLayoutId xmlns:r="http://schemas.openxmlformats.org/officeDocument/2006/relationships" id="2147483653" r:id="R08f9ba6aaa744529"/>
    <p:sldLayoutId xmlns:r="http://schemas.openxmlformats.org/officeDocument/2006/relationships" id="2147483654" r:id="Rf7d2e0a7394844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47889a4d1884f91" /><Relationship Type="http://schemas.openxmlformats.org/officeDocument/2006/relationships/image" Target="/ppt/media/image.png" Id="Rc72580280ed148a8" /><Relationship Type="http://schemas.openxmlformats.org/officeDocument/2006/relationships/image" Target="/ppt/media/image2.png" Id="R9e32eb52586e4e71" /><Relationship Type="http://schemas.openxmlformats.org/officeDocument/2006/relationships/image" Target="/ppt/media/image3.png" Id="R105bc51eebf5427b" /><Relationship Type="http://schemas.openxmlformats.org/officeDocument/2006/relationships/notesSlide" Target="/ppt/notesSlides/notesSlide1.xml" Id="R3ce14764824a457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bf3b970b07e4008" /><Relationship Type="http://schemas.openxmlformats.org/officeDocument/2006/relationships/image" Target="/ppt/media/image4.png" Id="R109c66c8513743f7" /><Relationship Type="http://schemas.openxmlformats.org/officeDocument/2006/relationships/notesSlide" Target="/ppt/notesSlides/notesSlide2.xml" Id="R7b81830104e64ee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1fd82b44a10406f" /><Relationship Type="http://schemas.openxmlformats.org/officeDocument/2006/relationships/image" Target="/ppt/media/image5.png" Id="R54fc867b94404532" /><Relationship Type="http://schemas.openxmlformats.org/officeDocument/2006/relationships/notesSlide" Target="/ppt/notesSlides/notesSlide3.xml" Id="R9cdefb5220614d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44154d885c54263" /><Relationship Type="http://schemas.openxmlformats.org/officeDocument/2006/relationships/notesSlide" Target="/ppt/notesSlides/notesSlide4.xml" Id="R8e6f6d6f920e47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068ca89cfb84827" /><Relationship Type="http://schemas.openxmlformats.org/officeDocument/2006/relationships/notesSlide" Target="/ppt/notesSlides/notesSlide5.xml" Id="Rb30ef7bc44d94b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314e4f7737c4034" /><Relationship Type="http://schemas.openxmlformats.org/officeDocument/2006/relationships/notesSlide" Target="/ppt/notesSlides/notesSlide6.xml" Id="R979baeb984a144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28c65f4740e4638" /><Relationship Type="http://schemas.openxmlformats.org/officeDocument/2006/relationships/notesSlide" Target="/ppt/notesSlides/notesSlide7.xml" Id="R700b663ebcdd401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eefc2d2e10644e2" /><Relationship Type="http://schemas.openxmlformats.org/officeDocument/2006/relationships/notesSlide" Target="/ppt/notesSlides/notesSlide8.xml" Id="R7edc414092a2404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3b92f7ffc564ec5" /><Relationship Type="http://schemas.openxmlformats.org/officeDocument/2006/relationships/notesSlide" Target="/ppt/notesSlides/notesSlide9.xml" Id="Rc0af3ec5eb9443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05d11837751427c" /><Relationship Type="http://schemas.openxmlformats.org/officeDocument/2006/relationships/notesSlide" Target="/ppt/notesSlides/notesSlide10.xml" Id="Rd7640a7fb4044c5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4ca39d401384860" /><Relationship Type="http://schemas.openxmlformats.org/officeDocument/2006/relationships/notesSlide" Target="/ppt/notesSlides/notesSlide11.xml" Id="Redbc99a514ca4f8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cede3ada55e4394" /><Relationship Type="http://schemas.openxmlformats.org/officeDocument/2006/relationships/notesSlide" Target="/ppt/notesSlides/notesSlide12.xml" Id="Rfeed3f8341204a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dd2eca4e6a547f2" /><Relationship Type="http://schemas.openxmlformats.org/officeDocument/2006/relationships/notesSlide" Target="/ppt/notesSlides/notesSlide13.xml" Id="R4fe075325aa7460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ec2ebcc3534767" /><Relationship Type="http://schemas.openxmlformats.org/officeDocument/2006/relationships/notesSlide" Target="/ppt/notesSlides/notesSlide14.xml" Id="R00638a91c59e49a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f4153a7806b4db8" /><Relationship Type="http://schemas.openxmlformats.org/officeDocument/2006/relationships/notesSlide" Target="/ppt/notesSlides/notesSlide15.xml" Id="Rf99a30e10cbc43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8fc55abc47f4ad0" /><Relationship Type="http://schemas.openxmlformats.org/officeDocument/2006/relationships/notesSlide" Target="/ppt/notesSlides/notesSlide16.xml" Id="R671ab14a10c6441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44caae0ff5c4829" /><Relationship Type="http://schemas.openxmlformats.org/officeDocument/2006/relationships/notesSlide" Target="/ppt/notesSlides/notesSlide17.xml" Id="R1165d9d4f5e74ab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a6497b1327e4bc6" /><Relationship Type="http://schemas.openxmlformats.org/officeDocument/2006/relationships/notesSlide" Target="/ppt/notesSlides/notesSlide18.xml" Id="R6e50d084e598482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059e63ab1c145f0" /><Relationship Type="http://schemas.openxmlformats.org/officeDocument/2006/relationships/notesSlide" Target="/ppt/notesSlides/notesSlide19.xml" Id="R67ec3a0c9c6e459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aa3ce89871b4f1a" /><Relationship Type="http://schemas.openxmlformats.org/officeDocument/2006/relationships/notesSlide" Target="/ppt/notesSlides/notesSlide20.xml" Id="Raff9a8cc948e47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55088b86ff54473" /><Relationship Type="http://schemas.openxmlformats.org/officeDocument/2006/relationships/notesSlide" Target="/ppt/notesSlides/notesSlide21.xml" Id="Rbf14463a1991488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5F99D88C-FB05-4C75-BBC5-2CDD7EA893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87A55387-8B87-4A53-AD63-ACF6E5DC02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4CBD80F9-8CF5-4DEB-86B1-0ADFAB917B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8E48EAF8-1381-4015-8842-4142E1E0B0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7ACFD485-E333-4EF5-A726-DABAB4EF8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601E4E91-004A-4D6E-94F1-CCC3E13773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9FCC158B-CA78-45B5-A566-E52DDB307F5F}"/>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DDE8EEAE-F40E-4AAF-9EF9-D594067DF1D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DFA964D-619C-47F5-BC24-BFA1ECEBD34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BFD7B3D-5A72-41B7-952E-969307BADF8B}"/>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BC8AC35-2F16-4912-AE4A-594AA9A139C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7C10F22A-7AF2-41DE-A5F3-BED4404F6778}"/>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6AF4EA3-B251-41EB-B9B6-CB00563F865B}"/>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D9E4702-9266-46E4-80A8-74A7040F355F}"/>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5AD4BB5-C5B2-43E7-8F77-37D0B2E65D97}"/>
              </a:ext>
            </a:extLst>
          </p:cNvPr>
          <p:cNvPicPr>
            <a:picLocks xmlns:a="http://schemas.openxmlformats.org/drawingml/2006/main" noChangeAspect="1"/>
          </p:cNvPicPr>
          <p:nvPr/>
        </p:nvPicPr>
        <p:blipFill>
          <a:blip xmlns:r="http://schemas.openxmlformats.org/officeDocument/2006/relationships" xmlns:a="http://schemas.openxmlformats.org/drawingml/2006/main" r:embed="Rc72580280ed148a8"/>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112EAEEB-AE11-4AD6-9C41-172F1FE7760B}"/>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8DCCB57E-D989-42F0-8A43-BD877B974C5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267D9F44-DED7-4514-89AC-3685F3219AFD}"/>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1FDEFD11-E513-47F2-A898-A0E1D8CA67D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4EA4B68-723A-4C25-B9D3-5B37D79F1FE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CA48C3E-3F12-4ED6-AD6E-DE6F7298702C}"/>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1095D08B-7300-4EC3-8430-CC07ED28E21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71E84E8C-34BE-4002-A92D-C356E3C5ECA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5BFB2B57-C0DF-445D-A788-A3F56F39F359}"/>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85D3991A-F3EA-4A49-83ED-91328238394C}"/>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E5CDAE19-A2AC-4328-A661-F81D348DA4A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BA6DE24-C0C8-4C5A-8A2C-393340399BA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09EF294-6199-4D5B-A04D-388C24ED2740}"/>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20B9F1B3-6647-43FE-B015-149323751367}"/>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E77D8262-43D8-48F1-B13F-C946EC0D684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A0FE3A3D-98F5-4768-A943-E9413353006B}"/>
              </a:ext>
            </a:extLst>
          </p:cNvPr>
          <p:cNvPicPr>
            <a:picLocks xmlns:a="http://schemas.openxmlformats.org/drawingml/2006/main" noChangeAspect="1"/>
          </p:cNvPicPr>
          <p:nvPr/>
        </p:nvPicPr>
        <p:blipFill>
          <a:blip xmlns:r="http://schemas.openxmlformats.org/officeDocument/2006/relationships" xmlns:a="http://schemas.openxmlformats.org/drawingml/2006/main" r:embed="R9e32eb52586e4e71"/>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53187389-34D3-4F1E-90BD-9BE4620DD3DC}"/>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6F5D606-6A0F-43C2-B8D5-04710459C80B}"/>
              </a:ext>
            </a:extLst>
          </p:cNvPr>
          <p:cNvPicPr>
            <a:picLocks xmlns:a="http://schemas.openxmlformats.org/drawingml/2006/main" noChangeAspect="1"/>
          </p:cNvPicPr>
          <p:nvPr/>
        </p:nvPicPr>
        <p:blipFill>
          <a:blip xmlns:r="http://schemas.openxmlformats.org/officeDocument/2006/relationships" xmlns:a="http://schemas.openxmlformats.org/drawingml/2006/main" r:embed="R105bc51eebf5427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25974DD7-010F-43BD-A28E-51C712AE7F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738699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577F4183-5CE5-4F8A-A588-8367BFCB54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5E753074-5A78-4A01-840D-2DB1D2CB22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6F3DA8D2-0051-42E9-BB6C-A5E6E85B6E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181F2DD5-73EA-422C-9B90-15BA385799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169CCE24-BA06-422E-85F2-3441F1B880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02765239-C57D-41D0-BBBE-22278BC907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FFFE2A81-770E-437C-B939-0AE9F216E413}"/>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CE1A0157-E36C-44BE-BFE1-D0FDD01A8D0E}"/>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23BC928-43B9-4E3C-9100-A131C116389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452E343-45C5-4031-A757-5871E5E0408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1614E27-5707-4ED6-8337-AD5D299FC3A4}"/>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61320E1-9890-4B35-B58F-BDF31F7D77E7}"/>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E2411538-E052-4705-88F5-9218A24F57C7}"/>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02C918-8E0C-4956-A7B8-570D41EDE69A}"/>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CFF5BF1-84A2-40A9-A1D9-222EB3D191E9}"/>
              </a:ext>
            </a:extLst>
          </p:cNvPr>
          <p:cNvPicPr>
            <a:picLocks xmlns:a="http://schemas.openxmlformats.org/drawingml/2006/main" noChangeAspect="1"/>
          </p:cNvPicPr>
          <p:nvPr/>
        </p:nvPicPr>
        <p:blipFill>
          <a:blip xmlns:r="http://schemas.openxmlformats.org/officeDocument/2006/relationships" xmlns:a="http://schemas.openxmlformats.org/drawingml/2006/main" r:embed="R109c66c8513743f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92EA47DE-2DC8-481E-A8C3-C9D2FC0D1F3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823015FA-A146-4EC2-9331-F34E07B1708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C816FF37-E9B3-453B-BC9A-E202F38CD4FA}"/>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51342696-E0BC-478D-BBA2-C7E34A5254A5}"/>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6AEBE840-3F96-4521-BA76-BC9403A3385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39587F7F-4E03-43B3-A0E3-87D7D3E78C7E}"/>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B698FD6-BC66-4CA3-8A06-906BA30D0319}"/>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159A9E53-DDDA-4863-9731-FBB7E6C1753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E7C2A65B-3921-4F4D-A370-0F86A165A508}"/>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948AAA79-389B-4172-AAB2-2E7B230D340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076660F-32C2-43E1-907D-3CCB2F8B60D1}"/>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EA3F0E93-8690-466D-A282-B44DAAA121F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3F7AAA1-FF19-455D-92D5-FFE5FD4319C0}"/>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F91BA98-301F-40DF-BD72-3ADE3896CEE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5C8E511-EC8E-4FC4-8C28-C694F40FADE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6E5B683C-736C-4F9F-B26E-038CEE4BF0A9}"/>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0E28932A-AE24-46F0-977C-31B4960E311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4697277E-DA84-428C-AB95-BB619B5B4DC0}"/>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2A8730E-DE05-4279-8C9E-B8A976C31853}"/>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9ED7D70E-B443-4684-863B-416DB29D1A7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C935FB5-4E49-40CC-912C-162658C2D39B}"/>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4E281FE6-8BD3-42BB-ABAF-81B32F9D6505}"/>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09245569-6BB1-4392-A889-B3E1C3015AD3}"/>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DB1F957E-BA6A-4793-A3A2-EA32897D8B4A}"/>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74ADCC99-B0A0-40B0-AE15-653F770684C3}"/>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359141C1-02F4-49C2-8E5E-1C4B176004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749253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42CB2C7-F8D3-422A-9101-07EE1E0E7A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A4E2A1C-9019-4CE5-818F-9B01B65151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CE2E4155-BD59-41EA-AC67-7A4271BF1A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15D264CF-8DE4-4363-A26D-312872EA13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55C7746-8A59-44DA-A167-F210450C70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F96F024-53CE-4B2A-ADD0-4B7452E8C3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6BF0ADBD-84B3-4824-87BA-32AAD262E787}"/>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C3E24DB-5849-4F7D-B930-68C147D5A27A}"/>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3BF2F1A-BBBD-48E4-AD0A-85DD5366A2F0}"/>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E7AC2206-03AD-4D21-9EFF-668511EF852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060507CC-5986-4761-85D3-91B6E884F84D}"/>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F56B69D0-4B43-4098-8637-D15E09D197DA}"/>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7408CC19-BAAC-4B13-B390-AFBAFD774AE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B64EBBDE-EEE5-4707-9163-BF1D6BD79EE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FD4687A1-BE6C-4B0A-99A0-6A0208C37A4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57A3843-CA5C-4D80-98D9-6655E43A2213}"/>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C373C5E-DF0E-458D-A42A-F42988137B72}"/>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E8B7452-F907-4108-8C8B-7478F302CA1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8EF142D-7422-4345-8DE6-E7FB1932709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E22C5C17-CFC7-4EDD-A31C-CC7763ADB468}"/>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DC1E8EF-A657-488A-8CC6-2C9DF2BEAE8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B07D89C9-351A-4288-828F-CA3EBC9E613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1606D51-D810-4E90-93BC-9B8526352519}"/>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0177E747-831D-40BF-950C-11972FE0742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7435D666-F6DD-4C9C-897D-61C85780D407}"/>
              </a:ext>
            </a:extLst>
          </p:cNvPr>
          <p:cNvPicPr>
            <a:picLocks xmlns:a="http://schemas.openxmlformats.org/drawingml/2006/main" noChangeAspect="1"/>
          </p:cNvPicPr>
          <p:nvPr/>
        </p:nvPicPr>
        <p:blipFill>
          <a:blip xmlns:r="http://schemas.openxmlformats.org/officeDocument/2006/relationships" xmlns:a="http://schemas.openxmlformats.org/drawingml/2006/main" r:embed="R54fc867b94404532"/>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279D83C7-06DD-46AB-9862-AD70AFACD5C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C6AA3B3-789B-421B-8A72-ACCB4F5435D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199761C8-ACA8-4B45-90F1-D7BA6FD488A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2CD30C4-CBB2-40ED-90CF-89DE66A3190C}"/>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5E638E34-6AF1-42D4-8C42-E9D11AE219A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AA638D2-AABA-4555-A38E-D07E82C0779E}"/>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60F5359-5C51-4490-BEF5-35058F9E4FF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B3A2983-EDF9-48EC-B833-1DBF3831E35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B8DD3AB8-429A-4BA3-8360-942D8FD8420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9169C0AB-792F-4D56-BF03-03D6700F2511}"/>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9EC876B9-BB28-42F9-BECA-684EF9F72BD7}"/>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C6C0726B-94C5-4A99-8463-825EC5F4D6C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C2FAD602-F8B0-41C8-B88E-6F8989D5E2B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7A52D212-A4EA-4DC0-AA81-2F03ABDACBF8}"/>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DC0CA8A-BBFB-416F-B8E3-10D85EC8F098}"/>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AAD2F21D-8E41-4BB2-9317-00DE2733D66E}"/>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444D61FC-CCD2-4622-8AAA-4DB92E305FB1}"/>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CDA5C6FC-B49B-457C-8CCC-1F7683A8E99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5CA8E983-719A-4B3F-8E4E-AD67E9747E1F}"/>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22A2A25-DC54-4A4C-B4B0-C625A3D473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58306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E515B36-AAE4-4DC7-A00F-E686E739AD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59B0D1C1-5232-4DC8-B6EA-78C29D8607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0B0A3C08-F0BF-47B6-878F-EAB9730C45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3695B4B-8D8E-415D-A81C-0CF28B1F91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80EE4993-86CE-4FB2-BF6F-CC39287B51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DBEC88A0-98DD-4125-B8BF-D14B7332C8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E4EC4AE9-3787-41CD-ACFC-7AF797A4FBE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4F8930DF-854F-4C87-ABDC-31224F7C2117}"/>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516C4BD-BE96-4F60-8968-0C304ADB63C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12939E82-587E-4621-B28B-7970C3285B91}"/>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6744BD5-6C93-4961-9AD0-C7A8FEF7D096}"/>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3A384AB-213D-4872-836C-0128DDFEC9CD}"/>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0C58951-9B0A-49F9-9ABA-502EDF51566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5B213EF2-FF94-4640-9A09-5632F4908CA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F788A76-BBDE-497F-B929-B4539CA98DF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AFF47BD-4F1C-44FE-B9F2-45D3C613890C}"/>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5B86053-6970-4067-8F5A-D730D40C0B27}"/>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4210195-34EC-4B30-B23C-B624145D3B4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7B9103B3-F8C5-4063-99DA-6FB0779C8FD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0A6E551-3BE7-44BD-80AB-06B42EFE988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3C43544-CA8D-45E8-A6DE-5349C13098B2}"/>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2CBD2369-EA20-4D66-B203-B6989A24E72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74B3D76-AC66-435D-AA97-8A764F1DF5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1251057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65173B7-003B-4689-BFF6-C08D09D0BA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98075A53-90A6-4C3A-9D8F-4AA0CF67B1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E6241916-CA65-4C41-A4B8-5A36843BA2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48BAE2E6-561C-46B8-B599-B84664F8F4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D4B2F11B-8EE3-4377-B773-EDF339863A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766A3209-3D23-4D2E-B6C2-3A0493382A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856DF577-9C7D-4B1F-83CE-825907400EF8}"/>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3B12F429-4C2C-4071-9B9B-559F3C832207}"/>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ABA8018-D6F7-4EEA-BE17-65DDBEC959A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1428D229-9166-469D-8401-4DFB53B64C05}"/>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F4AE4DD4-4B75-4903-9AAB-18BA9701B8D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A997DE2F-4D21-4FFA-8749-2D93AAF47E86}"/>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239CB42-E392-4E78-BEB2-AC103A89803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30E1AA9-96F9-4968-89E2-E823AD5D8D0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647DF10-02B7-44D1-AB48-905A10054CEB}"/>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31AB0D3-3A38-4B1F-A219-E8ABCAE192F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F696E2F6-5721-4522-99CD-215A75D8C2BE}"/>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BE830AEE-F273-4E9E-9B93-AC51AA91FEF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1978D7EB-327D-410A-9064-C7B0401C3EC0}"/>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412D8392-BEE7-45AE-A4F0-B2A34C68A2BE}"/>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83F27B42-3E2E-4024-B1E4-FB1CD6B287A4}"/>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F3C60C8A-70AF-41FE-B4AA-231D8E1974F2}"/>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E700F9FA-F877-4E1B-8D2E-8472DB88287F}"/>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7FE4EB07-2D8F-4185-9BDD-A2A4FD47CA48}"/>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108761B2-A61E-47DE-986A-78CC0F6C8C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5925846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80842848-9A8A-4794-8140-3916A97B04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B65CA6E6-4844-49A3-91FA-99801AF9DA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BCFADA77-E57C-41D2-BF77-17EB039A1E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81306B5-2EE5-4F16-BACD-514DE58D44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F78BA75-CF2A-4D51-900D-75C3AD1FCA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C6D7396C-CFC4-4B18-A9A3-5B1FBDF448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370A0F9-0DC4-4287-ACCE-773A9EFEA9B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2FEFA2B-FA2A-4BB8-B568-D372201F80E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640B9476-5348-4DA2-B527-F1E5B732581C}"/>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E3B10A3-90B0-46C0-A3F4-8453D2C3CFD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94437A3F-6D0B-437D-9862-5822E5F713FA}"/>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0670453-3EE8-4ECF-BB67-51F3812F01AB}"/>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4F08796-05EF-43E8-82D0-6F6679DC1EEB}"/>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9597F22-AAAD-4EB9-B366-AF166FE0E77F}"/>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3E31F94-793D-47CF-807C-FE6E1E104D2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3DA1E24-06AE-4013-BA2E-9D832E4692E0}"/>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FB659C4-A4E4-4E36-8B61-1B012E108BF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3C963346-6F24-4452-9875-242D0C0D6AB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93675F94-B358-4D53-A114-2145B15F61E1}"/>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AFED6D61-74FE-416E-8EE8-BCCA8D3CD25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CD60574E-4A34-4F6A-876A-B0967B2CB81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C91C8AC1-A00F-4072-8E23-F70BD2F12F62}"/>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1A99F480-70E5-48A0-BFD3-B0DEA397425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1D2F045-2BE0-42E8-BD8E-1B568D7D710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3C892FE-EF97-4C3A-8DE2-839E0666511A}"/>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7F0535F-28B4-484D-8A66-CC05C04BBDE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C9AB0CCA-502A-415E-B6F1-4FC69595BD4E}"/>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BD79182D-93CC-45D9-9F16-CE0000EAE1F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A4C57F62-2E9B-4415-B930-6664A13989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7999011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의 과정·검증을 실제 기록으로 확인">
            <a:extLst xmlns:a="http://schemas.openxmlformats.org/drawingml/2006/main">
              <a:ext uri="{FF2B5EF4-FFF2-40B4-BE49-F238E27FC236}">
                <a16:creationId xmlns:a16="http://schemas.microsoft.com/office/drawing/2014/main" id="{2415E901-0C2A-4F5C-845B-B0A38007AA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요청의 과정·검증을 실제 기록으로 확인</a:t>
            </a:r>
          </a:p>
        </p:txBody>
      </p:sp>
      <p:sp>
        <p:nvSpPr>
          <p:cNvPr id="2" name="S17">
            <a:extLst xmlns:a="http://schemas.openxmlformats.org/drawingml/2006/main">
              <a:ext uri="{FF2B5EF4-FFF2-40B4-BE49-F238E27FC236}">
                <a16:creationId xmlns:a16="http://schemas.microsoft.com/office/drawing/2014/main" id="{9DFBAE00-39AF-43A3-9458-9D308DE4D2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5A96B6CE-187D-41A1-B5B5-72379988DA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2E61DA92-8A21-4244-8D1D-4932E4E002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2765556A-9A5F-4CB5-BE06-04AD131A81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S16 예시를 실행한 결과가 아닙니다. 과거 CLI 단일 기록이며 현재 Desktop·반복성은 미검증입니다.">
            <a:extLst xmlns:a="http://schemas.openxmlformats.org/drawingml/2006/main">
              <a:ext uri="{FF2B5EF4-FFF2-40B4-BE49-F238E27FC236}">
                <a16:creationId xmlns:a16="http://schemas.microsoft.com/office/drawing/2014/main" id="{9403CBD5-436D-49C4-9735-2AB11D981A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 예시를 실행한 결과가 아닙니다. 과거 CLI 단일 기록이며 현재 Desktop·반복성은 미검증입니다.</a:t>
            </a:r>
          </a:p>
        </p:txBody>
      </p:sp>
      <p:sp>
        <p:nvSpPr>
          <p:cNvPr id="7" name="">
            <a:extLst xmlns:a="http://schemas.openxmlformats.org/drawingml/2006/main">
              <a:ext uri="{FF2B5EF4-FFF2-40B4-BE49-F238E27FC236}">
                <a16:creationId xmlns:a16="http://schemas.microsoft.com/office/drawing/2014/main" id="{82E9A552-F908-40D9-828F-AA17FC743ED1}"/>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실제 Prompt · 핵심 지시 발췌·번역">
            <a:extLst xmlns:a="http://schemas.openxmlformats.org/drawingml/2006/main">
              <a:ext uri="{FF2B5EF4-FFF2-40B4-BE49-F238E27FC236}">
                <a16:creationId xmlns:a16="http://schemas.microsoft.com/office/drawing/2014/main" id="{C74A02D3-A906-4448-914F-C04E5993257C}"/>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Prompt · 핵심 지시 발췌·번역</a:t>
            </a:r>
          </a:p>
        </p:txBody>
      </p:sp>
      <p:sp>
        <p:nvSpPr>
          <p:cNvPr id="9" name="">
            <a:extLst xmlns:a="http://schemas.openxmlformats.org/drawingml/2006/main">
              <a:ext uri="{FF2B5EF4-FFF2-40B4-BE49-F238E27FC236}">
                <a16:creationId xmlns:a16="http://schemas.microsoft.com/office/drawing/2014/main" id="{DF1B83EE-82ED-471B-BFA4-18EC07D2A553}"/>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77C0E792-EE38-4601-987C-7A0107D7790F}"/>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D9F91071-3021-4765-853F-EB91D6C25FE3}"/>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FBE537EA-4A74-4E95-BB80-513987262D06}"/>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요청과 대조할 작업 흐름">
            <a:extLst xmlns:a="http://schemas.openxmlformats.org/drawingml/2006/main">
              <a:ext uri="{FF2B5EF4-FFF2-40B4-BE49-F238E27FC236}">
                <a16:creationId xmlns:a16="http://schemas.microsoft.com/office/drawing/2014/main" id="{3DFA9707-BFFE-49CB-A52C-B9A92F89270F}"/>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요청과 대조할 작업 흐름</a:t>
            </a:r>
          </a:p>
        </p:txBody>
      </p:sp>
      <p:sp>
        <p:nvSpPr>
          <p:cNvPr id="14" name="과정·검증 지시를 같은 번호로 대조">
            <a:extLst xmlns:a="http://schemas.openxmlformats.org/drawingml/2006/main">
              <a:ext uri="{FF2B5EF4-FFF2-40B4-BE49-F238E27FC236}">
                <a16:creationId xmlns:a16="http://schemas.microsoft.com/office/drawing/2014/main" id="{4251D17B-1068-441F-80E5-2DE0BF7D201A}"/>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과정·검증 지시를 같은 번호로 대조</a:t>
            </a:r>
          </a:p>
        </p:txBody>
      </p:sp>
      <p:sp>
        <p:nvSpPr>
          <p:cNvPr id="15" name="01">
            <a:extLst xmlns:a="http://schemas.openxmlformats.org/drawingml/2006/main">
              <a:ext uri="{FF2B5EF4-FFF2-40B4-BE49-F238E27FC236}">
                <a16:creationId xmlns:a16="http://schemas.microsoft.com/office/drawing/2014/main" id="{F2122D64-21CB-483A-A80D-9A1303FCE0C5}"/>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46A3F240-7118-408F-8432-548FBD704CE2}"/>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4F927105-CFF1-48D8-80B4-CE4F1F10219A}"/>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0562B130-BF8A-402C-9D9D-3EF8D0EC47EC}"/>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7CEE9F72-5616-427C-854B-ED72039E2C20}"/>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15CF4928-DCBA-455A-BB8D-30C4B5C0A6D2}"/>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288D0798-C6DF-4D6C-938B-34FF262CCCA9}"/>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394C26D1-1A47-43AB-965C-3B62584645F5}"/>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2B55BFE1-CBFE-4524-AFE5-5282FD0A05BF}"/>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A20040E4-C7E5-49D0-89B2-C68EA1A02B1F}"/>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5347768D-1028-4DF8-9818-7E7D757BEEFA}"/>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B17B24A6-172D-4405-9805-80937F2E992D}"/>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57741A05-38A3-49C6-84BE-CEA8795619D1}"/>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F638FEC7-B11A-4118-AB03-5C1CFE220404}"/>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E60B0418-3DD0-4671-B7F5-7611DC3FC0CF}"/>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2AB631F1-34F0-4328-88ED-F29022958AC5}"/>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3DD2C7E1-B657-48FE-A5B5-0C0B417BB770}"/>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crop 관련·전체 테스트를 실행한다.&#10;CLI 샘플(가능하면)·변경 확인·근거 보고.">
            <a:extLst xmlns:a="http://schemas.openxmlformats.org/drawingml/2006/main">
              <a:ext uri="{FF2B5EF4-FFF2-40B4-BE49-F238E27FC236}">
                <a16:creationId xmlns:a16="http://schemas.microsoft.com/office/drawing/2014/main" id="{24A8DB93-0FBE-4C75-85F8-9CA5FD02A115}"/>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crop 관련·전체 테스트를 실행한다.</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CLI 샘플(가능하면)·변경 확인·근거 보고.</a:t>
            </a:r>
          </a:p>
        </p:txBody>
      </p:sp>
      <p:sp>
        <p:nvSpPr>
          <p:cNvPr id="33" name="05">
            <a:extLst xmlns:a="http://schemas.openxmlformats.org/drawingml/2006/main">
              <a:ext uri="{FF2B5EF4-FFF2-40B4-BE49-F238E27FC236}">
                <a16:creationId xmlns:a16="http://schemas.microsoft.com/office/drawing/2014/main" id="{2CB939CC-1A9A-414E-8C32-C38734D2C3E4}"/>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74D52E3E-B64A-40CF-8DEA-5174F6C8ADF6}"/>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BC5B30AA-8179-4D21-AAF9-1424378B44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9974351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16989BE-EB90-4A9C-A874-B0583744D5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F297B90D-DFD7-48F9-A028-6D0278C736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C550FBD3-B384-4B54-8684-7B0694459F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EE50CCB-8EF5-4E50-85B2-9E77AC8AB1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0411EC3-4723-41D6-81E9-6C71098576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F11D093D-2B16-4D74-989F-09D6E900DD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26DE425-ADA6-47CF-A653-8A2CDCB4ACAD}"/>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0C38916-EE8A-4119-A9A4-C1F5C19BE2C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AC75888-8DD1-407E-8523-B457550D368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7C66ED9-BF62-4A84-ACF0-68C69496A82C}"/>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C4E8F7E-8D1D-40CA-BD4A-54B904D4BED2}"/>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E1AF5BF-B0A8-458A-9069-CEE779F2F4FF}"/>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39205F06-DF0B-4507-9107-7E8DD11664F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7D256CC0-FE14-4B42-8BBB-D28B5296BFE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84D243FD-B38A-4303-8E2F-B9B94D12AC8E}"/>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8E1BD56C-DE56-4773-BF9E-A6F81BFB489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3C107F5-6F11-43EF-9577-6101583D9D97}"/>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286AD5C2-9402-4EFE-AB1A-0477D870EAE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A5737A9-A86F-427B-88DC-F637281EAC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8142595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D5C86098-B8DA-429A-91E2-BE0502D4A2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7663E11C-5BF1-44FF-B08C-C8655AC8E0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5665725-5F99-4E4B-9D52-5D17B04DDC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4F24BC5-73A3-41A7-B5E2-FF737B9AD2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9EA5328-CB32-4A4A-AC0D-33BA402E43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11BD330E-0FA8-4054-B299-9CCCAEEB4D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71153CCA-2155-4336-92A9-87E3D82720E5}"/>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9CE67B7-2E59-432F-8630-220979B047DF}"/>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4E7A179E-8FFA-45D0-878B-234071C02C1B}"/>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DDD5108-5F0B-4015-98DA-476E3832AF4D}"/>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8B5E952-1228-4544-9057-B92BE3145FF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8EAB598-1F09-41F2-9E43-1EE27669820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C3796F5-2A22-4915-8BE4-5D7F622292C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BAA54BA8-063B-44A4-B377-A3DA6012ED63}"/>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67406FC1-07FA-40B0-9C59-C8A8C8602B9E}"/>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A72B2AB-7F0C-4679-894D-6F260E64D389}"/>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2C5C4C2-A165-4B1F-B2B5-EAA61D576600}"/>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0B8702D-4A4F-43D4-BCA6-E6BA4F1D7785}"/>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4A6B2C57-7AF7-4CFA-BB4C-468A6B5149E7}"/>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36B8119E-64C6-4256-84E0-8A9E1452E1B8}"/>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39E71AB3-559E-4488-AE6D-2D169C6298D3}"/>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AA7C399-EA23-4211-98B6-9E395C8B1C1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E895744-E8BB-4A4C-9934-7935F8AE5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302728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41BB31F5-D0DC-4D58-87C7-0998F76A54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A40BC697-2532-4395-B7F2-5857273C20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C73B4D73-9127-4AFD-8F64-5EE7A2A702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5B42174-55B1-4D38-B588-BB4283F764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80C728B1-3CE6-424F-9DEB-6DB72E8EF5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A34B6782-C7AA-41F2-82CD-414F890BE8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1B33491-41A2-4CAC-87E0-637AD686A3B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3DC8C9A-EAC1-415E-8DDB-5BD7A5FE2C9D}"/>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AB1ACA34-DF7A-45CF-9478-604B3028DD6A}"/>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B1733964-1F9D-4398-B0F0-FE2EA6238D6C}"/>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040D4CE-ED31-4FFB-AF9D-5EB0878DE49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ED124721-5167-4CD5-BF32-B5CB1A2FA6A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F9FDEE2E-94D8-4803-9C9C-43A620BF4C83}"/>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42FD325C-65BE-48A5-8521-DF2BD40310AC}"/>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B5A229C4-378C-49E2-9273-98828A9C13C6}"/>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4C01F0D-5672-401B-AC90-34BB2E1145C0}"/>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23458217-1D46-49AB-8470-E85CF0B98A3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72D784B7-8C9A-4C6D-A7AA-D82F6764B8E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39D747DD-25E7-423B-A454-8D71F4B1B735}"/>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4028893-7360-43DA-8467-2CBD25B4269F}"/>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67F59E53-AD27-486C-AB85-FE53C64AE317}"/>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A6631E4-ABCE-481E-B11E-F420070482C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9F21C178-0AE5-4472-8BA1-47B8F9B99D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34812346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632D9544-23C9-4E23-A83F-F1104808E2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9DFB4383-F27C-4FBE-BD95-E6EAC62E1A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68E87785-F0C4-49E8-95A2-5C2BF49196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B186EEA-B1ED-4300-8CEF-42D36ABE31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E763007E-9259-4202-82CF-F7BF9ADA75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7FAD1B7A-AECE-4F85-81CE-127624370D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5F8E1DF-6A69-407D-8DBB-56188770CDC8}"/>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F963EED0-7137-4C39-AA4D-DB361F1795CD}"/>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ECAD1A3-549C-4E25-BBE7-EB7B6D501971}"/>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73E40D11-09B2-4866-913D-A3BEC1D1F82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A0088B08-E8F5-47A8-88B0-B94B1332BDF8}"/>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5C9B4DCB-1FDD-49C2-B05D-D07AD63ECC05}"/>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9A8E145B-0B21-4F6C-A4AD-8BAD93055C47}"/>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395DD9FE-9C3C-41E0-A813-939ECD2B2D8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4F8A0DE-644A-4365-A371-B15139272040}"/>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63F2A6AA-0F35-4E9E-A1FD-156D11300983}"/>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1583E51-FBB0-45FB-ADE5-22A3515384E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41E12CC-B369-4EDB-9ADD-CE106C347F0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0CF3141-102C-4EBF-8A35-F9AF13ECDC25}"/>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9D2D4524-9AAD-45B1-BAB4-5C10A506DC26}"/>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F8B7794-2A9D-4CD8-99E9-3227E2BF6FAC}"/>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9398B265-FDF5-4A31-AE5E-4612CB8B2136}"/>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6EF26C13-5FC1-4FA2-9CB8-9F97D5B5EF60}"/>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4C73545C-6119-4AF2-A7A8-3A8B21B509E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B16B3526-6F57-4F40-A61F-8E4310416BE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9AE6AE2A-42C7-4047-824D-6E656269C55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2A7D354F-2847-4D5A-B311-E442A507D4C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792035C-9A2A-415F-ACAC-C2227446C4C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8F72C0A-7813-45DD-88B6-D9E5B3B87A2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69100FD-EED5-4617-ADA9-BE4A692C32E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8EFDDF2B-ACD4-46AF-9BDB-AB679888B739}"/>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8184108-4B45-4487-AB87-8CF98453F79C}"/>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836D8B48-E764-4C8D-8712-C531B40B5A08}"/>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27A1A830-7C63-4CDE-9692-C70ED583B73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7D506E6E-7F12-4C76-BDB7-BC3929AEF2F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84E33C8E-BF68-42EE-B63A-976CA690840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C923FF80-2AFA-4483-AFEC-8B1EDE7B3C19}"/>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DD9581C3-74F6-4E70-9DEE-C83EAE5F9AA3}"/>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83ECADDF-0514-4274-B188-63B3AAD7F04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EAF53AB-BDFC-4353-B6B7-77234A50DF5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D3257276-DA2B-4424-8C78-B46C52B7E2E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E0100DD7-1BDC-4EAD-BB6F-D03EF8C4DB08}"/>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CB914456-7D12-47F7-9AA9-5425D0B2FC35}"/>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9E25A47-D84A-4304-B4E4-5FE664FC097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562C15A-AB53-4AE2-B858-A012D87CF0B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237FBE0-B3F8-4D52-AE88-F560346093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635159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1/8 · Delimiters">
            <a:extLst xmlns:a="http://schemas.openxmlformats.org/drawingml/2006/main">
              <a:ext uri="{FF2B5EF4-FFF2-40B4-BE49-F238E27FC236}">
                <a16:creationId xmlns:a16="http://schemas.microsoft.com/office/drawing/2014/main" id="{C4AF011E-BC51-4B73-92D8-CBDA7A0036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96383AF7-7654-4545-BC11-1E83D6C73B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114674DC-D2AF-4883-BF1A-3F950A0F8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BAFDBBB5-5CFC-4C8C-ABBA-B7C1AC493F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6AA1FD0F-95D7-4168-93BD-0F2E21B86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4BC2B511-5CA8-4FB5-B77D-811805D0D0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언제  로그·명세·요청이 섞여 있을 때">
            <a:extLst xmlns:a="http://schemas.openxmlformats.org/drawingml/2006/main">
              <a:ext uri="{FF2B5EF4-FFF2-40B4-BE49-F238E27FC236}">
                <a16:creationId xmlns:a16="http://schemas.microsoft.com/office/drawing/2014/main" id="{30904CD0-823B-4899-BFDB-0091156E543D}"/>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로그·명세·요청이 섞여 있을 때</a:t>
            </a:r>
          </a:p>
        </p:txBody>
      </p:sp>
      <p:sp>
        <p:nvSpPr>
          <p:cNvPr id="8" name="">
            <a:extLst xmlns:a="http://schemas.openxmlformats.org/drawingml/2006/main">
              <a:ext uri="{FF2B5EF4-FFF2-40B4-BE49-F238E27FC236}">
                <a16:creationId xmlns:a16="http://schemas.microsoft.com/office/drawing/2014/main" id="{3AE900E6-B0DC-495D-AB56-BD60C01D876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3813CC1F-B5B0-4C86-B385-0A7F5ACCDF2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E9702AFF-1B7E-4FEF-A79A-B8436786797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D6487053-C54C-4D30-B35F-B544E913100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2" name="따라야 할 요청">
            <a:extLst xmlns:a="http://schemas.openxmlformats.org/drawingml/2006/main">
              <a:ext uri="{FF2B5EF4-FFF2-40B4-BE49-F238E27FC236}">
                <a16:creationId xmlns:a16="http://schemas.microsoft.com/office/drawing/2014/main" id="{B93AE1C5-D8A2-49DD-B7B5-881A7E50F3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3" name="">
            <a:extLst xmlns:a="http://schemas.openxmlformats.org/drawingml/2006/main">
              <a:ext uri="{FF2B5EF4-FFF2-40B4-BE49-F238E27FC236}">
                <a16:creationId xmlns:a16="http://schemas.microsoft.com/office/drawing/2014/main" id="{C45658B6-3D20-4D88-A6BC-A507DD48059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원인 후보 설명&#10;지금은 읽기 전용">
            <a:extLst xmlns:a="http://schemas.openxmlformats.org/drawingml/2006/main">
              <a:ext uri="{FF2B5EF4-FFF2-40B4-BE49-F238E27FC236}">
                <a16:creationId xmlns:a16="http://schemas.microsoft.com/office/drawing/2014/main" id="{1720AC8A-3ADE-4E4E-9C5D-75E4A19AD9A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5" name="분석할 자료">
            <a:extLst xmlns:a="http://schemas.openxmlformats.org/drawingml/2006/main">
              <a:ext uri="{FF2B5EF4-FFF2-40B4-BE49-F238E27FC236}">
                <a16:creationId xmlns:a16="http://schemas.microsoft.com/office/drawing/2014/main" id="{B4A05000-3A6E-4F6A-8A3D-23C8D9E3811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6" name="">
            <a:extLst xmlns:a="http://schemas.openxmlformats.org/drawingml/2006/main">
              <a:ext uri="{FF2B5EF4-FFF2-40B4-BE49-F238E27FC236}">
                <a16:creationId xmlns:a16="http://schemas.microsoft.com/office/drawing/2014/main" id="{82DEFFB9-23E1-470E-9AD6-BC391CFF7DB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명세·로그 예시&#10;새 지시와 구분">
            <a:extLst xmlns:a="http://schemas.openxmlformats.org/drawingml/2006/main">
              <a:ext uri="{FF2B5EF4-FFF2-40B4-BE49-F238E27FC236}">
                <a16:creationId xmlns:a16="http://schemas.microsoft.com/office/drawing/2014/main" id="{82CAA77F-C356-4332-B74F-ED63EE9BF5F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18" name="제목과 태그로 지시와 분석 자료의 경계를 표시한다.">
            <a:extLst xmlns:a="http://schemas.openxmlformats.org/drawingml/2006/main">
              <a:ext uri="{FF2B5EF4-FFF2-40B4-BE49-F238E27FC236}">
                <a16:creationId xmlns:a16="http://schemas.microsoft.com/office/drawing/2014/main" id="{92650E06-2F06-403C-B443-090BBAADF60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19" name="Legacy module connection">
            <a:extLst xmlns:a="http://schemas.openxmlformats.org/drawingml/2006/main">
              <a:ext uri="{FF2B5EF4-FFF2-40B4-BE49-F238E27FC236}">
                <a16:creationId xmlns:a16="http://schemas.microsoft.com/office/drawing/2014/main" id="{30757DE2-66DD-40ED-9B2A-897F92C5FA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150177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2/8 · Few-shot examples">
            <a:extLst xmlns:a="http://schemas.openxmlformats.org/drawingml/2006/main">
              <a:ext uri="{FF2B5EF4-FFF2-40B4-BE49-F238E27FC236}">
                <a16:creationId xmlns:a16="http://schemas.microsoft.com/office/drawing/2014/main" id="{6CA520AA-BF7D-48A4-BC61-72E4D6FEDC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AEAAA5B3-9F1B-411A-B97D-2CB08DDFD6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73478290-218B-4A8B-82BA-FE03D5DA18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A08C891F-B779-4FD0-A510-9A2ED5751C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418526F5-81A8-460A-9215-9DEBF529B4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733CFB8-39D8-4A11-B2A8-59AA8FE920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언제  범위·출력 패턴의 뜻이 엇갈릴 때">
            <a:extLst xmlns:a="http://schemas.openxmlformats.org/drawingml/2006/main">
              <a:ext uri="{FF2B5EF4-FFF2-40B4-BE49-F238E27FC236}">
                <a16:creationId xmlns:a16="http://schemas.microsoft.com/office/drawing/2014/main" id="{E00419A9-E5C8-44CA-86C2-3D2F973A1AE1}"/>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범위·출력 패턴의 뜻이 엇갈릴 때</a:t>
            </a:r>
          </a:p>
        </p:txBody>
      </p:sp>
      <p:sp>
        <p:nvSpPr>
          <p:cNvPr id="8" name="">
            <a:extLst xmlns:a="http://schemas.openxmlformats.org/drawingml/2006/main">
              <a:ext uri="{FF2B5EF4-FFF2-40B4-BE49-F238E27FC236}">
                <a16:creationId xmlns:a16="http://schemas.microsoft.com/office/drawing/2014/main" id="{3BE429BC-E32A-4EBB-855F-8FF5C81B9CB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7A34B863-3FCA-46B9-B2AC-6BE0583D3B0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0044AA8B-0BFE-4062-B3C5-22AD656A3D8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범위 설명을 아래 형식으로 작성해줘.&#10;입력 {1,2,3,4}에 대한 예시:&#10;[1,3) ⇒ {2,3}">
            <a:extLst xmlns:a="http://schemas.openxmlformats.org/drawingml/2006/main">
              <a:ext uri="{FF2B5EF4-FFF2-40B4-BE49-F238E27FC236}">
                <a16:creationId xmlns:a16="http://schemas.microsoft.com/office/drawing/2014/main" id="{87A9F80E-440C-4078-A220-45BF77E83E0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2" name="보여주는 패턴">
            <a:extLst xmlns:a="http://schemas.openxmlformats.org/drawingml/2006/main">
              <a:ext uri="{FF2B5EF4-FFF2-40B4-BE49-F238E27FC236}">
                <a16:creationId xmlns:a16="http://schemas.microsoft.com/office/drawing/2014/main" id="{EA5D3F3A-9ACB-4637-B43F-6C46B1A6AD9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3" name="">
            <a:extLst xmlns:a="http://schemas.openxmlformats.org/drawingml/2006/main">
              <a:ext uri="{FF2B5EF4-FFF2-40B4-BE49-F238E27FC236}">
                <a16:creationId xmlns:a16="http://schemas.microsoft.com/office/drawing/2014/main" id="{7991B64C-7FDF-4758-8274-CA51A76D61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범위&#10;포함한 값&#10;결과의 폭">
            <a:extLst xmlns:a="http://schemas.openxmlformats.org/drawingml/2006/main">
              <a:ext uri="{FF2B5EF4-FFF2-40B4-BE49-F238E27FC236}">
                <a16:creationId xmlns:a16="http://schemas.microsoft.com/office/drawing/2014/main" id="{4BC0F9A4-5BCB-40BE-AD21-1941ED04213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5" name="추가할 때">
            <a:extLst xmlns:a="http://schemas.openxmlformats.org/drawingml/2006/main">
              <a:ext uri="{FF2B5EF4-FFF2-40B4-BE49-F238E27FC236}">
                <a16:creationId xmlns:a16="http://schemas.microsoft.com/office/drawing/2014/main" id="{273FCEE8-7413-49A6-A617-EBC0C6C7AFA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6" name="">
            <a:extLst xmlns:a="http://schemas.openxmlformats.org/drawingml/2006/main">
              <a:ext uri="{FF2B5EF4-FFF2-40B4-BE49-F238E27FC236}">
                <a16:creationId xmlns:a16="http://schemas.microsoft.com/office/drawing/2014/main" id="{BDBEFC59-9F24-41B8-9A31-163061A8A6E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설명만으로&#10;의도가 안 맞을 때">
            <a:extLst xmlns:a="http://schemas.openxmlformats.org/drawingml/2006/main">
              <a:ext uri="{FF2B5EF4-FFF2-40B4-BE49-F238E27FC236}">
                <a16:creationId xmlns:a16="http://schemas.microsoft.com/office/drawing/2014/main" id="{FBF938A3-6AB2-4D32-8F46-8DCEA464D6F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18" name="설명만으로 부족할 때 입력과 원하는 결과를 함께 준다.">
            <a:extLst xmlns:a="http://schemas.openxmlformats.org/drawingml/2006/main">
              <a:ext uri="{FF2B5EF4-FFF2-40B4-BE49-F238E27FC236}">
                <a16:creationId xmlns:a16="http://schemas.microsoft.com/office/drawing/2014/main" id="{D964A6E2-1C63-4691-96FD-5D45A872E43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19" name="Legacy module connection">
            <a:extLst xmlns:a="http://schemas.openxmlformats.org/drawingml/2006/main">
              <a:ext uri="{FF2B5EF4-FFF2-40B4-BE49-F238E27FC236}">
                <a16:creationId xmlns:a16="http://schemas.microsoft.com/office/drawing/2014/main" id="{FD361F1E-51F7-43A6-B62F-94A77253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3453619"/>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3/8 · Output format">
            <a:extLst xmlns:a="http://schemas.openxmlformats.org/drawingml/2006/main">
              <a:ext uri="{FF2B5EF4-FFF2-40B4-BE49-F238E27FC236}">
                <a16:creationId xmlns:a16="http://schemas.microsoft.com/office/drawing/2014/main" id="{3E0D44F8-E600-4F34-BE02-04E6E2172F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E96C0E3C-EEB4-4E02-9D27-B53AA4836F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EC3DE23-945B-4699-98CE-8D41DCB540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00D74486-704B-4B06-891E-5DBF70B516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EACD7C0D-C4D9-4FE4-B1FE-1174D7C517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81032C14-AF92-4612-A5CC-CCE9674BF9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언제  장황한 답을 다시 가공하게 될 때">
            <a:extLst xmlns:a="http://schemas.openxmlformats.org/drawingml/2006/main">
              <a:ext uri="{FF2B5EF4-FFF2-40B4-BE49-F238E27FC236}">
                <a16:creationId xmlns:a16="http://schemas.microsoft.com/office/drawing/2014/main" id="{3805EC32-C56A-4796-A515-2AC676F9CA20}"/>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장황한 답을 다시 가공하게 될 때</a:t>
            </a:r>
          </a:p>
        </p:txBody>
      </p:sp>
      <p:sp>
        <p:nvSpPr>
          <p:cNvPr id="8" name="">
            <a:extLst xmlns:a="http://schemas.openxmlformats.org/drawingml/2006/main">
              <a:ext uri="{FF2B5EF4-FFF2-40B4-BE49-F238E27FC236}">
                <a16:creationId xmlns:a16="http://schemas.microsoft.com/office/drawing/2014/main" id="{5337CE17-5AC3-43C3-A03E-F0B52DFC488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816EA69C-D700-46F1-BDDD-375D8DF13C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3C75A537-3370-44C6-B863-D2ABB3BDDAA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11DC1E9D-FA4A-4AD8-82C6-FB85D222966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2" name="보고할 순서">
            <a:extLst xmlns:a="http://schemas.openxmlformats.org/drawingml/2006/main">
              <a:ext uri="{FF2B5EF4-FFF2-40B4-BE49-F238E27FC236}">
                <a16:creationId xmlns:a16="http://schemas.microsoft.com/office/drawing/2014/main" id="{61A81F5A-EBFB-4950-A3CF-63C4D352751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3" name="">
            <a:extLst xmlns:a="http://schemas.openxmlformats.org/drawingml/2006/main">
              <a:ext uri="{FF2B5EF4-FFF2-40B4-BE49-F238E27FC236}">
                <a16:creationId xmlns:a16="http://schemas.microsoft.com/office/drawing/2014/main" id="{00E9FBA3-22BA-4B2E-8A0D-03E04C5FF2F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변경 내용&#10;실행한 확인&#10;미확인·남은 결정">
            <a:extLst xmlns:a="http://schemas.openxmlformats.org/drawingml/2006/main">
              <a:ext uri="{FF2B5EF4-FFF2-40B4-BE49-F238E27FC236}">
                <a16:creationId xmlns:a16="http://schemas.microsoft.com/office/drawing/2014/main" id="{6FD30C1F-0A07-431F-B50B-D318D0379E9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5" name="사용할 곳">
            <a:extLst xmlns:a="http://schemas.openxmlformats.org/drawingml/2006/main">
              <a:ext uri="{FF2B5EF4-FFF2-40B4-BE49-F238E27FC236}">
                <a16:creationId xmlns:a16="http://schemas.microsoft.com/office/drawing/2014/main" id="{90D139E1-8E08-4677-9B88-B055AF330D6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6" name="">
            <a:extLst xmlns:a="http://schemas.openxmlformats.org/drawingml/2006/main">
              <a:ext uri="{FF2B5EF4-FFF2-40B4-BE49-F238E27FC236}">
                <a16:creationId xmlns:a16="http://schemas.microsoft.com/office/drawing/2014/main" id="{344347EB-88D9-495E-8866-791EC126D22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검토·회의·인계&#10;필요한 형태를 지정">
            <a:extLst xmlns:a="http://schemas.openxmlformats.org/drawingml/2006/main">
              <a:ext uri="{FF2B5EF4-FFF2-40B4-BE49-F238E27FC236}">
                <a16:creationId xmlns:a16="http://schemas.microsoft.com/office/drawing/2014/main" id="{6EB2E000-82A0-455E-82B5-E9643F52E44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18" name="받고 싶은 항목과 길이를 요청에 적는다.">
            <a:extLst xmlns:a="http://schemas.openxmlformats.org/drawingml/2006/main">
              <a:ext uri="{FF2B5EF4-FFF2-40B4-BE49-F238E27FC236}">
                <a16:creationId xmlns:a16="http://schemas.microsoft.com/office/drawing/2014/main" id="{CEDAC082-70F9-4B8F-9C59-09FE3006020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19" name="Legacy module connection">
            <a:extLst xmlns:a="http://schemas.openxmlformats.org/drawingml/2006/main">
              <a:ext uri="{FF2B5EF4-FFF2-40B4-BE49-F238E27FC236}">
                <a16:creationId xmlns:a16="http://schemas.microsoft.com/office/drawing/2014/main" id="{C1A152E6-59B9-4EE4-827E-03A55F8BF3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5043999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4/8 · Grounding">
            <a:extLst xmlns:a="http://schemas.openxmlformats.org/drawingml/2006/main">
              <a:ext uri="{FF2B5EF4-FFF2-40B4-BE49-F238E27FC236}">
                <a16:creationId xmlns:a16="http://schemas.microsoft.com/office/drawing/2014/main" id="{D056FFF3-CB6C-4B87-9C84-6FBC126F9D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D5D1DB3D-9A08-41C5-9DBC-2FD90005C1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B8B5FF14-2B1D-45E0-8F52-7F635F98D8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D328666E-F3C4-42EC-82A0-3933889901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F31B6C77-76C1-417B-A733-9C57AB48EB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562F4CB-431C-4ADC-B524-216D8CB920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언제  저장소 설명의 출처를 확인해야 할 때">
            <a:extLst xmlns:a="http://schemas.openxmlformats.org/drawingml/2006/main">
              <a:ext uri="{FF2B5EF4-FFF2-40B4-BE49-F238E27FC236}">
                <a16:creationId xmlns:a16="http://schemas.microsoft.com/office/drawing/2014/main" id="{75435A81-10C6-4D13-B569-368B017045EB}"/>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저장소 설명의 출처를 확인해야 할 때</a:t>
            </a:r>
          </a:p>
        </p:txBody>
      </p:sp>
      <p:sp>
        <p:nvSpPr>
          <p:cNvPr id="8" name="">
            <a:extLst xmlns:a="http://schemas.openxmlformats.org/drawingml/2006/main">
              <a:ext uri="{FF2B5EF4-FFF2-40B4-BE49-F238E27FC236}">
                <a16:creationId xmlns:a16="http://schemas.microsoft.com/office/drawing/2014/main" id="{4F007338-F10C-43F9-840A-5658E1236B5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57B07448-05F3-40C4-8577-4CDA0F7792C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3D427C50-6E38-409D-9F56-FA1EEAF00A9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40EA7ACB-FDD0-477B-831B-2E649A1B39C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2" name="받아야 할 연결">
            <a:extLst xmlns:a="http://schemas.openxmlformats.org/drawingml/2006/main">
              <a:ext uri="{FF2B5EF4-FFF2-40B4-BE49-F238E27FC236}">
                <a16:creationId xmlns:a16="http://schemas.microsoft.com/office/drawing/2014/main" id="{CC37E0EC-275F-4C18-AD95-BFF90489489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3" name="">
            <a:extLst xmlns:a="http://schemas.openxmlformats.org/drawingml/2006/main">
              <a:ext uri="{FF2B5EF4-FFF2-40B4-BE49-F238E27FC236}">
                <a16:creationId xmlns:a16="http://schemas.microsoft.com/office/drawing/2014/main" id="{60257698-A965-47E2-B05F-447544668EB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주장과 자료 위치&#10;확인과 추정의 구분">
            <a:extLst xmlns:a="http://schemas.openxmlformats.org/drawingml/2006/main">
              <a:ext uri="{FF2B5EF4-FFF2-40B4-BE49-F238E27FC236}">
                <a16:creationId xmlns:a16="http://schemas.microsoft.com/office/drawing/2014/main" id="{B41408FB-9C6B-4D1C-96FE-6A9A2457F97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5" name="다시 확인할 것">
            <a:extLst xmlns:a="http://schemas.openxmlformats.org/drawingml/2006/main">
              <a:ext uri="{FF2B5EF4-FFF2-40B4-BE49-F238E27FC236}">
                <a16:creationId xmlns:a16="http://schemas.microsoft.com/office/drawing/2014/main" id="{6B009E2D-412A-48B7-8449-6BC9BC3358A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6" name="">
            <a:extLst xmlns:a="http://schemas.openxmlformats.org/drawingml/2006/main">
              <a:ext uri="{FF2B5EF4-FFF2-40B4-BE49-F238E27FC236}">
                <a16:creationId xmlns:a16="http://schemas.microsoft.com/office/drawing/2014/main" id="{6724CC54-1875-4685-B375-A9FD9A6B1C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인용한 위치에&#10;실제 근거가 있나?">
            <a:extLst xmlns:a="http://schemas.openxmlformats.org/drawingml/2006/main">
              <a:ext uri="{FF2B5EF4-FFF2-40B4-BE49-F238E27FC236}">
                <a16:creationId xmlns:a16="http://schemas.microsoft.com/office/drawing/2014/main" id="{C11D9F63-60CB-4792-9D59-DD492551D0C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18" name="결론에 자료 위치를 붙이고, 확인하지 못한 것은 남긴다.">
            <a:extLst xmlns:a="http://schemas.openxmlformats.org/drawingml/2006/main">
              <a:ext uri="{FF2B5EF4-FFF2-40B4-BE49-F238E27FC236}">
                <a16:creationId xmlns:a16="http://schemas.microsoft.com/office/drawing/2014/main" id="{F8E7B2A5-B716-4190-B7B1-8B7141E14EF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19" name="Legacy module connection">
            <a:extLst xmlns:a="http://schemas.openxmlformats.org/drawingml/2006/main">
              <a:ext uri="{FF2B5EF4-FFF2-40B4-BE49-F238E27FC236}">
                <a16:creationId xmlns:a16="http://schemas.microsoft.com/office/drawing/2014/main" id="{1A1607DB-DDB7-41ED-B78E-AE7EAE0EAD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081423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5/8 · Clarification">
            <a:extLst xmlns:a="http://schemas.openxmlformats.org/drawingml/2006/main">
              <a:ext uri="{FF2B5EF4-FFF2-40B4-BE49-F238E27FC236}">
                <a16:creationId xmlns:a16="http://schemas.microsoft.com/office/drawing/2014/main" id="{09096705-B407-46B1-85BC-7F8B0D9704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9A061A85-4EDF-4B64-91DF-41B0F6188B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E543A646-82EC-461A-BCE9-D6D88ECE01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8816AE9-B98E-4B7E-ADDA-748B536D86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83C872F-D668-4A22-9C1D-1D0C17AB21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46E72C1C-B946-497B-AA4B-2716C7001C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언제  정책을 사람이 선택해야 할 때">
            <a:extLst xmlns:a="http://schemas.openxmlformats.org/drawingml/2006/main">
              <a:ext uri="{FF2B5EF4-FFF2-40B4-BE49-F238E27FC236}">
                <a16:creationId xmlns:a16="http://schemas.microsoft.com/office/drawing/2014/main" id="{E5165B23-8DCF-46DA-A129-383B06E0A04B}"/>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정책을 사람이 선택해야 할 때</a:t>
            </a:r>
          </a:p>
        </p:txBody>
      </p:sp>
      <p:sp>
        <p:nvSpPr>
          <p:cNvPr id="8" name="">
            <a:extLst xmlns:a="http://schemas.openxmlformats.org/drawingml/2006/main">
              <a:ext uri="{FF2B5EF4-FFF2-40B4-BE49-F238E27FC236}">
                <a16:creationId xmlns:a16="http://schemas.microsoft.com/office/drawing/2014/main" id="{CB0C0ACD-C8A4-4F70-8708-A37765FE43E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8F8CC89C-B6D6-4B1A-9C47-62D82A9425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FFCD6486-A02B-471A-B917-1191D716A72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8B6DA1C4-3FA3-491A-B67D-9824E77E64A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2" name="저장소에 답이 있다">
            <a:extLst xmlns:a="http://schemas.openxmlformats.org/drawingml/2006/main">
              <a:ext uri="{FF2B5EF4-FFF2-40B4-BE49-F238E27FC236}">
                <a16:creationId xmlns:a16="http://schemas.microsoft.com/office/drawing/2014/main" id="{A2DDD6D0-AC3A-4899-ABB1-330A21D0558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3" name="">
            <a:extLst xmlns:a="http://schemas.openxmlformats.org/drawingml/2006/main">
              <a:ext uri="{FF2B5EF4-FFF2-40B4-BE49-F238E27FC236}">
                <a16:creationId xmlns:a16="http://schemas.microsoft.com/office/drawing/2014/main" id="{B7AD00B3-17A5-4BE5-AB89-2EE0FB086AE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조사하고&#10;근거를 보고">
            <a:extLst xmlns:a="http://schemas.openxmlformats.org/drawingml/2006/main">
              <a:ext uri="{FF2B5EF4-FFF2-40B4-BE49-F238E27FC236}">
                <a16:creationId xmlns:a16="http://schemas.microsoft.com/office/drawing/2014/main" id="{2FB4BF70-710E-4842-8A57-5DD6AEFC9F8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5" name="정책 선택이 남았다">
            <a:extLst xmlns:a="http://schemas.openxmlformats.org/drawingml/2006/main">
              <a:ext uri="{FF2B5EF4-FFF2-40B4-BE49-F238E27FC236}">
                <a16:creationId xmlns:a16="http://schemas.microsoft.com/office/drawing/2014/main" id="{BD95BFA9-A6F4-4354-B679-97BD345E193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6" name="">
            <a:extLst xmlns:a="http://schemas.openxmlformats.org/drawingml/2006/main">
              <a:ext uri="{FF2B5EF4-FFF2-40B4-BE49-F238E27FC236}">
                <a16:creationId xmlns:a16="http://schemas.microsoft.com/office/drawing/2014/main" id="{E10A8FBE-19F8-485F-AFEC-F7537944CF6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영향을 설명하고&#10;사람에게 질문">
            <a:extLst xmlns:a="http://schemas.openxmlformats.org/drawingml/2006/main">
              <a:ext uri="{FF2B5EF4-FFF2-40B4-BE49-F238E27FC236}">
                <a16:creationId xmlns:a16="http://schemas.microsoft.com/office/drawing/2014/main" id="{02871041-0DFD-4F10-82C7-307AD407E71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18" name="조사할 사실과 답을 받아야 할 결정을 구분한다.">
            <a:extLst xmlns:a="http://schemas.openxmlformats.org/drawingml/2006/main">
              <a:ext uri="{FF2B5EF4-FFF2-40B4-BE49-F238E27FC236}">
                <a16:creationId xmlns:a16="http://schemas.microsoft.com/office/drawing/2014/main" id="{7231D737-B074-4E56-B2CF-CA608A88A3C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19" name="Legacy module connection">
            <a:extLst xmlns:a="http://schemas.openxmlformats.org/drawingml/2006/main">
              <a:ext uri="{FF2B5EF4-FFF2-40B4-BE49-F238E27FC236}">
                <a16:creationId xmlns:a16="http://schemas.microsoft.com/office/drawing/2014/main" id="{04CB73BA-4D75-4CC4-A698-F1E0BDE921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952599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6/8 · Task decomposition">
            <a:extLst xmlns:a="http://schemas.openxmlformats.org/drawingml/2006/main">
              <a:ext uri="{FF2B5EF4-FFF2-40B4-BE49-F238E27FC236}">
                <a16:creationId xmlns:a16="http://schemas.microsoft.com/office/drawing/2014/main" id="{82851253-8671-414A-80D5-D2031DA755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86AE0845-CA28-4637-9D03-F5FD4418E9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C7E2C6B3-63F5-4736-8D59-42E20F286F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D71ADD40-794E-4487-96BF-D27F66236C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AA567ADC-1409-425A-A3BB-BDD251C1DD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FA4F7DD9-E4F9-491A-8983-D725BE1AB4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언제  조사 결과에 따라 구현 범위가 달라질 때">
            <a:extLst xmlns:a="http://schemas.openxmlformats.org/drawingml/2006/main">
              <a:ext uri="{FF2B5EF4-FFF2-40B4-BE49-F238E27FC236}">
                <a16:creationId xmlns:a16="http://schemas.microsoft.com/office/drawing/2014/main" id="{2A8514A7-FAF7-48FA-A1AB-CDCB68493992}"/>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조사 결과에 따라 구현 범위가 달라질 때</a:t>
            </a:r>
          </a:p>
        </p:txBody>
      </p:sp>
      <p:sp>
        <p:nvSpPr>
          <p:cNvPr id="8" name="">
            <a:extLst xmlns:a="http://schemas.openxmlformats.org/drawingml/2006/main">
              <a:ext uri="{FF2B5EF4-FFF2-40B4-BE49-F238E27FC236}">
                <a16:creationId xmlns:a16="http://schemas.microsoft.com/office/drawing/2014/main" id="{3B754EE7-D299-40C2-AD6E-064B9C516B0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F56623CF-BB33-4A97-B1B4-52963949362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0C56D5EA-3637-4676-93C7-DF161DE887E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09895873-A19D-40AF-B911-2D886EEB114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2" name="첫 요청의 결과">
            <a:extLst xmlns:a="http://schemas.openxmlformats.org/drawingml/2006/main">
              <a:ext uri="{FF2B5EF4-FFF2-40B4-BE49-F238E27FC236}">
                <a16:creationId xmlns:a16="http://schemas.microsoft.com/office/drawing/2014/main" id="{F6AB5A60-052C-44C6-828B-3B7928947C4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3" name="">
            <a:extLst xmlns:a="http://schemas.openxmlformats.org/drawingml/2006/main">
              <a:ext uri="{FF2B5EF4-FFF2-40B4-BE49-F238E27FC236}">
                <a16:creationId xmlns:a16="http://schemas.microsoft.com/office/drawing/2014/main" id="{4616435D-B1D2-499E-9EC9-C92D3857C45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현재 전달 경로&#10;변경 후보·미확인">
            <a:extLst xmlns:a="http://schemas.openxmlformats.org/drawingml/2006/main">
              <a:ext uri="{FF2B5EF4-FFF2-40B4-BE49-F238E27FC236}">
                <a16:creationId xmlns:a16="http://schemas.microsoft.com/office/drawing/2014/main" id="{40B40A4A-3F58-401F-8CBD-52CE5AD33A2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5" name="다음 요청의 범위">
            <a:extLst xmlns:a="http://schemas.openxmlformats.org/drawingml/2006/main">
              <a:ext uri="{FF2B5EF4-FFF2-40B4-BE49-F238E27FC236}">
                <a16:creationId xmlns:a16="http://schemas.microsoft.com/office/drawing/2014/main" id="{1FA0234A-F926-49FB-934A-0F6F3CD570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6" name="">
            <a:extLst xmlns:a="http://schemas.openxmlformats.org/drawingml/2006/main">
              <a:ext uri="{FF2B5EF4-FFF2-40B4-BE49-F238E27FC236}">
                <a16:creationId xmlns:a16="http://schemas.microsoft.com/office/drawing/2014/main" id="{2D5404F0-1A09-4CF3-B690-D2B2FBF7302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선택한 경로에서&#10;한 부분만 구현">
            <a:extLst xmlns:a="http://schemas.openxmlformats.org/drawingml/2006/main">
              <a:ext uri="{FF2B5EF4-FFF2-40B4-BE49-F238E27FC236}">
                <a16:creationId xmlns:a16="http://schemas.microsoft.com/office/drawing/2014/main" id="{6AE9533C-833B-48EB-B183-99987909DF3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18" name="다음 결정을 할 수 있는 작은 결과부터 요청한다.">
            <a:extLst xmlns:a="http://schemas.openxmlformats.org/drawingml/2006/main">
              <a:ext uri="{FF2B5EF4-FFF2-40B4-BE49-F238E27FC236}">
                <a16:creationId xmlns:a16="http://schemas.microsoft.com/office/drawing/2014/main" id="{1AA5764D-4950-43B9-8461-A3A1AB15677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19" name="Legacy module connection">
            <a:extLst xmlns:a="http://schemas.openxmlformats.org/drawingml/2006/main">
              <a:ext uri="{FF2B5EF4-FFF2-40B4-BE49-F238E27FC236}">
                <a16:creationId xmlns:a16="http://schemas.microsoft.com/office/drawing/2014/main" id="{E886CB93-0810-499C-BD90-10851484CB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435127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7/8 · Criteria-focused review">
            <a:extLst xmlns:a="http://schemas.openxmlformats.org/drawingml/2006/main">
              <a:ext uri="{FF2B5EF4-FFF2-40B4-BE49-F238E27FC236}">
                <a16:creationId xmlns:a16="http://schemas.microsoft.com/office/drawing/2014/main" id="{596FA6C8-B8A7-49D4-B193-E69CB7161C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C1576181-47F8-4D45-A705-9206D97748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15140AC6-FB65-4B0B-8720-5534BC68DC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03255ED4-EED4-432B-89E6-5FCE75B0E3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1522D295-9776-452C-B1B5-9324774206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E45D42BB-CF37-46CC-BAEB-12EF324AF3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언제  “검토해줘”의 범위를 분명히 할 때">
            <a:extLst xmlns:a="http://schemas.openxmlformats.org/drawingml/2006/main">
              <a:ext uri="{FF2B5EF4-FFF2-40B4-BE49-F238E27FC236}">
                <a16:creationId xmlns:a16="http://schemas.microsoft.com/office/drawing/2014/main" id="{B8398D84-B438-4EB6-A96C-446CAD6A4246}"/>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“검토해줘”의 범위를 분명히 할 때</a:t>
            </a:r>
          </a:p>
        </p:txBody>
      </p:sp>
      <p:sp>
        <p:nvSpPr>
          <p:cNvPr id="8" name="">
            <a:extLst xmlns:a="http://schemas.openxmlformats.org/drawingml/2006/main">
              <a:ext uri="{FF2B5EF4-FFF2-40B4-BE49-F238E27FC236}">
                <a16:creationId xmlns:a16="http://schemas.microsoft.com/office/drawing/2014/main" id="{D699D1F1-E938-4700-91CF-679946FD562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839816DF-4F50-4B8D-ACB3-4C6B2C68D92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2D4DF9F5-8F53-4567-BCC4-DE800B43F78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CD2F6F87-88D2-4C60-A6BD-B9E07B8ECC4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2" name="역할은 검토 관점">
            <a:extLst xmlns:a="http://schemas.openxmlformats.org/drawingml/2006/main">
              <a:ext uri="{FF2B5EF4-FFF2-40B4-BE49-F238E27FC236}">
                <a16:creationId xmlns:a16="http://schemas.microsoft.com/office/drawing/2014/main" id="{5EBA0755-9171-47E1-973A-69FBF4D7FCB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3" name="">
            <a:extLst xmlns:a="http://schemas.openxmlformats.org/drawingml/2006/main">
              <a:ext uri="{FF2B5EF4-FFF2-40B4-BE49-F238E27FC236}">
                <a16:creationId xmlns:a16="http://schemas.microsoft.com/office/drawing/2014/main" id="{7C99BD61-B998-4753-B068-744EEEB8CD1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토할 문제를&#10;구체적으로 지정">
            <a:extLst xmlns:a="http://schemas.openxmlformats.org/drawingml/2006/main">
              <a:ext uri="{FF2B5EF4-FFF2-40B4-BE49-F238E27FC236}">
                <a16:creationId xmlns:a16="http://schemas.microsoft.com/office/drawing/2014/main" id="{A19E9CB3-1A4E-439C-B962-5190E3EE9BE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5" name="리뷰 항목의 형태">
            <a:extLst xmlns:a="http://schemas.openxmlformats.org/drawingml/2006/main">
              <a:ext uri="{FF2B5EF4-FFF2-40B4-BE49-F238E27FC236}">
                <a16:creationId xmlns:a16="http://schemas.microsoft.com/office/drawing/2014/main" id="{FCA376B0-D49F-4A29-B068-E1227EEEF10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6" name="">
            <a:extLst xmlns:a="http://schemas.openxmlformats.org/drawingml/2006/main">
              <a:ext uri="{FF2B5EF4-FFF2-40B4-BE49-F238E27FC236}">
                <a16:creationId xmlns:a16="http://schemas.microsoft.com/office/drawing/2014/main" id="{5F87F9D4-05BE-4552-97A1-D49A344344A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위치·기준·영향&#10;수정 제안과 근거">
            <a:extLst xmlns:a="http://schemas.openxmlformats.org/drawingml/2006/main">
              <a:ext uri="{FF2B5EF4-FFF2-40B4-BE49-F238E27FC236}">
                <a16:creationId xmlns:a16="http://schemas.microsoft.com/office/drawing/2014/main" id="{2F3912E0-1341-4824-9815-00E0E6F3DD8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18" name="무엇을 찾을지와 어떤 근거로 보고할지를 지정한다.">
            <a:extLst xmlns:a="http://schemas.openxmlformats.org/drawingml/2006/main">
              <a:ext uri="{FF2B5EF4-FFF2-40B4-BE49-F238E27FC236}">
                <a16:creationId xmlns:a16="http://schemas.microsoft.com/office/drawing/2014/main" id="{110AE716-6606-4BC4-A50F-B39000B2678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19" name="Legacy module connection">
            <a:extLst xmlns:a="http://schemas.openxmlformats.org/drawingml/2006/main">
              <a:ext uri="{FF2B5EF4-FFF2-40B4-BE49-F238E27FC236}">
                <a16:creationId xmlns:a16="http://schemas.microsoft.com/office/drawing/2014/main" id="{072361E1-8D24-4575-B3CC-E755030A82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866303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8/8 · Iterative refinement">
            <a:extLst xmlns:a="http://schemas.openxmlformats.org/drawingml/2006/main">
              <a:ext uri="{FF2B5EF4-FFF2-40B4-BE49-F238E27FC236}">
                <a16:creationId xmlns:a16="http://schemas.microsoft.com/office/drawing/2014/main" id="{AB0AB690-1B7D-4B4F-8DD8-578F148ACC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2618799D-C0B5-4D5F-A553-7614342C69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8693032C-4F55-4FA6-A2DE-FBEBACB10F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6E3FEE26-8F4E-4E64-8E1F-FA7CBDC87F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55E0DDEC-3E72-40E2-8BC3-16E67EC2EF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29AB4DC3-FDFD-423A-B453-FB791A46B6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언제  첫 제안의 일부가 의도와 다를 때">
            <a:extLst xmlns:a="http://schemas.openxmlformats.org/drawingml/2006/main">
              <a:ext uri="{FF2B5EF4-FFF2-40B4-BE49-F238E27FC236}">
                <a16:creationId xmlns:a16="http://schemas.microsoft.com/office/drawing/2014/main" id="{2AB2EB0E-8541-4C8E-ACF2-3F8FAF8A4539}"/>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첫 제안의 일부가 의도와 다를 때</a:t>
            </a:r>
          </a:p>
        </p:txBody>
      </p:sp>
      <p:sp>
        <p:nvSpPr>
          <p:cNvPr id="8" name="">
            <a:extLst xmlns:a="http://schemas.openxmlformats.org/drawingml/2006/main">
              <a:ext uri="{FF2B5EF4-FFF2-40B4-BE49-F238E27FC236}">
                <a16:creationId xmlns:a16="http://schemas.microsoft.com/office/drawing/2014/main" id="{81AE58DF-350C-41C0-A313-42773666225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BF625A90-ED6A-4DDA-8EE6-4245EF83F7F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34CBCCEA-9EB0-4411-A342-F518D8109C4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A6708D0-F740-4198-BE51-69A98DAF3BF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2" name="피드백에 담을 것">
            <a:extLst xmlns:a="http://schemas.openxmlformats.org/drawingml/2006/main">
              <a:ext uri="{FF2B5EF4-FFF2-40B4-BE49-F238E27FC236}">
                <a16:creationId xmlns:a16="http://schemas.microsoft.com/office/drawing/2014/main" id="{E26CFAF9-92D0-4BA2-8D6B-722EFE604FE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3" name="">
            <a:extLst xmlns:a="http://schemas.openxmlformats.org/drawingml/2006/main">
              <a:ext uri="{FF2B5EF4-FFF2-40B4-BE49-F238E27FC236}">
                <a16:creationId xmlns:a16="http://schemas.microsoft.com/office/drawing/2014/main" id="{85A262EE-CD61-4A8B-99DB-592A25E0182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틀린 지점과 근거&#10;원하는 변경&#10;유지할 조건">
            <a:extLst xmlns:a="http://schemas.openxmlformats.org/drawingml/2006/main">
              <a:ext uri="{FF2B5EF4-FFF2-40B4-BE49-F238E27FC236}">
                <a16:creationId xmlns:a16="http://schemas.microsoft.com/office/drawing/2014/main" id="{CF3AC5EA-14DC-43D0-9EED-96449475D6C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5" name="남는 질문">
            <a:extLst xmlns:a="http://schemas.openxmlformats.org/drawingml/2006/main">
              <a:ext uri="{FF2B5EF4-FFF2-40B4-BE49-F238E27FC236}">
                <a16:creationId xmlns:a16="http://schemas.microsoft.com/office/drawing/2014/main" id="{D422F76B-5BDC-4CC1-82C5-AA832558A84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6" name="">
            <a:extLst xmlns:a="http://schemas.openxmlformats.org/drawingml/2006/main">
              <a:ext uri="{FF2B5EF4-FFF2-40B4-BE49-F238E27FC236}">
                <a16:creationId xmlns:a16="http://schemas.microsoft.com/office/drawing/2014/main" id="{D7DEB5ED-5638-4F92-82D6-6F9F5B37081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다음 작업에도&#10;같은 조건을 쓴다면?">
            <a:extLst xmlns:a="http://schemas.openxmlformats.org/drawingml/2006/main">
              <a:ext uri="{FF2B5EF4-FFF2-40B4-BE49-F238E27FC236}">
                <a16:creationId xmlns:a16="http://schemas.microsoft.com/office/drawing/2014/main" id="{3BFC86EC-7D97-4EC9-BFDD-B04C60C16E8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18" name="어긋난 지점과 원하는 변경, 유지할 조건을 적는다.">
            <a:extLst xmlns:a="http://schemas.openxmlformats.org/drawingml/2006/main">
              <a:ext uri="{FF2B5EF4-FFF2-40B4-BE49-F238E27FC236}">
                <a16:creationId xmlns:a16="http://schemas.microsoft.com/office/drawing/2014/main" id="{73916BF7-948D-4E08-A362-BCE24812B81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19" name="Legacy module connection">
            <a:extLst xmlns:a="http://schemas.openxmlformats.org/drawingml/2006/main">
              <a:ext uri="{FF2B5EF4-FFF2-40B4-BE49-F238E27FC236}">
                <a16:creationId xmlns:a16="http://schemas.microsoft.com/office/drawing/2014/main" id="{5D006F2F-6711-45FD-B57A-5CCD222A75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29351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6599E73C-0F3D-4D5C-9851-19CC5748D8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54D8FF33-2957-49CE-BAE4-7B0D697663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5721C4F8-5890-4D86-958F-B99EC5F30B2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6D496D8-BC33-41A0-A995-F55C315F2A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7BCA97A-7A50-47FE-981B-1F3E6F57A1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1FD8D9C-BCA6-42C2-ABFC-9AA5621FD2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17B39D2-97DB-4A71-836E-3CC21EA7AF2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093852B-E098-4DF9-9320-6D0A75A45854}"/>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DCA7965-0A92-4CFF-9F3D-ED53DE53BE1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F090485-B94F-4BA1-9F12-8976995013B9}"/>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E80B2195-ECF2-41B6-B097-3EBDA5B61A0C}"/>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2599422-F032-48AA-B1A6-E1181BED286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39728FF-907B-476D-BC87-8838BB1CAE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1106347"/>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4619E696-14FA-4CDF-944B-4CA682B12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243FF6A4-7E12-4FEC-A731-4833685CCB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4978A66E-CB5D-4796-AB26-77C642BEF5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93FE07FB-236B-4C1D-ABDE-85429A6BBD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F0C81FB-B23E-4053-BB27-E282AB42DA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D79C59C-728B-4D90-9DD7-4D3E793432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428002BA-C54C-4B3B-A71D-C1439C2C506B}"/>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7EA4FCC9-16AD-453C-8F6D-384870E0F6D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3BBF646E-007C-4887-8159-10787CD412D5}"/>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D378169-7298-4DCD-8C4A-54C23B124E80}"/>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CF2EE998-8A91-4A9D-B070-B1F4E09C0DF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1A77049-1764-49DD-AD12-0BC1E9E07016}"/>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828957C-B6F5-43EE-8929-9468D7C4F961}"/>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AD7F1C0-81C9-4521-BE97-43852718472F}"/>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E8F43E82-5B21-4CFB-9DE0-AB3017A436A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E199CE5-2249-4469-8453-09BC776DB520}"/>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1AC22C50-9858-4BCE-879D-13B1BDCFF5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08443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2026-10-21T13:45:26.0990000Z</dcterms:created>
  <dcterms:modified xsi:type="dcterms:W3CDTF">2026-10-21T13:45:26.0990000Z</dcterms:modified>
</coreProperties>
</file>