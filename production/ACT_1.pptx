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838d2cb74b4e13" /><Relationship Type="http://schemas.openxmlformats.org/officeDocument/2006/relationships/extended-properties" Target="/docProps/app.xml" Id="R3ff47b72172e41a3" /><Relationship Type="http://schemas.openxmlformats.org/officeDocument/2006/relationships/officeDocument" Target="/ppt/presentation.xml" Id="R11371a894e7a4a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0134a2c672441c"/>
  </p:sldMasterIdLst>
  <p:notesMasterIdLst>
    <p:notesMasterId xmlns:r="http://schemas.openxmlformats.org/officeDocument/2006/relationships" r:id="Rcc8806cbd1394478"/>
  </p:notesMasterIdLst>
  <p:sldIdLst>
    <p:sldId xmlns:r="http://schemas.openxmlformats.org/officeDocument/2006/relationships" id="256" r:id="R812df8f009b8462d"/>
    <p:sldId xmlns:r="http://schemas.openxmlformats.org/officeDocument/2006/relationships" id="257" r:id="R1bfd710557de40a7"/>
    <p:sldId xmlns:r="http://schemas.openxmlformats.org/officeDocument/2006/relationships" id="258" r:id="R49d979fc2df64401"/>
    <p:sldId xmlns:r="http://schemas.openxmlformats.org/officeDocument/2006/relationships" id="259" r:id="Rb24e7ba484d949c0"/>
    <p:sldId xmlns:r="http://schemas.openxmlformats.org/officeDocument/2006/relationships" id="260" r:id="R2d4b3eabb2e44c4c"/>
    <p:sldId xmlns:r="http://schemas.openxmlformats.org/officeDocument/2006/relationships" id="261" r:id="R2b2004d838d54a29"/>
    <p:sldId xmlns:r="http://schemas.openxmlformats.org/officeDocument/2006/relationships" id="262" r:id="R5919eea47abb4c1d"/>
    <p:sldId xmlns:r="http://schemas.openxmlformats.org/officeDocument/2006/relationships" id="263" r:id="R4485f5d3b5b04a39"/>
    <p:sldId xmlns:r="http://schemas.openxmlformats.org/officeDocument/2006/relationships" id="264" r:id="R09df6e68344049ec"/>
    <p:sldId xmlns:r="http://schemas.openxmlformats.org/officeDocument/2006/relationships" id="265" r:id="Re0a66deb9ece47dc"/>
    <p:sldId xmlns:r="http://schemas.openxmlformats.org/officeDocument/2006/relationships" id="266" r:id="R03061700e0bb49ff"/>
    <p:sldId xmlns:r="http://schemas.openxmlformats.org/officeDocument/2006/relationships" id="267" r:id="R6c1420a96c7245b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245609429e45bf" /><Relationship Type="http://schemas.openxmlformats.org/officeDocument/2006/relationships/slideMaster" Target="/ppt/slideMasters/slideMaster1.xml" Id="Rd00134a2c672441c" /><Relationship Type="http://schemas.openxmlformats.org/officeDocument/2006/relationships/notesMaster" Target="/ppt/notesMasters/notesMaster1.xml" Id="Rcc8806cbd1394478" /><Relationship Type="http://schemas.openxmlformats.org/officeDocument/2006/relationships/presProps" Target="/ppt/presProps.xml" Id="R5ec2c45badfa4134" /><Relationship Type="http://schemas.openxmlformats.org/officeDocument/2006/relationships/tableStyles" Target="/ppt/tableStyles.xml" Id="R6f5e50d98f5a4bd8" /><Relationship Type="http://schemas.openxmlformats.org/officeDocument/2006/relationships/slide" Target="/ppt/slides/slide1.xml" Id="R812df8f009b8462d" /><Relationship Type="http://schemas.openxmlformats.org/officeDocument/2006/relationships/slide" Target="/ppt/slides/slide2.xml" Id="R1bfd710557de40a7" /><Relationship Type="http://schemas.openxmlformats.org/officeDocument/2006/relationships/slide" Target="/ppt/slides/slide3.xml" Id="R49d979fc2df64401" /><Relationship Type="http://schemas.openxmlformats.org/officeDocument/2006/relationships/slide" Target="/ppt/slides/slide4.xml" Id="Rb24e7ba484d949c0" /><Relationship Type="http://schemas.openxmlformats.org/officeDocument/2006/relationships/slide" Target="/ppt/slides/slide5.xml" Id="R2d4b3eabb2e44c4c" /><Relationship Type="http://schemas.openxmlformats.org/officeDocument/2006/relationships/slide" Target="/ppt/slides/slide6.xml" Id="R2b2004d838d54a29" /><Relationship Type="http://schemas.openxmlformats.org/officeDocument/2006/relationships/slide" Target="/ppt/slides/slide7.xml" Id="R5919eea47abb4c1d" /><Relationship Type="http://schemas.openxmlformats.org/officeDocument/2006/relationships/slide" Target="/ppt/slides/slide8.xml" Id="R4485f5d3b5b04a39" /><Relationship Type="http://schemas.openxmlformats.org/officeDocument/2006/relationships/slide" Target="/ppt/slides/slide9.xml" Id="R09df6e68344049ec" /><Relationship Type="http://schemas.openxmlformats.org/officeDocument/2006/relationships/slide" Target="/ppt/slides/slide10.xml" Id="Re0a66deb9ece47dc" /><Relationship Type="http://schemas.openxmlformats.org/officeDocument/2006/relationships/slide" Target="/ppt/slides/slide11.xml" Id="R03061700e0bb49ff" /><Relationship Type="http://schemas.openxmlformats.org/officeDocument/2006/relationships/slide" Target="/ppt/slides/slide12.xml" Id="R6c1420a96c7245b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0d423380d841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dacac60186405a" /><Relationship Type="http://schemas.openxmlformats.org/officeDocument/2006/relationships/notesMaster" Target="/ppt/notesMasters/notesMaster1.xml" Id="R03682fade59b4a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7bdaf3e37e457c" /><Relationship Type="http://schemas.openxmlformats.org/officeDocument/2006/relationships/notesMaster" Target="/ppt/notesMasters/notesMaster1.xml" Id="Rd2b590e66b734c3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f066ef0df14459" /><Relationship Type="http://schemas.openxmlformats.org/officeDocument/2006/relationships/notesMaster" Target="/ppt/notesMasters/notesMaster1.xml" Id="R78f3a3309aba44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10ee9974cd4d5c" /><Relationship Type="http://schemas.openxmlformats.org/officeDocument/2006/relationships/notesMaster" Target="/ppt/notesMasters/notesMaster1.xml" Id="R134ee1e39f3841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68f6265e8d4412" /><Relationship Type="http://schemas.openxmlformats.org/officeDocument/2006/relationships/notesMaster" Target="/ppt/notesMasters/notesMaster1.xml" Id="Rbbfd61966f9a44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3d9949e00a453a" /><Relationship Type="http://schemas.openxmlformats.org/officeDocument/2006/relationships/notesMaster" Target="/ppt/notesMasters/notesMaster1.xml" Id="R1073b6d770534b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b0641780144c76" /><Relationship Type="http://schemas.openxmlformats.org/officeDocument/2006/relationships/notesMaster" Target="/ppt/notesMasters/notesMaster1.xml" Id="Re1c53c8f38e942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350979e5344c71" /><Relationship Type="http://schemas.openxmlformats.org/officeDocument/2006/relationships/notesMaster" Target="/ppt/notesMasters/notesMaster1.xml" Id="R03e1cf21f1d549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4fe1d469f55403b" /><Relationship Type="http://schemas.openxmlformats.org/officeDocument/2006/relationships/notesMaster" Target="/ppt/notesMasters/notesMaster1.xml" Id="Rda3c4235b78840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510cf003644d1f" /><Relationship Type="http://schemas.openxmlformats.org/officeDocument/2006/relationships/notesMaster" Target="/ppt/notesMasters/notesMaster1.xml" Id="R772d8061663143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059b4d473442c9" /><Relationship Type="http://schemas.openxmlformats.org/officeDocument/2006/relationships/notesMaster" Target="/ppt/notesMasters/notesMaster1.xml" Id="R055959097f2748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403ef964c71491b" /><Relationship Type="http://schemas.openxmlformats.org/officeDocument/2006/relationships/notesMaster" Target="/ppt/notesMasters/notesMaster1.xml" Id="R70b51ca58d6145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S10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S09의 열린 질문을 회수하고 “같은 Repository를 보고 있다”는 조건을 고정한다.</a:t>
            </a:r>
          </a:p>
          <a:p xmlns:a="http://schemas.openxmlformats.org/drawingml/2006/main">
            <a:r>
              <a:t>2. (2:00–5:00) “filter 성능 개선해줘”와 오른쪽의 무엇을 바꿀지·보존할지·완료로 볼지 세 질문을 차례로 가리킨다. 특정 답을 채우지 않는다.</a:t>
            </a:r>
          </a:p>
          <a:p xmlns:a="http://schemas.openxmlformats.org/drawingml/2006/main">
            <a:r>
              <a:t>3. (5:00–7:00) Repository 접근만으로 남은 결정을 정할 수 있는지 질문하며 S11로 넘긴다. 실제 제품 실패 사례나 관찰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빈 조건을 발견하는 데 쓴다. 오른쪽 세 질문을 하나씩 짚으며 답은 채우지 않는다. 다음 장의 테스트/구현 두 해석을 여기서 미리 비교하지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TRIAL-001, CLM-0002. TEACHING_MODEL / CONCEPTUAL. TRIAL-001의 실제 실패 사례가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접근 가능한 Repository가 Task의 목표·변경 범위·보존 조건·완료 증거를 대신 알려주지는 않는다는 과정의 모델이다. Codex 실패나 Trial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Agent에게 코드가 보인다는 사실과 내가 원하는 변경을 설명했다는 사실은 다르다. 바꿀 것과 끝의 기준을 적어야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constraints, and verification remain separate from repository access. Do not infer deterministic agent behavior from the conceptual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따라가며 무엇이 비어 있는지 생각하게 한다. 공개 답변이나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어떤 Task 정보가 빠졌는지 약한 요청 비교로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7분을 질문과 세 개의 미정 경계에 쓴다. 새 Prompt 체크리스트나 해결책을 미리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S10 또는 `production/preview/act1/S10.png` 사용. 응답이 없어도 7분 후 S11로 이동한다.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 입장에서 무엇을 결정해야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“crop test 고쳐줘”를 읽고 교육용 구성 요청임을 밝힌다.</a:t>
            </a:r>
          </a:p>
          <a:p xmlns:a="http://schemas.openxmlformats.org/drawingml/2006/main">
            <a:r>
              <a:t>2. (0:45–3:00) 테스트와 구현 중 무엇을 바꾸라는 뜻인지 두 질문을 비교한다. 이어 목표의 세부·보존 조건·수정 범위·확인 근거·완료 조건을 짚는다.</a:t>
            </a:r>
          </a:p>
          <a:p xmlns:a="http://schemas.openxmlformats.org/drawingml/2006/main">
            <a:r>
              <a:t>3. (3:00–4:00) 특정 답을 제시하지 않고 남은 결정의 주체를 S12로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같은 요청의 두 해석에 집중한다. 왼쪽 테스트 변경과 오른쪽 구현 변경을 비교한 뒤, 아래 미정 정보를 짚는다. S10의 세 질문을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실제 Trial에서 사용한 약한 Prompt가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수업용으로 구성한 예시다. 이 요청이 특정 Agent 실패를 일으켰다는 주장을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짧은 요청을 비난하지 않고, 그 안에 남아 있는 질문을 찾아본다.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Missing constraints are developer decisions that cannot be derived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해석과 아직 정해지지 않은 정보를 청중이 생각하도록 짧게 멈춘다. 공개 답이나 정답 분류를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12에서 같은 요청을 개발자 결정 관점으로 해부한다.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안에 한 요청과 다섯 빈칸만 다룬다. 빈칸의 정답이나 해결책은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S11 또는 `production/preview/act1/S11.png` 사용. 청중 응답 없이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바꾸고, 무엇을 유지하며, 어디까지 바꿔도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이는 답이 아닌 개발자 판단 질문이다.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개발자가 판단할 다섯 질문을 번호 순서로 따라간다. 마지막 질문에서 1분 Reflection을 분리하고, 답이나 작성 과제를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13에서 질문들을 실용적인 Task Specification 구조로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S12 또는 `production/preview/act1/S12.png`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“Agent가 작업을 검토 가능하게 수행하려면 무엇을 알아야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Task Specification을 이 과정의 작업 구체화 모델로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각 행의 오른쪽 질문이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S14로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한 작업 요청에 다섯 책임을 묶는 구조를 보여준다. 왼쪽 Task Specification에서 오른쪽 행으로 이동하며 S12의 질문을 구조로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14에서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S13 또는 `production/preview/act1/S13.png`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(6:00–9:00) Case 질문으로 어떤 정보가 추가됐는지 비교한다.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실제로 더해진 정보의 비교다. 짧은 요청→추가한 네 행→하단 C++ 적용 순서로 가리킨다. 앞의 다섯 질문을 다시 나열하는 시간을 줄이고 보존 조건과 완료 근거가 드러난 위치를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두 요청에서 새로 명시된 책임을 마음속으로 비교한다.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요청을 받은 Agent는 수정부터 시작할까?”라는 질문으로 Trial 관찰에 들어간다.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전체 Trial Prompt나 코드 지시를 화면에 복사하지 않는다. 시간이 부족하면 C++ inset을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S14 또는 `production/preview/act1/S14.png`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받은 Agent가 수정부터 시작할까?”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“이 요청을 받으면 수정부터 시작할까?”를 제시한다.</a:t>
            </a:r>
          </a:p>
          <a:p xmlns:a="http://schemas.openxmlformats.org/drawingml/2006/main">
            <a:r>
              <a:t>2. (0:35–1:35)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단일 과거 CLI 기록의 행동을 다음 두 장에서 대조한다고 알리고 S16으로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16에서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S15 또는 `production/preview/act1/S15.png`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S17로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S16의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17에서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S16 또는 `production/preview/act1/S16.png`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S18에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18로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S17 또는 `production/preview/act1/S17.png`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(0:45–1:30) 가운데 동작 테스트·샘플 실행·변경 검토를 세 판단 근거로 설명한다. S17에서 본 관찰 사실은 하단 출처의 범위로만 회수한다.</a:t>
            </a:r>
          </a:p>
          <a:p xmlns:a="http://schemas.openxmlformats.org/drawingml/2006/main">
            <a:r>
              <a:t>3. (1:30–2:30)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(2:30–3:00) 주장마다 필요한 근거가 다르다는 S19로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19 contains the approved Supporting C++ transfer inset. Do not duplicate it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별도 관찰 카드나 새 결과를 보여 주지 않고 하단 출처로 과거 확인 범위를 회수한다.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19에서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분 안에 기록 사실과 Teaching Model을 분리한다. S17의 다섯 수치를 다시 읽지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S18 또는 `production/preview/act1/S18.png`를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(1:00–3:00)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(3:00–4:00) C++의 Release 실행, API/ABI, 대상 데이터도 어떤 주장을 확인할지에 맞춰 고르는 경계로 연결한다.</a:t>
            </a:r>
          </a:p>
          <a:p xmlns:a="http://schemas.openxmlformats.org/drawingml/2006/main">
            <a:r>
              <a:t>4. (4:00–5:00) 익숙한 Check가 뒷받침하는 Claim을 개인적으로 떠올리는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Bridge: `build claim → Release build`; `compatibility claim → API / ABI review`; `performance claim → benchmark with named workload`.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표는 일반적인 check-to-claim 교육 모델이다. 하단 출처에는 실제 Trial에서 수행한 확인만 따로 표시한다. Benchmark 미실행 경계를 유지하고 새 수치나 실행을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다음 작업에도 반복할 정보를 청중이 구분하도록 질문을 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Advanced C++ examples are optional under time pressure; keep the scope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S19 또는 `production/preview/act1/S19.png`를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“매번 Prompt에 반복해서 쓰는 내용 중 이번 Task에만 필요한 것은 무엇이고, Project가 계속 유지해야 할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최근 요청에 썼던 문장 하나를 떠올리고 “이번 작업에만?”과 “다음 작업에도?” 중 어디에 해당할지 개인적으로 생각한다. 화면의 두 영역은 비워 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S21에서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21에서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S20 또는 `production/preview/act1/S20.png`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S20의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장의 두 열은 다음 ACT로 넘길 분류 후보다. 이번 목표와 여러 작업에 남길 사실의 수명이 다르다는 질문만 남긴다. 아직 S24 관찰 결과를 근거처럼 회수하지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S21 또는 `production/preview/act1/S21.png`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4547d2613447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9e375319f24c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4c5ca94b7c42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5af29df5142f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431acbcb0d4e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9fb9754cc444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93794E-3A74-4CA2-8063-4E63CB4AF0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0A79F99-F9F2-47FC-8BC9-E6B356C997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085D348-EBD6-4081-B00A-E331B7085D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063D11-53EE-4EEB-8F3D-9834AF0FE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9686470-27DE-428E-B6AD-B9578C0B88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610CECE-974A-41F4-95B8-3B5DE0B81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1F32D06-CC56-4C9C-B7B1-606B7B4162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550480A-211F-41F3-AA40-3A42C38E69B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DA45DD-97C6-4505-AC1B-3048BC76EC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8CAC027-C02E-4433-934A-CE18671263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7ca023c5614f6f" /><Relationship Type="http://schemas.openxmlformats.org/officeDocument/2006/relationships/slideLayout" Target="/ppt/slideLayouts/slideLayout1.xml" Id="R5bb8a6dbd0c54634" /><Relationship Type="http://schemas.openxmlformats.org/officeDocument/2006/relationships/slideLayout" Target="/ppt/slideLayouts/slideLayout2.xml" Id="R3abf7a1290014520" /><Relationship Type="http://schemas.openxmlformats.org/officeDocument/2006/relationships/slideLayout" Target="/ppt/slideLayouts/slideLayout3.xml" Id="R121dbcc2d135405d" /><Relationship Type="http://schemas.openxmlformats.org/officeDocument/2006/relationships/slideLayout" Target="/ppt/slideLayouts/slideLayout4.xml" Id="R19fe8d83b5f3437f" /><Relationship Type="http://schemas.openxmlformats.org/officeDocument/2006/relationships/slideLayout" Target="/ppt/slideLayouts/slideLayout5.xml" Id="R8327898df38447f7" /><Relationship Type="http://schemas.openxmlformats.org/officeDocument/2006/relationships/slideLayout" Target="/ppt/slideLayouts/slideLayout6.xml" Id="Rd47117d316084f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b8a6dbd0c54634"/>
    <p:sldLayoutId xmlns:r="http://schemas.openxmlformats.org/officeDocument/2006/relationships" id="2147483650" r:id="R3abf7a1290014520"/>
    <p:sldLayoutId xmlns:r="http://schemas.openxmlformats.org/officeDocument/2006/relationships" id="2147483651" r:id="R121dbcc2d135405d"/>
    <p:sldLayoutId xmlns:r="http://schemas.openxmlformats.org/officeDocument/2006/relationships" id="2147483652" r:id="R19fe8d83b5f3437f"/>
    <p:sldLayoutId xmlns:r="http://schemas.openxmlformats.org/officeDocument/2006/relationships" id="2147483653" r:id="R8327898df38447f7"/>
    <p:sldLayoutId xmlns:r="http://schemas.openxmlformats.org/officeDocument/2006/relationships" id="2147483654" r:id="Rd47117d316084f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25f457b3d5498e" /><Relationship Type="http://schemas.openxmlformats.org/officeDocument/2006/relationships/notesSlide" Target="/ppt/notesSlides/notesSlide1.xml" Id="R9ab84d7e14a748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860825a97043bc" /><Relationship Type="http://schemas.openxmlformats.org/officeDocument/2006/relationships/notesSlide" Target="/ppt/notesSlides/notesSlide2.xml" Id="Rcf3f467f022c43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bf2462421c4287" /><Relationship Type="http://schemas.openxmlformats.org/officeDocument/2006/relationships/notesSlide" Target="/ppt/notesSlides/notesSlide3.xml" Id="R684e3e95ff9e47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d3a0f88a5745c1" /><Relationship Type="http://schemas.openxmlformats.org/officeDocument/2006/relationships/notesSlide" Target="/ppt/notesSlides/notesSlide4.xml" Id="R3876b53b4c0a43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61572bc6c94a2c" /><Relationship Type="http://schemas.openxmlformats.org/officeDocument/2006/relationships/notesSlide" Target="/ppt/notesSlides/notesSlide5.xml" Id="Rcea4c5916e9240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4b303417be4b49" /><Relationship Type="http://schemas.openxmlformats.org/officeDocument/2006/relationships/notesSlide" Target="/ppt/notesSlides/notesSlide6.xml" Id="Ree3e6673c98c496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b9780cd724b23" /><Relationship Type="http://schemas.openxmlformats.org/officeDocument/2006/relationships/notesSlide" Target="/ppt/notesSlides/notesSlide7.xml" Id="R82ba979737304c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23a767c6e84716" /><Relationship Type="http://schemas.openxmlformats.org/officeDocument/2006/relationships/notesSlide" Target="/ppt/notesSlides/notesSlide8.xml" Id="R199ecb8bd8234b6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20d2f4bf6043f2" /><Relationship Type="http://schemas.openxmlformats.org/officeDocument/2006/relationships/notesSlide" Target="/ppt/notesSlides/notesSlide9.xml" Id="Reecd15ee2f3547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cef4105b034c7d" /><Relationship Type="http://schemas.openxmlformats.org/officeDocument/2006/relationships/notesSlide" Target="/ppt/notesSlides/notesSlide10.xml" Id="R91b06a7c7a6644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1716982b93485d" /><Relationship Type="http://schemas.openxmlformats.org/officeDocument/2006/relationships/notesSlide" Target="/ppt/notesSlides/notesSlide11.xml" Id="Rab588c84c2be4f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5c87887e34579" /><Relationship Type="http://schemas.openxmlformats.org/officeDocument/2006/relationships/notesSlide" Target="/ppt/notesSlides/notesSlide12.xml" Id="Rc873a43d99c0445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85CAD1DD-EDB7-442E-8D08-47A7B0B6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0">
            <a:extLst xmlns:a="http://schemas.openxmlformats.org/drawingml/2006/main">
              <a:ext uri="{FF2B5EF4-FFF2-40B4-BE49-F238E27FC236}">
                <a16:creationId xmlns:a16="http://schemas.microsoft.com/office/drawing/2014/main" id="{5AD593F5-E51C-44B6-B85B-8E01D5FC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S10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5FFD6D32-49C5-4A66-9067-4CC7EF06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74793-17ED-4570-AC9B-7C892D77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실제 Agent 실패나 Trial 결과가 아님">
            <a:extLst xmlns:a="http://schemas.openxmlformats.org/drawingml/2006/main">
              <a:ext uri="{FF2B5EF4-FFF2-40B4-BE49-F238E27FC236}">
                <a16:creationId xmlns:a16="http://schemas.microsoft.com/office/drawing/2014/main" id="{09834D6C-54D5-4CB9-8616-0E6450FA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실제 Agent 실패나 Trial 결과가 아님</a:t>
            </a:r>
          </a:p>
        </p:txBody>
      </p:sp>
      <p:sp>
        <p:nvSpPr>
          <p:cNvPr id="6" name="Repository는 열려 있어도 작업의 목표·보존 조건·완료 기준이 자동으로 정해지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FC18CE45-2B78-4D08-99D0-0B1C7308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Repository는 열려 있어도 작업의 목표·보존 조건·완료 기준이 자동으로 정해지지는 않습니다.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7F6E9469-6743-446E-A1B8-5C777242A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B98D19-9F8A-4859-8F1D-9C7C03FD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3434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요청">
            <a:extLst xmlns:a="http://schemas.openxmlformats.org/drawingml/2006/main">
              <a:ext uri="{FF2B5EF4-FFF2-40B4-BE49-F238E27FC236}">
                <a16:creationId xmlns:a16="http://schemas.microsoft.com/office/drawing/2014/main" id="{C008AA8E-DE50-4492-8F5D-91246916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10" name="“filter 성능&#10;개선해줘.”">
            <a:extLst xmlns:a="http://schemas.openxmlformats.org/drawingml/2006/main">
              <a:ext uri="{FF2B5EF4-FFF2-40B4-BE49-F238E27FC236}">
                <a16:creationId xmlns:a16="http://schemas.microsoft.com/office/drawing/2014/main" id="{991F915C-3572-4046-87CE-F59E498E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“filter 성능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개선해줘.”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3F0EF-E03E-4A60-81D8-8665369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600450"/>
            <a:ext cx="45720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바꿀 것">
            <a:extLst xmlns:a="http://schemas.openxmlformats.org/drawingml/2006/main">
              <a:ext uri="{FF2B5EF4-FFF2-40B4-BE49-F238E27FC236}">
                <a16:creationId xmlns:a16="http://schemas.microsoft.com/office/drawing/2014/main" id="{B18A4677-FD63-4849-8C54-6B16B455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3842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바꿀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EDF23-65FC-48C2-9999-E82AFB35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813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4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E707EA1A-E5C3-43BC-B07D-384A9E1F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432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5" name="?">
            <a:extLst xmlns:a="http://schemas.openxmlformats.org/drawingml/2006/main">
              <a:ext uri="{FF2B5EF4-FFF2-40B4-BE49-F238E27FC236}">
                <a16:creationId xmlns:a16="http://schemas.microsoft.com/office/drawing/2014/main" id="{3AD4FD02-51C5-43B5-9D75-07BB2772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9337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16" name="보존할 것">
            <a:extLst xmlns:a="http://schemas.openxmlformats.org/drawingml/2006/main">
              <a:ext uri="{FF2B5EF4-FFF2-40B4-BE49-F238E27FC236}">
                <a16:creationId xmlns:a16="http://schemas.microsoft.com/office/drawing/2014/main" id="{F6BE97D7-0786-45BA-858B-1049DE98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보존할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F98984-C75F-4EAF-A834-2D592D292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8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3AB0AA22-D37B-4A4B-B391-FF3823A4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9F5E0508-FB02-4B8D-895B-EB0508DB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9338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508F58DD-494C-414F-8631-76CA61F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2EA57F-C3F5-4FD9-885F-EC3CEEE2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22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3CA7B1F6-A791-4BC5-AD5A-34F96E28F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CA9D84F3-300B-4B55-8145-00999A32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9339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7313141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1 · 요청에 남아 있는 결정">
            <a:extLst xmlns:a="http://schemas.openxmlformats.org/drawingml/2006/main">
              <a:ext uri="{FF2B5EF4-FFF2-40B4-BE49-F238E27FC236}">
                <a16:creationId xmlns:a16="http://schemas.microsoft.com/office/drawing/2014/main" id="{23C80690-3407-4277-BBD9-CEE1755A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요청에 남아 있는 결정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7376BB47-518D-43F7-8313-080643E9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56F47ACF-5A96-4BCA-98A3-DB68C72E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1BB0AE-0FB1-4527-A81F-65A2DC753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TRIAL-002의 실제 Prompt가 아님">
            <a:extLst xmlns:a="http://schemas.openxmlformats.org/drawingml/2006/main">
              <a:ext uri="{FF2B5EF4-FFF2-40B4-BE49-F238E27FC236}">
                <a16:creationId xmlns:a16="http://schemas.microsoft.com/office/drawing/2014/main" id="{E03E0234-E61B-4642-BFE4-5C4F4B28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TRIAL-002의 실제 Prompt가 아님</a:t>
            </a:r>
          </a:p>
        </p:txBody>
      </p:sp>
      <p:sp>
        <p:nvSpPr>
          <p:cNvPr id="6" name="짧은 요청을 비난하거나 이 요청이 특정 실패를 만들었다고 주장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20BB0AF9-DA61-4E08-A7E3-6DFB508D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요청을 비난하거나 이 요청이 특정 실패를 만들었다고 주장하지 않습니다.</a:t>
            </a:r>
          </a:p>
        </p:txBody>
      </p:sp>
      <p:sp>
        <p:nvSpPr>
          <p:cNvPr id="7" name="“crop test 고쳐줘”">
            <a:extLst xmlns:a="http://schemas.openxmlformats.org/drawingml/2006/main">
              <a:ext uri="{FF2B5EF4-FFF2-40B4-BE49-F238E27FC236}">
                <a16:creationId xmlns:a16="http://schemas.microsoft.com/office/drawing/2014/main" id="{D4D046E8-EF6B-4106-B68F-8A5DE9D7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 고쳐줘”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B647FE-6926-44F0-911A-3E952E23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38450"/>
            <a:ext cx="228600" cy="2952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571C30-565D-4B47-8387-7FDAB73FF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99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13459C-71AF-489F-B8D0-85FC3DA1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66E7C3-6518-4DD1-B7B9-0C480C86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17590169-232A-4D20-B06F-76E5B2CB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13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859050EC-88E6-4F35-BE83-FDD71321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14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161B581E-68B1-4386-AB3D-F97A5C76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15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20A22561-684A-47C9-A5B3-0C96A073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16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802964BC-73CD-4DDD-A666-0D80AB5A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17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49C4B116-C2C1-42FA-9B25-6F6D0901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18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061C1D56-0B58-4BCF-994E-1693DCEE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19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C144386D-2E47-43C5-A0FB-9E6E7B78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</p:spTree>
    <p:extLst>
      <p:ext uri="{BB962C8B-B14F-4D97-AF65-F5344CB8AC3E}">
        <p14:creationId xmlns:p14="http://schemas.microsoft.com/office/powerpoint/2010/main" val="5355789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42852218-3242-4C17-8983-1B04F419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01EF585D-235D-4AC4-9423-2818EA41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EDBE333A-0C1C-4AD3-9CA3-64840425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1CEF8-0DB2-4294-927E-621407A5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92D131E2-278F-49BD-BBEB-1F8C1A8C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0F5C8681-8638-4464-85D5-B3571A21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“crop test 고쳐줘”에 답하기 전에">
            <a:extLst xmlns:a="http://schemas.openxmlformats.org/drawingml/2006/main">
              <a:ext uri="{FF2B5EF4-FFF2-40B4-BE49-F238E27FC236}">
                <a16:creationId xmlns:a16="http://schemas.microsoft.com/office/drawing/2014/main" id="{ABA6338D-C07F-4EDC-BE57-09B7F1C4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“crop test 고쳐줘”에 답하기 전에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6770AF9D-7253-4B06-9094-0A65389D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2BFC1C05-6889-4004-A951-CE874CAF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19686-1632-4C2C-A47C-99098E68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3166031B-B28F-4BAE-988E-78537ED1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D07CB570-7580-4248-9C45-3BB0EE5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A19DF-DEA4-4347-B706-5BDC0297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D60AC642-A772-43CD-9425-3D83D53B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34507D73-BF0B-431E-9465-9F6EAA3F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9420F-CEC2-4AC8-905F-5B80B0AA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B65CF3BD-44AB-435E-9EFF-831F51EF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091E0D45-15F8-42D1-87CF-66272670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B0CD7E-AD36-4AA3-B397-DBB452EF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8ADF76-DD75-4AFD-B606-2BE96E7E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0B15D85A-550E-4848-85F3-0CED8F05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3FEF9B9E-4F92-4E6F-8075-9E5AD60E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</p:spTree>
    <p:extLst>
      <p:ext uri="{BB962C8B-B14F-4D97-AF65-F5344CB8AC3E}">
        <p14:creationId xmlns:p14="http://schemas.microsoft.com/office/powerpoint/2010/main" val="20763724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929EC2E5-54DC-4DD9-AF8F-60B2C144F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261C156F-FE3B-4D63-ACBF-83D27FB4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95E13B72-7108-415E-B444-5E998AD5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FD177-F94F-4B40-90D1-22D31A7B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777BCF8B-262D-4625-9DC4-99F050DF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299B46A1-5A74-416D-885E-607BFCF3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FEE0A0-5958-474A-9BAC-1DF88E22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CF76C-DA24-4127-8FCD-C272E4DC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C671EEDC-83CB-4338-B54D-E32275B8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0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F08774C5-D77A-4FF9-8B9F-43EE4C21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1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EFAAFB74-94A3-4826-B7A5-F38179C5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DD7D0-07E0-4854-8157-9131B187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95DCC2B9-DE43-4148-8FF5-AEAFFD66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4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A6BF9C3A-8D45-490E-BC4C-460AC9EF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EE9F4C-6E0D-46CF-AEDF-E4895306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BB447675-B48F-42E9-92E6-FA114415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7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FEA0300A-808D-4005-B4A0-B593AB6B2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34EDD2-9814-4A09-ADCB-7E78199A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925323E2-6EB2-4752-A94C-88874589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0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C6130A11-8D9B-4F39-97ED-72B1B89F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00ECDA-10F0-4BDF-9139-9C029442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424D84D5-DDA5-4E4E-8140-E84CE9C1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3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200DD016-68FC-4D45-9C07-37DE1D27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</p:spTree>
    <p:extLst>
      <p:ext uri="{BB962C8B-B14F-4D97-AF65-F5344CB8AC3E}">
        <p14:creationId xmlns:p14="http://schemas.microsoft.com/office/powerpoint/2010/main" val="3912847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270F60B1-FA64-4C55-AFE9-0B1134D70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BD135307-5963-4E9A-BE1E-9B92DED8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8378F37A-B8B6-4F6D-AA9C-25B12C9F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67217-9CFA-499B-880D-7CCE1636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B82FF1BA-9028-45FB-B947-1AC00556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C++ 적용도 작업 경계를 정하는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A6A6CADB-43E5-4D71-A43D-84458CF2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적용도 작업 경계를 정하는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633D4925-6F48-4EC5-8B70-DEB79B93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819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2A6E49F5-5A02-43C0-A9CC-B4E72B8A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7813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7A888A-8215-41F8-AC69-0F2718F3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295650"/>
            <a:ext cx="4381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8B76E9BC-E139-4720-B474-A85A2100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90725"/>
            <a:ext cx="714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5A1E20-1999-4D79-B164-CDF2DEE7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717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D2D35103-90C8-413C-AAFA-45C2C090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670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FF89595E-7948-4A3C-94DE-39238C4B5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670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54C67C-CF66-428E-9E70-B1C93227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813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797FE30F-13B0-4FA4-BA52-95FA4D4D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896045C2-496A-49E6-8187-EE12A172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2766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0DDCC0-29D1-49B7-A704-9777BD31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909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1B44DE26-9AE7-4EE1-A752-B2D49C21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8862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62D99237-A602-431A-B149-A2050C1DD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8862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23AED1-3268-4B6F-95CF-1F85121B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005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C6EB5BA8-9A0E-4071-BE77-020451CF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958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F8F3B42C-BF72-4980-918D-BD74F794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4958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17C2-651B-4BE1-A6C7-DF010F1D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70767C37-ACB9-40F8-A8C7-C5BA7FD6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244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</p:spTree>
    <p:extLst>
      <p:ext uri="{BB962C8B-B14F-4D97-AF65-F5344CB8AC3E}">
        <p14:creationId xmlns:p14="http://schemas.microsoft.com/office/powerpoint/2010/main" val="13354465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1 · 수정 전 행동 관찰">
            <a:extLst xmlns:a="http://schemas.openxmlformats.org/drawingml/2006/main">
              <a:ext uri="{FF2B5EF4-FFF2-40B4-BE49-F238E27FC236}">
                <a16:creationId xmlns:a16="http://schemas.microsoft.com/office/drawing/2014/main" id="{2CCF3E2D-119A-46B0-A820-735BCAEC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전 행동 관찰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A193EB7D-9679-429C-90EB-C7B5735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AA4196EF-2E41-4730-BCA2-3BC780F9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66515-4A94-4C9F-876B-52698BCC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8CFB17E1-6D92-407B-9493-90AF9DE5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DA94B223-913C-4A4E-9A32-F42A6E4E7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이 요청을 받으면 수정부터 시작할까?”">
            <a:extLst xmlns:a="http://schemas.openxmlformats.org/drawingml/2006/main">
              <a:ext uri="{FF2B5EF4-FFF2-40B4-BE49-F238E27FC236}">
                <a16:creationId xmlns:a16="http://schemas.microsoft.com/office/drawing/2014/main" id="{A2C2085F-DD9F-4D25-85DE-8340839B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“이 요청을 받으면 수정부터 시작할까?”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4725A1FB-C46C-4A4F-AA36-DBD91762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A6C65D64-5C6D-4C59-962F-47476BD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7F7393F1-9979-41EA-AB72-0D0AA562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9D99A-4DA0-49A1-84ED-A5DC20AD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2734BE5A-82A1-4008-A72A-9708CE3D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05415EF6-D7CE-492C-8D53-CE52D5C8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206D0BBC-B301-47E5-9C0B-B1527BF0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3E830F-E867-4043-905B-3A390DE8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B066DDB2-E1A3-49C1-BA83-9046EA0E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7AF275DA-7219-46EE-9A52-E089263E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13C7EA6C-E1A7-4C24-999B-3EE7CC81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FD5A1D-E76C-4E30-B00F-4D3F896B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7FB91A34-B4D7-47F0-A792-6A812E41D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598F08F0-0CA2-4529-8829-149A9EBA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7B756FE2-9283-429A-9946-EC849011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85F6A0-5B31-4391-98D1-2CE19F6A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C79094AC-0FFA-4B63-ADE7-7A6C81D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134C7937-77E2-4522-86AB-1949B2B1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DF823421-6E30-4CD6-BA46-5D0DE698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89FAE2-E74C-4E6C-A3A5-614C7BCB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요청한 흐름과 기록된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6F914179-4601-4333-BD50-0EBE57FE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요청한 흐름과 기록된 행동을 대조한다.</a:t>
            </a:r>
          </a:p>
        </p:txBody>
      </p:sp>
    </p:spTree>
    <p:extLst>
      <p:ext uri="{BB962C8B-B14F-4D97-AF65-F5344CB8AC3E}">
        <p14:creationId xmlns:p14="http://schemas.microsoft.com/office/powerpoint/2010/main" val="53725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CB740ED2-E233-429D-9467-39C16B01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66908940-633A-4875-96FD-DC22C6D8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B226F465-CFFF-4448-9D04-CDB708A4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556DB-4E45-464B-8B78-AE9C400B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034F1532-9728-4961-8280-83B24314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EA4CF62B-C9D8-491C-814A-27DBDDDC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1BFB3E3C-4FA3-4F02-9FF1-BB497EA4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BEC26F31-A628-455B-BC5F-DA607158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C350F-6FC6-4FFC-B4C5-4D1AA319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52C7AB-B3E4-4C71-BFDC-6403F2C1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039DF9DD-52F7-4596-BAD0-3B289F8E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4B323362-8AC2-444A-81F4-A1E32F1D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E4523646-A68E-44D8-B7C0-197EFBAF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3443345E-F568-4F34-B757-E2755128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95DEB-1336-43D4-A0EE-40EC74E9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B6592228-F9A5-4FD5-B14B-E69A46BC3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15250E40-7EFB-4ABD-A8A8-D49593B8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</p:spTree>
    <p:extLst>
      <p:ext uri="{BB962C8B-B14F-4D97-AF65-F5344CB8AC3E}">
        <p14:creationId xmlns:p14="http://schemas.microsoft.com/office/powerpoint/2010/main" val="11456850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3396C5E4-1898-4F93-83EC-670DBA8F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E7B81FFB-09C9-4FE6-99F3-F1F668B9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3CAFE575-DC33-4547-8FBB-31CE4103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FF998-FAE0-4632-AD18-111743C4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1084B5FE-410D-4B95-A697-5C5ADAEF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51C7F514-56D7-46A4-B588-916D02C5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EF1F340E-8801-4F4A-8DC0-F6C0F2C0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64F09-7DF8-4AC8-B2DA-0E4F9C1C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329984C1-B3E7-4AC8-A9B9-535DFD5B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B91D8251-E255-46EB-9F2D-933CFEA5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56D961DB-9A51-41D6-9418-42FE6E56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3ABEBFA9-90E5-4BD9-853A-93FD3334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AB9335-D18D-46D5-A6D0-6F85B927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8284A5B1-FFB5-404C-8179-3F5DF49A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68CFF972-2310-4A62-9E58-069CAEAC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3BD8BE69-42A8-429B-BC32-34E8EB75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3AA9E30D-8456-4F20-B82A-D0A81A07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F17F99-E9BD-414A-B1EE-14676E54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72D2D669-4FCD-4313-84BA-50C3D6D7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DBA0F4C8-04A1-4E22-9752-2C16C5AD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2B0913BB-9157-4EDA-A7BB-1E5F4F7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</p:spTree>
    <p:extLst>
      <p:ext uri="{BB962C8B-B14F-4D97-AF65-F5344CB8AC3E}">
        <p14:creationId xmlns:p14="http://schemas.microsoft.com/office/powerpoint/2010/main" val="2088638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83AFF02D-26D5-42BD-9A26-0A3EE9C6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9E605300-5766-4023-B048-9E639C6A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88F6F2DD-E5C5-4FB1-B04B-A0C8FDA6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BD9EE-A271-4CF5-AEBA-F29BD5F0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관찰 예: TRIAL-002에서 테스트·CLI·diff를 확인">
            <a:extLst xmlns:a="http://schemas.openxmlformats.org/drawingml/2006/main">
              <a:ext uri="{FF2B5EF4-FFF2-40B4-BE49-F238E27FC236}">
                <a16:creationId xmlns:a16="http://schemas.microsoft.com/office/drawing/2014/main" id="{7187EC1D-BF0B-400C-B705-3BF82C52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관찰 예: TRIAL-002에서 테스트·CLI·diff를 확인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96F1E150-0817-400A-B0ED-C6508078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6D37C278-770E-4D9E-BFAA-AA955C78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3619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D244A440-877F-49E8-9702-ECCFD76E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5257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8A94B-614F-4488-818D-64CC8A370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49555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62E47-B5E7-466A-A053-BD7D01A7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동작 테스트">
            <a:extLst xmlns:a="http://schemas.openxmlformats.org/drawingml/2006/main">
              <a:ext uri="{FF2B5EF4-FFF2-40B4-BE49-F238E27FC236}">
                <a16:creationId xmlns:a16="http://schemas.microsoft.com/office/drawing/2014/main" id="{DE715A76-9FF5-4A51-BE49-8ECFF43EE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테스트</a:t>
            </a:r>
          </a:p>
        </p:txBody>
      </p:sp>
      <p:sp>
        <p:nvSpPr>
          <p:cNvPr id="12" name="샘플 실행">
            <a:extLst xmlns:a="http://schemas.openxmlformats.org/drawingml/2006/main">
              <a:ext uri="{FF2B5EF4-FFF2-40B4-BE49-F238E27FC236}">
                <a16:creationId xmlns:a16="http://schemas.microsoft.com/office/drawing/2014/main" id="{79E9277A-2C6A-431B-88C3-9F4F6C50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실행</a:t>
            </a:r>
          </a:p>
        </p:txBody>
      </p:sp>
      <p:sp>
        <p:nvSpPr>
          <p:cNvPr id="13" name="변경 검토">
            <a:extLst xmlns:a="http://schemas.openxmlformats.org/drawingml/2006/main">
              <a:ext uri="{FF2B5EF4-FFF2-40B4-BE49-F238E27FC236}">
                <a16:creationId xmlns:a16="http://schemas.microsoft.com/office/drawing/2014/main" id="{D9651480-DC9E-41B7-ACE1-BE3E69E4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43325"/>
            <a:ext cx="3333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검토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38D8BE-21E3-4614-A5E7-7511A43C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83F2DAEF-22D5-4559-8C7C-97EAF051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</p:spTree>
    <p:extLst>
      <p:ext uri="{BB962C8B-B14F-4D97-AF65-F5344CB8AC3E}">
        <p14:creationId xmlns:p14="http://schemas.microsoft.com/office/powerpoint/2010/main" val="2187713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8CA0E1DC-5FCA-4F52-877A-BFAA4A6B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410011EA-0C92-4ACB-96E2-1CC7E28D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0CE7033D-037D-4F44-ABD2-D80AE36E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BF3F2-033E-48E4-B629-2B0A1214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 모델 · TRIAL-002 실제 확인: 집중·전체 테스트 / CLI smoke / diff">
            <a:extLst xmlns:a="http://schemas.openxmlformats.org/drawingml/2006/main">
              <a:ext uri="{FF2B5EF4-FFF2-40B4-BE49-F238E27FC236}">
                <a16:creationId xmlns:a16="http://schemas.microsoft.com/office/drawing/2014/main" id="{1C4E2695-5AE3-4DB7-A6C1-69E3D11E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 모델 · TRIAL-002 실제 확인: 집중·전체 테스트 / CLI smoke / diff</a:t>
            </a:r>
          </a:p>
        </p:txBody>
      </p:sp>
      <p:sp>
        <p:nvSpPr>
          <p:cNvPr id="6" name="Benchmark는 이 Trial에서 미실행. C++ 적용은 도구 사용법이 아닌 검증 범위의 예시입니다.">
            <a:extLst xmlns:a="http://schemas.openxmlformats.org/drawingml/2006/main">
              <a:ext uri="{FF2B5EF4-FFF2-40B4-BE49-F238E27FC236}">
                <a16:creationId xmlns:a16="http://schemas.microsoft.com/office/drawing/2014/main" id="{2E6D35CF-E4E2-4C36-A22F-6553A836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C++ 적용은 도구 사용법이 아닌 검증 범위의 예시입니다.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921E1A0F-C587-49E8-A850-D84A83B5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63A90012-9CF3-4CE2-BD23-E90F781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7200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80ACD-716B-4D2D-97BF-E8A88078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46C2AFDA-51D3-4F60-B528-0DCACA73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C408C6DF-A927-4CFB-A594-7CC86727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289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3332B9-7B6A-427E-AF72-2A69FC300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A16B867A-6401-46E4-AFCE-21B8C160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44AF6C80-6C33-424F-8033-59993479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3372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F60109-8454-4826-A134-27870782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8A3F7326-7E39-4BD8-B98D-83DFEEA6D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F38B9B90-B1EA-42DB-BAF0-13764DB4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AB292-9A50-41C4-8776-1638AB8C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36CF6887-EB38-4D71-92C5-0C3A4E23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3FFD0348-1F3C-4558-AF32-1FE999F9B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43375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DD8257-C1CC-4FD2-9A8E-D8284BF2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7064778C-AF99-45ED-9D06-4340F314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1A8B80C8-CC60-4CD1-9D33-668681E9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648200"/>
            <a:ext cx="7200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C++에서도: Release 실행·API/ABI·대상 데이터에 맞춰 근거를 고른다.">
            <a:extLst xmlns:a="http://schemas.openxmlformats.org/drawingml/2006/main">
              <a:ext uri="{FF2B5EF4-FFF2-40B4-BE49-F238E27FC236}">
                <a16:creationId xmlns:a16="http://schemas.microsoft.com/office/drawing/2014/main" id="{C4FFEB1F-5084-4736-B467-081B08C1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C++에서도: Release 실행·API/ABI·대상 데이터에 맞춰 근거를 고른다.</a:t>
            </a:r>
          </a:p>
        </p:txBody>
      </p:sp>
    </p:spTree>
    <p:extLst>
      <p:ext uri="{BB962C8B-B14F-4D97-AF65-F5344CB8AC3E}">
        <p14:creationId xmlns:p14="http://schemas.microsoft.com/office/powerpoint/2010/main" val="4531942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9961B813-C42C-4877-A33B-BF02EDB6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789AE1AF-EE13-4300-8C7E-5968B360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B7ACA843-54BF-442E-834E-2F41B07E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0A35D-09C3-4D0E-B0D9-3E64D0F0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E1841B29-7584-4394-B2AD-F7AA5042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24BB3CB6-902E-42D7-A21B-D8A3DA72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최근 요청에 썼던 문장 하나를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86753B9C-6ACE-4DD8-9C33-7D4124B0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최근 요청에 썼던 문장 하나를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27A41AAC-5D24-49F3-95D1-12827906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28933647-9B9F-43DC-8926-33920356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4BD249-551C-4C9F-BAD9-EE9C81E2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5FEB6C-FA4A-4A17-B4A4-7861BC0D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A8598CD5-3DBD-4439-8756-C3F5FE99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</p:spTree>
    <p:extLst>
      <p:ext uri="{BB962C8B-B14F-4D97-AF65-F5344CB8AC3E}">
        <p14:creationId xmlns:p14="http://schemas.microsoft.com/office/powerpoint/2010/main" val="8351941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B3427679-37D3-43DC-B18B-25097366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56ECE44E-CFB0-4880-ADEF-D6A2FE08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2AE6526A-5CAF-49C9-A8A6-0F5F5528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28369-C4B5-4E27-9324-F918B6DD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A5762382-09B1-4504-9882-84DFA58F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5D99D3A7-F48F-4C18-9970-5ACCEA0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C5C3A1DF-9DA6-4F93-9AA8-BCB5CA8D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6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48C9D199-6FCA-4ACB-894B-C894FC7AE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ED260-C62A-44FB-8BD6-FC6B5E61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1625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B27DBEE3-AB6B-444A-A41D-C0ED4084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47815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1" name="이번 목표에 적용할 후보">
            <a:extLst xmlns:a="http://schemas.openxmlformats.org/drawingml/2006/main">
              <a:ext uri="{FF2B5EF4-FFF2-40B4-BE49-F238E27FC236}">
                <a16:creationId xmlns:a16="http://schemas.microsoft.com/office/drawing/2014/main" id="{7A3A2009-D574-4812-8834-191F0C6E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목표에 적용할 후보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AB8545-FA2F-4D7F-9154-040F2E649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384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04EB72E3-6A48-48DD-9EC8-8D9302A3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67050"/>
            <a:ext cx="4495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4" name="여러 작업에서 참고할 후보">
            <a:extLst xmlns:a="http://schemas.openxmlformats.org/drawingml/2006/main">
              <a:ext uri="{FF2B5EF4-FFF2-40B4-BE49-F238E27FC236}">
                <a16:creationId xmlns:a16="http://schemas.microsoft.com/office/drawing/2014/main" id="{70B6EEA9-3AF1-46C4-BD7C-F1E28304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006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작업에서 참고할 후보</a:t>
            </a:r>
          </a:p>
        </p:txBody>
      </p:sp>
      <p:sp>
        <p:nvSpPr>
          <p:cNvPr id="15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F872B81C-98EC-463E-B809-8A9D3D81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</p:spTree>
    <p:extLst>
      <p:ext uri="{BB962C8B-B14F-4D97-AF65-F5344CB8AC3E}">
        <p14:creationId xmlns:p14="http://schemas.microsoft.com/office/powerpoint/2010/main" val="3396186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2026-10-18T14:59:40.7550000Z</dcterms:created>
  <dcterms:modified xsi:type="dcterms:W3CDTF">2026-10-18T14:59:40.7550000Z</dcterms:modified>
</coreProperties>
</file>