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632f699e054434c" /><Relationship Type="http://schemas.openxmlformats.org/officeDocument/2006/relationships/extended-properties" Target="/docProps/app.xml" Id="Rde133fab8ebf4ae5" /><Relationship Type="http://schemas.openxmlformats.org/officeDocument/2006/relationships/officeDocument" Target="/ppt/presentation.xml" Id="R53123dc260ff4c06" /></Relationships>
</file>

<file path=ppt/presentation.xml><?xml version="1.0" encoding="utf-8"?>
<p:presentation xmlns:p="http://schemas.openxmlformats.org/presentationml/2006/main">
  <p:sldMasterIdLst>
    <p:sldMasterId xmlns:r="http://schemas.openxmlformats.org/officeDocument/2006/relationships" id="2147483648" r:id="Rb8c9599a3a274a00"/>
  </p:sldMasterIdLst>
  <p:notesMasterIdLst>
    <p:notesMasterId xmlns:r="http://schemas.openxmlformats.org/officeDocument/2006/relationships" r:id="R86b54cbe106b4a6b"/>
  </p:notesMasterIdLst>
  <p:sldIdLst>
    <p:sldId xmlns:r="http://schemas.openxmlformats.org/officeDocument/2006/relationships" id="256" r:id="R055e777919c34168"/>
    <p:sldId xmlns:r="http://schemas.openxmlformats.org/officeDocument/2006/relationships" id="257" r:id="R6273b9e290c04dac"/>
    <p:sldId xmlns:r="http://schemas.openxmlformats.org/officeDocument/2006/relationships" id="258" r:id="Rcaae65dfd0f24b15"/>
    <p:sldId xmlns:r="http://schemas.openxmlformats.org/officeDocument/2006/relationships" id="259" r:id="R46f43fe12f9046b3"/>
    <p:sldId xmlns:r="http://schemas.openxmlformats.org/officeDocument/2006/relationships" id="260" r:id="Rd8fcceba04064931"/>
    <p:sldId xmlns:r="http://schemas.openxmlformats.org/officeDocument/2006/relationships" id="261" r:id="R03136fe693d14ca9"/>
    <p:sldId xmlns:r="http://schemas.openxmlformats.org/officeDocument/2006/relationships" id="262" r:id="R188172a85f4c4467"/>
    <p:sldId xmlns:r="http://schemas.openxmlformats.org/officeDocument/2006/relationships" id="263" r:id="R7adf20fadceb41b1"/>
    <p:sldId xmlns:r="http://schemas.openxmlformats.org/officeDocument/2006/relationships" id="264" r:id="R3118dfd57d1543d3"/>
    <p:sldId xmlns:r="http://schemas.openxmlformats.org/officeDocument/2006/relationships" id="265" r:id="Rbd42ea543d724567"/>
    <p:sldId xmlns:r="http://schemas.openxmlformats.org/officeDocument/2006/relationships" id="266" r:id="R937307befbf644db"/>
    <p:sldId xmlns:r="http://schemas.openxmlformats.org/officeDocument/2006/relationships" id="267" r:id="Re408bab64780492f"/>
    <p:sldId xmlns:r="http://schemas.openxmlformats.org/officeDocument/2006/relationships" id="268" r:id="R3d584a8356c64e67"/>
    <p:sldId xmlns:r="http://schemas.openxmlformats.org/officeDocument/2006/relationships" id="269" r:id="R5ab90ec1275c4cda"/>
    <p:sldId xmlns:r="http://schemas.openxmlformats.org/officeDocument/2006/relationships" id="270" r:id="R9d17fc3809134f34"/>
    <p:sldId xmlns:r="http://schemas.openxmlformats.org/officeDocument/2006/relationships" id="271" r:id="R3ed860d6f7804a96"/>
    <p:sldId xmlns:r="http://schemas.openxmlformats.org/officeDocument/2006/relationships" id="272" r:id="R3995bb4aa3fb4486"/>
    <p:sldId xmlns:r="http://schemas.openxmlformats.org/officeDocument/2006/relationships" id="273" r:id="Re05df4a43a014721"/>
    <p:sldId xmlns:r="http://schemas.openxmlformats.org/officeDocument/2006/relationships" id="274" r:id="R6effe05304b949c7"/>
    <p:sldId xmlns:r="http://schemas.openxmlformats.org/officeDocument/2006/relationships" id="275" r:id="R5ca9fea6d2bb4f53"/>
    <p:sldId xmlns:r="http://schemas.openxmlformats.org/officeDocument/2006/relationships" id="276" r:id="R8db9ae35253e4656"/>
    <p:sldId xmlns:r="http://schemas.openxmlformats.org/officeDocument/2006/relationships" id="277" r:id="Rfe576d7ce37547e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69840ba4da64385" /><Relationship Type="http://schemas.openxmlformats.org/officeDocument/2006/relationships/slideMaster" Target="/ppt/slideMasters/slideMaster1.xml" Id="Rb8c9599a3a274a00" /><Relationship Type="http://schemas.openxmlformats.org/officeDocument/2006/relationships/notesMaster" Target="/ppt/notesMasters/notesMaster1.xml" Id="R86b54cbe106b4a6b" /><Relationship Type="http://schemas.openxmlformats.org/officeDocument/2006/relationships/presProps" Target="/ppt/presProps.xml" Id="R1943038c0e9b4ce6" /><Relationship Type="http://schemas.openxmlformats.org/officeDocument/2006/relationships/tableStyles" Target="/ppt/tableStyles.xml" Id="Rd243879885a04871" /><Relationship Type="http://schemas.openxmlformats.org/officeDocument/2006/relationships/slide" Target="/ppt/slides/slide1.xml" Id="R055e777919c34168" /><Relationship Type="http://schemas.openxmlformats.org/officeDocument/2006/relationships/slide" Target="/ppt/slides/slide2.xml" Id="R6273b9e290c04dac" /><Relationship Type="http://schemas.openxmlformats.org/officeDocument/2006/relationships/slide" Target="/ppt/slides/slide3.xml" Id="Rcaae65dfd0f24b15" /><Relationship Type="http://schemas.openxmlformats.org/officeDocument/2006/relationships/slide" Target="/ppt/slides/slide4.xml" Id="R46f43fe12f9046b3" /><Relationship Type="http://schemas.openxmlformats.org/officeDocument/2006/relationships/slide" Target="/ppt/slides/slide5.xml" Id="Rd8fcceba04064931" /><Relationship Type="http://schemas.openxmlformats.org/officeDocument/2006/relationships/slide" Target="/ppt/slides/slide6.xml" Id="R03136fe693d14ca9" /><Relationship Type="http://schemas.openxmlformats.org/officeDocument/2006/relationships/slide" Target="/ppt/slides/slide7.xml" Id="R188172a85f4c4467" /><Relationship Type="http://schemas.openxmlformats.org/officeDocument/2006/relationships/slide" Target="/ppt/slides/slide8.xml" Id="R7adf20fadceb41b1" /><Relationship Type="http://schemas.openxmlformats.org/officeDocument/2006/relationships/slide" Target="/ppt/slides/slide9.xml" Id="R3118dfd57d1543d3" /><Relationship Type="http://schemas.openxmlformats.org/officeDocument/2006/relationships/slide" Target="/ppt/slides/slide10.xml" Id="Rbd42ea543d724567" /><Relationship Type="http://schemas.openxmlformats.org/officeDocument/2006/relationships/slide" Target="/ppt/slides/slide11.xml" Id="R937307befbf644db" /><Relationship Type="http://schemas.openxmlformats.org/officeDocument/2006/relationships/slide" Target="/ppt/slides/slide12.xml" Id="Re408bab64780492f" /><Relationship Type="http://schemas.openxmlformats.org/officeDocument/2006/relationships/slide" Target="/ppt/slides/slide13.xml" Id="R3d584a8356c64e67" /><Relationship Type="http://schemas.openxmlformats.org/officeDocument/2006/relationships/slide" Target="/ppt/slides/slide14.xml" Id="R5ab90ec1275c4cda" /><Relationship Type="http://schemas.openxmlformats.org/officeDocument/2006/relationships/slide" Target="/ppt/slides/slide15.xml" Id="R9d17fc3809134f34" /><Relationship Type="http://schemas.openxmlformats.org/officeDocument/2006/relationships/slide" Target="/ppt/slides/slide16.xml" Id="R3ed860d6f7804a96" /><Relationship Type="http://schemas.openxmlformats.org/officeDocument/2006/relationships/slide" Target="/ppt/slides/slide17.xml" Id="R3995bb4aa3fb4486" /><Relationship Type="http://schemas.openxmlformats.org/officeDocument/2006/relationships/slide" Target="/ppt/slides/slide18.xml" Id="Re05df4a43a014721" /><Relationship Type="http://schemas.openxmlformats.org/officeDocument/2006/relationships/slide" Target="/ppt/slides/slide19.xml" Id="R6effe05304b949c7" /><Relationship Type="http://schemas.openxmlformats.org/officeDocument/2006/relationships/slide" Target="/ppt/slides/slide20.xml" Id="R5ca9fea6d2bb4f53" /><Relationship Type="http://schemas.openxmlformats.org/officeDocument/2006/relationships/slide" Target="/ppt/slides/slide21.xml" Id="R8db9ae35253e4656" /><Relationship Type="http://schemas.openxmlformats.org/officeDocument/2006/relationships/slide" Target="/ppt/slides/slide22.xml" Id="Rfe576d7ce37547e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63addbe5ed4a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aa1086ccb04fe9" /><Relationship Type="http://schemas.openxmlformats.org/officeDocument/2006/relationships/notesMaster" Target="/ppt/notesMasters/notesMaster1.xml" Id="R478a0799085041f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169f550727343db" /><Relationship Type="http://schemas.openxmlformats.org/officeDocument/2006/relationships/notesMaster" Target="/ppt/notesMasters/notesMaster1.xml" Id="R3e3c6c1570044b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509e778f7bdc472e" /><Relationship Type="http://schemas.openxmlformats.org/officeDocument/2006/relationships/notesMaster" Target="/ppt/notesMasters/notesMaster1.xml" Id="R758f5d0853934265" /></Relationships>
</file>

<file path=ppt/notesSlides/_rels/notesSlide4.xml.rels>&#65279;<?xml version="1.0" encoding="utf-8"?><Relationships xmlns="http://schemas.openxmlformats.org/package/2006/relationships"><Relationship Type="http://schemas.openxmlformats.org/officeDocument/2006/relationships/slide" Target="/ppt/slides/slide4.xml" Id="Rc29026efb3894824" /><Relationship Type="http://schemas.openxmlformats.org/officeDocument/2006/relationships/notesMaster" Target="/ppt/notesMasters/notesMaster1.xml" Id="R7aeadd17b21f4c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d99fbe89b6ee4cab" /><Relationship Type="http://schemas.openxmlformats.org/officeDocument/2006/relationships/notesMaster" Target="/ppt/notesMasters/notesMaster1.xml" Id="R7c2cdea6e9484df7"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e00b6b3df649e5" /><Relationship Type="http://schemas.openxmlformats.org/officeDocument/2006/relationships/notesMaster" Target="/ppt/notesMasters/notesMaster1.xml" Id="Rd921600356ac43e6" /></Relationships>
</file>

<file path=ppt/notesSlides/_rels/notesSlide7.xml.rels>&#65279;<?xml version="1.0" encoding="utf-8"?><Relationships xmlns="http://schemas.openxmlformats.org/package/2006/relationships"><Relationship Type="http://schemas.openxmlformats.org/officeDocument/2006/relationships/slide" Target="/ppt/slides/slide7.xml" Id="Rac50f916e32640f1" /><Relationship Type="http://schemas.openxmlformats.org/officeDocument/2006/relationships/notesMaster" Target="/ppt/notesMasters/notesMaster1.xml" Id="R01691d2341b144cd" /></Relationships>
</file>

<file path=ppt/notesSlides/_rels/notesSlide8.xml.rels>&#65279;<?xml version="1.0" encoding="utf-8"?><Relationships xmlns="http://schemas.openxmlformats.org/package/2006/relationships"><Relationship Type="http://schemas.openxmlformats.org/officeDocument/2006/relationships/slide" Target="/ppt/slides/slide8.xml" Id="Rcb89688c5a384899" /><Relationship Type="http://schemas.openxmlformats.org/officeDocument/2006/relationships/notesMaster" Target="/ppt/notesMasters/notesMaster1.xml" Id="Rcb0b22c001394d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537a1a9ca54ac5" /><Relationship Type="http://schemas.openxmlformats.org/officeDocument/2006/relationships/notesMaster" Target="/ppt/notesMasters/notesMaster1.xml" Id="Rea4e9f053681465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73abbb76144d78" /><Relationship Type="http://schemas.openxmlformats.org/officeDocument/2006/relationships/notesMaster" Target="/ppt/notesMasters/notesMaster1.xml" Id="Rb2d77a73694846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683b980bcb745d1" /><Relationship Type="http://schemas.openxmlformats.org/officeDocument/2006/relationships/notesMaster" Target="/ppt/notesMasters/notesMaster1.xml" Id="Re0f02f0235bc4f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2621ac428914939" /><Relationship Type="http://schemas.openxmlformats.org/officeDocument/2006/relationships/notesMaster" Target="/ppt/notesMasters/notesMaster1.xml" Id="R4d9a90ae4a9b461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40b7cd1adc7429b" /><Relationship Type="http://schemas.openxmlformats.org/officeDocument/2006/relationships/notesMaster" Target="/ppt/notesMasters/notesMaster1.xml" Id="R69c346e84ec9402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4822280405c48fc" /><Relationship Type="http://schemas.openxmlformats.org/officeDocument/2006/relationships/notesMaster" Target="/ppt/notesMasters/notesMaster1.xml" Id="R030152cd34f041f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e34175ce934190" /><Relationship Type="http://schemas.openxmlformats.org/officeDocument/2006/relationships/notesMaster" Target="/ppt/notesMasters/notesMaster1.xml" Id="R7c864efaf7654e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c1fe536d5c42c0" /><Relationship Type="http://schemas.openxmlformats.org/officeDocument/2006/relationships/notesMaster" Target="/ppt/notesMasters/notesMaster1.xml" Id="Ra70fe64814b944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d497820f8214388" /><Relationship Type="http://schemas.openxmlformats.org/officeDocument/2006/relationships/notesMaster" Target="/ppt/notesMasters/notesMaster1.xml" Id="R70214ed2e5a748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7b01225f8b4441b" /><Relationship Type="http://schemas.openxmlformats.org/officeDocument/2006/relationships/notesMaster" Target="/ppt/notesMasters/notesMaster1.xml" Id="R3800f95f8f4d4e7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9f5d4ce68d14524" /><Relationship Type="http://schemas.openxmlformats.org/officeDocument/2006/relationships/notesMaster" Target="/ppt/notesMasters/notesMaster1.xml" Id="R279d61bf2a474a2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a5a78a400a140c0" /><Relationship Type="http://schemas.openxmlformats.org/officeDocument/2006/relationships/notesMaster" Target="/ppt/notesMasters/notesMaster1.xml" Id="Reb26feb8ab0a493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166cd9b51f04de9" /><Relationship Type="http://schemas.openxmlformats.org/officeDocument/2006/relationships/notesMaster" Target="/ppt/notesMasters/notesMaster1.xml" Id="R9bde34ea037041b6"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13e87dc46574e05" /><Relationship Type="http://schemas.openxmlformats.org/officeDocument/2006/relationships/notesMaster" Target="/ppt/notesMasters/notesMaster1.xml" Id="R54151ea2093f45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Prompt를 작업 명세로 만들기</a:t>
            </a:r>
          </a:p>
          <a:p xmlns:a="http://schemas.openxmlformats.org/drawingml/2006/main">
            <a:r>
              <a:t/>
            </a:r>
          </a:p>
          <a:p xmlns:a="http://schemas.openxmlformats.org/drawingml/2006/main">
            <a:r>
              <a:t>**Slide ID:**</a:t>
            </a:r>
          </a:p>
          <a:p xmlns:a="http://schemas.openxmlformats.org/drawingml/2006/main">
            <a:r>
              <a:t>S15</a:t>
            </a:r>
          </a:p>
          <a:p xmlns:a="http://schemas.openxmlformats.org/drawingml/2006/main">
            <a:r>
              <a:t/>
            </a:r>
          </a:p>
          <a:p xmlns:a="http://schemas.openxmlformats.org/drawingml/2006/main">
            <a:r>
              <a:t>**Working Title:**</a:t>
            </a:r>
          </a:p>
          <a:p xmlns:a="http://schemas.openxmlformats.org/drawingml/2006/main">
            <a:r>
              <a:t>Prompt를 작업 명세로 만들기</a:t>
            </a:r>
          </a:p>
          <a:p xmlns:a="http://schemas.openxmlformats.org/drawingml/2006/main">
            <a:r>
              <a:t/>
            </a:r>
          </a:p>
          <a:p xmlns:a="http://schemas.openxmlformats.org/drawingml/2006/main">
            <a:r>
              <a:t>**ACT / Section:**</a:t>
            </a:r>
          </a:p>
          <a:p xmlns:a="http://schemas.openxmlformats.org/drawingml/2006/main">
            <a:r>
              <a:t>ACT 1 / 1A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Prompt를 작업 명세로 만들기 — Prompt Engineering · 요청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1의 제목 “Prompt를 작업 명세로 만들기”을 가리키며 구간을 연다.</a:t>
            </a:r>
          </a:p>
          <a:p xmlns:a="http://schemas.openxmlformats.org/drawingml/2006/main">
            <a:r>
              <a:t>2. (0:20–0:40 / Transition) 부제 “Prompt Engineering · 요청 설계”는 이번 구간의 관점만 안내한다. 구체적 기능·해결 방법·결과는 앞서 설명하지 않는다.</a:t>
            </a:r>
          </a:p>
          <a:p xmlns:a="http://schemas.openxmlformats.org/drawingml/2006/main">
            <a:r>
              <a:t>3. (0:40–1:00 / Transition) S16의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S16 — Task에는 무엇이 아직 정해지지 않았을까?로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1 총64분, 전체396분이다. 제목·부제만 안내하고1분에 S16로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production/preview/full/S15.png 또는 production/ACT_1.pptx의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Task에는 무엇이 아직 정해지지 않았을까?</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S14의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S17로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요청만으로는 의도가 보이지 않는다</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S18의 교육용 구체화 예시로 이동한다.</a:t>
            </a:r>
          </a:p>
          <a:p xmlns:a="http://schemas.openxmlformats.org/drawingml/2006/main">
            <a:r>
              <a:t/>
            </a:r>
          </a:p>
          <a:p xmlns:a="http://schemas.openxmlformats.org/drawingml/2006/main">
            <a:r>
              <a:t>Time Management: 원래 Case 4분을 S17 Case 2분 + 새 S18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원하는 작업 경로를 Prompt에 담는다</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S19로 연결한다.</a:t>
            </a:r>
          </a:p>
          <a:p xmlns:a="http://schemas.openxmlformats.org/drawingml/2006/main">
            <a:r>
              <a:t/>
            </a:r>
          </a:p>
          <a:p xmlns:a="http://schemas.openxmlformats.org/drawingml/2006/main">
            <a:r>
              <a:t>Time Management: Case 2분. 다섯 줄 요청 45초, 목표 경로와 검증 경계 45초, 다음 질문 연결 30초. S17와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개발자가 정해야 하는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S20로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Task Specification의 다섯 책임</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S19의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S21의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더 긴 Prompt보다 분명한 경계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S22의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요청한 과정은 기록에도 남았을까?</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S23로 이동한다. 05 확인·보고 결과는 S24에서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xmlns:a="http://schemas.openxmlformats.org/drawingml/2006/main">
            <a:r>
              <a:t/>
            </a:r>
          </a:p>
          <a:p xmlns:a="http://schemas.openxmlformats.org/drawingml/2006/main">
            <a:r>
              <a:t>Fallback: 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조사에서 한 줄 변경까지</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S06–S07의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S22의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S22의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S24로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변경 결과와 확인 증거</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S21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S25으로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S25으로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Generated ≠ Done</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S26의 승인된 ON-SCREEN SUPPORTING vector·GoogleTest 도식으로 완료 조건과 검사 범위를 연결한다. 주요 C++ 패턴 전이는 S70에서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S26의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Check마다 확인하는 범위</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S70에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S27로 이동한다. 기존 반복 Context 질문은 새8장 뒤의 S35–S36에서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지시와 참고 자료의 구분</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입력과 기대 결과의 작은 예시</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바로 검토할 수 있는 결과 형식</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근거가 있는 설명과 미확인의 구분</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결과를 바꾸는 결정에서 확인 질문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큰 작업을 검토할 결과물로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기준을 지정한 코드 리뷰 요청</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S33 또는 production/preview/act1/S33.png.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구체적인 근거로 수정 방향 피드백</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S27–S28의 반복 Context 질문으로 연결한다. 현재 기존 두 장은 S35–S36이다.</a:t>
            </a:r>
          </a:p>
          <a:p xmlns:a="http://schemas.openxmlformats.org/drawingml/2006/main">
            <a:r>
              <a:t>운영 표시: “실무 적용 팁 · 요청 작성”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a:t>
            </a:r>
          </a:p>
          <a:p xmlns:a="http://schemas.openxmlformats.org/drawingml/2006/main">
            <a:r>
              <a:t>“이 조건 중 다음 작업에도 다시 적게 될 것은 무엇일까요?”라고 기존 S27–S28의 반복 Context 질문으로 연결한다. 현재 기존 두 장은 S35–S36이다.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S34 또는 production/preview/act1/S34.png.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이번 Task인가, 계속 유지할 Project 정보인가?</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S36에서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S36으로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반복하는 설명을 두 범주로 나누기</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a:t>
            </a:r>
          </a:p>
          <a:p xmlns:a="http://schemas.openxmlformats.org/drawingml/2006/main">
            <a:r>
              <a:t>“요청은 구체화했지만, 같은 테스트 명령과 보존 조건은 다음 작업에도 다시 적게 됩니다. Project 설명을 왜 매번 Prompt에 다시 쓰고 있을까요?”라고 S38의 반복 Project Context 문제로 연결한다.</a:t>
            </a:r>
          </a:p>
          <a:p xmlns:a="http://schemas.openxmlformats.org/drawingml/2006/main">
            <a:r>
              <a:t>기존 연결 질문을 유지한 채 ACT 2 제목 S37를 거쳐 S38의 첫 문제로 이어간다. 제목의 Transition1분은 다음 ACT에 별도로 배정한다.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d9b36b008e4443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701769d7d840e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2f182aef25f4a8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bcb2d2df940429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969e4083fea4ef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0cb7760f4bd42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2BF954-7B72-4835-84A9-100132D9A74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48BFF41-50BB-4315-B0AD-DA6AE7DAB8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B7C5C8-FC01-4FA4-8038-25C524EB5FD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79AA7E9-12E3-4F34-95B8-C3AA62F7A28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C160B8-AFB4-4DC2-9CF4-143020B5D4A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2774DF8-5DEB-49CA-B974-B041EB3D8EE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CBC7FB7-575F-4547-8CE8-1DB91CA92F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0345B4E-DEBB-4F60-9512-F552670633C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BE120D-425D-48A3-A5EA-92D1EBE5181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E2374A1-A12E-4603-A77F-EFC8B268C5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00fdf3007047bc" /><Relationship Type="http://schemas.openxmlformats.org/officeDocument/2006/relationships/slideLayout" Target="/ppt/slideLayouts/slideLayout1.xml" Id="R2987f2c1ab1e41a9" /><Relationship Type="http://schemas.openxmlformats.org/officeDocument/2006/relationships/slideLayout" Target="/ppt/slideLayouts/slideLayout2.xml" Id="R17a4a2d2805e40ec" /><Relationship Type="http://schemas.openxmlformats.org/officeDocument/2006/relationships/slideLayout" Target="/ppt/slideLayouts/slideLayout3.xml" Id="Ra11b50749aa84adc" /><Relationship Type="http://schemas.openxmlformats.org/officeDocument/2006/relationships/slideLayout" Target="/ppt/slideLayouts/slideLayout4.xml" Id="Re210baceac014fef" /><Relationship Type="http://schemas.openxmlformats.org/officeDocument/2006/relationships/slideLayout" Target="/ppt/slideLayouts/slideLayout5.xml" Id="R73cb0748d66d4a92" /><Relationship Type="http://schemas.openxmlformats.org/officeDocument/2006/relationships/slideLayout" Target="/ppt/slideLayouts/slideLayout6.xml" Id="Rad62a002fd054ba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87f2c1ab1e41a9"/>
    <p:sldLayoutId xmlns:r="http://schemas.openxmlformats.org/officeDocument/2006/relationships" id="2147483650" r:id="R17a4a2d2805e40ec"/>
    <p:sldLayoutId xmlns:r="http://schemas.openxmlformats.org/officeDocument/2006/relationships" id="2147483651" r:id="Ra11b50749aa84adc"/>
    <p:sldLayoutId xmlns:r="http://schemas.openxmlformats.org/officeDocument/2006/relationships" id="2147483652" r:id="Re210baceac014fef"/>
    <p:sldLayoutId xmlns:r="http://schemas.openxmlformats.org/officeDocument/2006/relationships" id="2147483653" r:id="R73cb0748d66d4a92"/>
    <p:sldLayoutId xmlns:r="http://schemas.openxmlformats.org/officeDocument/2006/relationships" id="2147483654" r:id="Rad62a002fd054ba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24777ca7be469e" /><Relationship Type="http://schemas.openxmlformats.org/officeDocument/2006/relationships/notesSlide" Target="/ppt/notesSlides/notesSlide1.xml" Id="Rfb979aca16f24c7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6669254a78d49dd" /><Relationship Type="http://schemas.openxmlformats.org/officeDocument/2006/relationships/image" Target="/ppt/media/image.png" Id="R28fc4178d4e5406e" /><Relationship Type="http://schemas.openxmlformats.org/officeDocument/2006/relationships/image" Target="/ppt/media/image2.png" Id="R38bbd387d5644a1c" /><Relationship Type="http://schemas.openxmlformats.org/officeDocument/2006/relationships/image" Target="/ppt/media/image3.png" Id="R001fd88bf57049de" /><Relationship Type="http://schemas.openxmlformats.org/officeDocument/2006/relationships/notesSlide" Target="/ppt/notesSlides/notesSlide2.xml" Id="R2472eb2b6ec040f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6568826157c4a61" /><Relationship Type="http://schemas.openxmlformats.org/officeDocument/2006/relationships/image" Target="/ppt/media/image4.png" Id="Rba225477f2ff49c0" /><Relationship Type="http://schemas.openxmlformats.org/officeDocument/2006/relationships/notesSlide" Target="/ppt/notesSlides/notesSlide3.xml" Id="Rb907cecf9f6d4c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b018b5d865b4a36" /><Relationship Type="http://schemas.openxmlformats.org/officeDocument/2006/relationships/image" Target="/ppt/media/image5.png" Id="R8b7df86f874d4f39" /><Relationship Type="http://schemas.openxmlformats.org/officeDocument/2006/relationships/notesSlide" Target="/ppt/notesSlides/notesSlide4.xml" Id="R099414e3036743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4448b608c354451" /><Relationship Type="http://schemas.openxmlformats.org/officeDocument/2006/relationships/notesSlide" Target="/ppt/notesSlides/notesSlide5.xml" Id="R08681637028b44b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3e039fa1b8d4c86" /><Relationship Type="http://schemas.openxmlformats.org/officeDocument/2006/relationships/notesSlide" Target="/ppt/notesSlides/notesSlide6.xml" Id="Rcc50b4b832674c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9cc94edc4834ff6" /><Relationship Type="http://schemas.openxmlformats.org/officeDocument/2006/relationships/notesSlide" Target="/ppt/notesSlides/notesSlide7.xml" Id="Ra6045cdad17c469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834f2657a2341e9" /><Relationship Type="http://schemas.openxmlformats.org/officeDocument/2006/relationships/notesSlide" Target="/ppt/notesSlides/notesSlide8.xml" Id="Rfe770d35466b4c5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9a67f7a1c4d43cc" /><Relationship Type="http://schemas.openxmlformats.org/officeDocument/2006/relationships/notesSlide" Target="/ppt/notesSlides/notesSlide9.xml" Id="Rc63d3866d00247a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48ff4877384e27" /><Relationship Type="http://schemas.openxmlformats.org/officeDocument/2006/relationships/notesSlide" Target="/ppt/notesSlides/notesSlide10.xml" Id="Rf28d5e84a803463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0d7dbe06c7f4e7b" /><Relationship Type="http://schemas.openxmlformats.org/officeDocument/2006/relationships/notesSlide" Target="/ppt/notesSlides/notesSlide11.xml" Id="R8ef0e3ac9a0248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a4024a7fce844dd" /><Relationship Type="http://schemas.openxmlformats.org/officeDocument/2006/relationships/notesSlide" Target="/ppt/notesSlides/notesSlide12.xml" Id="R9fe108b4f97649b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627e1e032ed4b0d" /><Relationship Type="http://schemas.openxmlformats.org/officeDocument/2006/relationships/notesSlide" Target="/ppt/notesSlides/notesSlide13.xml" Id="R97965e2dfc5642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cac0d9574584f37" /><Relationship Type="http://schemas.openxmlformats.org/officeDocument/2006/relationships/notesSlide" Target="/ppt/notesSlides/notesSlide14.xml" Id="R20c739431c484d5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6e41ff2252c4c7f" /><Relationship Type="http://schemas.openxmlformats.org/officeDocument/2006/relationships/notesSlide" Target="/ppt/notesSlides/notesSlide15.xml" Id="Rc42f30ddd7c64f2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01dd31e7b8c4544" /><Relationship Type="http://schemas.openxmlformats.org/officeDocument/2006/relationships/notesSlide" Target="/ppt/notesSlides/notesSlide16.xml" Id="R10325256d0524d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a39f5981ec94244" /><Relationship Type="http://schemas.openxmlformats.org/officeDocument/2006/relationships/notesSlide" Target="/ppt/notesSlides/notesSlide17.xml" Id="R10992c8d933f4b2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f3aba3d610347db" /><Relationship Type="http://schemas.openxmlformats.org/officeDocument/2006/relationships/notesSlide" Target="/ppt/notesSlides/notesSlide18.xml" Id="Rf198757bd5354dd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e664d100a674f39" /><Relationship Type="http://schemas.openxmlformats.org/officeDocument/2006/relationships/notesSlide" Target="/ppt/notesSlides/notesSlide19.xml" Id="Rfb08ecb45ffb492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4869558f4334dbd" /><Relationship Type="http://schemas.openxmlformats.org/officeDocument/2006/relationships/notesSlide" Target="/ppt/notesSlides/notesSlide20.xml" Id="R476b1078fec8462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a468f4993ff4795" /><Relationship Type="http://schemas.openxmlformats.org/officeDocument/2006/relationships/notesSlide" Target="/ppt/notesSlides/notesSlide21.xml" Id="R4c8eff3226864a2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2d98a2aff8e4ce4" /><Relationship Type="http://schemas.openxmlformats.org/officeDocument/2006/relationships/notesSlide" Target="/ppt/notesSlides/notesSlide22.xml" Id="R701eb3267104450f"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0EF0FDD4-BD73-4478-96E1-9419EFBEA1C4}"/>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3C83B84E-11F7-4464-B2AF-38B5B9A871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36CDD3ED-D518-4188-AA2A-7ED708FF2BB5}"/>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26078700-809D-428A-8C28-94C954E95500}"/>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9ACB87BB-A132-4716-B97B-42D9F834E836}"/>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D9B800A5-1EF7-48BE-A7A4-BA3637630E5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110DA8C-06A4-49B3-B84D-6DBF0BFE46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813393977"/>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C03F3FF6-7832-45B2-89E1-30304BF560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6CDD8282-9D6D-43DB-A988-9CC3B46409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Task에는 무엇이 아직 정해지지 않았을까?">
            <a:extLst xmlns:a="http://schemas.openxmlformats.org/drawingml/2006/main">
              <a:ext uri="{FF2B5EF4-FFF2-40B4-BE49-F238E27FC236}">
                <a16:creationId xmlns:a16="http://schemas.microsoft.com/office/drawing/2014/main" id="{EAACB3EC-DCB9-47C1-9E34-4412287E68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B93BF33-F3BA-4CF9-83EB-9AB822835B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29287175-D87E-40E4-971E-3D825FD52E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943CF039-AF2E-419D-87D2-8D3B712622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B2299E39-78DE-4C14-93C3-25CE369F2781}"/>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5DB143EF-261E-4BE8-BA0A-FCCC137B668D}"/>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EE886C0-D494-4AD8-90C8-2A150773DF46}"/>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CBC94F67-5EE9-4624-9095-27A6D7AABCD0}"/>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E12C3A4-9D1C-43AA-B01D-90E48F815F1D}"/>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908FB60-F8FF-49C4-9902-609AB3974EEA}"/>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3CA0404-19B1-49FE-A3BC-5FF079F13A0D}"/>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90DB66F-826A-42CB-9961-D76FEBC7F54C}"/>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E4772D7E-D3C5-4A10-ADA5-4412B2885060}"/>
              </a:ext>
            </a:extLst>
          </p:cNvPr>
          <p:cNvPicPr>
            <a:picLocks xmlns:a="http://schemas.openxmlformats.org/drawingml/2006/main" noChangeAspect="1"/>
          </p:cNvPicPr>
          <p:nvPr/>
        </p:nvPicPr>
        <p:blipFill>
          <a:blip xmlns:r="http://schemas.openxmlformats.org/officeDocument/2006/relationships" xmlns:a="http://schemas.openxmlformats.org/drawingml/2006/main" r:embed="R28fc4178d4e5406e"/>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D96A224D-FC63-40AA-BD2C-4F8035C6F813}"/>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085C65A0-A7A2-48D9-98C4-4D59F450DC39}"/>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DFB7F24-DE5E-47ED-A8F5-1AB546BFC05D}"/>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95981BA2-F86A-4E59-8AAA-B228AAC58304}"/>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F63EC38F-DFB2-4B67-B88F-51647902388A}"/>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B4F4B9D1-FB12-41F6-B492-11D9E57CA471}"/>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EB80508F-700D-49BB-ACD2-456B89DD3657}"/>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048EE66-AA36-4B69-801F-68BC07BE0586}"/>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29036AF-B462-4A1E-859E-C603C4B92FD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5B356092-4FF4-487E-9EB4-8B4AF79EA8FC}"/>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9BE20727-4C3C-44FA-9A17-DA144216F0BF}"/>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E5ACA4A1-BC0F-4442-BE50-2379C4EED9E7}"/>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B9FA1419-5FD4-4F28-A4D3-110066D26096}"/>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4A51CE9C-7E63-431B-B81F-9ADF3859F0A9}"/>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57F30C1F-5F1A-4099-B361-CDF2A3B89053}"/>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D9BC4AE4-961C-4FD3-BC44-C68087F0F19F}"/>
              </a:ext>
            </a:extLst>
          </p:cNvPr>
          <p:cNvPicPr>
            <a:picLocks xmlns:a="http://schemas.openxmlformats.org/drawingml/2006/main" noChangeAspect="1"/>
          </p:cNvPicPr>
          <p:nvPr/>
        </p:nvPicPr>
        <p:blipFill>
          <a:blip xmlns:r="http://schemas.openxmlformats.org/officeDocument/2006/relationships" xmlns:a="http://schemas.openxmlformats.org/drawingml/2006/main" r:embed="R38bbd387d5644a1c"/>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13D5C973-F858-4D10-9169-65E63217F3FA}"/>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140D5AE4-93AF-463D-8D13-827979AD8114}"/>
              </a:ext>
            </a:extLst>
          </p:cNvPr>
          <p:cNvPicPr>
            <a:picLocks xmlns:a="http://schemas.openxmlformats.org/drawingml/2006/main" noChangeAspect="1"/>
          </p:cNvPicPr>
          <p:nvPr/>
        </p:nvPicPr>
        <p:blipFill>
          <a:blip xmlns:r="http://schemas.openxmlformats.org/officeDocument/2006/relationships" xmlns:a="http://schemas.openxmlformats.org/drawingml/2006/main" r:embed="R001fd88bf57049de"/>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C53686A2-693E-46DE-AA2E-3049A40DB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378090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C7C0D24F-B9F3-41FB-A60E-1E04258DF3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7">
            <a:extLst xmlns:a="http://schemas.openxmlformats.org/drawingml/2006/main">
              <a:ext uri="{FF2B5EF4-FFF2-40B4-BE49-F238E27FC236}">
                <a16:creationId xmlns:a16="http://schemas.microsoft.com/office/drawing/2014/main" id="{960A774C-A044-4F0B-89C8-ADB8A68AF0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만으로는 의도가 보이지 않는다">
            <a:extLst xmlns:a="http://schemas.openxmlformats.org/drawingml/2006/main">
              <a:ext uri="{FF2B5EF4-FFF2-40B4-BE49-F238E27FC236}">
                <a16:creationId xmlns:a16="http://schemas.microsoft.com/office/drawing/2014/main" id="{CAD5C63B-AE9D-4847-8494-7F196A101A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E0F6F5D3-B260-48FB-B617-C242853089D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0A6A5662-180E-4A8A-9678-EA612E08EC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6CC4128A-BB59-4EAF-AA3E-15482F4C5D5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AC68752D-95E3-4B88-ACC8-1E2643565CF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5FE91B50-99EF-4E08-AB86-C45740E27A8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0E69393C-4314-4473-BC67-16070F3916B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3A19B849-BBD1-4A49-A94D-BC52F9A8C8E2}"/>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D8F83C39-9DD9-4850-8FD0-476122DBD73F}"/>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65F93603-40D4-41D6-B9E9-62D5AE94118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BE92B273-5985-49D5-96A9-0B44E85982ED}"/>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8C3ED38D-B27C-4152-8AE9-C4262D273C72}"/>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C4636CE5-EB70-4F11-8BF5-303F139DF8CF}"/>
              </a:ext>
            </a:extLst>
          </p:cNvPr>
          <p:cNvPicPr>
            <a:picLocks xmlns:a="http://schemas.openxmlformats.org/drawingml/2006/main" noChangeAspect="1"/>
          </p:cNvPicPr>
          <p:nvPr/>
        </p:nvPicPr>
        <p:blipFill>
          <a:blip xmlns:r="http://schemas.openxmlformats.org/officeDocument/2006/relationships" xmlns:a="http://schemas.openxmlformats.org/drawingml/2006/main" r:embed="Rba225477f2ff49c0"/>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CE86404B-61DE-4C5C-8F07-4C69D284FE7D}"/>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BB19CA3-7C47-483F-9EA9-7D5A116D7DBF}"/>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E40A6FCE-9252-46B7-8355-678B932D0E5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1FEA9039-3BDA-42DB-BE94-66DF2E60BB1E}"/>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37F95AF0-77E7-4667-A925-7291715F147C}"/>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E658FE0-74AF-4848-85AF-2924E48DEE5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DF898000-D5D9-469D-B503-0D41DE4E35E7}"/>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3A00924A-EA5F-471A-BEFF-983C4A7F995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C15102D5-9B90-4C8D-A22E-CAD6FA5D7FB5}"/>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35E1BEA6-D47F-44F0-8AE7-D29647E8B2D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1D22852D-9AA9-44A6-8529-BE053111D25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5B8A88BD-378B-4BB3-9BCD-B4264B678252}"/>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8C9ED439-0235-4ADD-9C56-980332F7C6A1}"/>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4470C27D-E8AD-434B-8381-210ABBCBD3D2}"/>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A8E09106-1CD0-4D1D-AF21-55885AF612D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AEDED2F6-A489-47C7-BEC1-7C6DABA2914B}"/>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F47A471E-18C5-45B6-983B-D607F8A467B1}"/>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D9F17C06-89F9-4BB5-AD34-1E46A0891E70}"/>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A691FE61-B75D-4A13-A2DD-0EC4EBC19629}"/>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4EAAC0C7-A76B-4AA9-8E93-076943543EBA}"/>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C2486861-77F6-4234-B051-811AE0BD86D0}"/>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6AD93971-2BD6-4D8D-91E2-F02B3D513D82}"/>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A699437C-08BC-46AA-855B-A1D7750D344D}"/>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FFA13470-E5A6-4FB4-9D57-E35436FD50B3}"/>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8A3173DD-6B3B-4CB0-A7B3-9B9A7D77DF98}"/>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9BFB167C-0683-43B4-802F-3FAB2B27E7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815545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46B5BEE4-10D5-4C7B-B6C2-247F93214F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8">
            <a:extLst xmlns:a="http://schemas.openxmlformats.org/drawingml/2006/main">
              <a:ext uri="{FF2B5EF4-FFF2-40B4-BE49-F238E27FC236}">
                <a16:creationId xmlns:a16="http://schemas.microsoft.com/office/drawing/2014/main" id="{7E6CB46E-7D1E-4BCB-8A2C-F9C524CE13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작업 경로를 Prompt에 담는다">
            <a:extLst xmlns:a="http://schemas.openxmlformats.org/drawingml/2006/main">
              <a:ext uri="{FF2B5EF4-FFF2-40B4-BE49-F238E27FC236}">
                <a16:creationId xmlns:a16="http://schemas.microsoft.com/office/drawing/2014/main" id="{633ECDC9-A3DB-4357-805A-76951A33F4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8B5F295-050D-4394-96D3-8B001D7AD0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CBEE3495-E58F-4B75-8BE4-7948BCEE87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972E9ED0-EF96-41BA-ACC5-A153972E43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48BEC09F-C0B6-46B1-B62A-A3476D1D2F86}"/>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5A881E60-59BF-489D-9B82-29E404AA9652}"/>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2860642A-5FC6-4843-AC92-AD785C8F3D66}"/>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8EDD812E-8CF5-4ED1-8482-3E4319BF61B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0716D25-3ECF-4A83-8728-963B3BDF03A3}"/>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4E28DD69-A1FF-4F06-94D4-5EEC50C33796}"/>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20BC8EF4-6FF4-4520-9C7E-1A5849C4E147}"/>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D2FBAE33-8AA0-476E-96C3-B5BA648515A2}"/>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2AE685C5-BD71-4D1F-B8FE-BD7C83E89AAF}"/>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98C9E940-5454-4D8A-8BCE-572B47B2D37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84837212-7CDF-489B-98E8-CAF4DBA3DABC}"/>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FE70C7EF-9F49-41BF-B24A-256B320328EA}"/>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C9EEC79F-CA1D-473F-90A9-76E93728FFCC}"/>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C895ECAB-BDE1-4438-A941-7593546D0A5E}"/>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4A6DC01-E9CF-48D4-8D15-52702C1059FC}"/>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CBCBAB23-B487-40A0-B830-0B9D2791FD4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7216BFEF-336E-46A9-ACA4-12A05C247967}"/>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B0F10FA8-AB43-48C1-A787-35C036847CC4}"/>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0035F6C9-768F-447E-A777-1A1700042565}"/>
              </a:ext>
            </a:extLst>
          </p:cNvPr>
          <p:cNvPicPr>
            <a:picLocks xmlns:a="http://schemas.openxmlformats.org/drawingml/2006/main" noChangeAspect="1"/>
          </p:cNvPicPr>
          <p:nvPr/>
        </p:nvPicPr>
        <p:blipFill>
          <a:blip xmlns:r="http://schemas.openxmlformats.org/officeDocument/2006/relationships" xmlns:a="http://schemas.openxmlformats.org/drawingml/2006/main" r:embed="R8b7df86f874d4f39"/>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5294B8A7-87E9-43BD-977F-1C87581074F5}"/>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7D3F7142-7BB9-4845-869C-B41C48FFAD21}"/>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BB166FF1-8FD1-45A5-956C-8E282E80EB27}"/>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16703D4-EEAF-42BF-88DF-5C972BA01001}"/>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3384DB5C-138A-46A8-AFF0-4C8E17C53C8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9EC06521-E52D-4851-9662-D7C669E5ECC3}"/>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87EF7CC8-8998-46A5-9619-E4300C9B30FE}"/>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C3CB014A-1D32-4681-A20F-C082953EDD5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2FA3F167-8931-476C-88CA-57AF7A2E6710}"/>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F6808495-99A7-40DB-B3B7-6F0FD84DBED2}"/>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4C89702D-6F05-4737-83E4-336FAD75276D}"/>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2F8AEF89-5921-4B40-BBB5-360FD21C2C9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EF81A91C-39F8-492E-BAB9-618F904189B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6768D96C-F089-4FBE-B4FA-9003421D6511}"/>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42FF3173-0DC9-46B2-AF47-047F2E813A3E}"/>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45C3CE61-8043-4C51-9FC9-2521C4FABDCD}"/>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DBE90688-0686-4DA9-9977-43A3184C8611}"/>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DD4BB500-4063-41D1-AE28-3DF5F7BD276C}"/>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3AC3B105-E5CE-411B-8CC4-4B2FA44FED49}"/>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486FAEBC-A5D6-42CB-84B6-437A5B6B2F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3382220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7ADDF9DF-2F10-45E7-9FC6-B10DF07FB4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A8C83679-50B5-43A1-B608-1E6F4813F7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DABB8FC8-759B-4A12-86EF-71AA0B2DFE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F7E05264-3FCA-495C-910D-69FB03697A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3AA6D7E7-333C-496E-8195-715E6D068D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C6CD841D-EA35-4B38-BEA1-0461155B05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E98B1699-6169-4BE5-B8F4-4EA70D3DBF37}"/>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30540C50-0870-46F8-BF22-C2DC531BAF40}"/>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1163C52-B152-4683-BA35-C92B3253E00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73DF5F5-5876-4BBE-8073-B1FD46F323EB}"/>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047E1C92-7522-4880-AA65-842C7AE8A7D8}"/>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CB60C3C6-6D7B-416F-A8F7-762C7EEED98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3F432DC7-5A20-4044-AA7F-4A0FA96B1AF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381B6043-7246-4327-8E31-95107B8728B1}"/>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60EDA0D0-D921-445D-BFD9-3818525AF36D}"/>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BDA22AE-6BCF-43A6-9672-6F40AA00A3E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F5F182D6-5C56-465E-BB34-461CC5212BC6}"/>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AA384969-D7F6-4A1C-B808-8904BE6B0FAD}"/>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941212C1-CE6A-4D43-8E33-4AE4C100B25A}"/>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79DB3408-6FA7-4BCF-BD1C-1F7825F25EA1}"/>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6B18657A-A569-4078-89EC-2A74624732B0}"/>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AD66E42-EBDA-468E-BE19-9728EFC1DAF8}"/>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CCC07E8B-C5B5-4967-804F-24A1BD98ED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32515846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D9B373F7-A54A-45E7-8963-2E32EF8425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CF433B14-4D6F-4CFC-9E96-61294890AD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1E8E2CAA-3B6C-486B-9FD7-719B73508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67EE76AF-F8D9-4E05-ADD9-1A1C072A1C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4A31100A-3587-4342-B488-254107703C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2E3AE766-F253-439E-AFD7-2EA055834B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76C0BAF8-7EA2-45E1-B289-5E7EE9CA63E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D030D5ED-8AE0-4A83-B91B-838D21983DD0}"/>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6B599DE9-708D-410E-8656-F1B52481E88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8F644028-4C48-47D6-AAA3-8A7D1ED8B076}"/>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87063C4E-C4AE-4638-8439-6A8B0E4549B1}"/>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FEDC29F2-0C4D-489C-BF9B-F5D6FA2CC03F}"/>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A4400952-4A79-4D37-AE83-26248C8D4D8B}"/>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937BA07B-81FA-497C-9852-38005793751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D0A5DA35-AB5E-497F-BE6A-D4E5B59E5CAD}"/>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4420C7D8-ED97-42E4-98EA-3BF0731C757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CC760AF-D026-41C3-9FDE-879117A288E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8A8CE475-9711-4C6D-ADAE-00A4982F8F86}"/>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745486E3-F841-434D-B837-8EFB770443F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D487356D-5FE6-43C6-8C85-A233241DD1E7}"/>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45674C41-2C56-4078-B97F-9079F328F9C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DEAEAC0E-0A4A-44A5-9393-5C0D7A4ECDF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F67D5E5-3B2E-4AC6-87B5-34DE2D58453D}"/>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35CF45DA-C3B2-4B18-83A8-73B5088A1B9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2D2C8FA6-6737-4D5A-BA78-B0320219AE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2469056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30BFE787-4468-4160-A63A-E9DDAFBBE8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421B54FE-FFA6-4E6B-A9F4-986CCCDF6E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1BBFCB0E-F851-4D06-A9A3-D101FE2605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C1D8845E-756C-44EA-8CBE-1E7E00B53E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B7C5ED9E-E533-4092-8FF4-66CA5D3BF34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D528A03A-3E0C-4639-857B-C1ECE41F9AA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EFDF88A-5DC2-4AAC-9923-D426FC70558E}"/>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93D45126-BC40-45D9-A23F-3C87BA24DF7B}"/>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8A2DBC93-A2BD-4C16-9EAE-B407335B0CC1}"/>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FE371D90-B8FC-4292-8EDF-3701CFF98D10}"/>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4DE974A3-A811-4287-9F89-1DBA9A4217EB}"/>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FBFF321F-4597-47AD-86D8-1B6D698A4145}"/>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2CE48500-3041-4818-B6A3-D5B52D5C53E9}"/>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2C22FC1-9D45-4A4B-9AED-2269698C6C17}"/>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288B65F7-29F6-4ED1-9CD7-049E2C315485}"/>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A9565F24-26F4-42FA-919D-F0889B45A104}"/>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9850A28B-A16F-4064-8594-85E17E52668A}"/>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F0D74616-4952-48BA-9462-3A27FC1E1684}"/>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AA77AFB5-2EF8-44A3-8540-674C38512BB0}"/>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EA27BAFC-B4C2-4990-BA80-313C3B271DAA}"/>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7BAA06D7-64CF-46A8-997D-05E833AB57FE}"/>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B2B7D52A-E489-477C-B8DA-3DC3D9AE5C36}"/>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0ED0972C-371F-4F31-9697-9A7A16586E14}"/>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D6337D2F-98C4-4071-86C5-B137315F5CAA}"/>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CBF2A319-625A-45A2-A154-E85553A42A05}"/>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5894E041-CB94-4AFD-B207-3B079DB173A7}"/>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5839108A-1658-47EA-BE76-DF1EF59E963F}"/>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A33D6963-5F5B-4586-A7DB-C9B09299AAD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4656E5B-FC32-4DA2-AE48-7DFD9A03ED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3873221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08B76D43-AE76-49EB-A440-A2D285FFA4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0DD620-DA83-4A44-9DE7-D0BACF69FD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8EDE2D2D-5984-4125-80A4-F8BAA07D62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BA374C8B-22F7-44F3-8E31-3A9F5D8FCA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186A06AD-254A-4BA1-821A-A6D12A25E1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21 예시의 실행 결과 아님 · 단일 CLI 관찰이며 Prompt 단독 효과는 미">
            <a:extLst xmlns:a="http://schemas.openxmlformats.org/drawingml/2006/main">
              <a:ext uri="{FF2B5EF4-FFF2-40B4-BE49-F238E27FC236}">
                <a16:creationId xmlns:a16="http://schemas.microsoft.com/office/drawing/2014/main" id="{884EE686-034D-4BD4-A519-9AE9C469BBB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S21</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120D4BBB-100A-454F-AAC0-BC51872B613F}"/>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229E3DED-10D8-4B8E-8A51-8E593BA601F7}"/>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831BF4B8-A169-429E-8452-990D6A7D4D57}"/>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5C56964-77D3-4947-935A-F175F8C0A166}"/>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2AF2A324-5134-45FD-B7AB-D91DB8A1C4C0}"/>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95F534D8-1291-4C16-8D62-96E33884547E}"/>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3788F31C-5968-4C09-BD7D-B150A834956B}"/>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B6900E92-4F29-42D2-B670-FEAF9F7578B4}"/>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D2E83A16-1B6C-4A35-8FB3-6933323FD55E}"/>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0772B6E9-F21C-4BC6-8A5F-52A3DFA484B9}"/>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849B354-EE32-4CAF-A983-80E52613511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49E320F-7F68-434A-82F8-42597CDD0CB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EB4AE450-3A90-4962-96BB-82FA2CB0F9AB}"/>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B1DA28A-8DFA-4CBC-86C5-50D9865F1722}"/>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16F47006-39D3-42C9-9612-4E687F10D5D3}"/>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4B72102-86C7-461F-9C51-2D6CE99CF8A2}"/>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218AC42-8620-408A-B7F7-1316DE2F8090}"/>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842BDF4F-BFB6-44CF-8860-A7DFD7E9E3A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D6922A3C-E9AF-4D7E-BC49-EC3283CFCFB5}"/>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9BCE5918-B7D3-4855-9591-2139A4D1715D}"/>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3A22947D-FA3F-434A-83B2-C525AFEA02D9}"/>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966929F-FDB0-462B-9641-FDD433D8E338}"/>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C5E2566D-D136-4732-808E-1E8DC3221CB2}"/>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8FBAC775-ED37-4A83-A39E-8A8E9E6C26A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9094DFEB-C8A9-4A82-A656-F144E9556FE4}"/>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A6E8AC94-0786-46E4-A71D-044CF4B2DEC5}"/>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F39F90A0-3D4C-4667-8398-A260F1E28D42}"/>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15E179DC-B1F0-408C-846D-E278D2659E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1024788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3A9FDF29-231C-46C1-8143-97C68BDF7F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6EC5A9FB-07F4-4E30-ACCB-89EED79C33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CAB56673-2074-4426-BFD1-2B163A66BC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81CF6A6-CD3F-46B9-8F9E-6AB0C7E366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AF9E7876-44C3-4C2B-A152-0B571F7BEF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7D40C958-EEEF-4769-9EE0-08BABA3B57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C7330480-4692-4EBC-941C-3D5FFF5A5AC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B26D0F23-C943-4A6F-8AA1-64C6323CBD56}"/>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16AD8850-C00C-4AF5-A0AB-FF1D6A1A37B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4BD57B8-680F-46E8-86D3-5D0BB43138BB}"/>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32CE90F9-2DAA-4824-B15D-40550ABFF7AC}"/>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2FCDA7E7-D5F9-41D9-A665-5D5AFC4C0C8C}"/>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7908CB44-449F-45CC-A68B-4CDBD37386C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766F9BAC-315F-41C3-85B0-B66B20B6D918}"/>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ADC548AF-96F2-497F-9214-DBA5E7983546}"/>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60455104-5791-4368-8A1B-17004BB9D7B7}"/>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B7BCB127-33C3-49AA-9FBC-F04FC63DC48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3D087E1E-810F-4273-8551-873B6BB9143D}"/>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DA6E5978-94E9-48E6-9F40-4AE5D7AA6F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12650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DCD7C261-924F-4A3D-827F-4532D9F376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2063186-EC63-4069-B793-1981AF3B9ED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A73A0914-FD0A-4F73-9AD2-7938556A6F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581E25CC-19E1-4E6E-85CE-DF2ACD4F57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16A39847-9AFA-46DB-B0A8-C6057390A4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0096E91A-61DF-498A-B2B0-B467A1452B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410B3E89-1772-4351-8070-DDE74EF38309}"/>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9F16E35F-BF35-441B-8689-29B799B0F447}"/>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EF694B96-8B43-4391-99D9-BE22962050B5}"/>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976D91A5-7C28-42AF-B05C-1592994B9EC4}"/>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16028525-B866-409C-BC57-BD1D1D938486}"/>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67FE60-5578-4627-8D72-D64DA77EC489}"/>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4925A4F-23A6-4C5B-945A-70EA205E40DA}"/>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B79E56D2-F1B0-4240-901D-2AAA4EDBB68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ADCCBF6B-B228-42D1-923E-7655A5F60394}"/>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F3D679F9-5417-4B39-B835-E646D3E9EBF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926EEE7F-18B1-41EF-B634-C4744D3944B9}"/>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839CA973-D357-4579-AB48-EF5D5C3607A7}"/>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EB2D8AE0-5917-440C-BD63-7E337415504F}"/>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F95881AE-BD92-42BB-9462-BCFA7FC1BAD4}"/>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F8A5567B-AD86-4778-B169-1FB7AF27D9D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A3E9382-2C79-441E-A27F-D912FDBD42A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BCC7DE00-96A6-4198-9F6F-A0A45C13E1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92975185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7E8FDCDF-95EE-44EC-AFB5-8BAD74C2A5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8224F0AA-EC30-4888-B6F0-ED201D64FB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E9EC177-8C91-4614-8852-98C79B55FD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C40235EF-8538-4BDD-8DB6-DBC79072F2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CF0DF07E-87C8-4515-8E3E-3BE4C25584B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131B033B-AB43-4943-A6CC-7950787521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F9488476-BFBA-4BA1-A673-B0402EDF3809}"/>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8D39B17D-6951-473B-9B9A-EE206850B01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6C0144CD-493D-467F-B870-C699E3E81DA7}"/>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C1D85ADE-0180-4390-A130-E7AEC0C193AF}"/>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54E9F011-E4DB-4859-BE64-64266767EBBA}"/>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D8CB4FFD-473B-42DC-B1B0-AC6B2CD1ACDA}"/>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394FD141-0274-4F56-8F8F-6EDE056CAF5D}"/>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86416656-A708-4B95-BF84-486DA72B1251}"/>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4743A161-A059-486D-A3DA-AEB87EA28EC7}"/>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0E7F79F2-BA04-46FB-95F2-338FC09C29DF}"/>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1C7A931B-CE8A-4922-AF85-A6BB6968AD87}"/>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D6EBDCD-5522-44A7-A29E-4F307E115EC1}"/>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8E7CFB87-3897-4402-A329-F6A455CC51E2}"/>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CF035CE9-1E02-4B1E-B411-C65BA2933265}"/>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99CB0BAA-8AEF-42B2-A732-B9922E404604}"/>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A79E520-1158-4B12-80BC-67C87479BDFB}"/>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CD3E454-077F-4AC3-A623-050A9DDFE1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208871967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9CCE2454-99CD-4B34-BE19-A538CF734D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AB7DC9C-DD21-4F14-A40F-0AFC98431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A7539711-956D-4ECA-917A-4DB253C287E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4AA524D6-CF34-4179-A4D7-B455D6561B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B9F9B215-C716-4C58-92BE-DE6DC703970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529CD861-5779-497C-9F6C-87743852DE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94287C74-C78D-49D0-86F8-CD897AF044D1}"/>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D3B4F183-3D4D-4369-9A87-6C52B27EF549}"/>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39FE31B-A1A8-4588-9E07-71F82F667DB4}"/>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654AFA7E-A8AF-4AC5-AF28-97B0AA94C960}"/>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4E2A2371-1827-4DC6-902D-B562F6F3E127}"/>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EC17C2D2-B3FB-40D3-BC11-FE2E9B480ACD}"/>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D40648E5-5521-4CB2-82E4-C334A4BC0636}"/>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20FECEF6-7A50-4892-99F3-08EFDE53B04D}"/>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DF72636D-76ED-4AF3-AD6C-7DD5F37A5A83}"/>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BC807E8-464D-4CCD-A546-30FB10900352}"/>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584BF15-53D7-4979-B87D-53B1AB00EF91}"/>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43F094B5-3C76-4ABF-8913-5AED2575813C}"/>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398AEF80-096E-4F29-AF2E-714625BC8271}"/>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977681F2-FCF8-44E4-8F04-988C2D4AA9F2}"/>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CD371509-A6FC-489D-B508-2D839E4C9F72}"/>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12DF8EBD-7BBB-4E0A-A248-F31ED3DC1E39}"/>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0361B2DD-B59F-4E20-86AF-2205FC37597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734147F-6618-42EC-81E6-904E5F624D0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CBD47E9-8580-41F7-A26A-40A872AE9386}"/>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07E641C3-9294-4CD7-810A-7E38823D314C}"/>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87BC16F-06B3-437D-829C-EFA82AF2813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560103E8-62AA-48DC-B2DE-F6619CC1BEAF}"/>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F9C1C268-3DCF-44CF-8E3C-87E08361297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AC3DFEDA-3AD9-402A-91C9-575C0B73AAAB}"/>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424918AA-A4F6-441A-8ABC-1DE51ABA7343}"/>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20351CC4-F983-4A52-9EF3-3B85D4ADF655}"/>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A43B78E-3A24-4779-BECD-B7FCF2892120}"/>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AD41528-7A35-4B15-B649-34AF3D92A864}"/>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AF05207-29D2-47BC-812F-65BAE8D45460}"/>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1F55FF99-F0E1-40CD-B28A-A17851A645F3}"/>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B99898C3-5B67-49B2-843E-2CA801E0811F}"/>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A4663EFB-3535-410A-B523-B77F16E3DA6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738118F1-D175-4649-99A7-7DF33A6944B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6A6640CD-3C01-497B-BB62-2B7BB2F462B3}"/>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750ACB8F-5BE7-45F6-A8DF-30FBAB37C829}"/>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3BAB071A-E218-4542-8CCD-B79A68CF1F7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065875B0-87DF-4A2F-A9E4-5812101CF8A8}"/>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43C38B44-CAF3-4955-8555-E1B8D05361BA}"/>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3B79B474-9030-4AD7-BAC4-22990D0BA52B}"/>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BD2E9ECD-2A24-4A13-9901-00FF00C73E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4492028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38882DE5-F062-47B6-975C-D49CBF9764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3FD8EFC7-CCDF-4597-9CA6-A15D1D3288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43FA7CCB-B45B-4210-9C8A-F2B19AB9DA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8F7D25F5-9591-4DC3-A42F-B197288BEE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BB20D82-0264-4955-A90D-61BFDA73A3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6A44DB99-AAA6-4B24-BB8D-6A0286E4A6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AD85D9B3-AC81-435A-B2A2-B31527DE5F13}"/>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1AFACCB-7E13-4544-BC38-B350B8A5198A}"/>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7EA3B42-29D1-4B7F-B7D2-F7F112BBAE6E}"/>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49CF0692-24AE-4E5C-8853-90E85E27692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DC93A1A-3726-4AE8-8FD9-19313E44ADC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972DF55-850E-425B-B694-60AC787140A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9C686812-87B2-45A0-8ED6-6D9A9C4FE8B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14FE5279-9250-462C-8CA6-FA7F32FCB92E}"/>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BBA0C42B-D4E6-4000-AA39-5AC0757722D1}"/>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B6811B8F-2B63-4990-9287-DE9859D1608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43C0642C-2381-4C9E-B585-DCBF12A0426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54E92A91-FA9A-4E21-A22B-D18821981CB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8C4134C7-0FAB-4DF3-ADC7-D9DB0FECC8A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4E19A601-ADAD-4ECA-8098-763543158BF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33B8109D-DD1A-4142-8DFB-EEEDA2D8116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19AD8AA4-ED2A-486F-8D01-6DFDB1F7E4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E5B693E-6CFE-4651-87F7-842E5BF02F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359387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923957AE-3085-4F63-A184-D711F06D05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EB3AB77F-2022-4BC7-9B69-F7905B9295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86151B3E-7742-4382-81A4-416E46AE28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A8F22058-D4BA-4E14-9F2D-8642981F64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7558215E-C5C4-41E3-91B3-F2F321E93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0EB099AB-3E17-474E-A490-DC6DE97BFD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7D535FA5-62C0-4E24-8B38-9378AA4308F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A1F3532-202B-4F3A-8D49-3A4A7A80CC9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EB89BCA1-81EE-4802-B768-3B6E915C773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50935FB-225F-43B6-B6CC-C1E68C62F5D3}"/>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B7C92AC7-4BE6-4F36-BB6B-8CD4B728F76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0A54063D-3B2E-4B95-9031-6C6B8C3C69B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217A6F36-F51D-45CF-9F3A-4A2EDC69F34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1CDE12B4-5BD1-4EF0-A6A3-5D2918C7670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92819E1D-5F83-4C51-80C6-3525F204E07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64FB8AB8-F778-4686-B29E-21B6FEE0036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1BA3900C-020A-4A67-9428-A58E05DD1E3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7F8C9C81-6A63-4432-9A98-2BA83A9925B4}"/>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0CAEE9FF-B30B-4243-93A6-21BA9A2A4AB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48BADA3C-857E-49F2-9DB5-22D4A311B937}"/>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E49FF825-5364-4824-8B48-1CD27A28E1C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7127B605-91F8-4DFE-9F95-26866828ADA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C08C8942-034A-404E-A088-B5DF2C1A11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09650645"/>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868E5F6F-C2E5-4D80-B8CF-57A24BDA2C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09F32FD6-A3DE-409D-929A-077D8ED266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899C7090-5D9A-4256-9D12-171D772CB5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5A56E91C-2557-423A-BB22-158DAD622D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7BA02FB0-6D49-4D19-B566-AF49D6048C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6452ED35-9FF1-4D36-B7E2-54CF9811D2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E398DBA6-0D6D-43E7-AD93-EE7B419D0E2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98A6938-4F2A-43CD-AD24-7BA64BDB75B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6732D47C-63C9-4EF3-B75E-E2DBEB01F95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EFCDA384-F191-4D20-85F8-FF658D91CAE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355C00D-F3CA-4D47-8DFF-7638D2491214}"/>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514018A-B262-4A2D-B789-548FAF21AC6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0B626EB4-DAA9-49B2-8964-DBEE8572D44D}"/>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A9B1873E-596A-4A58-9A3D-DDA812C1B68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F6C41617-F6CC-4DD6-B171-AF2DDC16E66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062D702F-862F-48CE-8328-CD3F4E3C14B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C5DE49FB-462F-44E3-93AA-F14DD0FD345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D29D0075-D36A-4949-A40D-2B1E3F41D09D}"/>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474F326D-3B6B-415D-AAE3-1233D56AB67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78C1D08-F6C0-4986-9083-F345255ADF0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A7221F0C-0D19-47E4-9731-BFEAC1FDF27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0D17BCC-A684-48B3-BCD1-9AE297720E3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809ED08A-B8D6-46EC-AB40-497223C95D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28997539"/>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0ABD9A1B-C868-486E-BA1B-768C70D46E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A191AE87-7E4D-4A7B-878F-103A9EBC6C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46BCD890-6A38-498A-A28B-EFFF908526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E42D1C34-8F55-4C3E-9552-FC9E969EFF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5ACD88C8-CE19-426E-B00E-C2D1DB7CAC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9F84627B-7121-4D74-928C-59E5F15480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0411E0A0-1775-41FA-AE40-0B9177EA4F7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D7119F2-886F-4249-A1CC-3AD43239959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84289612-DA71-488A-83D6-3BA0384EF2C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137545A-6096-49AE-82B9-C408AB88E44D}"/>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A485557-DF31-44A7-AF8F-5951400A4AB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6A33849-47D7-4EDD-90EE-AA2B03F502A6}"/>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97669E3B-1D71-445F-A171-C4C9AD166FF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FF4E43BE-1176-4A8E-B622-F08CC6E6EC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FAFA856-4E65-4F80-9AC6-B18553E371D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31149891-75BD-46B1-8AB6-D0C68AAC4E5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E139F47-5D3B-4DE7-B823-28024E98966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A5EAEFB3-1AD8-4EB6-A0E6-5569819C90B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6492D1E-D3E8-4CBF-B34B-E2E5A427E31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60D1A94-8FCE-43EB-85E2-389C0F4197F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CC247C48-4A6D-4626-A328-0FEB3ED634A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5E308C2-E2C5-49E1-8599-B4C7DE87F2E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C21B6E4A-32DE-41BA-B18A-027754F038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78246970"/>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565B7AE9-E2DA-4E30-BD77-B90ABAAC13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4B6777F2-7DB5-44D4-93C1-576555FA6A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3F3CB158-9664-4CFC-BB1B-96000737FB0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A726DD6D-15BC-4E4F-9689-DB84EDF06A7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22733E7E-5E09-4124-902B-088BA8C455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B25B2665-D4B4-480D-9378-444FCAD3A4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DB5D7D5C-7124-42D7-B519-840F56CD18F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770EC7C-6063-4B2F-95DC-8B909340C2C2}"/>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8556B06A-B249-4F6D-9C7F-C7850C230B7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A6DA98AA-85BB-43BC-8E76-4736B0FF757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1159081-BC74-4EA4-85A3-D7DC5FBA2E6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2D8F2A4-CF69-41EB-9622-B9147ECD89EB}"/>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02EF8B99-A61D-4972-8E2B-6A0A44D97B67}"/>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BC4C151C-7909-4D4F-AAFD-8794FD9C9B1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F976DC96-7031-42F0-99E0-8D28BB10F86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C9BF14DC-D373-461C-9B2D-C600050999C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ED3680DB-7E6A-4747-B8BA-F62B2A2E01B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528A1768-D4E2-4C49-881F-E607EC1A7C2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77DB09FB-3328-4A03-A9C7-C2A64D5A038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A1FE519-42F9-47B0-B735-A4736B4AE51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0E035513-2B82-46B1-A2F2-EE9125A83E2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EBC5900-8AD1-4FD0-AE4B-4069D98F81A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6261640E-8E1C-4EF8-971B-FC21E20147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514717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44A80271-29A8-4AFF-BE8F-E963B7F06DC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37EAB533-2523-4910-BD8D-0D5B911E0E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58ABECC-A0FE-4C37-A8EA-8A8501FD14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D0DD1D46-49E4-48EC-A6F7-3864E7A434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1471E231-B038-458F-8A14-82833DEC6E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89E03D0A-8D32-4D9F-B8D4-0292D02AC1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F3A489A9-2780-4F5F-80EA-BE2457560CA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30C01F63-A60D-4AFF-8EBE-40027E92A04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EC4D9AC-8C2B-4477-9291-920430B19A6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6E62952C-85C3-4E7C-8515-AC59DECB70C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5DFD4A4-B80B-4C0D-AEC3-A6AC6FCF1EE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E2C877D-4D96-4939-8014-3A992164C1A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03DE5742-8840-4BE5-9318-EC78320AFE8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41C192D0-FFDE-447C-B250-514B8980DE8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7F0B5EC1-6E0F-4354-8765-07051617E51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15019A3B-F6E5-4B81-9B3B-14B7E91A174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6F806E8-8BCF-4CAC-9E6C-963BBA8A0D7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501F87AF-87C6-4C29-BCC5-92DECAA3DCC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1E2AA46C-C591-44E3-A071-1B042653D527}"/>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33A18EC-5601-465A-83F2-DA8D0065EB6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2FD9EC0D-1DAB-48F4-BA6D-101C96AA5F0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BA207A2-AC7F-486F-94F6-86FA656C53E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2CD36FB-950F-407A-83C6-45C83DD095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04211574"/>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8C6D4A7D-C257-43BD-AB82-D451D3719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4AF2CC59-F529-4542-8704-4BACB8DEC4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7C5CDF20-DF4A-4852-A472-BDA4E241ED2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844D73AD-7829-4668-988A-E7DEF7D4C8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143D7044-A131-41E9-AB5F-A495ADA7613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0BB7AAA3-E17F-42DA-9318-59565C88C46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0BA6E38D-ED47-4BEA-A9CF-4C4F47282225}"/>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60A01B7-112D-4026-9F05-65547798DB6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4045783-9DB5-46CF-BDCE-CF803B1C0E5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3C4F73CE-95EC-4759-961B-FF4DB3518A52}"/>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E07A04A-6296-4E4F-A23A-A3CB31F36198}"/>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46196B0-7054-479B-8C1B-022BAF5AAD7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457AD3B5-700E-47A3-9809-E249638C524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45769FFC-CC8D-478B-99F7-76147C83E53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6764969D-F8D4-4BB7-8043-A54D633FA66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8F26AC7B-D91D-4F3B-B424-3B32347D390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EECD4A9-DC3E-40B5-810F-821863CB5F0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19366414-A102-4954-B284-1F567D201AE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27655AE9-7BF2-4A2E-8AAC-7319062BD34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BE3EBC65-FBF1-41E8-9C00-6454780184E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C24D6FB7-B780-47DF-A9A2-24379489856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B059F31-0F58-49BE-AFE4-EDDCAE7BEC0F}"/>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D8569DD-1C18-403D-92E4-63C211250A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21680650"/>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0B4F85EB-62BA-42E1-9A37-0FA457776D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DB429763-F821-4784-B817-CAACC2E19A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5260088-A54C-4A50-9C73-934AE2398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57A761E5-D620-4081-A8A4-28A8B370A7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BE49FCEE-EF55-4A68-951B-BF85BF460B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B9CB9F9-96EB-4B6B-9493-D392A0E1F8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C9B8E707-641F-435E-94AE-E4546FFAB21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BF7CC29-61E1-4CEC-B225-0F26145BF51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40FB6679-8E52-4C47-B643-A2A78BF4832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319DD51-B968-4E69-972A-0B7AE20AB881}"/>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E8C32BF-C835-4130-90CB-D036C3118EB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0DF90BD-53CE-47D8-9B7B-753ADD13E958}"/>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7C8D177C-AEB3-46DB-8D67-DED3475DDEC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F9E61339-CC04-4485-B9A2-10C2F582E61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9107F269-0650-4273-BD3E-1E871B3A2BF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62DC913F-2FB6-4F61-A71D-89853274D20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C7650D77-B748-4981-9FED-9ABD3EEC507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0A992011-66EA-43BB-BE29-87CD2468C63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63526E8E-75FF-4D18-BFDA-8857D4EFA66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7942DBAC-7B2B-4EF4-A068-414BF83B6FD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9D6E435A-75F1-4318-8E30-3B5D39B963D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8CA1C3-323F-460C-B0A0-EE4257A56CF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14F92B6A-9422-4895-BCD9-D56B378F7E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08032828"/>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EFB5BC79-73A2-4425-B5EE-2F9A2DC6E3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34C969D3-0B29-48BE-94BE-E78F746162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30FE705A-EA59-420E-BB01-B04BA52EE10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40E4C276-8B5C-43B0-AF5B-3CA7456012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76D8135E-9577-4C49-B4A3-439504EDB6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7478C6F5-A95F-4063-BF6D-FAF4D3C396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222F56DE-2ED8-4847-9166-0299DE2E615A}"/>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45551C55-4139-42F8-8446-A5B864EA5BB4}"/>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D8EB5D6-E899-4527-BE08-6D50998D8DB8}"/>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B39E97F-4D99-4CA9-82BD-FF340639F33C}"/>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2C61D5A7-1BED-4CFF-9CE4-3F2DC5735C64}"/>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A93930EB-BCCD-47C0-8AF1-D56590236CE9}"/>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13A0BCAF-D110-4423-BC03-9C79B79ACF2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11709594"/>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FC2FE1D2-7A4A-46A1-ADF8-1B688CFE80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5F648209-6BD0-479B-BE28-B4C0A3546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BAD93A7E-CCAF-4B20-A90B-9366651F21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44074158-442D-4657-B3D5-770254C650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9EF4E783-B005-4BA8-82BC-AA4D1E4D27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F97BE9E5-13F8-48C5-B547-44A8E46ABD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3E4B485C-65C5-425F-BEFF-CF2EA3BF4833}"/>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CC593A6A-405C-4263-916F-1CE2E7C6071F}"/>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7AD09E5-A59C-4FEE-AC21-342641D80EE6}"/>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123959C6-D25A-4A5E-985D-45C02B1D39F9}"/>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82A6ACC8-D9F6-4348-8BEB-1D4F284779F3}"/>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A6BFDFA1-BD47-4F8F-AC0B-9DC1DADF6E1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800EB00D-86AE-4AEE-8C84-BC6112828847}"/>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343C92FF-DE35-4FB8-B1EB-D8AEE2A30347}"/>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5A5D2AA9-9360-437C-8CB3-60FE9C40EBF9}"/>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6BB1308E-F528-4BDF-8249-7B463E0696D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ED346DD0-0919-4A04-BC1C-B61E17FA82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54505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2026-10-25T09:27:33.8020000Z</dcterms:created>
  <dcterms:modified xsi:type="dcterms:W3CDTF">2026-10-25T09:27:33.8020000Z</dcterms:modified>
</coreProperties>
</file>