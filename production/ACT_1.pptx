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8de24503ea43f9" /><Relationship Type="http://schemas.openxmlformats.org/officeDocument/2006/relationships/extended-properties" Target="/docProps/app.xml" Id="R92ec90c13f8e4a02" /><Relationship Type="http://schemas.openxmlformats.org/officeDocument/2006/relationships/officeDocument" Target="/ppt/presentation.xml" Id="R01ad4420864b463f" /></Relationships>
</file>

<file path=ppt/presentation.xml><?xml version="1.0" encoding="utf-8"?>
<p:presentation xmlns:p="http://schemas.openxmlformats.org/presentationml/2006/main">
  <p:sldMasterIdLst>
    <p:sldMasterId xmlns:r="http://schemas.openxmlformats.org/officeDocument/2006/relationships" id="2147483648" r:id="R23fabb2a457e4c44"/>
  </p:sldMasterIdLst>
  <p:notesMasterIdLst>
    <p:notesMasterId xmlns:r="http://schemas.openxmlformats.org/officeDocument/2006/relationships" r:id="Ra14601b144b34855"/>
  </p:notesMasterIdLst>
  <p:sldIdLst>
    <p:sldId xmlns:r="http://schemas.openxmlformats.org/officeDocument/2006/relationships" id="256" r:id="Rec25eb88e5314931"/>
    <p:sldId xmlns:r="http://schemas.openxmlformats.org/officeDocument/2006/relationships" id="257" r:id="Rb27c09b6f53f4d95"/>
    <p:sldId xmlns:r="http://schemas.openxmlformats.org/officeDocument/2006/relationships" id="258" r:id="R39a097ed426043fb"/>
    <p:sldId xmlns:r="http://schemas.openxmlformats.org/officeDocument/2006/relationships" id="259" r:id="R614881f45f4e4af4"/>
    <p:sldId xmlns:r="http://schemas.openxmlformats.org/officeDocument/2006/relationships" id="260" r:id="Re6a531f2bd604c9f"/>
    <p:sldId xmlns:r="http://schemas.openxmlformats.org/officeDocument/2006/relationships" id="261" r:id="Rfeb27de918584439"/>
    <p:sldId xmlns:r="http://schemas.openxmlformats.org/officeDocument/2006/relationships" id="262" r:id="Ra248c81197b3456d"/>
    <p:sldId xmlns:r="http://schemas.openxmlformats.org/officeDocument/2006/relationships" id="263" r:id="Rf004ba06e1084ec4"/>
    <p:sldId xmlns:r="http://schemas.openxmlformats.org/officeDocument/2006/relationships" id="264" r:id="Rbaf054574f954107"/>
    <p:sldId xmlns:r="http://schemas.openxmlformats.org/officeDocument/2006/relationships" id="265" r:id="Rea5384cc469d4dfd"/>
    <p:sldId xmlns:r="http://schemas.openxmlformats.org/officeDocument/2006/relationships" id="266" r:id="R5aaab7f345954aee"/>
    <p:sldId xmlns:r="http://schemas.openxmlformats.org/officeDocument/2006/relationships" id="267" r:id="Rdc6e735769984999"/>
    <p:sldId xmlns:r="http://schemas.openxmlformats.org/officeDocument/2006/relationships" id="268" r:id="Rdce75097d2994ed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c978511021d414a" /><Relationship Type="http://schemas.openxmlformats.org/officeDocument/2006/relationships/slideMaster" Target="/ppt/slideMasters/slideMaster1.xml" Id="R23fabb2a457e4c44" /><Relationship Type="http://schemas.openxmlformats.org/officeDocument/2006/relationships/notesMaster" Target="/ppt/notesMasters/notesMaster1.xml" Id="Ra14601b144b34855" /><Relationship Type="http://schemas.openxmlformats.org/officeDocument/2006/relationships/presProps" Target="/ppt/presProps.xml" Id="R94ff721f36a74bc0" /><Relationship Type="http://schemas.openxmlformats.org/officeDocument/2006/relationships/tableStyles" Target="/ppt/tableStyles.xml" Id="R2732f37d94e24305" /><Relationship Type="http://schemas.openxmlformats.org/officeDocument/2006/relationships/slide" Target="/ppt/slides/slide1.xml" Id="Rec25eb88e5314931" /><Relationship Type="http://schemas.openxmlformats.org/officeDocument/2006/relationships/slide" Target="/ppt/slides/slide2.xml" Id="Rb27c09b6f53f4d95" /><Relationship Type="http://schemas.openxmlformats.org/officeDocument/2006/relationships/slide" Target="/ppt/slides/slide3.xml" Id="R39a097ed426043fb" /><Relationship Type="http://schemas.openxmlformats.org/officeDocument/2006/relationships/slide" Target="/ppt/slides/slide4.xml" Id="R614881f45f4e4af4" /><Relationship Type="http://schemas.openxmlformats.org/officeDocument/2006/relationships/slide" Target="/ppt/slides/slide5.xml" Id="Re6a531f2bd604c9f" /><Relationship Type="http://schemas.openxmlformats.org/officeDocument/2006/relationships/slide" Target="/ppt/slides/slide6.xml" Id="Rfeb27de918584439" /><Relationship Type="http://schemas.openxmlformats.org/officeDocument/2006/relationships/slide" Target="/ppt/slides/slide7.xml" Id="Ra248c81197b3456d" /><Relationship Type="http://schemas.openxmlformats.org/officeDocument/2006/relationships/slide" Target="/ppt/slides/slide8.xml" Id="Rf004ba06e1084ec4" /><Relationship Type="http://schemas.openxmlformats.org/officeDocument/2006/relationships/slide" Target="/ppt/slides/slide9.xml" Id="Rbaf054574f954107" /><Relationship Type="http://schemas.openxmlformats.org/officeDocument/2006/relationships/slide" Target="/ppt/slides/slide10.xml" Id="Rea5384cc469d4dfd" /><Relationship Type="http://schemas.openxmlformats.org/officeDocument/2006/relationships/slide" Target="/ppt/slides/slide11.xml" Id="R5aaab7f345954aee" /><Relationship Type="http://schemas.openxmlformats.org/officeDocument/2006/relationships/slide" Target="/ppt/slides/slide12.xml" Id="Rdc6e735769984999" /><Relationship Type="http://schemas.openxmlformats.org/officeDocument/2006/relationships/slide" Target="/ppt/slides/slide13.xml" Id="Rdce75097d2994e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1f9c1361e7644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98532af6df4fe2" /><Relationship Type="http://schemas.openxmlformats.org/officeDocument/2006/relationships/notesMaster" Target="/ppt/notesMasters/notesMaster1.xml" Id="Rdbe397cf192649e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d6ba33ffbd94cb3" /><Relationship Type="http://schemas.openxmlformats.org/officeDocument/2006/relationships/notesMaster" Target="/ppt/notesMasters/notesMaster1.xml" Id="R5af46df4a6fe49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3748ec7e3a4ee1" /><Relationship Type="http://schemas.openxmlformats.org/officeDocument/2006/relationships/notesMaster" Target="/ppt/notesMasters/notesMaster1.xml" Id="R969caa56b6c942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25a72c03ba2f48b3" /><Relationship Type="http://schemas.openxmlformats.org/officeDocument/2006/relationships/notesMaster" Target="/ppt/notesMasters/notesMaster1.xml" Id="R71c58dca1b054a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4539574acd4fbb" /><Relationship Type="http://schemas.openxmlformats.org/officeDocument/2006/relationships/notesMaster" Target="/ppt/notesMasters/notesMaster1.xml" Id="R22bd32d97f574378"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df3d747aef476a" /><Relationship Type="http://schemas.openxmlformats.org/officeDocument/2006/relationships/notesMaster" Target="/ppt/notesMasters/notesMaster1.xml" Id="Rd152c20381314fef" /></Relationships>
</file>

<file path=ppt/notesSlides/_rels/notesSlide7.xml.rels>&#65279;<?xml version="1.0" encoding="utf-8"?><Relationships xmlns="http://schemas.openxmlformats.org/package/2006/relationships"><Relationship Type="http://schemas.openxmlformats.org/officeDocument/2006/relationships/slide" Target="/ppt/slides/slide7.xml" Id="R9daedf5330f74613" /><Relationship Type="http://schemas.openxmlformats.org/officeDocument/2006/relationships/notesMaster" Target="/ppt/notesMasters/notesMaster1.xml" Id="Re662bd0d563744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c92fbf5843bc4678" /><Relationship Type="http://schemas.openxmlformats.org/officeDocument/2006/relationships/notesMaster" Target="/ppt/notesMasters/notesMaster1.xml" Id="R939247c8fdaf4e77" /></Relationships>
</file>

<file path=ppt/notesSlides/_rels/notesSlide9.xml.rels>&#65279;<?xml version="1.0" encoding="utf-8"?><Relationships xmlns="http://schemas.openxmlformats.org/package/2006/relationships"><Relationship Type="http://schemas.openxmlformats.org/officeDocument/2006/relationships/slide" Target="/ppt/slides/slide9.xml" Id="Ra7977305d0dc49aa" /><Relationship Type="http://schemas.openxmlformats.org/officeDocument/2006/relationships/notesMaster" Target="/ppt/notesMasters/notesMaster1.xml" Id="Re0672078a69f4d3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21e6f9e0b942ca" /><Relationship Type="http://schemas.openxmlformats.org/officeDocument/2006/relationships/notesMaster" Target="/ppt/notesMasters/notesMaster1.xml" Id="R3e3499e02955404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088f78349b24085" /><Relationship Type="http://schemas.openxmlformats.org/officeDocument/2006/relationships/notesMaster" Target="/ppt/notesMasters/notesMaster1.xml" Id="R0ff1f4f881fb48a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3519267e86f4822" /><Relationship Type="http://schemas.openxmlformats.org/officeDocument/2006/relationships/notesMaster" Target="/ppt/notesMasters/notesMaster1.xml" Id="R94b6477c6526490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28434c6dbd7400f" /><Relationship Type="http://schemas.openxmlformats.org/officeDocument/2006/relationships/notesMaster" Target="/ppt/notesMasters/notesMaster1.xml" Id="R88b9081aded847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제조 검사 Task 질문을 회수하고, 프롬프트 입력창 형태의 “filter 성능 개선해줘”를 읽는다. 현재 제품의 실제 대화창·실행 기록이 아니라 재구성한 교육용 요청임을 밝힌다.</a:t>
            </a:r>
          </a:p>
          <a:p xmlns:a="http://schemas.openxmlformats.org/drawingml/2006/main">
            <a:r>
              <a:t>2. **UNSET DECISIONS (1:30–4:00):** 오른쪽의 바꿀 것·보존할 것·완료 근거와 “무엇을 바꿀까?”, “무엇을 그대로 지킬까?”, “무엇을 보면 끝났다고 할까?” 세 질문을 순서대로 가리킨다. Agent 삽화는 답할 정보가 남아 있는 상태를 상징한다. 답을 채우거나 Agent가 판단 능력이 없다고 설명하지 않는다.</a:t>
            </a:r>
          </a:p>
          <a:p xmlns:a="http://schemas.openxmlformats.org/drawingml/2006/main">
            <a:r>
              <a:t>3. **COST CONCEPT (4:00–5:30):** 탐색·재시도가 길어질 때 토큰 소모와 작업 시간도 커질 수 있다는 두 PNG 개념 삽화를 짚는다. 실제 수치·증가 배율·기하급수 법칙·측정 곡선으로 읽지 않는다. 실제 Agent는 필요한 정보를 먼저 되물을 수도 있다.</a:t>
            </a:r>
          </a:p>
          <a:p xmlns:a="http://schemas.openxmlformats.org/drawingml/2006/main">
            <a:r>
              <a:t>4. **NARROW THE CASE (5:30–7:00):** Repository 접근만으로 세 결정을 정할 수 있는지 묻고, 앞서 조사한 crop 사례로 S12에 연결한다. 특정 제품의 실패·속도·토큰 사용 결과로 말하지 않는다.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“남은 결정을 더 분명히 보기 위해, 앞서 조사한 crop 사례로 좁혀 보겠습니다.”라고 S12의 교육용 요청 예시로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비용 그림을 측정 그래프나 실제 멈춘 Agent 화면으로 대체하지 않는다. 최신 렌더·내장 Notes/PNG 정합성은 production/evaluation/S11_RESOURCE_GRAPH_REVISION.md를 따른다.</a:t>
            </a:r>
          </a:p>
          <a:p xmlns:a="http://schemas.openxmlformats.org/drawingml/2006/main">
            <a:r>
              <a:t/>
            </a:r>
          </a:p>
          <a:p xmlns:a="http://schemas.openxmlformats.org/drawingml/2006/main">
            <a:r>
              <a:t>Validation Status: REVIEWED — DEC-0040의 생성 PNG와 비용 개념·배치·근거 경계를 대조했다. 최종 PPT·내장 Notes·렌더 정합성은 production/evaluation/S11_RESOURCE_GRAPH_REVISION.md에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같은 요청에는 어떤 선택이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REQUEST (0:00–0:30):** 프롬프트 입력창의 “crop test 고쳐줘”를 읽고 같은 Agent·같은 요청을 조건으로 고정한다. 이는 교육용으로 재구성한 요청이며 실제 TRIAL-002 Prompt가 아니다.</a:t>
            </a:r>
          </a:p>
          <a:p xmlns:a="http://schemas.openxmlformats.org/drawingml/2006/main">
            <a:r>
              <a:t>2. **POSSIBLE TIMELINES (0:30–1:20):** 오른쪽 세로 질문과 병렬 경로를 위에서 아래로 짚는다. 테스트를 바꿀까, 구현을 바꿀까, 먼저 확인 질문을 할까의 세 해석이다. 서로 다른 실행 결과를 관찰했다거나 Subagent가 동시에 실행됐다는 뜻이 아니다. 동일 요청에도 선택할 여지가 남았다는 교육용 가능성만 보여준다.</a:t>
            </a:r>
          </a:p>
          <a:p xmlns:a="http://schemas.openxmlformats.org/drawingml/2006/main">
            <a:r>
              <a:t>3. **MISSING INFORMATION (1:20–2:00):** 아래 목표의 세부·보존 조건·수정 범위·확인 근거·완료 조건의 미정 정보를 짚는다. 다음 장에서는 이를 요청에 넣었을 때 원하는 경로를 어떻게 명시하는지 본다고 S13으로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새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청중 응답 없이 진행하며 경로를 실제 실행 캡처나 관찰된 선택으로 설명하지 않는다. 경로·렌더 일치는 새 제작 평가에서 확인한다.</a:t>
            </a:r>
          </a:p>
          <a:p xmlns:a="http://schemas.openxmlformats.org/drawingml/2006/main">
            <a:r>
              <a:t/>
            </a:r>
          </a:p>
          <a:p xmlns:a="http://schemas.openxmlformats.org/drawingml/2006/main">
            <a:r>
              <a:t>Validation Status: ALIGNED — DEC-0038의 병렬 가능 경로·미정 정보·2분 운영을 정렬했다.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“어떤 경로를 원한다는 뜻인지, 이 요청에서는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**FILL THE REQUEST (0:00–0:45):** S12의 아래 다섯 미정 정보를 채운 프롬프트를 읽는다. 목표: crop(1, 3)은 열 1·2, 폭 2. 보존: 끝 좌표 제외 명세·테스트 기대값. 범위: crop 구현만 최소 수정. 확인: 집중·전체 Test + CLI smoke + diff. 완료: 결과·검증·미확인 사항 보고. 이는 교육용 작성 예시이며 실제 Trial 원문이 아니다.</a:t>
            </a:r>
          </a:p>
          <a:p xmlns:a="http://schemas.openxmlformats.org/drawingml/2006/main">
            <a:r>
              <a:t>2. **DESIRED PATH (0:45–1:30):** 같은 Agent·같은 세 시간선에서 “구현을 명세에 맞춤” 경로를 강조하고 나머지는 옅게 남긴다. 사람이 원한 경로를 요청으로 고정했다는 뜻이며 Agent가 반드시 그 경로를 실행한다거나 정답이 보장됐다는 뜻은 아니다. 결과와 검사 근거를 계속 확인해야 한다.</a:t>
            </a:r>
          </a:p>
          <a:p xmlns:a="http://schemas.openxmlformats.org/drawingml/2006/main">
            <a:r>
              <a:t>3. **GENERALIZE (1:30–2:00):** 구체 예시는 여기서 끝내고, 다른 요청에도 어떤 질문을 먼저 정해야 하는지 S14의 다섯 질문으로 일반화한다. 다음 Task Specification의 항목을 이 장에서 새로 강의하지 않는다.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“고쳐줘”에 어떤 결과를 원하고 무엇을 그대로 둘지 적으면 원하는 선택이 더 잘 드러난다. 요청을 썼다고 검증이 끝나는 것은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“이번 예시에서 정한 정보를, 다른 요청에서도 개발자가 답할 질문으로 정리해 보겠습니다.”라고 S14의 일반 질문으로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경로 강조를 실제 실행 선택이나 PASS 결과로 설명하지 않는다. 새 파일이 확인되기 전에는 Fallback READY로 취급하지 않는다.</a:t>
            </a:r>
          </a:p>
          <a:p xmlns:a="http://schemas.openxmlformats.org/drawingml/2006/main">
            <a:r>
              <a:t/>
            </a:r>
          </a:p>
          <a:p xmlns:a="http://schemas.openxmlformats.org/drawingml/2006/main">
            <a:r>
              <a:t>Validation Status: ALIGNED — DEC-0038의 새 교육용 구체화 예시와 19개 필드를 작성했다.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S13에서 구체화한 선택을 다른 요청에도 사용할 개발자의 질문으로 일반화한다. “무엇을 바꿀까?”와 “무엇을 유지할까?”를 짚는다.</a:t>
            </a:r>
          </a:p>
          <a:p xmlns:a="http://schemas.openxmlformats.org/drawingml/2006/main">
            <a:r>
              <a:t>2. (1:00–3:00) 허용 범위, 확인 근거, 완료 판단의 세 질문을 이어 읽는다. 앞 예시의 답을 반복하지 않고 다른 요청에서도 개발자가 판단할 질문으로 읽는다.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앞의 구체 예시를 개발자가 판단할 다섯 질문으로 일반화하여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S15의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S14 또는 `production/preview/act1/S14.png`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S16로 간다.</a:t>
            </a:r>
          </a:p>
          <a:p xmlns:a="http://schemas.openxmlformats.org/drawingml/2006/main">
            <a:r>
              <a:t/>
            </a:r>
          </a:p>
          <a:p xmlns:a="http://schemas.openxmlformats.org/drawingml/2006/main">
            <a:r>
              <a:t>화면 진행: 이 장은 한 작업 요청에 다섯 책임을 묶는 구조를 보여준다. S14의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16에서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S15 또는 `production/preview/act1/S15.png`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S16 또는 `production/preview/act1/S16.png`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“Prompt에 적은 순서와 실제 기록의 행동이 맞을까?”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S16의 교육용 구성 예시와 구분하고, 좌측 입력창이 실제 TRIAL-002 Prompt의 핵심 지시 발췌·번역임을 밝힌다. Goal·Constraints는 당시 요청의 목표와 보존 범위다. 원문 전체나 실제 입력창 Screenshot을 보여 주는 것은 아니다.</a:t>
            </a:r>
          </a:p>
          <a:p xmlns:a="http://schemas.openxmlformats.org/drawingml/2006/main">
            <a:r>
              <a:t>2. (0:30–1:35) 좌측 지시의 번호와 우측 같은 번호를 한 행씩 짚는다. 01 먼저 실패 재현 / 재현, 02 관련 구현·호출 경로 확인 / 조사, 03 수정 전에 짧은 변경 계획을 알리고 승인 대기 없이 계속 / 계획, 04 필요한 코드만 최소 변경 / 수정, 05 집중·전체 Test, 가능한 CLI smoke, diff와 정확한 근거 보고 / 검증. 우측은 화살표 없는 세로 번호 순서다. 아직 성공 결과나 검사 수치를 읽지 않는다.</a:t>
            </a:r>
          </a:p>
          <a:p xmlns:a="http://schemas.openxmlformats.org/drawingml/2006/main">
            <a:r>
              <a:t>3. (1:35–2:00) “02 조사와 03 계획을 거친 뒤 04 수정은 어떻게 했을까?”로 S18에 연결한다. 이 대응은 지시와 관찰 가능한 행동의 비교이며 Agent 내부 사고나 Prompt 단독 효과를 확인하는 것은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Prompt에서 어떤 일을 요청했는지 읽고 같은 번호의 오른쪽 행동을 확인하면 긴 요청의 목적을 따라갈 수 있다.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“02 조사와 03 계획을 거친 뒤 04 수정은 어떻게 했을까?”를 묻고 S18의 실제 한 줄 변경으로 이동한다.</a:t>
            </a:r>
          </a:p>
          <a:p xmlns:a="http://schemas.openxmlformats.org/drawingml/2006/main">
            <a:r>
              <a:t/>
            </a:r>
          </a:p>
          <a:p xmlns:a="http://schemas.openxmlformats.org/drawingml/2006/main">
            <a:r>
              <a:t>Time Management: Lecture 2분 안에 번호 대응과 관찰 질문만 설명한다. 전체 Prompt를 낭독하지 않고 결과·검증 수치는 S18–S19로 남긴다.</a:t>
            </a:r>
          </a:p>
          <a:p xmlns:a="http://schemas.openxmlformats.org/drawingml/2006/main">
            <a:r>
              <a:t/>
            </a:r>
          </a:p>
          <a:p xmlns:a="http://schemas.openxmlformats.org/drawingml/2006/main">
            <a:r>
              <a:t>Fallback: 정적 기본 경로 — `production/ACT_1.pptx` S17 또는 `production/preview/act1/S17.png`. 지시 발췌·번역과 관찰 기준을 사용하며 라이브 실행이나 원문 화면 재현으로 대체하지 않는다. 최종 PPT 내장 Notes·렌더 정합성은 production/evaluation/PROMPT_FLOW_REVISION.md를 따른다.</a:t>
            </a:r>
          </a:p>
          <a:p xmlns:a="http://schemas.openxmlformats.org/drawingml/2006/main">
            <a:r>
              <a:t/>
            </a:r>
          </a:p>
          <a:p xmlns:a="http://schemas.openxmlformats.org/drawingml/2006/main">
            <a:r>
              <a:t>Validation Status: REVIEWED — DEC-0039의 실제 Prompt 발췌·번역과 01–05 관찰 기준을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“02 조사·03 계획은 어떤 04 수정으로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S17의 02 조사·03 계획을 회수한다. 실패 테스트 `test_crop_excludes_end_coordinate`와 `cli.main → pipeline.process_image → transform.crop` 호출 경로를 확인한 기록이 있었고, 코드 수정 전에 짧은 계획을 알렸다고 설명한다.</a:t>
            </a:r>
          </a:p>
          <a:p xmlns:a="http://schemas.openxmlformats.org/drawingml/2006/main">
            <a:r>
              <a:t>2. (1:00–2:00) `[x_start, x_end)`가 끝 좌표를 제외하는 명세임을 확인한다. S05의 `crop(image, 1, 3)` 예시를 짧게 회수한다.</a:t>
            </a:r>
          </a:p>
          <a:p xmlns:a="http://schemas.openxmlformats.org/drawingml/2006/main">
            <a:r>
              <a:t>3. (2:00–3:15) 04 수정에 해당하는 왼쪽 `row[x_start : x_end + 1]`과 오른쪽 `row[x_start : x_end]`의 실제 한 줄 diff를 가리킨다. 전체 파일이나 새로운 해결 방식을 추가하지 않는다.</a:t>
            </a:r>
          </a:p>
          <a:p xmlns:a="http://schemas.openxmlformats.org/drawingml/2006/main">
            <a:r>
              <a:t>4. (3:15–4:00) 이 입력의 너비 3이 명세대로 2가 되는 변화로 정리한다. 정적 소스·diff 재구성이며 새 실행이나 Screenshot이 아님을 유지한다. “04 수정까지 확인했다. 이제 05 검증에서 어떤 근거를 남겼을까?”로 S19에 넘긴다.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“04 수정까지 확인했다. 이제 05 검증에서 어떤 근거를 남겼을까?”로 S19의 확인 결과에 연결한다.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S18 또는 `production/preview/act1/S18.png` 사용. 시각 도식은 기록에서 재구성한 자료이며 원본 화면 캡처가 아니다. 실행 실패 상황은 없다: Live를 하지 않는다. 최종 렌더·경로 대조는 production/evaluation/PROMPT_FLOW_REVISION.md를 따른다.</a:t>
            </a:r>
          </a:p>
          <a:p xmlns:a="http://schemas.openxmlformats.org/drawingml/2006/main">
            <a:r>
              <a:t/>
            </a:r>
          </a:p>
          <a:p xmlns:a="http://schemas.openxmlformats.org/drawingml/2006/main">
            <a:r>
              <a:t>Validation Status: REVIEWED — DEC-0039의 02 조사·03 계획에서 04 최소 수정으로 이어지는 연결과 기존 한 줄 diff를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S20에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20로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S19 또는 `production/preview/act1/S19.png`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S19의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S21로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S21 Notes의 선택적 참고로 남기며 S21 화면에는 C++ inset이 없다. 주요 C++ 패턴 전이는 S55에서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21에서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S21 연결 15초로 배분한다. 기존 검증 근거의 재나열과 반복 설명을 이 예시로 교체한다. 기록 사실과 Teaching Model을 분리하고 S19의 다섯 수치를 다시 읽지 않는다. 실제 시간 적합성은 리허설 전까지 UNVERIFIED다.</a:t>
            </a:r>
          </a:p>
          <a:p xmlns:a="http://schemas.openxmlformats.org/drawingml/2006/main">
            <a:r>
              <a:t/>
            </a:r>
          </a:p>
          <a:p xmlns:a="http://schemas.openxmlformats.org/drawingml/2006/main">
            <a:r>
              <a:t>Fallback: 정적 PPTX S20 또는 `production/preview/act1/S20.png`를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S55에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S22의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S21 또는 `production/preview/act1/S21.png`를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이번 Task인가, 계속 유지할 Project 정보인가?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S21에서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S23에서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23에서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S22 또는 `production/preview/act1/S22.png`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반복하는 설명을 두 범주로 나누기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S22의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S26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S23 또는 `production/preview/act1/S23.png`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98de22d536452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e8a020776e44d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a962ee41201447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ed141adc08a412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01a0a54612743d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113b4b68cf7490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9B1401-FA7A-4090-AE76-E4FC824FEF7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61DF8CB-A195-4DB3-80D5-4C35AF3A16C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527A4BC-9B49-4038-8590-E64AA366FD3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BB2DDE-C4C9-4AA6-B2F1-12224683A8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4324E3D-1454-40B5-9C5A-E01D7F9DB35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7BE7FB4-9AAA-4DAE-A492-86CE521D48C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841F9CE-2300-48FD-BA38-0D754A50967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6C7FADF-78F0-4565-AF17-E6D7FBB5B74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7B314A0-7F5C-4430-BF45-444CC11943A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B02AB5C-8865-4FE9-83B7-6C4E440AAB5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234f91220ed4800" /><Relationship Type="http://schemas.openxmlformats.org/officeDocument/2006/relationships/slideLayout" Target="/ppt/slideLayouts/slideLayout1.xml" Id="R30a87f46d58746dc" /><Relationship Type="http://schemas.openxmlformats.org/officeDocument/2006/relationships/slideLayout" Target="/ppt/slideLayouts/slideLayout2.xml" Id="R4e33ce42abeb4bc2" /><Relationship Type="http://schemas.openxmlformats.org/officeDocument/2006/relationships/slideLayout" Target="/ppt/slideLayouts/slideLayout3.xml" Id="Rf3f0f0d47c0e4bab" /><Relationship Type="http://schemas.openxmlformats.org/officeDocument/2006/relationships/slideLayout" Target="/ppt/slideLayouts/slideLayout4.xml" Id="R27cfb244a7ca47a5" /><Relationship Type="http://schemas.openxmlformats.org/officeDocument/2006/relationships/slideLayout" Target="/ppt/slideLayouts/slideLayout5.xml" Id="R48e9c56389244a7d" /><Relationship Type="http://schemas.openxmlformats.org/officeDocument/2006/relationships/slideLayout" Target="/ppt/slideLayouts/slideLayout6.xml" Id="R4e109f9fe18240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a87f46d58746dc"/>
    <p:sldLayoutId xmlns:r="http://schemas.openxmlformats.org/officeDocument/2006/relationships" id="2147483650" r:id="R4e33ce42abeb4bc2"/>
    <p:sldLayoutId xmlns:r="http://schemas.openxmlformats.org/officeDocument/2006/relationships" id="2147483651" r:id="Rf3f0f0d47c0e4bab"/>
    <p:sldLayoutId xmlns:r="http://schemas.openxmlformats.org/officeDocument/2006/relationships" id="2147483652" r:id="R27cfb244a7ca47a5"/>
    <p:sldLayoutId xmlns:r="http://schemas.openxmlformats.org/officeDocument/2006/relationships" id="2147483653" r:id="R48e9c56389244a7d"/>
    <p:sldLayoutId xmlns:r="http://schemas.openxmlformats.org/officeDocument/2006/relationships" id="2147483654" r:id="R4e109f9fe18240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af8b8500206424d" /><Relationship Type="http://schemas.openxmlformats.org/officeDocument/2006/relationships/image" Target="/ppt/media/image.png" Id="R8fa7243269a8469f" /><Relationship Type="http://schemas.openxmlformats.org/officeDocument/2006/relationships/image" Target="/ppt/media/image2.png" Id="R7aef45dffe6c4a71" /><Relationship Type="http://schemas.openxmlformats.org/officeDocument/2006/relationships/image" Target="/ppt/media/image3.png" Id="R8ad58036eca64456" /><Relationship Type="http://schemas.openxmlformats.org/officeDocument/2006/relationships/notesSlide" Target="/ppt/notesSlides/notesSlide1.xml" Id="R4d10c3565a3e4d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e8be97c3a194c01" /><Relationship Type="http://schemas.openxmlformats.org/officeDocument/2006/relationships/image" Target="/ppt/media/image4.png" Id="R7b63c85c9a844f8c" /><Relationship Type="http://schemas.openxmlformats.org/officeDocument/2006/relationships/notesSlide" Target="/ppt/notesSlides/notesSlide2.xml" Id="Rb3227c2059ff41f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4c759dc96c1496b" /><Relationship Type="http://schemas.openxmlformats.org/officeDocument/2006/relationships/image" Target="/ppt/media/image5.png" Id="R7fa7c4337a53475d" /><Relationship Type="http://schemas.openxmlformats.org/officeDocument/2006/relationships/notesSlide" Target="/ppt/notesSlides/notesSlide3.xml" Id="R0281f56d4b4b429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dacbe9e06a64924" /><Relationship Type="http://schemas.openxmlformats.org/officeDocument/2006/relationships/notesSlide" Target="/ppt/notesSlides/notesSlide4.xml" Id="Rf996f5cde9b546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6c06aeb16d74bfb" /><Relationship Type="http://schemas.openxmlformats.org/officeDocument/2006/relationships/notesSlide" Target="/ppt/notesSlides/notesSlide5.xml" Id="R1c87403bacde46d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91f088447f4783" /><Relationship Type="http://schemas.openxmlformats.org/officeDocument/2006/relationships/notesSlide" Target="/ppt/notesSlides/notesSlide6.xml" Id="Reae2f29c5abc4d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58771d7317f4afa" /><Relationship Type="http://schemas.openxmlformats.org/officeDocument/2006/relationships/notesSlide" Target="/ppt/notesSlides/notesSlide7.xml" Id="Rbabfc686bcb547a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b12a80c05f74579" /><Relationship Type="http://schemas.openxmlformats.org/officeDocument/2006/relationships/notesSlide" Target="/ppt/notesSlides/notesSlide8.xml" Id="R28e354e7537247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b802b85885c4208" /><Relationship Type="http://schemas.openxmlformats.org/officeDocument/2006/relationships/notesSlide" Target="/ppt/notesSlides/notesSlide9.xml" Id="R8c7448c348da4f4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c02de64c4544b05" /><Relationship Type="http://schemas.openxmlformats.org/officeDocument/2006/relationships/notesSlide" Target="/ppt/notesSlides/notesSlide10.xml" Id="R3f0e868e4bf8418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062af5f43a14ebf" /><Relationship Type="http://schemas.openxmlformats.org/officeDocument/2006/relationships/notesSlide" Target="/ppt/notesSlides/notesSlide11.xml" Id="R8e18c407bdaa4c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01c71481dc844d3" /><Relationship Type="http://schemas.openxmlformats.org/officeDocument/2006/relationships/notesSlide" Target="/ppt/notesSlides/notesSlide12.xml" Id="R312077b498c54db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771c04a885a4171" /><Relationship Type="http://schemas.openxmlformats.org/officeDocument/2006/relationships/notesSlide" Target="/ppt/notesSlides/notesSlide13.xml" Id="R7b88f594d8c4495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모호한 작업 요청">
            <a:extLst xmlns:a="http://schemas.openxmlformats.org/drawingml/2006/main">
              <a:ext uri="{FF2B5EF4-FFF2-40B4-BE49-F238E27FC236}">
                <a16:creationId xmlns:a16="http://schemas.microsoft.com/office/drawing/2014/main" id="{FFBC0238-78C9-44D7-BA5E-4E9D8E47FE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1">
            <a:extLst xmlns:a="http://schemas.openxmlformats.org/drawingml/2006/main">
              <a:ext uri="{FF2B5EF4-FFF2-40B4-BE49-F238E27FC236}">
                <a16:creationId xmlns:a16="http://schemas.microsoft.com/office/drawing/2014/main" id="{29A86FA8-6A80-46BD-B000-7BE3D840BE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6ABEC1F8-39C9-4B36-9ED4-0A9113BE2D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57F23FC9-9C12-422E-856B-10D786083E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4C952EC2-418E-4FC9-BCA3-E45EB0C1A6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EC618044-AC1B-4875-BD75-81B1EFEDBE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FB5B5760-E4E3-4C11-8698-D65928843000}"/>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C1EFA9B7-CEC1-4E76-9816-D2B864EE8D2D}"/>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9EF6D27-9EED-49E1-9DC7-0AE4AB1A103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6BB4F60-2593-46DC-A8E4-AC1FF823E15D}"/>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20DD7712-D30B-4BCA-A410-295E6FE35760}"/>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34A8B88B-A3F2-4938-B452-D5E09E2C3FD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6E962446-29FC-4D8D-9163-F77082CD52FB}"/>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292AB99-ED68-4C3B-8713-5E51F9C8F149}"/>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8164E0F-0171-46D2-B128-432C5BE6CC6C}"/>
              </a:ext>
            </a:extLst>
          </p:cNvPr>
          <p:cNvPicPr>
            <a:picLocks xmlns:a="http://schemas.openxmlformats.org/drawingml/2006/main" noChangeAspect="1"/>
          </p:cNvPicPr>
          <p:nvPr/>
        </p:nvPicPr>
        <p:blipFill>
          <a:blip xmlns:r="http://schemas.openxmlformats.org/officeDocument/2006/relationships" xmlns:a="http://schemas.openxmlformats.org/drawingml/2006/main" r:embed="R8fa7243269a8469f"/>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C1AACD8-0952-4315-9B66-0B906371C8F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74FBCD61-6045-4580-966A-9E3436550BFD}"/>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43E8E59-81DC-41DB-A8B7-32C0F2598DE9}"/>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5201D350-B1DA-4F50-9371-997658A599A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9530DF1B-59AF-4DC4-A82A-A2D6708CD860}"/>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31CB9824-8328-4A2E-AF79-3BAE2FDBC5F8}"/>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F36DB37E-A315-406D-87C1-4A2D826BBEF8}"/>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D35EAFC5-E598-4885-87E2-ED3A9729C43D}"/>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531E19A-125B-4F53-8102-F61B9B30BFB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6A6A120B-8D78-4A40-9426-90E6EB85B342}"/>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0E20BEDB-82DC-4FA8-863F-12F2684E9F51}"/>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0E529E7C-B8A3-4EBD-B517-8190FD51D82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A0DB18B4-C3AC-451E-8929-1F7838334BFA}"/>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29CDCD8B-F486-48E3-9842-702B5DB1A993}"/>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FBF464F-CEEC-4AC7-971B-35C602651082}"/>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9AC6FC81-5164-4AF3-AD26-663EB0021B0F}"/>
              </a:ext>
            </a:extLst>
          </p:cNvPr>
          <p:cNvPicPr>
            <a:picLocks xmlns:a="http://schemas.openxmlformats.org/drawingml/2006/main" noChangeAspect="1"/>
          </p:cNvPicPr>
          <p:nvPr/>
        </p:nvPicPr>
        <p:blipFill>
          <a:blip xmlns:r="http://schemas.openxmlformats.org/officeDocument/2006/relationships" xmlns:a="http://schemas.openxmlformats.org/drawingml/2006/main" r:embed="R7aef45dffe6c4a71"/>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1251E238-CD61-456A-A69C-BF308A4B82CC}"/>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9AF1E717-9352-4591-9BDD-2D8541A4DD0F}"/>
              </a:ext>
            </a:extLst>
          </p:cNvPr>
          <p:cNvPicPr>
            <a:picLocks xmlns:a="http://schemas.openxmlformats.org/drawingml/2006/main" noChangeAspect="1"/>
          </p:cNvPicPr>
          <p:nvPr/>
        </p:nvPicPr>
        <p:blipFill>
          <a:blip xmlns:r="http://schemas.openxmlformats.org/officeDocument/2006/relationships" xmlns:a="http://schemas.openxmlformats.org/drawingml/2006/main" r:embed="R8ad58036eca64456"/>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6ABD4345-54E4-430C-B5A9-B30F5F3B00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0238244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1 · 같은 Agent, 같은 요청, 가능한 해석">
            <a:extLst xmlns:a="http://schemas.openxmlformats.org/drawingml/2006/main">
              <a:ext uri="{FF2B5EF4-FFF2-40B4-BE49-F238E27FC236}">
                <a16:creationId xmlns:a16="http://schemas.microsoft.com/office/drawing/2014/main" id="{AEE624F0-5FE1-4859-AC2A-1587C9DAF7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9DDFEBDD-D054-43F3-837D-05534067BD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6D3C6543-3EB0-41B5-A3DF-237D071A62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09EC38AD-73C9-4603-9C64-B0D11C4BE2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EC794DE9-F735-45DB-9983-FA1EEC1C5F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C9BDC898-4644-48EE-B844-5D716B08C0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
            <a:extLst xmlns:a="http://schemas.openxmlformats.org/drawingml/2006/main">
              <a:ext uri="{FF2B5EF4-FFF2-40B4-BE49-F238E27FC236}">
                <a16:creationId xmlns:a16="http://schemas.microsoft.com/office/drawing/2014/main" id="{650C1561-41B9-4F3F-8DBF-9F33FA79A9B5}"/>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FD15F7B9-CB37-4452-8792-0304BA80AF5C}"/>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DDA4860D-DFA2-4F4C-88CB-FCAEB31D4A1F}"/>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D021FC6-F004-4872-8FE8-876D9529BF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1" name="+">
            <a:extLst xmlns:a="http://schemas.openxmlformats.org/drawingml/2006/main">
              <a:ext uri="{FF2B5EF4-FFF2-40B4-BE49-F238E27FC236}">
                <a16:creationId xmlns:a16="http://schemas.microsoft.com/office/drawing/2014/main" id="{417F6D23-DF02-416E-8877-7BB262EAE76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4BB33EC0-8478-4064-BE11-FBF45FA35F4F}"/>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F1309BB-EC0E-4D3F-83E0-784A81323537}"/>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4" name="">
            <a:extLst xmlns:a="http://schemas.openxmlformats.org/drawingml/2006/main">
              <a:ext uri="{FF2B5EF4-FFF2-40B4-BE49-F238E27FC236}">
                <a16:creationId xmlns:a16="http://schemas.microsoft.com/office/drawing/2014/main" id="{99C9758E-132D-4331-803E-A50F6A9AD85F}"/>
              </a:ext>
            </a:extLst>
          </p:cNvPr>
          <p:cNvPicPr>
            <a:picLocks xmlns:a="http://schemas.openxmlformats.org/drawingml/2006/main" noChangeAspect="1"/>
          </p:cNvPicPr>
          <p:nvPr/>
        </p:nvPicPr>
        <p:blipFill>
          <a:blip xmlns:r="http://schemas.openxmlformats.org/officeDocument/2006/relationships" xmlns:a="http://schemas.openxmlformats.org/drawingml/2006/main" r:embed="R7b63c85c9a844f8c"/>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5" name="같은 AI Agent · 같은 요청">
            <a:extLst xmlns:a="http://schemas.openxmlformats.org/drawingml/2006/main">
              <a:ext uri="{FF2B5EF4-FFF2-40B4-BE49-F238E27FC236}">
                <a16:creationId xmlns:a16="http://schemas.microsoft.com/office/drawing/2014/main" id="{0F64D26E-4E99-4DC3-B047-3EE7817C7BB6}"/>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6" name="">
            <a:extLst xmlns:a="http://schemas.openxmlformats.org/drawingml/2006/main">
              <a:ext uri="{FF2B5EF4-FFF2-40B4-BE49-F238E27FC236}">
                <a16:creationId xmlns:a16="http://schemas.microsoft.com/office/drawing/2014/main" id="{07EA0E66-1F49-43E2-A963-9CE9DF14EDB1}"/>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어느 경로를 원하는가?">
            <a:extLst xmlns:a="http://schemas.openxmlformats.org/drawingml/2006/main">
              <a:ext uri="{FF2B5EF4-FFF2-40B4-BE49-F238E27FC236}">
                <a16:creationId xmlns:a16="http://schemas.microsoft.com/office/drawing/2014/main" id="{EFE7A269-23A2-4E55-8E44-0D31E7D67550}"/>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8" name="">
            <a:extLst xmlns:a="http://schemas.openxmlformats.org/drawingml/2006/main">
              <a:ext uri="{FF2B5EF4-FFF2-40B4-BE49-F238E27FC236}">
                <a16:creationId xmlns:a16="http://schemas.microsoft.com/office/drawing/2014/main" id="{7D307D58-A108-43E0-BAF8-6EAC593CEC0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9" name="Possible interpretation A">
            <a:extLst xmlns:a="http://schemas.openxmlformats.org/drawingml/2006/main">
              <a:ext uri="{FF2B5EF4-FFF2-40B4-BE49-F238E27FC236}">
                <a16:creationId xmlns:a16="http://schemas.microsoft.com/office/drawing/2014/main" id="{3E464A05-DC51-4E31-B653-79D0DB409BD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0" name="">
            <a:extLst xmlns:a="http://schemas.openxmlformats.org/drawingml/2006/main">
              <a:ext uri="{FF2B5EF4-FFF2-40B4-BE49-F238E27FC236}">
                <a16:creationId xmlns:a16="http://schemas.microsoft.com/office/drawing/2014/main" id="{101D8268-E03E-470B-B624-B89513BD92F7}"/>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1" name="A">
            <a:extLst xmlns:a="http://schemas.openxmlformats.org/drawingml/2006/main">
              <a:ext uri="{FF2B5EF4-FFF2-40B4-BE49-F238E27FC236}">
                <a16:creationId xmlns:a16="http://schemas.microsoft.com/office/drawing/2014/main" id="{B3D84686-B8E4-49A2-BD20-664C48B59204}"/>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2" name="테스트를 바꿀까?">
            <a:extLst xmlns:a="http://schemas.openxmlformats.org/drawingml/2006/main">
              <a:ext uri="{FF2B5EF4-FFF2-40B4-BE49-F238E27FC236}">
                <a16:creationId xmlns:a16="http://schemas.microsoft.com/office/drawing/2014/main" id="{75097272-6C5F-4082-9718-DDBF07D52B4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3" name="기대값을 수정하는 해석">
            <a:extLst xmlns:a="http://schemas.openxmlformats.org/drawingml/2006/main">
              <a:ext uri="{FF2B5EF4-FFF2-40B4-BE49-F238E27FC236}">
                <a16:creationId xmlns:a16="http://schemas.microsoft.com/office/drawing/2014/main" id="{FD610891-81F9-4328-B351-E97C9E8A72CF}"/>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4" name="Possible interpretation B">
            <a:extLst xmlns:a="http://schemas.openxmlformats.org/drawingml/2006/main">
              <a:ext uri="{FF2B5EF4-FFF2-40B4-BE49-F238E27FC236}">
                <a16:creationId xmlns:a16="http://schemas.microsoft.com/office/drawing/2014/main" id="{BEC0FCBA-0902-4815-9EBE-881F64EADC0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5" name="">
            <a:extLst xmlns:a="http://schemas.openxmlformats.org/drawingml/2006/main">
              <a:ext uri="{FF2B5EF4-FFF2-40B4-BE49-F238E27FC236}">
                <a16:creationId xmlns:a16="http://schemas.microsoft.com/office/drawing/2014/main" id="{ED335321-4FC9-4758-8C12-F5FFA7E9781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6" name="B">
            <a:extLst xmlns:a="http://schemas.openxmlformats.org/drawingml/2006/main">
              <a:ext uri="{FF2B5EF4-FFF2-40B4-BE49-F238E27FC236}">
                <a16:creationId xmlns:a16="http://schemas.microsoft.com/office/drawing/2014/main" id="{19801046-7642-4B93-A745-F5A63535FA71}"/>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7" name="구현을 바꿀까?">
            <a:extLst xmlns:a="http://schemas.openxmlformats.org/drawingml/2006/main">
              <a:ext uri="{FF2B5EF4-FFF2-40B4-BE49-F238E27FC236}">
                <a16:creationId xmlns:a16="http://schemas.microsoft.com/office/drawing/2014/main" id="{89DF0A04-9456-4EB2-B825-9D7F447AF89B}"/>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8" name="동작을 명세에 맞추는 해석">
            <a:extLst xmlns:a="http://schemas.openxmlformats.org/drawingml/2006/main">
              <a:ext uri="{FF2B5EF4-FFF2-40B4-BE49-F238E27FC236}">
                <a16:creationId xmlns:a16="http://schemas.microsoft.com/office/drawing/2014/main" id="{4A910956-3913-4885-9EE1-EF4F5EB1209B}"/>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29" name="Possible interpretation C">
            <a:extLst xmlns:a="http://schemas.openxmlformats.org/drawingml/2006/main">
              <a:ext uri="{FF2B5EF4-FFF2-40B4-BE49-F238E27FC236}">
                <a16:creationId xmlns:a16="http://schemas.microsoft.com/office/drawing/2014/main" id="{9F7840BE-7BEE-493A-89BB-D07A1FEC2C5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0" name="">
            <a:extLst xmlns:a="http://schemas.openxmlformats.org/drawingml/2006/main">
              <a:ext uri="{FF2B5EF4-FFF2-40B4-BE49-F238E27FC236}">
                <a16:creationId xmlns:a16="http://schemas.microsoft.com/office/drawing/2014/main" id="{724033E0-041A-4C5E-B502-2441DCAFE273}"/>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1" name="C">
            <a:extLst xmlns:a="http://schemas.openxmlformats.org/drawingml/2006/main">
              <a:ext uri="{FF2B5EF4-FFF2-40B4-BE49-F238E27FC236}">
                <a16:creationId xmlns:a16="http://schemas.microsoft.com/office/drawing/2014/main" id="{FA4B04E0-73FD-4320-BA97-C303BCE2DC1B}"/>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2" name="먼저 물어볼까?">
            <a:extLst xmlns:a="http://schemas.openxmlformats.org/drawingml/2006/main">
              <a:ext uri="{FF2B5EF4-FFF2-40B4-BE49-F238E27FC236}">
                <a16:creationId xmlns:a16="http://schemas.microsoft.com/office/drawing/2014/main" id="{4B17EB73-A6DB-4ED0-BA82-03825E8F3C5F}"/>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3" name="의도를 확인한 뒤 진행">
            <a:extLst xmlns:a="http://schemas.openxmlformats.org/drawingml/2006/main">
              <a:ext uri="{FF2B5EF4-FFF2-40B4-BE49-F238E27FC236}">
                <a16:creationId xmlns:a16="http://schemas.microsoft.com/office/drawing/2014/main" id="{BBBFB909-553E-40AC-B0C3-1E856FC615E7}"/>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4" name="아직 정해지지 않은 정보">
            <a:extLst xmlns:a="http://schemas.openxmlformats.org/drawingml/2006/main">
              <a:ext uri="{FF2B5EF4-FFF2-40B4-BE49-F238E27FC236}">
                <a16:creationId xmlns:a16="http://schemas.microsoft.com/office/drawing/2014/main" id="{D495025E-A9FB-41EA-9E57-8F737AB90066}"/>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5" name="목표의 세부 ?">
            <a:extLst xmlns:a="http://schemas.openxmlformats.org/drawingml/2006/main">
              <a:ext uri="{FF2B5EF4-FFF2-40B4-BE49-F238E27FC236}">
                <a16:creationId xmlns:a16="http://schemas.microsoft.com/office/drawing/2014/main" id="{FE0C492A-6614-4D1C-A305-8F05256739C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6" name="보존 조건 ?">
            <a:extLst xmlns:a="http://schemas.openxmlformats.org/drawingml/2006/main">
              <a:ext uri="{FF2B5EF4-FFF2-40B4-BE49-F238E27FC236}">
                <a16:creationId xmlns:a16="http://schemas.microsoft.com/office/drawing/2014/main" id="{22573B68-4796-4DC0-B1C3-896C80158D12}"/>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7" name="수정 범위 ?">
            <a:extLst xmlns:a="http://schemas.openxmlformats.org/drawingml/2006/main">
              <a:ext uri="{FF2B5EF4-FFF2-40B4-BE49-F238E27FC236}">
                <a16:creationId xmlns:a16="http://schemas.microsoft.com/office/drawing/2014/main" id="{7F636D59-DD97-4BED-A16C-0A0D28F77D94}"/>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8" name="확인 근거 ?">
            <a:extLst xmlns:a="http://schemas.openxmlformats.org/drawingml/2006/main">
              <a:ext uri="{FF2B5EF4-FFF2-40B4-BE49-F238E27FC236}">
                <a16:creationId xmlns:a16="http://schemas.microsoft.com/office/drawing/2014/main" id="{43A3893F-F313-418D-A280-CC791DDD293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39" name="완료 조건 ?">
            <a:extLst xmlns:a="http://schemas.openxmlformats.org/drawingml/2006/main">
              <a:ext uri="{FF2B5EF4-FFF2-40B4-BE49-F238E27FC236}">
                <a16:creationId xmlns:a16="http://schemas.microsoft.com/office/drawing/2014/main" id="{836047ED-BE36-4E75-BF06-09557B035CD1}"/>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0" name="Legacy module connection">
            <a:extLst xmlns:a="http://schemas.openxmlformats.org/drawingml/2006/main">
              <a:ext uri="{FF2B5EF4-FFF2-40B4-BE49-F238E27FC236}">
                <a16:creationId xmlns:a16="http://schemas.microsoft.com/office/drawing/2014/main" id="{15922CBC-2C1A-4F69-9041-B71BE20A09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3070066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E81429B6-E2AE-4654-871C-309312A467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4DA86B86-4985-47AB-89E5-5472927216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E5C0DB83-5B98-4883-93DC-E204F89132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2001A4BA-C16E-4A5C-B44C-9E7A9590D9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C2C64B07-90C3-4D77-B852-C8ABF82E95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4019BAEE-0C6B-490B-9B6B-E52D9544D2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3C05E8B3-8270-4F99-9C70-2DA4FE838978}"/>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7D9C0928-5AF5-448C-B501-E576931A670E}"/>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61DF0B8E-1CBE-4DB3-9409-A176A62120F0}"/>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184542E4-D4CF-4E32-A918-E54AE38AF061}"/>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EB5CFC73-5486-4544-A69B-62E039992D96}"/>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546C7715-3D33-47B3-9FCD-03D21B1905F0}"/>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E80602DD-7F4B-4FDE-BC22-6B4A55382050}"/>
              </a:ext>
            </a:extLst>
          </p:cNvPr>
          <p:cNvSpPr>
            <a:spLocks xmlns:a="http://schemas.openxmlformats.org/drawingml/2006/main" noGrp="1"/>
          </p:cNvSpPr>
          <p:nvPr/>
        </p:nvSpPr>
        <p:spPr>
          <a:xfrm xmlns:a="http://schemas.openxmlformats.org/drawingml/2006/main">
            <a:off x="800100" y="3257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Test 기대값">
            <a:extLst xmlns:a="http://schemas.openxmlformats.org/drawingml/2006/main">
              <a:ext uri="{FF2B5EF4-FFF2-40B4-BE49-F238E27FC236}">
                <a16:creationId xmlns:a16="http://schemas.microsoft.com/office/drawing/2014/main" id="{A997E80A-49B7-432E-8BF2-B2B190D5A3AE}"/>
              </a:ext>
            </a:extLst>
          </p:cNvPr>
          <p:cNvSpPr>
            <a:spLocks xmlns:a="http://schemas.openxmlformats.org/drawingml/2006/main" noGrp="1"/>
          </p:cNvSpPr>
          <p:nvPr/>
        </p:nvSpPr>
        <p:spPr>
          <a:xfrm xmlns:a="http://schemas.openxmlformats.org/drawingml/2006/main">
            <a:off x="1504950" y="3257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명세·Test 기대값</a:t>
            </a:r>
          </a:p>
        </p:txBody>
      </p:sp>
      <p:sp>
        <p:nvSpPr>
          <p:cNvPr id="15" name="범위">
            <a:extLst xmlns:a="http://schemas.openxmlformats.org/drawingml/2006/main">
              <a:ext uri="{FF2B5EF4-FFF2-40B4-BE49-F238E27FC236}">
                <a16:creationId xmlns:a16="http://schemas.microsoft.com/office/drawing/2014/main" id="{F7DC0644-D1B7-46A6-AABC-103F793AA693}"/>
              </a:ext>
            </a:extLst>
          </p:cNvPr>
          <p:cNvSpPr>
            <a:spLocks xmlns:a="http://schemas.openxmlformats.org/drawingml/2006/main" noGrp="1"/>
          </p:cNvSpPr>
          <p:nvPr/>
        </p:nvSpPr>
        <p:spPr>
          <a:xfrm xmlns:a="http://schemas.openxmlformats.org/drawingml/2006/main">
            <a:off x="800100" y="3638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0E8FFEDF-8773-4C58-9A57-57BF989C1F1C}"/>
              </a:ext>
            </a:extLst>
          </p:cNvPr>
          <p:cNvSpPr>
            <a:spLocks xmlns:a="http://schemas.openxmlformats.org/drawingml/2006/main" noGrp="1"/>
          </p:cNvSpPr>
          <p:nvPr/>
        </p:nvSpPr>
        <p:spPr>
          <a:xfrm xmlns:a="http://schemas.openxmlformats.org/drawingml/2006/main">
            <a:off x="1504950" y="3638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2F9DC5FB-EC0D-4921-AF2C-E4D4E18BE06D}"/>
              </a:ext>
            </a:extLst>
          </p:cNvPr>
          <p:cNvSpPr>
            <a:spLocks xmlns:a="http://schemas.openxmlformats.org/drawingml/2006/main" noGrp="1"/>
          </p:cNvSpPr>
          <p:nvPr/>
        </p:nvSpPr>
        <p:spPr>
          <a:xfrm xmlns:a="http://schemas.openxmlformats.org/drawingml/2006/main">
            <a:off x="800100" y="4019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집중·전체 Test + CLI smoke + diff">
            <a:extLst xmlns:a="http://schemas.openxmlformats.org/drawingml/2006/main">
              <a:ext uri="{FF2B5EF4-FFF2-40B4-BE49-F238E27FC236}">
                <a16:creationId xmlns:a16="http://schemas.microsoft.com/office/drawing/2014/main" id="{C8CAA18D-6B77-4D03-A304-7C06D14C8FCA}"/>
              </a:ext>
            </a:extLst>
          </p:cNvPr>
          <p:cNvSpPr>
            <a:spLocks xmlns:a="http://schemas.openxmlformats.org/drawingml/2006/main" noGrp="1"/>
          </p:cNvSpPr>
          <p:nvPr/>
        </p:nvSpPr>
        <p:spPr>
          <a:xfrm xmlns:a="http://schemas.openxmlformats.org/drawingml/2006/main">
            <a:off x="1504950" y="4019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집중·전체 Test + CLI smoke + diff</a:t>
            </a:r>
          </a:p>
        </p:txBody>
      </p:sp>
      <p:sp>
        <p:nvSpPr>
          <p:cNvPr id="19" name="완료">
            <a:extLst xmlns:a="http://schemas.openxmlformats.org/drawingml/2006/main">
              <a:ext uri="{FF2B5EF4-FFF2-40B4-BE49-F238E27FC236}">
                <a16:creationId xmlns:a16="http://schemas.microsoft.com/office/drawing/2014/main" id="{8D6FE673-570D-49DD-84F9-B4B83F889783}"/>
              </a:ext>
            </a:extLst>
          </p:cNvPr>
          <p:cNvSpPr>
            <a:spLocks xmlns:a="http://schemas.openxmlformats.org/drawingml/2006/main" noGrp="1"/>
          </p:cNvSpPr>
          <p:nvPr/>
        </p:nvSpPr>
        <p:spPr>
          <a:xfrm xmlns:a="http://schemas.openxmlformats.org/drawingml/2006/main">
            <a:off x="800100" y="4400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4F53A6AE-C943-449C-B5A3-5EC8FBD0EE4A}"/>
              </a:ext>
            </a:extLst>
          </p:cNvPr>
          <p:cNvSpPr>
            <a:spLocks xmlns:a="http://schemas.openxmlformats.org/drawingml/2006/main" noGrp="1"/>
          </p:cNvSpPr>
          <p:nvPr/>
        </p:nvSpPr>
        <p:spPr>
          <a:xfrm xmlns:a="http://schemas.openxmlformats.org/drawingml/2006/main">
            <a:off x="1504950" y="4400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331CD660-9C89-4FC8-84B9-A68F9269BC3F}"/>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E1F37AB1-40C3-4D28-B5A0-34E5FF66D0CA}"/>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F4A1960-C4DA-4001-9137-D66E0605B24A}"/>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93F4CAB2-1808-4460-934D-0EBC5E965495}"/>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3A6EDFF3-9849-4540-80F9-33F13A9B4614}"/>
              </a:ext>
            </a:extLst>
          </p:cNvPr>
          <p:cNvPicPr>
            <a:picLocks xmlns:a="http://schemas.openxmlformats.org/drawingml/2006/main" noChangeAspect="1"/>
          </p:cNvPicPr>
          <p:nvPr/>
        </p:nvPicPr>
        <p:blipFill>
          <a:blip xmlns:r="http://schemas.openxmlformats.org/officeDocument/2006/relationships" xmlns:a="http://schemas.openxmlformats.org/drawingml/2006/main" r:embed="R7fa7c4337a53475d"/>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AF065F09-2AD6-4ADD-84D5-9E80C0E48966}"/>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964B004-BF4D-4136-90F9-694134A0310E}"/>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82E9168-D9D4-45C5-86E5-27659DA5F81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FA89FAB2-A7CE-4E03-BCAD-1A7D1BA91433}"/>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A12BF6B4-758A-4886-9EC5-13FE1E313554}"/>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E84F281C-549F-4FE0-B094-03A847D9A7B7}"/>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7B2EBCD7-3C67-4826-BA80-533DF4E26990}"/>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DB4987A7-917F-4890-A2FD-D2A9B0B5489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F86D2E2E-DD9A-4F3F-BA40-4802C8911D18}"/>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B59C889A-F862-416D-B10D-867A40D04FA6}"/>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D39ADCE5-980A-4D86-930A-B31E4F2BA3B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8F507A5-0585-44C3-939B-52EC350E6457}"/>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8D7BC960-E821-4455-887E-368431D9CAE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FD39A98B-C868-4600-9CFB-A7425BB3C84D}"/>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B63B2415-8B0B-4466-9CCA-869AD71F8873}"/>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D34293C5-9A6D-4332-8066-CFECB2C07B9F}"/>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855DF6BD-CD3A-485C-8E8F-BC6170F5CA09}"/>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577F0F9B-C923-49AC-8C22-8BF72FAD7DB2}"/>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추측할 선택을 줄이고, 원하는 경로를 명시한다.">
            <a:extLst xmlns:a="http://schemas.openxmlformats.org/drawingml/2006/main">
              <a:ext uri="{FF2B5EF4-FFF2-40B4-BE49-F238E27FC236}">
                <a16:creationId xmlns:a16="http://schemas.microsoft.com/office/drawing/2014/main" id="{326143FB-8548-4DD7-A74D-E6A0D0F0D070}"/>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추측할 선택을 줄이고, 원하는 경로를 명시한다.</a:t>
            </a:r>
          </a:p>
        </p:txBody>
      </p:sp>
      <p:sp>
        <p:nvSpPr>
          <p:cNvPr id="45" name="Legacy module connection">
            <a:extLst xmlns:a="http://schemas.openxmlformats.org/drawingml/2006/main">
              <a:ext uri="{FF2B5EF4-FFF2-40B4-BE49-F238E27FC236}">
                <a16:creationId xmlns:a16="http://schemas.microsoft.com/office/drawing/2014/main" id="{C98CA4F3-4F00-4FD3-81D3-DBC384A7DA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295350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DEBF67C9-AA3B-47BF-A4B5-06D66D4D96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0036AE4B-DA65-4F06-9D2C-AC1849256A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EC09010D-39DA-4854-931C-1635BF1B75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B37E86E5-0C0F-4537-BC7E-5450183777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DDCE0B96-033A-469A-8E48-60834FD294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9ED35DCA-A921-4AFB-A11D-9E8B733A4E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F4D01D40-D650-460E-85B5-36F57249B0F7}"/>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368489C1-22BF-4C77-9647-A6DBBC5C073D}"/>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40235874-E360-4D4F-BE97-B75A1905B6B3}"/>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6A2AEC2D-DC42-46A2-BE9B-68CED5DDA128}"/>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ED68757C-D37D-4021-886B-853276AAF88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39FBCAD5-0129-4FA0-B5D5-642FFB60E5A2}"/>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66698C99-36DF-466F-BC44-059A04A9F6B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79EED594-1402-4638-BDF0-CE27A3B94B75}"/>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AB31DE0-201B-4F95-BE1F-C8F709269517}"/>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071113DB-FE97-4DA0-8A29-9DDD3BB86669}"/>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517AD764-B193-4366-B46C-10062E598240}"/>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ED989656-5CA1-4E7D-9763-D87AED8F6F39}"/>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AA8D38FB-5ADC-4BBA-81B4-434C4B1E9991}"/>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5CDFF46-232E-4C15-9C38-2517D625323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53D12F28-B193-40FF-8345-325E3E9DC476}"/>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564E108-287A-464B-84F0-54BEEFB73BF2}"/>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8674FC18-6579-40D9-8C96-8F992E3847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30791864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9068CE1D-0D07-456D-A3C2-0667F1A298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A00B7DE3-4182-4A3C-AC17-BD2CC4B9A2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AF15A7F8-230C-4365-9723-27689095C0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A36585DE-95B7-4CF8-ABDE-B8318E112F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11BF32CF-FB8A-44C5-A636-D2E5078852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11E513D8-00CC-4D3E-9348-86A66A7EED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473ED420-811A-4657-AD8C-278B94FE18D7}"/>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E7DC3816-02EE-45C7-BBAE-23C4961360EF}"/>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5225346-5891-405D-A5EF-A0408CDB161A}"/>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C47F8924-1578-4BF7-B707-3C52828DD2CF}"/>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2367C57-566A-4602-BB5A-E8B2B3FCDC4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B49C41EB-36C0-411A-9ACB-A7D5B882ED49}"/>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F88FA7F5-869F-4FC8-A5A4-579BAE6052B5}"/>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4F08DD0F-3C42-407A-BE19-9C9393F01CBD}"/>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84AA135C-C2DB-49C9-8219-A0A42CD6AD75}"/>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0D76E29E-2AB5-4992-841F-A397C3A4453D}"/>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ED5DAD77-2898-4EEE-910C-1144922FBCBD}"/>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1A79AEA1-78C9-4B65-BC50-F8C424C0F4ED}"/>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E23B203F-7829-47EE-9BB2-4E4786D7245C}"/>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020F7AF3-80D2-415D-97A9-BF34E33C4A02}"/>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936C35E7-219D-48F8-A906-1661FB1A74A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635167E5-F2B0-4B94-A427-FE355EAA3D65}"/>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B67C326-39B9-4818-86EE-A0CA81C4BCBD}"/>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EF52D23F-D97F-41F7-8CB8-ECD0B68E339C}"/>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98925856-0E0E-4247-A5CD-FE8E7E0094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014347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F6D65C19-8B6E-477C-A9C7-77B818C07E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6">
            <a:extLst xmlns:a="http://schemas.openxmlformats.org/drawingml/2006/main">
              <a:ext uri="{FF2B5EF4-FFF2-40B4-BE49-F238E27FC236}">
                <a16:creationId xmlns:a16="http://schemas.microsoft.com/office/drawing/2014/main" id="{050725B7-8C39-4397-95B3-39DBF1B46A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4509005A-B5E6-4EC5-8C06-9EDE502EF7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EA10E605-AF62-4FB3-8C3E-AE3EE86E89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1D2EB604-C9D7-4DE3-8A60-A8579B21E2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E4C8D97B-0FD0-4200-9237-7303A19DA3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3E271BB7-86E1-4E2D-A0E5-087DD2BE6AFE}"/>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4D020B5-1F58-43EF-8F4E-70E95E737EB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F60BC201-D34A-495E-96EA-F727C8704F71}"/>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55D79C72-BEA5-4AA1-9BC7-EFB36E3962E4}"/>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8B85E312-293D-493C-AEBC-901E7060332C}"/>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A4321A8E-BA38-4BAA-A25D-BD1C3E21CB5B}"/>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A1A8C854-A829-4573-85E6-1A484332F84B}"/>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9BE9C3C6-D1DC-45F3-93E8-72BE819453EE}"/>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B944A93D-6FB9-4291-943C-AC1779257D16}"/>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EE616F36-6DD6-4984-A62C-0E188863F6BF}"/>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1E674E5A-534C-4014-921C-69F150815440}"/>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0D968D18-5179-493A-A4DD-F43CA27781B7}"/>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A9854746-2885-4EFB-BD50-0D3DC58A37C9}"/>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5D5B140D-6D8C-4BFB-9937-837FE458E54A}"/>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9B77C70C-4749-4283-8C8D-EEF1E3910F9F}"/>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75889019-8B61-448E-85B8-1A5DC504941D}"/>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54DAFBB9-C1BC-4DAB-893A-AC5BC646FAF0}"/>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80C5A487-412A-444C-8CF1-6387EBF326D2}"/>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8A03A8A5-3319-4613-87D1-C50F370A08E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6753AF97-25D6-46BD-8B53-7FAA6A9D0D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8234166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TRIAL-002 관찰 시작">
            <a:extLst xmlns:a="http://schemas.openxmlformats.org/drawingml/2006/main">
              <a:ext uri="{FF2B5EF4-FFF2-40B4-BE49-F238E27FC236}">
                <a16:creationId xmlns:a16="http://schemas.microsoft.com/office/drawing/2014/main" id="{52E8BD91-9670-47D2-977A-D817A35F5A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7">
            <a:extLst xmlns:a="http://schemas.openxmlformats.org/drawingml/2006/main">
              <a:ext uri="{FF2B5EF4-FFF2-40B4-BE49-F238E27FC236}">
                <a16:creationId xmlns:a16="http://schemas.microsoft.com/office/drawing/2014/main" id="{109E1F91-38C8-43FF-AE48-835747C7E4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FF67A13F-904E-4244-87F0-96FCDE6A47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54E974BE-C446-4726-AE38-7E88677557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C1DD7EF3-C17B-4A6B-AC93-B58E9EBEE4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40F81316-2744-4DA7-A6F9-5C3B8FCD6C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
            <a:extLst xmlns:a="http://schemas.openxmlformats.org/drawingml/2006/main">
              <a:ext uri="{FF2B5EF4-FFF2-40B4-BE49-F238E27FC236}">
                <a16:creationId xmlns:a16="http://schemas.microsoft.com/office/drawing/2014/main" id="{838320EB-6275-4235-BACC-2BE8DBFEA355}"/>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입력한 Prompt · 핵심 지시 발췌·번역">
            <a:extLst xmlns:a="http://schemas.openxmlformats.org/drawingml/2006/main">
              <a:ext uri="{FF2B5EF4-FFF2-40B4-BE49-F238E27FC236}">
                <a16:creationId xmlns:a16="http://schemas.microsoft.com/office/drawing/2014/main" id="{13DFFD06-5AAA-40B9-927F-7E79690F7FEB}"/>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입력한 Prompt · 핵심 지시 발췌·번역</a:t>
            </a:r>
          </a:p>
        </p:txBody>
      </p:sp>
      <p:sp>
        <p:nvSpPr>
          <p:cNvPr id="9" name="">
            <a:extLst xmlns:a="http://schemas.openxmlformats.org/drawingml/2006/main">
              <a:ext uri="{FF2B5EF4-FFF2-40B4-BE49-F238E27FC236}">
                <a16:creationId xmlns:a16="http://schemas.microsoft.com/office/drawing/2014/main" id="{596C596B-0D11-4662-AF0A-1ACB2A7E689D}"/>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E3E4E8E9-1C05-4066-B3DC-47C14C7ADF51}"/>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2204B8FA-EA06-4A4B-A0EC-D9559705B67E}"/>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03ECCF2B-B6F4-46FA-BADC-E1F5B38406DC}"/>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AI Agent 관찰 순서">
            <a:extLst xmlns:a="http://schemas.openxmlformats.org/drawingml/2006/main">
              <a:ext uri="{FF2B5EF4-FFF2-40B4-BE49-F238E27FC236}">
                <a16:creationId xmlns:a16="http://schemas.microsoft.com/office/drawing/2014/main" id="{8E636E6F-DCF1-4FAE-B8BB-61414B392FA4}"/>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AI Agent 관찰 순서</a:t>
            </a:r>
          </a:p>
        </p:txBody>
      </p:sp>
      <p:sp>
        <p:nvSpPr>
          <p:cNvPr id="14" name="Prompt의 같은 번호와 대조">
            <a:extLst xmlns:a="http://schemas.openxmlformats.org/drawingml/2006/main">
              <a:ext uri="{FF2B5EF4-FFF2-40B4-BE49-F238E27FC236}">
                <a16:creationId xmlns:a16="http://schemas.microsoft.com/office/drawing/2014/main" id="{D5F56EB0-0E03-46A4-8C3B-FA4817EDCE81}"/>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0B6172"/>
                </a:solidFill>
                <a:latin typeface="Malgun Gothic"/>
                <a:ea typeface="Malgun Gothic"/>
                <a:cs typeface="Malgun Gothic"/>
              </a:defRPr>
            </a:defPPr>
            <a:lvl1pPr algn="l">
              <a:defRPr sz="1875" b="0">
                <a:solidFill>
                  <a:srgbClr val="0B6172"/>
                </a:solidFill>
                <a:latin typeface="Malgun Gothic"/>
                <a:ea typeface="Malgun Gothic"/>
                <a:cs typeface="Malgun Gothic"/>
              </a:defRPr>
            </a:lvl1pPr>
            <a:lvl2pPr algn="l">
              <a:defRPr sz="1875" b="0">
                <a:solidFill>
                  <a:srgbClr val="0B6172"/>
                </a:solidFill>
                <a:latin typeface="Malgun Gothic"/>
                <a:ea typeface="Malgun Gothic"/>
                <a:cs typeface="Malgun Gothic"/>
              </a:defRPr>
            </a:lvl2pPr>
            <a:lvl3pPr algn="l">
              <a:defRPr sz="1875" b="0">
                <a:solidFill>
                  <a:srgbClr val="0B6172"/>
                </a:solidFill>
                <a:latin typeface="Malgun Gothic"/>
                <a:ea typeface="Malgun Gothic"/>
                <a:cs typeface="Malgun Gothic"/>
              </a:defRPr>
            </a:lvl3pPr>
            <a:lvl4pPr algn="l">
              <a:defRPr sz="1875" b="0">
                <a:solidFill>
                  <a:srgbClr val="0B6172"/>
                </a:solidFill>
                <a:latin typeface="Malgun Gothic"/>
                <a:ea typeface="Malgun Gothic"/>
                <a:cs typeface="Malgun Gothic"/>
              </a:defRPr>
            </a:lvl4pPr>
            <a:lvl5pPr algn="l">
              <a:defRPr sz="1875" b="0">
                <a:solidFill>
                  <a:srgbClr val="0B6172"/>
                </a:solidFill>
                <a:latin typeface="Malgun Gothic"/>
                <a:ea typeface="Malgun Gothic"/>
                <a:cs typeface="Malgun Gothic"/>
              </a:defRPr>
            </a:lvl5pPr>
            <a:lvl6pPr algn="l">
              <a:defRPr sz="1875" b="0">
                <a:solidFill>
                  <a:srgbClr val="0B6172"/>
                </a:solidFill>
                <a:latin typeface="Malgun Gothic"/>
                <a:ea typeface="Malgun Gothic"/>
                <a:cs typeface="Malgun Gothic"/>
              </a:defRPr>
            </a:lvl6pPr>
            <a:lvl7pPr algn="l">
              <a:defRPr sz="1875" b="0">
                <a:solidFill>
                  <a:srgbClr val="0B6172"/>
                </a:solidFill>
                <a:latin typeface="Malgun Gothic"/>
                <a:ea typeface="Malgun Gothic"/>
                <a:cs typeface="Malgun Gothic"/>
              </a:defRPr>
            </a:lvl7pPr>
            <a:lvl8pPr algn="l">
              <a:defRPr sz="1875" b="0">
                <a:solidFill>
                  <a:srgbClr val="0B6172"/>
                </a:solidFill>
                <a:latin typeface="Malgun Gothic"/>
                <a:ea typeface="Malgun Gothic"/>
                <a:cs typeface="Malgun Gothic"/>
              </a:defRPr>
            </a:lvl8pPr>
            <a:lvl9pPr algn="l">
              <a:defRPr sz="1875" b="0">
                <a:solidFill>
                  <a:srgbClr val="0B6172"/>
                </a:solidFill>
                <a:latin typeface="Malgun Gothic"/>
                <a:ea typeface="Malgun Gothic"/>
                <a:cs typeface="Malgun Gothic"/>
              </a:defRPr>
            </a:lvl9pPr>
          </a:lstStyle>
          <a:p xmlns:a="http://schemas.openxmlformats.org/drawingml/2006/main">
            <a:pPr algn="l">
              <a:defRPr sz="1875" b="0">
                <a:solidFill>
                  <a:srgbClr val="0B6172"/>
                </a:solidFill>
                <a:latin typeface="Malgun Gothic"/>
                <a:ea typeface="Malgun Gothic"/>
                <a:cs typeface="Malgun Gothic"/>
              </a:defRPr>
            </a:pPr>
            <a:r>
              <a:rPr sz="1875" b="0">
                <a:solidFill>
                  <a:srgbClr val="0B6172"/>
                </a:solidFill>
                <a:latin typeface="Malgun Gothic"/>
                <a:ea typeface="Malgun Gothic"/>
                <a:cs typeface="Malgun Gothic"/>
              </a:rPr>
              <a:t>Prompt의 같은 번호와 대조</a:t>
            </a:r>
          </a:p>
        </p:txBody>
      </p:sp>
      <p:sp>
        <p:nvSpPr>
          <p:cNvPr id="15" name="01">
            <a:extLst xmlns:a="http://schemas.openxmlformats.org/drawingml/2006/main">
              <a:ext uri="{FF2B5EF4-FFF2-40B4-BE49-F238E27FC236}">
                <a16:creationId xmlns:a16="http://schemas.microsoft.com/office/drawing/2014/main" id="{994D4047-40BC-4533-B5AF-02F56F4BB4AF}"/>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667A9E99-186F-4E63-AF18-374F91449468}"/>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F7C2D25B-3221-4F96-95A6-82C4CBEDF6CE}"/>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81B767D8-3FB7-410F-94EA-1C19EDFDF254}"/>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C8FA0F4D-E83D-4CA3-A0E1-3D29FF75B2F7}"/>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0E4B913A-0F3A-44F7-B5B7-4638D9FDE942}"/>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D9D5793B-0FF5-46B1-9E06-1AB891E6AC7A}"/>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1FC9D83C-B5E3-41F2-B035-38B1E1C42330}"/>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D11CB9E2-C9E5-41B1-AED5-16BF1879B0E1}"/>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D8E0DEB5-2659-43C5-98AA-2C7665D607B5}"/>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3153ABD9-96E5-4CB4-976B-9658A3380CFD}"/>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7C7FBC8F-7860-40F1-A959-1CEB80FB1D82}"/>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CC7DA6B3-BF8A-47B7-B473-F6F210DC4C8E}"/>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193D56D1-C9DD-4019-8B56-0895DD4B8211}"/>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DE53B5AC-D29F-4902-83E4-124C9D90DDEA}"/>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9CE5CA69-8E83-43B2-BBE1-A4ADFDD44F02}"/>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5CDEF72B-A515-4350-B021-28C4B5AFE65E}"/>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집중·전체 Test, 가능하면 CLI smoke.&#10;diff 확인 · 변경 파일과 검증 근거 보고.">
            <a:extLst xmlns:a="http://schemas.openxmlformats.org/drawingml/2006/main">
              <a:ext uri="{FF2B5EF4-FFF2-40B4-BE49-F238E27FC236}">
                <a16:creationId xmlns:a16="http://schemas.microsoft.com/office/drawing/2014/main" id="{B0CF282D-B179-4A9B-AC4B-7483F148B0DD}"/>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집중·전체 Test, 가능하면 CLI smoke.</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diff 확인 · 변경 파일과 검증 근거 보고.</a:t>
            </a:r>
          </a:p>
        </p:txBody>
      </p:sp>
      <p:sp>
        <p:nvSpPr>
          <p:cNvPr id="33" name="05">
            <a:extLst xmlns:a="http://schemas.openxmlformats.org/drawingml/2006/main">
              <a:ext uri="{FF2B5EF4-FFF2-40B4-BE49-F238E27FC236}">
                <a16:creationId xmlns:a16="http://schemas.microsoft.com/office/drawing/2014/main" id="{F7CE1D16-953F-4C39-BCC5-8479E5E06538}"/>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7B4D8AAC-6F36-4D60-96F8-973BBC0D57F6}"/>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775671DE-6C22-4855-A431-DBE23064FE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4328565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04 수정 · 앞서 확인한 명세를 지킨다">
            <a:extLst xmlns:a="http://schemas.openxmlformats.org/drawingml/2006/main">
              <a:ext uri="{FF2B5EF4-FFF2-40B4-BE49-F238E27FC236}">
                <a16:creationId xmlns:a16="http://schemas.microsoft.com/office/drawing/2014/main" id="{F310181E-A7D5-4B2B-A037-FCAC25B413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04 수정 · 앞서 확인한 명세를 지킨다</a:t>
            </a:r>
          </a:p>
        </p:txBody>
      </p:sp>
      <p:sp>
        <p:nvSpPr>
          <p:cNvPr id="2" name="S18">
            <a:extLst xmlns:a="http://schemas.openxmlformats.org/drawingml/2006/main">
              <a:ext uri="{FF2B5EF4-FFF2-40B4-BE49-F238E27FC236}">
                <a16:creationId xmlns:a16="http://schemas.microsoft.com/office/drawing/2014/main" id="{94FB6D5B-FA31-4A26-AE0F-3E4BDF32D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21ECF1DC-5F27-4F25-86E6-5CC6E9548F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4217AD14-7DEB-405D-9F54-0C938C88E4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18CF964F-695C-4608-8E9F-EF7EF7F795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1662783E-9CE5-410D-8F8A-88FBB0CF90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02 조사 · 03 계획에서 확인한 수정 범위">
            <a:extLst xmlns:a="http://schemas.openxmlformats.org/drawingml/2006/main">
              <a:ext uri="{FF2B5EF4-FFF2-40B4-BE49-F238E27FC236}">
                <a16:creationId xmlns:a16="http://schemas.microsoft.com/office/drawing/2014/main" id="{A5022935-31BB-4423-B4AB-B6564F023AD1}"/>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조사 · 03 계획에서 확인한 수정 범위</a:t>
            </a:r>
          </a:p>
        </p:txBody>
      </p:sp>
      <p:sp>
        <p:nvSpPr>
          <p:cNvPr id="8" name="끝 좌표를 제외하는 명세: [x_start, x_end)">
            <a:extLst xmlns:a="http://schemas.openxmlformats.org/drawingml/2006/main">
              <a:ext uri="{FF2B5EF4-FFF2-40B4-BE49-F238E27FC236}">
                <a16:creationId xmlns:a16="http://schemas.microsoft.com/office/drawing/2014/main" id="{AA5C8D02-E6B7-4CEF-95A3-486756CE714A}"/>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23510B5B-19B2-4171-BACA-53A8A1162BBF}"/>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1217A90-8925-4B6E-9C23-1096A2AF6376}"/>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C53E93B-9ECD-467E-B964-3350FA927615}"/>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EA9C1070-D3D6-4B50-A484-C461CBF1F825}"/>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9DCC8B19-B129-4DBD-B607-1BFBB193ED32}"/>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8EA15646-DCF4-4A2D-89CA-00C1BAFAAA1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633BB371-D611-4D17-8D89-A1CEBF40427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B9407C86-D97F-4123-8EBA-5FC96C6252BE}"/>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23A27F86-6DF4-43A3-8369-B1C39D97C137}"/>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05 검증·보고에서 변경 근거를 확인한다.">
            <a:extLst xmlns:a="http://schemas.openxmlformats.org/drawingml/2006/main">
              <a:ext uri="{FF2B5EF4-FFF2-40B4-BE49-F238E27FC236}">
                <a16:creationId xmlns:a16="http://schemas.microsoft.com/office/drawing/2014/main" id="{4E96F5FC-8ED6-4B3A-BB2D-6C9D1E6A9A44}"/>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05 검증·보고에서 변경 근거를 확인한다.</a:t>
            </a:r>
          </a:p>
        </p:txBody>
      </p:sp>
      <p:sp>
        <p:nvSpPr>
          <p:cNvPr id="19" name="Legacy module connection">
            <a:extLst xmlns:a="http://schemas.openxmlformats.org/drawingml/2006/main">
              <a:ext uri="{FF2B5EF4-FFF2-40B4-BE49-F238E27FC236}">
                <a16:creationId xmlns:a16="http://schemas.microsoft.com/office/drawing/2014/main" id="{8EA06528-F7C6-411E-856F-5695030616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9317199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279BD08C-D417-4045-83F7-81C9F00703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9">
            <a:extLst xmlns:a="http://schemas.openxmlformats.org/drawingml/2006/main">
              <a:ext uri="{FF2B5EF4-FFF2-40B4-BE49-F238E27FC236}">
                <a16:creationId xmlns:a16="http://schemas.microsoft.com/office/drawing/2014/main" id="{14450A9F-530B-402E-B8C9-6662EA5838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732FF44B-0DD5-40E8-A517-71E7369E41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974DB08A-C890-4F53-AD18-BF5F1647AD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378A445-150B-4B05-BB05-2731C93799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B681AE14-B059-42CE-9482-F34224D1BF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CDD6CD9B-4234-439D-A6CD-7772602E8FF6}"/>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8BBA3E15-B6FE-444C-A0A6-3E714D835581}"/>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79B313F1-CFEC-44EE-89FF-92A94F819FF0}"/>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229DF574-8FD4-439A-A01B-184F5A3F2ACB}"/>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394AC9E2-2AB4-412A-BBF7-4C39CED4AC13}"/>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817D11DD-ECD3-4AD9-BD9F-FF9A0318A0D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2891F2A0-3492-434C-AAA1-F64AEEC86811}"/>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73795E3B-D870-40C1-AAF0-62C5C1C3B19F}"/>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A1231E97-25A0-4AB8-BD36-EB87F41338B2}"/>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443BEB25-AAA9-4DC2-ABBA-FF02BA46371E}"/>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B8C91CDF-0BEC-45C7-BB02-6D9179EAC48A}"/>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649F4DA5-1FCE-4736-A399-07BD14064A2C}"/>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44A81C07-70A7-4624-A374-1E840868D752}"/>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C9F2D2E0-6066-4328-A7CF-3E69F259D7E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4168862F-63C4-49E8-A5FD-045E9D2C90C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4D3484FA-7A27-4827-9DA2-92BEE82D90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5680483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00427EBD-7527-4BE9-BCDF-AF3BC3069D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20">
            <a:extLst xmlns:a="http://schemas.openxmlformats.org/drawingml/2006/main">
              <a:ext uri="{FF2B5EF4-FFF2-40B4-BE49-F238E27FC236}">
                <a16:creationId xmlns:a16="http://schemas.microsoft.com/office/drawing/2014/main" id="{57121833-D9BE-46EE-B333-BC4C2ED57D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3F9A010C-E690-4ADA-8118-9D4A122B79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AB2287FF-F6CA-492D-8A20-FCA0F1BA6A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914F943F-673E-4931-923F-8725FD6340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C792BEA6-391D-4963-A3A5-C6C7D4B1E9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A3AB13FD-40BB-4501-82FA-F2910BDD3754}"/>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90CD0B84-F8CD-4BBF-A66D-6F19761AD1EA}"/>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D9BA394E-AD32-4E3D-8AC3-9DC29E22C25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AF74D1B1-1C29-40CA-AC11-CB63AE227CC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B6EB6ABF-70EA-47BE-9106-712F5919725C}"/>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16E87A3C-61B6-4490-A548-C6549FA2EE19}"/>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A4CB31A2-5A13-4A33-BC68-4EB7591034A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0F9EA49F-13CE-43F2-8CD3-FE9671F24C73}"/>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F2B39295-5BF4-4E14-87CC-E054AFAC9C28}"/>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55B86E3A-75BD-4C74-9FC6-16A0C295F091}"/>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1B27C95C-C3C6-4BB8-9E4E-299B8752E7DF}"/>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A8E6F350-BECE-4AC2-8D95-5E1DD8819738}"/>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C18B0662-C5AD-42D9-A710-676932F61845}"/>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5B0A9E43-5B7A-4794-B267-32D133BB4893}"/>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BD4B77C3-60A4-42FC-B7A8-A95E1D114641}"/>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1B6EC925-581B-4C90-B0FA-C4AEC2C3F76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303ABB08-C778-45E2-9FBA-422525A8B5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51655896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91F101FE-5207-44A8-A748-8A341A9CD0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21">
            <a:extLst xmlns:a="http://schemas.openxmlformats.org/drawingml/2006/main">
              <a:ext uri="{FF2B5EF4-FFF2-40B4-BE49-F238E27FC236}">
                <a16:creationId xmlns:a16="http://schemas.microsoft.com/office/drawing/2014/main" id="{FFB692F8-A30B-42CC-8C3B-DCBF954FF8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5F83389A-E578-48D6-8FBA-E33BF59839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C34B702E-00E7-4879-8941-5F49170661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C4EBC007-1FED-41E9-95E1-900B96ACA4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B3194A0A-14EC-496C-878F-F76E0D7A3D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95E25A7E-78C8-481D-8805-4C87D0E17D6A}"/>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51635ECE-1998-4632-B88C-B108C7561A86}"/>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7A68680C-BBC5-4C26-A2EA-CBFE16C2FE5C}"/>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D434BA3C-A5E5-4992-9205-C4CDD21B0A39}"/>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A12C436E-6A3D-42E7-AF95-B9C4DD061CFF}"/>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F52A02FC-C326-4E43-A58B-145CFBF79311}"/>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08CB0092-FEE5-4439-8C99-356D837D9BAA}"/>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E32908D8-9136-48AB-BDBD-BFC8497CC605}"/>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7B3D294B-43C7-44B5-BD6C-A053F9E00665}"/>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E6310F3E-2F1C-4734-B884-7C5AE17D24E7}"/>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EC557ABD-709A-4A37-90FE-D019623AA629}"/>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4AE6BE09-9FE3-4EE6-AE6A-1E8F94E5AA85}"/>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09C8F1E5-C990-48F7-B527-9A0A63D989B8}"/>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818423F1-8D0F-4D88-99B8-BF39668C6542}"/>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C2EEE1B7-909C-4399-9337-9E1E022BD69A}"/>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B947B974-BD0B-4EDF-B6A3-A4033CA26F22}"/>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181496D9-1090-4402-8269-27A8DB4FB216}"/>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CE32AC98-E926-4C67-A2D7-2EE1C1B4834E}"/>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148E75C8-14BD-42F0-B81F-618B6FD3B4B3}"/>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50459899-53A0-4BAA-90ED-323EEBDC3378}"/>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6DB3FC28-558B-4984-B0E2-B928DDA84DCD}"/>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D8AC46EC-DD16-46F8-9C8D-CEF204EEC5F5}"/>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21551AFC-B00D-483F-BEED-2EBD622376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786313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670BBC5-81C0-48EB-A998-62E37AF0DF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2">
            <a:extLst xmlns:a="http://schemas.openxmlformats.org/drawingml/2006/main">
              <a:ext uri="{FF2B5EF4-FFF2-40B4-BE49-F238E27FC236}">
                <a16:creationId xmlns:a16="http://schemas.microsoft.com/office/drawing/2014/main" id="{404D5814-BDEE-48DD-B813-C4128F3DEE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이번 Task인가,&#10;계속 유지할 Project 정보인가?">
            <a:extLst xmlns:a="http://schemas.openxmlformats.org/drawingml/2006/main">
              <a:ext uri="{FF2B5EF4-FFF2-40B4-BE49-F238E27FC236}">
                <a16:creationId xmlns:a16="http://schemas.microsoft.com/office/drawing/2014/main" id="{739B2867-CF71-422F-A187-3BABBEC6ED6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A74681C1-7361-4BA8-980D-EEE73D708D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02B3FA84-B003-4628-8499-4A046EABF1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D4902CDD-FAF1-4D33-8046-C375E0DD90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FCC252F5-2E3C-466C-8A6D-724F9BAFAE2C}"/>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7BF2B5CB-2D45-4A8F-BAE1-E991956190B9}"/>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18CFB151-7777-4A65-B788-76CF04296BBD}"/>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1519A40-59F8-46C0-967F-8FFB9989D3DE}"/>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CCF01C2B-764A-4B64-9356-096981B0DD76}"/>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5901736E-7FB4-4ABA-8C08-DB40578AC3AC}"/>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380CB399-6529-401A-98C6-934E6ED833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7789250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28AD8C25-864E-4BF3-A629-9F45BC9A37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3">
            <a:extLst xmlns:a="http://schemas.openxmlformats.org/drawingml/2006/main">
              <a:ext uri="{FF2B5EF4-FFF2-40B4-BE49-F238E27FC236}">
                <a16:creationId xmlns:a16="http://schemas.microsoft.com/office/drawing/2014/main" id="{B934B1F6-C731-4A70-A09D-A82F3F75DC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반복하는 설명을 두 범주로 나누기">
            <a:extLst xmlns:a="http://schemas.openxmlformats.org/drawingml/2006/main">
              <a:ext uri="{FF2B5EF4-FFF2-40B4-BE49-F238E27FC236}">
                <a16:creationId xmlns:a16="http://schemas.microsoft.com/office/drawing/2014/main" id="{23956458-D37A-4526-B0F7-1665422963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A5AFC635-F0E0-4307-8010-069D0DD292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DDC2C103-05B0-411B-8E2F-34BB810DB1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AB3B6FC3-639A-45A1-A282-466D005068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D14D5B69-23E2-4030-9DC1-FE9522525633}"/>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20B7E924-3C58-4682-86E6-800D4DF886EB}"/>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7DB2FF2D-F127-4073-B05E-87AA9BE1D2DD}"/>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4FBBA4F1-B529-47B9-BFB1-CCB7028B10B2}"/>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E039E1B0-D1E3-4C1F-B5BE-1B7E34B290F0}"/>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778A45EA-41BA-4577-8ABD-94B6478F0AC7}"/>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EF3BF930-72D9-49A0-96BB-89D4CC2DC518}"/>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0785AC04-4CA0-4064-80BB-9E556BBCA6B2}"/>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F8D0F0AE-3F59-48AA-B04E-A3E0C9C3B54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F4541DE7-C472-4F45-AE73-F3F969420C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227540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2026-10-21T13:02:19.1920000Z</dcterms:created>
  <dcterms:modified xsi:type="dcterms:W3CDTF">2026-10-21T13:02:19.1920000Z</dcterms:modified>
</coreProperties>
</file>