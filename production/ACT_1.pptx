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0273daaf428484e" /><Relationship Type="http://schemas.openxmlformats.org/officeDocument/2006/relationships/extended-properties" Target="/docProps/app.xml" Id="R8cdd07b64c38431a" /><Relationship Type="http://schemas.openxmlformats.org/officeDocument/2006/relationships/officeDocument" Target="/ppt/presentation.xml" Id="R3cbd558bb3184c96" /></Relationships>
</file>

<file path=ppt/presentation.xml><?xml version="1.0" encoding="utf-8"?>
<p:presentation xmlns:p="http://schemas.openxmlformats.org/presentationml/2006/main">
  <p:sldMasterIdLst>
    <p:sldMasterId xmlns:r="http://schemas.openxmlformats.org/officeDocument/2006/relationships" id="2147483648" r:id="R63604e9c36f14f7b"/>
  </p:sldMasterIdLst>
  <p:notesMasterIdLst>
    <p:notesMasterId xmlns:r="http://schemas.openxmlformats.org/officeDocument/2006/relationships" r:id="R95d021c0ea644fb2"/>
  </p:notesMasterIdLst>
  <p:sldIdLst>
    <p:sldId xmlns:r="http://schemas.openxmlformats.org/officeDocument/2006/relationships" id="256" r:id="R5f07112154bd4769"/>
    <p:sldId xmlns:r="http://schemas.openxmlformats.org/officeDocument/2006/relationships" id="257" r:id="R8021e2cbe74f4ee2"/>
    <p:sldId xmlns:r="http://schemas.openxmlformats.org/officeDocument/2006/relationships" id="258" r:id="R92566be4024c4634"/>
    <p:sldId xmlns:r="http://schemas.openxmlformats.org/officeDocument/2006/relationships" id="259" r:id="R22c919f8e5fd4a3f"/>
    <p:sldId xmlns:r="http://schemas.openxmlformats.org/officeDocument/2006/relationships" id="260" r:id="R5bff8dbe36924703"/>
    <p:sldId xmlns:r="http://schemas.openxmlformats.org/officeDocument/2006/relationships" id="261" r:id="Ra57a43eec17047ea"/>
    <p:sldId xmlns:r="http://schemas.openxmlformats.org/officeDocument/2006/relationships" id="262" r:id="Ra4a8ee9ce3954144"/>
    <p:sldId xmlns:r="http://schemas.openxmlformats.org/officeDocument/2006/relationships" id="263" r:id="Reeb12c871e3e430d"/>
    <p:sldId xmlns:r="http://schemas.openxmlformats.org/officeDocument/2006/relationships" id="264" r:id="Rf11cb77ee8004ff2"/>
    <p:sldId xmlns:r="http://schemas.openxmlformats.org/officeDocument/2006/relationships" id="265" r:id="R8a7beed3c4c2490a"/>
    <p:sldId xmlns:r="http://schemas.openxmlformats.org/officeDocument/2006/relationships" id="266" r:id="R109b00faaf714a07"/>
    <p:sldId xmlns:r="http://schemas.openxmlformats.org/officeDocument/2006/relationships" id="267" r:id="R7fc1dd7673c54551"/>
    <p:sldId xmlns:r="http://schemas.openxmlformats.org/officeDocument/2006/relationships" id="268" r:id="R65ec3e55ccf84be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608e6487fb54d1e" /><Relationship Type="http://schemas.openxmlformats.org/officeDocument/2006/relationships/slideMaster" Target="/ppt/slideMasters/slideMaster1.xml" Id="R63604e9c36f14f7b" /><Relationship Type="http://schemas.openxmlformats.org/officeDocument/2006/relationships/notesMaster" Target="/ppt/notesMasters/notesMaster1.xml" Id="R95d021c0ea644fb2" /><Relationship Type="http://schemas.openxmlformats.org/officeDocument/2006/relationships/presProps" Target="/ppt/presProps.xml" Id="Rdf5785f0029845b4" /><Relationship Type="http://schemas.openxmlformats.org/officeDocument/2006/relationships/tableStyles" Target="/ppt/tableStyles.xml" Id="R2f0e55f780944119" /><Relationship Type="http://schemas.openxmlformats.org/officeDocument/2006/relationships/slide" Target="/ppt/slides/slide1.xml" Id="R5f07112154bd4769" /><Relationship Type="http://schemas.openxmlformats.org/officeDocument/2006/relationships/slide" Target="/ppt/slides/slide2.xml" Id="R8021e2cbe74f4ee2" /><Relationship Type="http://schemas.openxmlformats.org/officeDocument/2006/relationships/slide" Target="/ppt/slides/slide3.xml" Id="R92566be4024c4634" /><Relationship Type="http://schemas.openxmlformats.org/officeDocument/2006/relationships/slide" Target="/ppt/slides/slide4.xml" Id="R22c919f8e5fd4a3f" /><Relationship Type="http://schemas.openxmlformats.org/officeDocument/2006/relationships/slide" Target="/ppt/slides/slide5.xml" Id="R5bff8dbe36924703" /><Relationship Type="http://schemas.openxmlformats.org/officeDocument/2006/relationships/slide" Target="/ppt/slides/slide6.xml" Id="Ra57a43eec17047ea" /><Relationship Type="http://schemas.openxmlformats.org/officeDocument/2006/relationships/slide" Target="/ppt/slides/slide7.xml" Id="Ra4a8ee9ce3954144" /><Relationship Type="http://schemas.openxmlformats.org/officeDocument/2006/relationships/slide" Target="/ppt/slides/slide8.xml" Id="Reeb12c871e3e430d" /><Relationship Type="http://schemas.openxmlformats.org/officeDocument/2006/relationships/slide" Target="/ppt/slides/slide9.xml" Id="Rf11cb77ee8004ff2" /><Relationship Type="http://schemas.openxmlformats.org/officeDocument/2006/relationships/slide" Target="/ppt/slides/slide10.xml" Id="R8a7beed3c4c2490a" /><Relationship Type="http://schemas.openxmlformats.org/officeDocument/2006/relationships/slide" Target="/ppt/slides/slide11.xml" Id="R109b00faaf714a07" /><Relationship Type="http://schemas.openxmlformats.org/officeDocument/2006/relationships/slide" Target="/ppt/slides/slide12.xml" Id="R7fc1dd7673c54551" /><Relationship Type="http://schemas.openxmlformats.org/officeDocument/2006/relationships/slide" Target="/ppt/slides/slide13.xml" Id="R65ec3e55ccf84be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76186c0bfab4e4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5bc084990cc4433" /><Relationship Type="http://schemas.openxmlformats.org/officeDocument/2006/relationships/notesMaster" Target="/ppt/notesMasters/notesMaster1.xml" Id="R265e4b89736545a6" /></Relationships>
</file>

<file path=ppt/notesSlides/_rels/notesSlide2.xml.rels>&#65279;<?xml version="1.0" encoding="utf-8"?><Relationships xmlns="http://schemas.openxmlformats.org/package/2006/relationships"><Relationship Type="http://schemas.openxmlformats.org/officeDocument/2006/relationships/slide" Target="/ppt/slides/slide2.xml" Id="Ref6a62ed4e2f488b" /><Relationship Type="http://schemas.openxmlformats.org/officeDocument/2006/relationships/notesMaster" Target="/ppt/notesMasters/notesMaster1.xml" Id="Rf7c6ef9851274e06" /></Relationships>
</file>

<file path=ppt/notesSlides/_rels/notesSlide3.xml.rels>&#65279;<?xml version="1.0" encoding="utf-8"?><Relationships xmlns="http://schemas.openxmlformats.org/package/2006/relationships"><Relationship Type="http://schemas.openxmlformats.org/officeDocument/2006/relationships/slide" Target="/ppt/slides/slide3.xml" Id="R01bedf1876864cef" /><Relationship Type="http://schemas.openxmlformats.org/officeDocument/2006/relationships/notesMaster" Target="/ppt/notesMasters/notesMaster1.xml" Id="R706bb4b0be98478d" /></Relationships>
</file>

<file path=ppt/notesSlides/_rels/notesSlide4.xml.rels>&#65279;<?xml version="1.0" encoding="utf-8"?><Relationships xmlns="http://schemas.openxmlformats.org/package/2006/relationships"><Relationship Type="http://schemas.openxmlformats.org/officeDocument/2006/relationships/slide" Target="/ppt/slides/slide4.xml" Id="Rf30b66aab54b4333" /><Relationship Type="http://schemas.openxmlformats.org/officeDocument/2006/relationships/notesMaster" Target="/ppt/notesMasters/notesMaster1.xml" Id="Rdb93177cc3da4d3c" /></Relationships>
</file>

<file path=ppt/notesSlides/_rels/notesSlide5.xml.rels>&#65279;<?xml version="1.0" encoding="utf-8"?><Relationships xmlns="http://schemas.openxmlformats.org/package/2006/relationships"><Relationship Type="http://schemas.openxmlformats.org/officeDocument/2006/relationships/slide" Target="/ppt/slides/slide5.xml" Id="R4b46c3e306e54587" /><Relationship Type="http://schemas.openxmlformats.org/officeDocument/2006/relationships/notesMaster" Target="/ppt/notesMasters/notesMaster1.xml" Id="Rfd3c52be85194a4f" /></Relationships>
</file>

<file path=ppt/notesSlides/_rels/notesSlide6.xml.rels>&#65279;<?xml version="1.0" encoding="utf-8"?><Relationships xmlns="http://schemas.openxmlformats.org/package/2006/relationships"><Relationship Type="http://schemas.openxmlformats.org/officeDocument/2006/relationships/slide" Target="/ppt/slides/slide6.xml" Id="Ra06d33fa5d8e42ca" /><Relationship Type="http://schemas.openxmlformats.org/officeDocument/2006/relationships/notesMaster" Target="/ppt/notesMasters/notesMaster1.xml" Id="R8e1f89a6d3384bcb" /></Relationships>
</file>

<file path=ppt/notesSlides/_rels/notesSlide7.xml.rels>&#65279;<?xml version="1.0" encoding="utf-8"?><Relationships xmlns="http://schemas.openxmlformats.org/package/2006/relationships"><Relationship Type="http://schemas.openxmlformats.org/officeDocument/2006/relationships/slide" Target="/ppt/slides/slide7.xml" Id="R2443f0c51784415f" /><Relationship Type="http://schemas.openxmlformats.org/officeDocument/2006/relationships/notesMaster" Target="/ppt/notesMasters/notesMaster1.xml" Id="Rc0b71e18e4f24fc9" /></Relationships>
</file>

<file path=ppt/notesSlides/_rels/notesSlide8.xml.rels>&#65279;<?xml version="1.0" encoding="utf-8"?><Relationships xmlns="http://schemas.openxmlformats.org/package/2006/relationships"><Relationship Type="http://schemas.openxmlformats.org/officeDocument/2006/relationships/slide" Target="/ppt/slides/slide8.xml" Id="R337337a1a8664cb4" /><Relationship Type="http://schemas.openxmlformats.org/officeDocument/2006/relationships/notesMaster" Target="/ppt/notesMasters/notesMaster1.xml" Id="R369df82f96ad4a09" /></Relationships>
</file>

<file path=ppt/notesSlides/_rels/notesSlide9.xml.rels>&#65279;<?xml version="1.0" encoding="utf-8"?><Relationships xmlns="http://schemas.openxmlformats.org/package/2006/relationships"><Relationship Type="http://schemas.openxmlformats.org/officeDocument/2006/relationships/slide" Target="/ppt/slides/slide9.xml" Id="R7a994dc08040432d" /><Relationship Type="http://schemas.openxmlformats.org/officeDocument/2006/relationships/notesMaster" Target="/ppt/notesMasters/notesMaster1.xml" Id="Ra7dd0f9e2057427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cd91af76641408d" /><Relationship Type="http://schemas.openxmlformats.org/officeDocument/2006/relationships/notesMaster" Target="/ppt/notesMasters/notesMaster1.xml" Id="R8aeb7855049f4fc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c7ab9fea63e4ddc" /><Relationship Type="http://schemas.openxmlformats.org/officeDocument/2006/relationships/notesMaster" Target="/ppt/notesMasters/notesMaster1.xml" Id="R35b34f723e7d48c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2b93f484746477d" /><Relationship Type="http://schemas.openxmlformats.org/officeDocument/2006/relationships/notesMaster" Target="/ppt/notesMasters/notesMaster1.xml" Id="Rb773d6bfe108481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e4716eb023240cd" /><Relationship Type="http://schemas.openxmlformats.org/officeDocument/2006/relationships/notesMaster" Target="/ppt/notesMasters/notesMaster1.xml" Id="Rb2d47c82959249c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“같은 Repository를 보더라도 Agent가 원하는 결과까지 자동으로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제조 검사 Task 질문을 회수하고, 프롬프트 입력창 형태의 “filter 성능 개선해줘”를 읽는다. 현재 제품의 실제 대화창·실행 기록이 아니라 재구성한 교육용 요청임을 밝힌다.</a:t>
            </a:r>
          </a:p>
          <a:p xmlns:a="http://schemas.openxmlformats.org/drawingml/2006/main">
            <a:r>
              <a:t>2. **UNSET DECISIONS (1:30–4:00):** 오른쪽의 바꿀 것·보존할 것·완료 근거와 “무엇을 바꿀까?”, “무엇을 그대로 지킬까?”, “무엇을 보면 끝났다고 할까?” 세 질문을 순서대로 가리킨다. Agent 삽화는 답할 정보가 남아 있는 상태를 상징한다. 답을 채우거나 Agent가 판단 능력이 없다고 설명하지 않는다.</a:t>
            </a:r>
          </a:p>
          <a:p xmlns:a="http://schemas.openxmlformats.org/drawingml/2006/main">
            <a:r>
              <a:t>3. **COST CONCEPT (4:00–5:30):** 탐색·재시도가 길어질 때 토큰 소모와 작업 시간도 커질 수 있다는 두 PNG 개념 삽화를 짚는다. 실제 수치·증가 배율·기하급수 법칙·측정 곡선으로 읽지 않는다. 실제 Agent는 필요한 정보를 먼저 되물을 수도 있다.</a:t>
            </a:r>
          </a:p>
          <a:p xmlns:a="http://schemas.openxmlformats.org/drawingml/2006/main">
            <a:r>
              <a:t>4. **NARROW THE CASE (5:30–7:00):** Repository 접근만으로 세 결정을 정할 수 있는지 묻고, 앞서 조사한 crop 사례로 S12에 연결한다. 특정 제품의 실패·속도·토큰 사용 결과로 말하지 않는다.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“남은 결정을 더 분명히 보기 위해, 앞서 조사한 crop 사례로 좁혀 보겠습니다.”라고 S12의 교육용 요청 예시로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비용 그림을 측정 그래프나 실제 멈춘 Agent 화면으로 대체하지 않는다. 최신 렌더·내장 Notes/PNG 정합성은 production/evaluation/S11_RESOURCE_GRAPH_REVISION.md를 따른다.</a:t>
            </a:r>
          </a:p>
          <a:p xmlns:a="http://schemas.openxmlformats.org/drawingml/2006/main">
            <a:r>
              <a:t/>
            </a:r>
          </a:p>
          <a:p xmlns:a="http://schemas.openxmlformats.org/drawingml/2006/main">
            <a:r>
              <a:t>Validation Status: REVIEWED — DEC-0040의 생성 PNG와 비용 개념·배치·근거 경계를 대조했다. 최종 PPT·내장 Notes·렌더 정합성은 production/evaluation/S11_RESOURCE_GRAPH_REVISION.md에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crop을 고쳐 달라는 같은 요청에는 어떤 선택이 남아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REQUEST (0:00–0:30):** 프롬프트 입력창의 “crop test 고쳐줘”를 읽고 같은 Agent·같은 요청을 조건으로 고정한다. 이는 교육용으로 재구성한 요청이며 실제 TRIAL-002 Prompt가 아니다.</a:t>
            </a:r>
          </a:p>
          <a:p xmlns:a="http://schemas.openxmlformats.org/drawingml/2006/main">
            <a:r>
              <a:t>2. **POSSIBLE TIMELINES (0:30–1:20):** 오른쪽 세로 질문과 병렬 경로를 위에서 아래로 짚는다. 테스트를 바꿀까, 구현을 바꿀까, 먼저 확인 질문을 할까의 세 해석이다. 서로 다른 실행 결과를 관찰했다거나 Subagent가 동시에 실행됐다는 뜻이 아니다. 동일 요청에도 선택할 여지가 남았다는 교육용 가능성만 보여준다.</a:t>
            </a:r>
          </a:p>
          <a:p xmlns:a="http://schemas.openxmlformats.org/drawingml/2006/main">
            <a:r>
              <a:t>3. **MISSING INFORMATION (1:20–2:00):** 아래 목표의 세부·보존 조건·수정 범위·확인 근거·완료 조건의 미정 정보를 짚는다. 다음 장에서는 이를 요청에 넣었을 때 원하는 경로를 어떻게 명시하는지 본다고 S13으로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새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청중 응답 없이 진행하며 경로를 실제 실행 캡처나 관찰된 선택으로 설명하지 않는다. 경로·렌더 일치는 새 제작 평가에서 확인한다.</a:t>
            </a:r>
          </a:p>
          <a:p xmlns:a="http://schemas.openxmlformats.org/drawingml/2006/main">
            <a:r>
              <a:t/>
            </a:r>
          </a:p>
          <a:p xmlns:a="http://schemas.openxmlformats.org/drawingml/2006/main">
            <a:r>
              <a:t>Validation Status: ALIGNED — DEC-0038의 병렬 가능 경로·미정 정보·2분 운영을 정렬했다. 실제 렌더·내장 Notes 대조는 production/evaluation/PROMPT_TIMELINE_REVISION.md에서 별도로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“어떤 경로를 원한다는 뜻인지, 이 요청에서는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**FILL THE REQUEST (0:00–0:45):** S12의 아래 다섯 미정 정보를 채운 프롬프트를 읽는다. 목표: crop(1, 3)은 열 1·2, 폭 2. 보존: 끝 좌표 제외 명세·테스트 기대값. 범위: crop 구현만 최소 수정. 확인: 집중·전체 Test + CLI smoke + diff. 완료: 결과·검증·미확인 사항 보고. 이는 교육용 작성 예시이며 실제 Trial 원문이 아니다.</a:t>
            </a:r>
          </a:p>
          <a:p xmlns:a="http://schemas.openxmlformats.org/drawingml/2006/main">
            <a:r>
              <a:t>2. **DESIRED PATH (0:45–1:30):** 같은 Agent·같은 세 시간선에서 “구현을 명세에 맞춤” 경로를 강조하고 나머지는 옅게 남긴다. 사람이 원한 경로를 요청으로 고정했다는 뜻이며 Agent가 반드시 그 경로를 실행한다거나 정답이 보장됐다는 뜻은 아니다. 결과와 검사 근거를 계속 확인해야 한다.</a:t>
            </a:r>
          </a:p>
          <a:p xmlns:a="http://schemas.openxmlformats.org/drawingml/2006/main">
            <a:r>
              <a:t>3. **GENERALIZE (1:30–2:00):** 구체 예시는 여기서 끝내고, 다른 요청에도 어떤 질문을 먼저 정해야 하는지 S14의 다섯 질문으로 일반화한다. 다음 Task Specification의 항목을 이 장에서 새로 강의하지 않는다.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“고쳐줘”에 어떤 결과를 원하고 무엇을 그대로 둘지 적으면 원하는 선택이 더 잘 드러난다. 요청을 썼다고 검증이 끝나는 것은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“이번 예시에서 정한 정보를, 다른 요청에서도 개발자가 답할 질문으로 정리해 보겠습니다.”라고 S14의 일반 질문으로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경로 강조를 실제 실행 선택이나 PASS 결과로 설명하지 않는다. 새 파일이 확인되기 전에는 Fallback READY로 취급하지 않는다.</a:t>
            </a:r>
          </a:p>
          <a:p xmlns:a="http://schemas.openxmlformats.org/drawingml/2006/main">
            <a:r>
              <a:t/>
            </a:r>
          </a:p>
          <a:p xmlns:a="http://schemas.openxmlformats.org/drawingml/2006/main">
            <a:r>
              <a:t>Validation Status: ALIGNED — DEC-0038의 새 교육용 구체화 예시와 19개 필드를 작성했다. 실제 렌더·내장 Notes 대조는 production/evaluation/PROMPT_TIMELINE_REVISION.md에서 별도로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“이 요청을 보내기 전에 개발자인 나는 무엇을 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S13에서 구체화한 선택을 다른 요청에도 사용할 개발자의 질문으로 일반화한다. “무엇을 바꿀까?”와 “무엇을 유지할까?”를 짚는다.</a:t>
            </a:r>
          </a:p>
          <a:p xmlns:a="http://schemas.openxmlformats.org/drawingml/2006/main">
            <a:r>
              <a:t>2. (1:00–3:00) 허용 범위, 확인 근거, 완료 판단의 세 질문을 이어 읽는다. 앞 예시의 답을 반복하지 않고 다른 요청에서도 개발자가 판단할 질문으로 읽는다.</a:t>
            </a:r>
          </a:p>
          <a:p xmlns:a="http://schemas.openxmlformats.org/drawingml/2006/main">
            <a:r>
              <a:t>3. (3:00–4:00) 각자 익숙한 요청 하나를 떠올리는 조용한 Reflection으로 마친다. 요청문 작성이나 결과 공유를 시키지 않는다.</a:t>
            </a:r>
          </a:p>
          <a:p xmlns:a="http://schemas.openxmlformats.org/drawingml/2006/main">
            <a:r>
              <a:t/>
            </a:r>
          </a:p>
          <a:p xmlns:a="http://schemas.openxmlformats.org/drawingml/2006/main">
            <a:r>
              <a:t>화면 진행: 이 장은 앞의 구체 예시를 개발자가 판단할 다섯 질문으로 일반화하여 번호 순서로 따라간다. 마지막 질문에서 1분 Reflection을 분리하고, 답이나 작성 과제를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요청을 보내기 전에 바꿀 것, 지킬 것, 끝을 어떻게 볼지 묻는다.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“앞의 질문을 묶고, 필요한 사실과 작업 순서를 함께 명시하는 틀로 정리해 보겠습니다.”라고 S15의 Task Specification으로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정적 슬라이드 `production/ACT_1.pptx` S14 또는 `production/preview/act1/S14.png` 사용. 침묵은 정상 진행으로 본다.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“앞의 질문을 작업 요청에 담으려면 어떤 책임으로 정리할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화면 안내처럼 앞의 질문을 묶고 필요한 맥락과 작업 과정을 명시하는 이 과정의 모델로 Task Specification을 소개한다.</a:t>
            </a:r>
          </a:p>
          <a:p xmlns:a="http://schemas.openxmlformats.org/drawingml/2006/main">
            <a:r>
              <a:t>2. (0:45–3:15) 하나의 패널에서 목표·맥락·제약·과정·검증을 위에서 아래로 짚는다. 앞 장의 보존·허용 범위 질문은 제약으로, 확인 근거·완료 질문은 검증으로 묶어 읽는다. 작업에 필요한 사실은 맥락으로, 지킬 순서와 경계는 과정으로 함께 명시한다. 각 행이 어떤 미정을 줄이는지 한 문장씩 설명한다.</a:t>
            </a:r>
          </a:p>
          <a:p xmlns:a="http://schemas.openxmlformats.org/drawingml/2006/main">
            <a:r>
              <a:t>3. (3:15–4:00) 다섯 책임을 모두 길게 적으라는 뜻이 아니라 작업에 필요한 경계를 검토할 틀이라고 정리하고 S16로 간다.</a:t>
            </a:r>
          </a:p>
          <a:p xmlns:a="http://schemas.openxmlformats.org/drawingml/2006/main">
            <a:r>
              <a:t/>
            </a:r>
          </a:p>
          <a:p xmlns:a="http://schemas.openxmlformats.org/drawingml/2006/main">
            <a:r>
              <a:t>화면 진행: 이 장은 한 작업 요청에 다섯 책임을 묶는 구조를 보여준다. S14의 다섯 질문과 일대일 대응하는 표가 아니라 질문을 재구성하고 맥락·과정을 명시한 틀이다. 상단 안내 → 왼쪽 Task Specification → 오른쪽 행 순서로 읽는다.</a:t>
            </a:r>
          </a:p>
          <a:p xmlns:a="http://schemas.openxmlformats.org/drawingml/2006/main">
            <a:r>
              <a:t/>
            </a:r>
          </a:p>
          <a:p xmlns:a="http://schemas.openxmlformats.org/drawingml/2006/main">
            <a:r>
              <a:t>Evidence / Source: BEAT-005, CLM-0029, OQ-001, OQ-007. TEACHING_MODEL / CONCEPTUAL.</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요청에는 목표, 필요한 상황, 지켜야 할 경계, 작업 흐름, 확인 방법이 들어갈 수 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Slide 16에서 다섯 책임을 짧은 Before / After에 적용한다.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정적 슬라이드 `production/ACT_1.pptx` S15 또는 `production/preview/act1/S15.png` 사용.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“두 요청에서 실제로 달라진 정보는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왼쪽의 짧은 요청을 읽고 같은 crop 작업을 비교한다고 고정한다.</a:t>
            </a:r>
          </a:p>
          <a:p xmlns:a="http://schemas.openxmlformats.org/drawingml/2006/main">
            <a:r>
              <a:t>2. (2:00–5:00) 오른쪽에서 추가된 목표·맥락, 제약, 과정, 검증 정보를 순서대로 짚는다. 양쪽 모두 한국어 요청이며 영어라서 좋아졌다는 인상을 만들지 않는다.</a:t>
            </a:r>
          </a:p>
          <a:p xmlns:a="http://schemas.openxmlformats.org/drawingml/2006/main">
            <a:r>
              <a:t>3. (5:00–6:00) 하단 C++ 연결에서 출력·API/ABI 보존 범위와 Release 검증 조건도 작업 전에 정할 수 있음을 짧게 말한다.</a:t>
            </a:r>
          </a:p>
          <a:p xmlns:a="http://schemas.openxmlformats.org/drawingml/2006/main">
            <a:r>
              <a:t>4. (6:00–7:30 / Case) 검증 행을 구체 완료 조건으로 읽는다: Given 열 index가 0·1·2·3인 4열 합성 이미지, When `crop 1 3`, Then 원본 열 1·2만 포함하고 출력 폭은 2다. `crop 1 3`은 교육용 범위 표기이며 전체 함수 signature를 뜻하지 않는다. S05의 계약을 요청에 명시하는 교육용 재구성이며 실제 TRIAL-002 Prompt 원문은 아니다.</a:t>
            </a:r>
          </a:p>
          <a:p xmlns:a="http://schemas.openxmlformats.org/drawingml/2006/main">
            <a:r>
              <a:t>5. (7:30–9:00 / Case) 두 요청에서 어떤 정보가 추가됐는지 비교한다. 완료 조건이 드러났다는 점을 짚되 실제 약한/강한 Prompt 비교 실험이 아니며 길이 자체의 효과를 입증하지 않는다고 유지한다.</a:t>
            </a:r>
          </a:p>
          <a:p xmlns:a="http://schemas.openxmlformats.org/drawingml/2006/main">
            <a:r>
              <a:t/>
            </a:r>
          </a:p>
          <a:p xmlns:a="http://schemas.openxmlformats.org/drawingml/2006/main">
            <a:r>
              <a:t>화면 진행: 이 장은 실제로 더해진 정보의 비교다. 짧은 요청→추가한 네 행→하단 C++ 적용 순서로 가리킨다. Case에서는 검증 행의 4열 입력·crop 범위·출력 폭을 연결한다. 앞의 다섯 질문을 다시 나열하는 시간을 줄이고 보존 조건과 완료 근거가 드러난 위치를 짚는다.</a:t>
            </a:r>
          </a:p>
          <a:p xmlns:a="http://schemas.openxmlformats.org/drawingml/2006/main">
            <a:r>
              <a:t/>
            </a:r>
          </a:p>
          <a:p xmlns:a="http://schemas.openxmlformats.org/drawingml/2006/main">
            <a:r>
              <a:t>Evidence / Source: BEAT-005, TRIAL-002, CLM-0029, OQ-001, OQ-007. TEACHING_MODEL / CONCEPTUAL.</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긴 문장을 쓰는 것보다 바꿀 결과와 지킬 조건, 확인 방법을 드러내는 것이 도움이 되는 질문 틀이다.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구성 예시였습니다. 이제 과거 TRIAL-002에서 요청한 흐름과 기록된 행동을 살펴보겠습니다.”라고 실제 기록의 관찰 기준으로 이동한다.</a:t>
            </a:r>
          </a:p>
          <a:p xmlns:a="http://schemas.openxmlformats.org/drawingml/2006/main">
            <a:r>
              <a:t/>
            </a:r>
          </a:p>
          <a:p xmlns:a="http://schemas.openxmlformats.org/drawingml/2006/main">
            <a:r>
              <a:t>Time Management: After는 네 줄의 비교 축으로 한정한다. Lecture 6분과 Case 3분을 유지하며 기존 Case의 일반 비교 90초를 구체 완료 조건 해설로 교체한다. 전체 Trial Prompt나 코드 지시를 화면에 복사하지 않는다. 시간이 부족하면 C++ inset을 생략한다. 실제 시간 적합성은 리허설 전까지 UNVERIFIED다.</a:t>
            </a:r>
          </a:p>
          <a:p xmlns:a="http://schemas.openxmlformats.org/drawingml/2006/main">
            <a:r>
              <a:t/>
            </a:r>
          </a:p>
          <a:p xmlns:a="http://schemas.openxmlformats.org/drawingml/2006/main">
            <a:r>
              <a:t>Fallback: 정적 기본 경로 — 정적 비교 슬라이드 `production/ACT_1.pptx` S16 또는 `production/preview/act1/S16.png` 사용. Trial 결과로 대체하지 않는다.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먼저 무엇을 하는지 보자</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“Prompt에 적은 순서와 실제 기록의 행동이 맞을까?”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S16의 교육용 구성 예시와 구분하고, 좌측 입력창이 실제 TRIAL-002 Prompt의 핵심 지시 발췌·번역임을 밝힌다. Goal·Constraints는 당시 요청의 목표와 보존 범위다. 원문 전체나 실제 입력창 Screenshot을 보여 주는 것은 아니다.</a:t>
            </a:r>
          </a:p>
          <a:p xmlns:a="http://schemas.openxmlformats.org/drawingml/2006/main">
            <a:r>
              <a:t>2. (0:30–1:35) 좌측 지시의 번호와 우측 같은 번호를 한 행씩 짚는다. 01 먼저 실패 재현 / 재현, 02 관련 구현·호출 경로 확인 / 조사, 03 수정 전에 짧은 변경 계획을 알리고 승인 대기 없이 계속 / 계획, 04 필요한 코드만 최소 변경 / 수정, 05 집중·전체 Test, 가능한 CLI smoke, diff와 정확한 근거 보고 / 검증. 우측은 화살표 없는 세로 번호 순서다. 아직 성공 결과나 검사 수치를 읽지 않는다.</a:t>
            </a:r>
          </a:p>
          <a:p xmlns:a="http://schemas.openxmlformats.org/drawingml/2006/main">
            <a:r>
              <a:t>3. (1:35–2:00) “02 조사와 03 계획을 거친 뒤 04 수정은 어떻게 했을까?”로 S18에 연결한다. 이 대응은 지시와 관찰 가능한 행동의 비교이며 Agent 내부 사고나 Prompt 단독 효과를 확인하는 것은 아니라고 구분한다.</a:t>
            </a:r>
          </a:p>
          <a:p xmlns:a="http://schemas.openxmlformats.org/drawingml/2006/main">
            <a:r>
              <a:t/>
            </a:r>
          </a:p>
          <a:p xmlns:a="http://schemas.openxmlformats.org/drawingml/2006/main">
            <a:r>
              <a:t>Evidence / Source: BEAT-006, TRIAL-002, INV-MATURITY-011, DEC-0039. OBSERVED_PRODUCT; one historical Codex CLI run only. Actual Prompt and visible actions: `plan/DEMO_MATRIX.md`, TRIAL-002 / Prompt used, Investigation and visible plan checkpoint, Implementation, Verification. 좌측은 핵심 지시의 발췌·번역이며 S16의 교육용 Prompt가 아니다.</a:t>
            </a:r>
          </a:p>
          <a:p xmlns:a="http://schemas.openxmlformats.org/drawingml/2006/main">
            <a:r>
              <a:t/>
            </a:r>
          </a:p>
          <a:p xmlns:a="http://schemas.openxmlformats.org/drawingml/2006/main">
            <a:r>
              <a:t>Claim Boundary: TRIAL-002는 2026-09-28 macOS Codex CLI 0.154.0의 단일 실행 기록이다. 핵심 지시와 기록에서 관찰한 외부 행동을 대응시킨다. 내부 사고, 지시의 단독 인과성, 결정론적 준수, Prompt 우월성, Desktop, 계정, 반복성 또는 다른 모델을 증명하지 않는다. 지면에서 생략한 상태 태그·격리·미커밋 보존 등 전체 제약은 원본 Prompt에 유지한다.</a:t>
            </a:r>
          </a:p>
          <a:p xmlns:a="http://schemas.openxmlformats.org/drawingml/2006/main">
            <a:r>
              <a:t/>
            </a:r>
          </a:p>
          <a:p xmlns:a="http://schemas.openxmlformats.org/drawingml/2006/main">
            <a:r>
              <a:t>Beginner Explanation: 왼쪽 Prompt에서 어떤 일을 요청했는지 읽고 같은 번호의 오른쪽 행동을 확인하면 긴 요청의 목적을 따라갈 수 있다.</a:t>
            </a:r>
          </a:p>
          <a:p xmlns:a="http://schemas.openxmlformats.org/drawingml/2006/main">
            <a:r>
              <a:t/>
            </a:r>
          </a:p>
          <a:p xmlns:a="http://schemas.openxmlformats.org/drawingml/2006/main">
            <a:r>
              <a:t>Advanced Insight: Compare requested instructions with observable recorded events. Matching the two does not expose hidden reasoning or establish Prompt-only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Lecture 2분 동안 실제 Prompt의 핵심 지시 발췌·번역과 01–05 관찰 기준만 대조한다. S18에서 조사·계획·수정, S19에서 검증 근거를 확인한다. 현재 Desktop surface, 실제 입력창 캡처 또는 새 실행을 보여 주지 않는다.</a:t>
            </a:r>
          </a:p>
          <a:p xmlns:a="http://schemas.openxmlformats.org/drawingml/2006/main">
            <a:r>
              <a:t/>
            </a:r>
          </a:p>
          <a:p xmlns:a="http://schemas.openxmlformats.org/drawingml/2006/main">
            <a:r>
              <a:t>Audience Interaction: 같은 번호의 Prompt 지시와 관찰 기준을 차례로 따라오게 한다. 실습·응답을 요구하지 않는다.</a:t>
            </a:r>
          </a:p>
          <a:p xmlns:a="http://schemas.openxmlformats.org/drawingml/2006/main">
            <a:r>
              <a:t/>
            </a:r>
          </a:p>
          <a:p xmlns:a="http://schemas.openxmlformats.org/drawingml/2006/main">
            <a:r>
              <a:t>Transition: “02 조사와 03 계획을 거친 뒤 04 수정은 어떻게 했을까?”를 묻고 S18의 실제 한 줄 변경으로 이동한다.</a:t>
            </a:r>
          </a:p>
          <a:p xmlns:a="http://schemas.openxmlformats.org/drawingml/2006/main">
            <a:r>
              <a:t/>
            </a:r>
          </a:p>
          <a:p xmlns:a="http://schemas.openxmlformats.org/drawingml/2006/main">
            <a:r>
              <a:t>Time Management: Lecture 2분 안에 번호 대응과 관찰 질문만 설명한다. 전체 Prompt를 낭독하지 않고 결과·검증 수치는 S18–S19로 남긴다.</a:t>
            </a:r>
          </a:p>
          <a:p xmlns:a="http://schemas.openxmlformats.org/drawingml/2006/main">
            <a:r>
              <a:t/>
            </a:r>
          </a:p>
          <a:p xmlns:a="http://schemas.openxmlformats.org/drawingml/2006/main">
            <a:r>
              <a:t>Fallback: 정적 기본 경로 — `production/ACT_1.pptx` S17 또는 `production/preview/act1/S17.png`. 지시 발췌·번역과 관찰 기준을 사용하며 라이브 실행이나 원문 화면 재현으로 대체하지 않는다. 최종 PPT 내장 Notes·렌더 정합성은 production/evaluation/PROMPT_FLOW_REVISION.md를 따른다.</a:t>
            </a:r>
          </a:p>
          <a:p xmlns:a="http://schemas.openxmlformats.org/drawingml/2006/main">
            <a:r>
              <a:t/>
            </a:r>
          </a:p>
          <a:p xmlns:a="http://schemas.openxmlformats.org/drawingml/2006/main">
            <a:r>
              <a:t>Validation Status: REVIEWED — DEC-0039의 실제 Prompt 발췌·번역과 01–05 관찰 기준을 대조했다. 최종 PPT·내장 Notes·PNG 대조 결과는 production/evaluation/PROMPT_FLOW_REVISION.md에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“02 조사·03 계획은 어떤 04 수정으로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S17의 02 조사·03 계획을 회수한다. 실패 테스트 `test_crop_excludes_end_coordinate`와 `cli.main → pipeline.process_image → transform.crop` 호출 경로를 확인한 기록이 있었고, 코드 수정 전에 짧은 계획을 알렸다고 설명한다.</a:t>
            </a:r>
          </a:p>
          <a:p xmlns:a="http://schemas.openxmlformats.org/drawingml/2006/main">
            <a:r>
              <a:t>2. (1:00–2:00) `[x_start, x_end)`가 끝 좌표를 제외하는 명세임을 확인한다. S05의 `crop(image, 1, 3)` 예시를 짧게 회수한다.</a:t>
            </a:r>
          </a:p>
          <a:p xmlns:a="http://schemas.openxmlformats.org/drawingml/2006/main">
            <a:r>
              <a:t>3. (2:00–3:15) 04 수정에 해당하는 왼쪽 `row[x_start : x_end + 1]`과 오른쪽 `row[x_start : x_end]`의 실제 한 줄 diff를 가리킨다. 전체 파일이나 새로운 해결 방식을 추가하지 않는다.</a:t>
            </a:r>
          </a:p>
          <a:p xmlns:a="http://schemas.openxmlformats.org/drawingml/2006/main">
            <a:r>
              <a:t>4. (3:15–4:00) 이 입력의 너비 3이 명세대로 2가 되는 변화로 정리한다. 정적 소스·diff 재구성이며 새 실행이나 Screenshot이 아님을 유지한다. “04 수정까지 확인했다. 이제 05 검증에서 어떤 근거를 남겼을까?”로 S19에 넘긴다.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“04 수정까지 확인했다. 이제 05 검증에서 어떤 근거를 남겼을까?”로 S19의 확인 결과에 연결한다.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정적 PPTX S18 또는 `production/preview/act1/S18.png` 사용. 시각 도식은 기록에서 재구성한 자료이며 원본 화면 캡처가 아니다. 실행 실패 상황은 없다: Live를 하지 않는다. 최종 렌더·경로 대조는 production/evaluation/PROMPT_FLOW_REVISION.md를 따른다.</a:t>
            </a:r>
          </a:p>
          <a:p xmlns:a="http://schemas.openxmlformats.org/drawingml/2006/main">
            <a:r>
              <a:t/>
            </a:r>
          </a:p>
          <a:p xmlns:a="http://schemas.openxmlformats.org/drawingml/2006/main">
            <a:r>
              <a:t>Validation Status: REVIEWED — DEC-0039의 02 조사·03 계획에서 04 최소 수정으로 이어지는 연결과 기존 한 줄 diff를 대조했다. 최종 PPT·내장 Notes·PNG 대조 결과는 production/evaluation/PROMPT_FLOW_REVISION.md에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“생성된 변경을 어떤 확인이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단일 TRIAL-002의 변경 뒤 기록임을 고정한다.</a:t>
            </a:r>
          </a:p>
          <a:p xmlns:a="http://schemas.openxmlformats.org/drawingml/2006/main">
            <a:r>
              <a:t>2. (0:45–2:45) 동작 확인(집중 3/3·전체 11/11), 실행 확인(CLI smoke PASS), 범위 확인(한 파일·한 줄·diff check)을 세 묶음으로 읽는다. 각각 확인한 범위가 다름을 설명한다.</a:t>
            </a:r>
          </a:p>
          <a:p xmlns:a="http://schemas.openxmlformats.org/drawingml/2006/main">
            <a:r>
              <a:t>3. (2:45–3:30) 하단의 성능 benchmark 미실행을 밝힌다. 이 테스트 통과를 성능 개선 근거로 바꾸지 않는다.</a:t>
            </a:r>
          </a:p>
          <a:p xmlns:a="http://schemas.openxmlformats.org/drawingml/2006/main">
            <a:r>
              <a:t>4. (3:30–4:00) 생성된 코드와 완료 판단의 차이로 S20에 넘긴다.</a:t>
            </a:r>
          </a:p>
          <a:p xmlns:a="http://schemas.openxmlformats.org/drawingml/2006/main">
            <a:r>
              <a:t/>
            </a:r>
          </a:p>
          <a:p xmlns:a="http://schemas.openxmlformats.org/drawingml/2006/main">
            <a:r>
              <a:t>Evidence / Source: BEAT-007, INV-VERIFY-001, TRIAL-002, CLM-0029, CLM-0027. OBSERVED_PRODUCT, one Codex CLI run.</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완료라고 말할 때 코드와 함께 어떤 확인이 있었는지 보여 준다.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생성 자체와 완료 판단을 구분하는 Slide 20로 간다.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정적 PPTX S19 또는 `production/preview/act1/S19.png` 사용. 수치는 TRIAL-002 기록에 한정한다; 새로운 pass 수치를 추가하지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“어떤 Check가 어떤 Claim을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왼쪽 “코드가 나왔다”에서 오른쪽 “완료라고 말할 수 있나?”로 시선을 옮긴다.</a:t>
            </a:r>
          </a:p>
          <a:p xmlns:a="http://schemas.openxmlformats.org/drawingml/2006/main">
            <a:r>
              <a:t>2. (0:45–2:15) 검토용 결과 인계의 네 항목을 crop 사례로 설명한다. 변경 이유·범위는 끝 좌표 제외 계약에 맞춘 crop 한 줄 수정, 검증 근거·결과는 S19의 집중·전체 테스트와 CLI·diff 기록 참조, 미확인은 이 수정의 성능을 측정하지 않았다는 점, 사람의 수용 판단은 이 범위와 근거로 변경을 받아들일지 개발자가 결정한다는 점이다. 동작 테스트·샘플 실행·변경 검토는 검증 근거 항목에 묶고 수치를 다시 나열하지 않는다. 이 네 항목은 기존 기록의 강의용 정리이며 실제 PR이나 당시 Agent 답변 원문이 아니다.</a:t>
            </a:r>
          </a:p>
          <a:p xmlns:a="http://schemas.openxmlformats.org/drawingml/2006/main">
            <a:r>
              <a:t>3. (2:15–2:45) 성능 개선을 주장하는 작업에는 해당 입력·환경의 측정도 필요할 수 있다고 설명한다. TRIAL-002에서 benchmark가 실행됐다는 뜻이 아니다.</a:t>
            </a:r>
          </a:p>
          <a:p xmlns:a="http://schemas.openxmlformats.org/drawingml/2006/main">
            <a:r>
              <a:t>4. (2:45–3:00) 주장마다 필요한 근거가 다르다는 S21로 넘긴다.</a:t>
            </a:r>
          </a:p>
          <a:p xmlns:a="http://schemas.openxmlformats.org/drawingml/2006/main">
            <a:r>
              <a:t/>
            </a:r>
          </a:p>
          <a:p xmlns:a="http://schemas.openxmlformats.org/drawingml/2006/main">
            <a:r>
              <a:t>Evidence / Source: BEAT-007, INV-VERIFY-001, TRIAL-002, CLM-0029, CLM-0027. OBSERVED_PRODUCT and separate TEACHING_MODEL.</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코드가 생성됐다는 사실은 완료를 판단하는 한 가지 정보일 뿐이다.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C++ 대응은 S21 Notes의 선택적 참고로 남기며 S21 화면에는 C++ inset이 없다. 주요 C++ 패턴 전이는 S55에서 이어 간다. 이 장에서 중복 설명하지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Slide 21에서 각 Check가 뒷받침하는 범위를 비교한다.</a:t>
            </a:r>
          </a:p>
          <a:p xmlns:a="http://schemas.openxmlformats.org/drawingml/2006/main">
            <a:r>
              <a:t/>
            </a:r>
          </a:p>
          <a:p xmlns:a="http://schemas.openxmlformats.org/drawingml/2006/main">
            <a:r>
              <a:t>Time Management: Lecture 3분을 유지한다. 생성·완료 질문 45초, 결과 인계 예시 90초, 조건부 성능 측정 30초, S21 연결 15초로 배분한다. 기존 검증 근거의 재나열과 반복 설명을 이 예시로 교체한다. 기록 사실과 Teaching Model을 분리하고 S19의 다섯 수치를 다시 읽지 않는다. 실제 시간 적합성은 리허설 전까지 UNVERIFIED다.</a:t>
            </a:r>
          </a:p>
          <a:p xmlns:a="http://schemas.openxmlformats.org/drawingml/2006/main">
            <a:r>
              <a:t/>
            </a:r>
          </a:p>
          <a:p xmlns:a="http://schemas.openxmlformats.org/drawingml/2006/main">
            <a:r>
              <a:t>Fallback: 정적 PPTX S20 또는 `production/preview/act1/S20.png`를 사용한다. 생성·완료의 관계는 교육 모델, TRIAL-002는 하단에 표시된 과거 관찰로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“이 Check로 무엇까지 말할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좌측 표가 특정 테스트의 만능 효과를 뜻하지 않는다고 소개한다. 실제 TRIAL-002는 집중·전체 테스트, CLI smoke, diff를 확인했다는 하단 출처를 짚는다. 오른쪽은 같은 crop 예시를 C++로 재표현한 교육용 도식이며 실제 C++ 실행 기록이 아니다.</a:t>
            </a:r>
          </a:p>
          <a:p xmlns:a="http://schemas.openxmlformats.org/drawingml/2006/main">
            <a:r>
              <a:t>2. (0:30–2:30) 좌측 확인 방법과 말할 수 있는 범위의 다섯 행을 설명한다. 집중 Test는 해당 동작·조건, 전체 Test는 현재 suite의 회귀 범위, smoke는 샘플 통합 경로, diff는 변경 범위, 측정은 지정 입력·환경에서의 성능을 뒷받침한다. 성능 측정 행은 교육 모델이며 TRIAL-002에서 benchmark를 실행하지 않았다고 밝힌다.</a:t>
            </a:r>
          </a:p>
          <a:p xmlns:a="http://schemas.openxmlformats.org/drawingml/2006/main">
            <a:r>
              <a:t>3. (2:30–4:00) 우측의 원본 첫 행 {1,2,3,4}와 crop [1,3)의 끝 좌표 제외 명세를 읽는다. 기대 vector는 {2,3}·2개이고, 끝 좌표를 포함한 잘못된 vector는 {2,3,4}·3개다. `EXPECT_FALSE(actual.empty());`는 둘 다 비어 있지 않으므로 이 차이를 구별하지 못하는 조건이다. `std::vector&lt;int&gt; expected{2,3};`를 둔 뒤 `EXPECT_EQ(actual.size(), 2u);`와 `EXPECT_EQ(actual, expected);`로 기대 개수·값·순서를 대조한다. vector 동등 비교가 길이도 검사하므로 size 행은 폭 조건을 눈에 보이게 나눈 교육상 중복이다. assertion을 많이 쓰는 것 자체보다 명세 위반을 구별하는 조건인지가 핵심이다. 이것은 조건의 논리적 비교이며 새 C++ 테스트의 PASS/FAIL 결과나 당시 assertion의 전사본이 아니다.</a:t>
            </a:r>
          </a:p>
          <a:p xmlns:a="http://schemas.openxmlformats.org/drawingml/2006/main">
            <a:r>
              <a:t>4. (4:00–5:00) 익숙한 Check가 뒷받침하는 Claim과, 자기 테스트가 어떤 명세 위반을 놓칠 수 있는지 개인적으로 떠올린다. 그 검증 방법을 다음 작업에서도 다시 설명할지 생각하는 Reflection으로 마친다. 답변·코드 작성·실습은 요구하지 않는다.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테스트가 있다는 사실만 보지 않고, 그 조건이 기대하는 개수와 원소를 실제로 비교하는지 확인한다. 비어 있지 않음은 빈 결과를 찾는 데 의미가 있지만, 추가 원소가 끼어든 이 오류는 놓칠 수 있다.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S55에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“방금 정한 테스트 명령과 보존 조건은 다음 작업에도 필요할 수 있습니다. 이 설명을 매번 다시 적어야 할까요?”라고 검증 지침의 재사용에서 S22의 정보 수명 질문으로 연결한다.</a:t>
            </a:r>
          </a:p>
          <a:p xmlns:a="http://schemas.openxmlformats.org/drawingml/2006/main">
            <a:r>
              <a:t/>
            </a:r>
          </a:p>
          <a:p xmlns:a="http://schemas.openxmlformats.org/drawingml/2006/main">
            <a:r>
              <a:t>Time Management: Lecture 4분과 Reflection 1분을 분리한다. 소개 30초, 좌측 Check 표 2분, 우측 vector·명세 assertion 비교 90초로 Lecture를 편성한다. 기존 시간이 바뀌지 않으며 C++ 초기화 생성자 설명·도구 설정·assertion 튜토리얼을 추가하지 않는다. 실제 시간 적합성은 리허설 전까지 UNVERIFIED다.</a:t>
            </a:r>
          </a:p>
          <a:p xmlns:a="http://schemas.openxmlformats.org/drawingml/2006/main">
            <a:r>
              <a:t/>
            </a:r>
          </a:p>
          <a:p xmlns:a="http://schemas.openxmlformats.org/drawingml/2006/main">
            <a:r>
              <a:t>Fallback: 정적 PPTX S21 또는 `production/preview/act1/S21.png`를 사용한다. 좌측의 일반 범위, 우측 교육용 C++ 도식과 하단의 실제 Trial 출처를 구분한다. 최종 렌더·내장 Notes/PNG 대조는 production/evaluation/S21_ASSERTION_SPEC_REVISION.md를 따른다.</a:t>
            </a:r>
          </a:p>
          <a:p xmlns:a="http://schemas.openxmlformats.org/drawingml/2006/main">
            <a:r>
              <a:t/>
            </a:r>
          </a:p>
          <a:p xmlns:a="http://schemas.openxmlformats.org/drawingml/2006/main">
            <a:r>
              <a:t>Validation Status: REVIEWED — DEC-0041의 명세와 assertion 의미·vector 수치·범위와 운영 지침을 대조했다. 최종 PPT·내장 Notes·PNG 검토는 production/evaluation/S21_ASSERTION_SPEC_REVISION.md에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이번 Task인가, 계속 유지할 Project 정보인가?</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“테스트·보존 조건처럼 반복해서 쓰는 문장은 이번 작업에만 필요할까, 다음 작업에도 필요할까?”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S21에서 검증 방법을 골랐다는 점을 회수하고, 테스트·보존 조건처럼 최근 요청에 반복해서 썼던 문장 하나를 떠올리게 한다. “이번 작업에만?”과 “다음 작업에도?” 중 어디에 해당할지 개인적으로 생각한다. 화면의 두 영역은 비워 두고 문장의 분류를 대신 정하지 않는다.</a:t>
            </a:r>
          </a:p>
          <a:p xmlns:a="http://schemas.openxmlformats.org/drawingml/2006/main">
            <a:r>
              <a:t>2. (1:00–3:00) 자발적인 Q&amp;A를 받는다. 답이나 분류 기준을 미리 공개하지 않는다. 침묵도 정상 진행이다.</a:t>
            </a:r>
          </a:p>
          <a:p xmlns:a="http://schemas.openxmlformats.org/drawingml/2006/main">
            <a:r>
              <a:t>3. (3:00) S23에서 후보 예시를 함께 확인하겠다고 전환한다.</a:t>
            </a:r>
          </a:p>
          <a:p xmlns:a="http://schemas.openxmlformats.org/drawingml/2006/main">
            <a:r>
              <a:t/>
            </a:r>
          </a:p>
          <a:p xmlns:a="http://schemas.openxmlformats.org/drawingml/2006/main">
            <a:r>
              <a:t>Evidence / Source: BEAT-007 → BEAT-008 handoff, CLM-0029, CLM-0027, CLM-0003, CLM-0005. TEACHING_MODEL.</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이번 요청에만 필요한 말과 여러 번 반복할 수 있는 규칙이 다를 수 있음을 생각한다.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Slide 23에서 Reflection/Discussion을 회수하고 “왜 Project 설명을 매번 다시 쓰는가?”라는 ACT 2 질문으로 넘긴다.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정적 질문 슬라이드 `production/ACT_1.pptx` S22 또는 `production/preview/act1/S22.png` 사용. 공유 응답이 없어도 다음으로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반복하는 설명을 두 범주로 나누기</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“이번 Task에만 필요한 정보와 Project가 계속 유지할 정보는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Reflection) S22의 두 질문을 회수하고 화면의 후보가 자신의 작업에서도 같은 수명·범위인지 조용히 생각하게 한다.</a:t>
            </a:r>
          </a:p>
          <a:p xmlns:a="http://schemas.openxmlformats.org/drawingml/2006/main">
            <a:r>
              <a:t>2. (1:00–2:00, Transition) crop 경계 수정·이번 README 수정과, 계속 유지할 의존성 추가 근거·테스트 명령의 후보 예시를 비교한다. 유일한 정답이나 실제 STATE-01 원문이라고 하지 않는다.</a:t>
            </a:r>
          </a:p>
          <a:p xmlns:a="http://schemas.openxmlformats.org/drawingml/2006/main">
            <a:r>
              <a:t>3. (2:00–4:00, Transition) 정보의 수명과 적용 범위 차이를 정리하고 “Project 정보를 왜 매번 Prompt에 다시 적고 있을까?”를 ACT 2의 질문으로 남긴다.</a:t>
            </a:r>
          </a:p>
          <a:p xmlns:a="http://schemas.openxmlformats.org/drawingml/2006/main">
            <a:r>
              <a:t>4. (4:00–6:00, Q&amp;A) 자발적인 질문을 받고 6분에 ACT 2로 이동한다. 질문이 없으면 다음 문제를 다시 읽고 정시에 넘긴다.</a:t>
            </a:r>
          </a:p>
          <a:p xmlns:a="http://schemas.openxmlformats.org/drawingml/2006/main">
            <a:r>
              <a:t/>
            </a:r>
          </a:p>
          <a:p xmlns:a="http://schemas.openxmlformats.org/drawingml/2006/main">
            <a:r>
              <a:t>화면 진행: 이 장의 두 열은 다음 ACT로 넘길 분류 후보다. 이번 목표와 여러 작업에 남길 사실의 수명이 다르다는 질문만 남긴다. 아직 S26 관찰 결과를 근거처럼 회수하지 않는다.</a:t>
            </a:r>
          </a:p>
          <a:p xmlns:a="http://schemas.openxmlformats.org/drawingml/2006/main">
            <a:r>
              <a:t/>
            </a:r>
          </a:p>
          <a:p xmlns:a="http://schemas.openxmlformats.org/drawingml/2006/main">
            <a:r>
              <a:t>Evidence / Source: BEAT-007, BEAT-008, TRANS-003, CLM-0029, CLM-0027, CLM-0003, CLM-0005. TEACHING_MODEL / CONCEPTUAL.</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 한 번에만 필요한 정보와 프로젝트가 계속 참고할 수 있는 정보를 구별해 본다.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“그런데 Project 정보를 왜 매번 Prompt에 다시 적고 있을까?”</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정적 비교 슬라이드 `production/ACT_1.pptx` S23 또는 `production/preview/act1/S23.png` 사용. Q&amp;A가 없어도 마지막 Transition 질문 후 ACT 2로 간다.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557903399724bc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5934cefed164bf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3e07267545b471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58d9f1e78ec4d2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90d4241105149c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b83d5e2203247e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C384703-0CB5-4A90-931C-9ECC5A16D51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100B38E-80B6-4000-BCBC-7F2DAFC6462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229282B-D6A8-41AC-BA63-C5F1FE75A0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C45F2F7-1054-4DCB-A6EE-13CF5C720D0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BF1F740-6A7C-4FB7-AEB9-04368214220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4DEC2AA-9999-4E66-879C-102AD8F7462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FD05540-9661-494C-A560-B9F43023261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8513E0E-BCE6-485B-AF41-3ADDB72DDA3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A495C19-9F2F-407D-95AF-56A2DA2B123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41A2FF1-F26D-4F60-A209-8A14214313D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d8c93dc3f9d49d3" /><Relationship Type="http://schemas.openxmlformats.org/officeDocument/2006/relationships/slideLayout" Target="/ppt/slideLayouts/slideLayout1.xml" Id="Re1c751d219f14529" /><Relationship Type="http://schemas.openxmlformats.org/officeDocument/2006/relationships/slideLayout" Target="/ppt/slideLayouts/slideLayout2.xml" Id="Rb7c67cbe30f44d29" /><Relationship Type="http://schemas.openxmlformats.org/officeDocument/2006/relationships/slideLayout" Target="/ppt/slideLayouts/slideLayout3.xml" Id="R294505d6c40f4930" /><Relationship Type="http://schemas.openxmlformats.org/officeDocument/2006/relationships/slideLayout" Target="/ppt/slideLayouts/slideLayout4.xml" Id="Ra81398cbeba34dbf" /><Relationship Type="http://schemas.openxmlformats.org/officeDocument/2006/relationships/slideLayout" Target="/ppt/slideLayouts/slideLayout5.xml" Id="R2d2d835b23624721" /><Relationship Type="http://schemas.openxmlformats.org/officeDocument/2006/relationships/slideLayout" Target="/ppt/slideLayouts/slideLayout6.xml" Id="Rbed24cffa2664f2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1c751d219f14529"/>
    <p:sldLayoutId xmlns:r="http://schemas.openxmlformats.org/officeDocument/2006/relationships" id="2147483650" r:id="Rb7c67cbe30f44d29"/>
    <p:sldLayoutId xmlns:r="http://schemas.openxmlformats.org/officeDocument/2006/relationships" id="2147483651" r:id="R294505d6c40f4930"/>
    <p:sldLayoutId xmlns:r="http://schemas.openxmlformats.org/officeDocument/2006/relationships" id="2147483652" r:id="Ra81398cbeba34dbf"/>
    <p:sldLayoutId xmlns:r="http://schemas.openxmlformats.org/officeDocument/2006/relationships" id="2147483653" r:id="R2d2d835b23624721"/>
    <p:sldLayoutId xmlns:r="http://schemas.openxmlformats.org/officeDocument/2006/relationships" id="2147483654" r:id="Rbed24cffa2664f2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b1735d2cf6a4096" /><Relationship Type="http://schemas.openxmlformats.org/officeDocument/2006/relationships/image" Target="/ppt/media/image.png" Id="R7ca02788db3c431a" /><Relationship Type="http://schemas.openxmlformats.org/officeDocument/2006/relationships/image" Target="/ppt/media/image2.png" Id="R7981aff132a74268" /><Relationship Type="http://schemas.openxmlformats.org/officeDocument/2006/relationships/image" Target="/ppt/media/image3.png" Id="R463b20855ee3462f" /><Relationship Type="http://schemas.openxmlformats.org/officeDocument/2006/relationships/notesSlide" Target="/ppt/notesSlides/notesSlide1.xml" Id="Rb923de69560440a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2bad500f3714744" /><Relationship Type="http://schemas.openxmlformats.org/officeDocument/2006/relationships/image" Target="/ppt/media/image4.png" Id="R92287aacf65f4022" /><Relationship Type="http://schemas.openxmlformats.org/officeDocument/2006/relationships/notesSlide" Target="/ppt/notesSlides/notesSlide2.xml" Id="R9bf36330a99e486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30054b90e794910" /><Relationship Type="http://schemas.openxmlformats.org/officeDocument/2006/relationships/image" Target="/ppt/media/image5.png" Id="Rba1bea530c6c44b7" /><Relationship Type="http://schemas.openxmlformats.org/officeDocument/2006/relationships/notesSlide" Target="/ppt/notesSlides/notesSlide3.xml" Id="Rd74d25a9e020472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bc4ee0e277b46cf" /><Relationship Type="http://schemas.openxmlformats.org/officeDocument/2006/relationships/notesSlide" Target="/ppt/notesSlides/notesSlide4.xml" Id="R29d2a41200464cb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b04de9d95b84a2a" /><Relationship Type="http://schemas.openxmlformats.org/officeDocument/2006/relationships/notesSlide" Target="/ppt/notesSlides/notesSlide5.xml" Id="Re31aa98fbe004c5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f71b6852cf24187" /><Relationship Type="http://schemas.openxmlformats.org/officeDocument/2006/relationships/notesSlide" Target="/ppt/notesSlides/notesSlide6.xml" Id="Rf357ff04c87d410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d11b8be24a74d77" /><Relationship Type="http://schemas.openxmlformats.org/officeDocument/2006/relationships/notesSlide" Target="/ppt/notesSlides/notesSlide7.xml" Id="Rc10a204dab214fd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f5eb131212f40ae" /><Relationship Type="http://schemas.openxmlformats.org/officeDocument/2006/relationships/notesSlide" Target="/ppt/notesSlides/notesSlide8.xml" Id="Rd2b10629bf124b6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b0ba6dee6614fbc" /><Relationship Type="http://schemas.openxmlformats.org/officeDocument/2006/relationships/notesSlide" Target="/ppt/notesSlides/notesSlide9.xml" Id="R12a524cc08374bd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fcc7596e3d34571" /><Relationship Type="http://schemas.openxmlformats.org/officeDocument/2006/relationships/notesSlide" Target="/ppt/notesSlides/notesSlide10.xml" Id="R7af79199e2ec4b8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cdc087ad9074105" /><Relationship Type="http://schemas.openxmlformats.org/officeDocument/2006/relationships/notesSlide" Target="/ppt/notesSlides/notesSlide11.xml" Id="R82e88787caf941e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9921c243a8f41f9" /><Relationship Type="http://schemas.openxmlformats.org/officeDocument/2006/relationships/notesSlide" Target="/ppt/notesSlides/notesSlide12.xml" Id="R964208eb4864497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f3e50d3532b40ab" /><Relationship Type="http://schemas.openxmlformats.org/officeDocument/2006/relationships/notesSlide" Target="/ppt/notesSlides/notesSlide13.xml" Id="R641373f4ee0649d6"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모호한 작업 요청">
            <a:extLst xmlns:a="http://schemas.openxmlformats.org/drawingml/2006/main">
              <a:ext uri="{FF2B5EF4-FFF2-40B4-BE49-F238E27FC236}">
                <a16:creationId xmlns:a16="http://schemas.microsoft.com/office/drawing/2014/main" id="{F70DD307-08D5-44FB-BB00-84BC96D500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모호한 작업 요청</a:t>
            </a:r>
          </a:p>
        </p:txBody>
      </p:sp>
      <p:sp>
        <p:nvSpPr>
          <p:cNvPr id="2" name="S11">
            <a:extLst xmlns:a="http://schemas.openxmlformats.org/drawingml/2006/main">
              <a:ext uri="{FF2B5EF4-FFF2-40B4-BE49-F238E27FC236}">
                <a16:creationId xmlns:a16="http://schemas.microsoft.com/office/drawing/2014/main" id="{EAFAA1DA-4EA6-4CFD-9675-FE584168E3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F385EDED-BC60-4404-BA44-04690F2893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C123BB3D-F951-46AB-8FEB-F89F6EF36F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7E8EB230-E1C0-46E3-8A9A-73CA8F3983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C685BAAE-B8D8-4231-9DC5-08C9268066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CE1CDD27-893B-41E6-BEBB-8EB53F27F4D0}"/>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F928C558-E0F7-487C-9170-373537CF8116}"/>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C391F190-494C-4853-AEFB-D4872CB9E18C}"/>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C6465493-58E8-4C2A-AC01-9B9AD07B0DF4}"/>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67D0263E-73BC-438D-BAAF-97B1B4372260}"/>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E0FCF8DA-26A1-476F-A19D-A0BFD46FA99F}"/>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C4FBA312-975E-4B44-97FE-3B807447BFB4}"/>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C0E05AF-6F6F-4399-BA33-E7383F05800D}"/>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A50CF6D2-9C3F-4063-97C4-760FD1A868AA}"/>
              </a:ext>
            </a:extLst>
          </p:cNvPr>
          <p:cNvPicPr>
            <a:picLocks xmlns:a="http://schemas.openxmlformats.org/drawingml/2006/main" noChangeAspect="1"/>
          </p:cNvPicPr>
          <p:nvPr/>
        </p:nvPicPr>
        <p:blipFill>
          <a:blip xmlns:r="http://schemas.openxmlformats.org/officeDocument/2006/relationships" xmlns:a="http://schemas.openxmlformats.org/drawingml/2006/main" r:embed="R7ca02788db3c431a"/>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D7B17A9B-31CA-4D2C-B795-069D3CDBF7F8}"/>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1112C955-F3C1-4294-A1DB-B42D998C6895}"/>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721F4AB6-90F8-4426-A4D5-114AD29DB419}"/>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2ABD12C1-544C-4C27-AD20-2F3FDA74032A}"/>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452DFF3-8C96-488C-B99D-EEE6A3B6E5E9}"/>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4CD4B5AC-6E1C-4D8C-A4FB-385D3F816127}"/>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B55BE6A6-675F-4FBB-95BC-97F24D8244EC}"/>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845AAFB-2BE8-4529-B7D4-974EEBEDAC2A}"/>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1F0FBFB2-C44E-4886-B6F2-1963DEB39649}"/>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777F0EFC-1EA7-4713-B8FD-714E75CC5A9B}"/>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8437A3A9-5161-4609-AFD7-E93F6297F2C7}"/>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6708F0F9-EABF-4E92-8656-89D5433B078D}"/>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BD2F7F73-733E-407F-85D4-14C6C7336A8C}"/>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FB857277-5347-4222-8BBE-50904DC222C3}"/>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E977037B-DBD1-4360-BDED-4C8B1E185A77}"/>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DD230AC8-BC15-4BBF-9DBA-714311E51B6F}"/>
              </a:ext>
            </a:extLst>
          </p:cNvPr>
          <p:cNvPicPr>
            <a:picLocks xmlns:a="http://schemas.openxmlformats.org/drawingml/2006/main" noChangeAspect="1"/>
          </p:cNvPicPr>
          <p:nvPr/>
        </p:nvPicPr>
        <p:blipFill>
          <a:blip xmlns:r="http://schemas.openxmlformats.org/officeDocument/2006/relationships" xmlns:a="http://schemas.openxmlformats.org/drawingml/2006/main" r:embed="R7981aff132a74268"/>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D95CEB93-17A0-43CF-B431-AFBE1FE2BC1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F9AEA75F-470B-4EDA-9A96-9B340A404AAD}"/>
              </a:ext>
            </a:extLst>
          </p:cNvPr>
          <p:cNvPicPr>
            <a:picLocks xmlns:a="http://schemas.openxmlformats.org/drawingml/2006/main" noChangeAspect="1"/>
          </p:cNvPicPr>
          <p:nvPr/>
        </p:nvPicPr>
        <p:blipFill>
          <a:blip xmlns:r="http://schemas.openxmlformats.org/officeDocument/2006/relationships" xmlns:a="http://schemas.openxmlformats.org/drawingml/2006/main" r:embed="R463b20855ee3462f"/>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2950F746-DB61-4D6E-A83F-4D3F60ED92B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0930477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1 · 같은 Agent, 같은 요청, 가능한 해석">
            <a:extLst xmlns:a="http://schemas.openxmlformats.org/drawingml/2006/main">
              <a:ext uri="{FF2B5EF4-FFF2-40B4-BE49-F238E27FC236}">
                <a16:creationId xmlns:a16="http://schemas.microsoft.com/office/drawing/2014/main" id="{FC15B92D-4937-4A4F-942D-10FE85A4E2C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5BDC8E72-CBE3-41F1-95F3-3465344234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E656C10C-2E8E-4ABD-8D99-8A0408FA6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A398D9AD-2F51-4161-83B9-957ABBD1EE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FAD266FE-26CA-4C70-9E7A-5DC3A8FFA4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1A8B2B64-8979-4EF4-B0BD-53C11730E7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
            <a:extLst xmlns:a="http://schemas.openxmlformats.org/drawingml/2006/main">
              <a:ext uri="{FF2B5EF4-FFF2-40B4-BE49-F238E27FC236}">
                <a16:creationId xmlns:a16="http://schemas.microsoft.com/office/drawing/2014/main" id="{5A42745D-AF22-4A97-8927-C39C365A864B}"/>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36C2CB9-C12D-4749-B6A5-D6DC9DD247B7}"/>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679C4166-E648-43D9-BE3F-798D9E689F5D}"/>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35DA7AC5-8912-4CF8-AE29-94B63DB3FBFF}"/>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1" name="+">
            <a:extLst xmlns:a="http://schemas.openxmlformats.org/drawingml/2006/main">
              <a:ext uri="{FF2B5EF4-FFF2-40B4-BE49-F238E27FC236}">
                <a16:creationId xmlns:a16="http://schemas.microsoft.com/office/drawing/2014/main" id="{11C857BC-440A-484C-9434-C792D123ECD7}"/>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F6212355-29D3-4308-A165-0485C1A9F188}"/>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5246FBC-4F0F-4035-8BE6-6B2194B94513}"/>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4" name="">
            <a:extLst xmlns:a="http://schemas.openxmlformats.org/drawingml/2006/main">
              <a:ext uri="{FF2B5EF4-FFF2-40B4-BE49-F238E27FC236}">
                <a16:creationId xmlns:a16="http://schemas.microsoft.com/office/drawing/2014/main" id="{0DF17538-CE00-4E9C-9014-4E4AB954C962}"/>
              </a:ext>
            </a:extLst>
          </p:cNvPr>
          <p:cNvPicPr>
            <a:picLocks xmlns:a="http://schemas.openxmlformats.org/drawingml/2006/main" noChangeAspect="1"/>
          </p:cNvPicPr>
          <p:nvPr/>
        </p:nvPicPr>
        <p:blipFill>
          <a:blip xmlns:r="http://schemas.openxmlformats.org/officeDocument/2006/relationships" xmlns:a="http://schemas.openxmlformats.org/drawingml/2006/main" r:embed="R92287aacf65f4022"/>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5" name="같은 AI Agent · 같은 요청">
            <a:extLst xmlns:a="http://schemas.openxmlformats.org/drawingml/2006/main">
              <a:ext uri="{FF2B5EF4-FFF2-40B4-BE49-F238E27FC236}">
                <a16:creationId xmlns:a16="http://schemas.microsoft.com/office/drawing/2014/main" id="{49A66CBE-D11E-45F9-949A-0EEF97C6A4CE}"/>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6" name="">
            <a:extLst xmlns:a="http://schemas.openxmlformats.org/drawingml/2006/main">
              <a:ext uri="{FF2B5EF4-FFF2-40B4-BE49-F238E27FC236}">
                <a16:creationId xmlns:a16="http://schemas.microsoft.com/office/drawing/2014/main" id="{C9F77572-0CCC-4876-B5CD-81DDFD6FDCAB}"/>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어느 경로를 원하는가?">
            <a:extLst xmlns:a="http://schemas.openxmlformats.org/drawingml/2006/main">
              <a:ext uri="{FF2B5EF4-FFF2-40B4-BE49-F238E27FC236}">
                <a16:creationId xmlns:a16="http://schemas.microsoft.com/office/drawing/2014/main" id="{8AF6D5EC-4D70-4031-942A-5F47CFA741E0}"/>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8" name="">
            <a:extLst xmlns:a="http://schemas.openxmlformats.org/drawingml/2006/main">
              <a:ext uri="{FF2B5EF4-FFF2-40B4-BE49-F238E27FC236}">
                <a16:creationId xmlns:a16="http://schemas.microsoft.com/office/drawing/2014/main" id="{086F6DC2-C192-43CC-AA12-9A0216B79BF4}"/>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9" name="Possible interpretation A">
            <a:extLst xmlns:a="http://schemas.openxmlformats.org/drawingml/2006/main">
              <a:ext uri="{FF2B5EF4-FFF2-40B4-BE49-F238E27FC236}">
                <a16:creationId xmlns:a16="http://schemas.microsoft.com/office/drawing/2014/main" id="{89E3AA40-12F8-46C9-A368-D4C54D868F8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0" name="">
            <a:extLst xmlns:a="http://schemas.openxmlformats.org/drawingml/2006/main">
              <a:ext uri="{FF2B5EF4-FFF2-40B4-BE49-F238E27FC236}">
                <a16:creationId xmlns:a16="http://schemas.microsoft.com/office/drawing/2014/main" id="{CCFFCAFC-5337-4199-8042-9EC71E8E0CF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1" name="A">
            <a:extLst xmlns:a="http://schemas.openxmlformats.org/drawingml/2006/main">
              <a:ext uri="{FF2B5EF4-FFF2-40B4-BE49-F238E27FC236}">
                <a16:creationId xmlns:a16="http://schemas.microsoft.com/office/drawing/2014/main" id="{C292F1A5-81CF-44FF-8E20-5C9214586091}"/>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2" name="테스트를 바꿀까?">
            <a:extLst xmlns:a="http://schemas.openxmlformats.org/drawingml/2006/main">
              <a:ext uri="{FF2B5EF4-FFF2-40B4-BE49-F238E27FC236}">
                <a16:creationId xmlns:a16="http://schemas.microsoft.com/office/drawing/2014/main" id="{BCA177C8-1E23-43E8-800C-E50752052DD2}"/>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3" name="기대값을 수정하는 해석">
            <a:extLst xmlns:a="http://schemas.openxmlformats.org/drawingml/2006/main">
              <a:ext uri="{FF2B5EF4-FFF2-40B4-BE49-F238E27FC236}">
                <a16:creationId xmlns:a16="http://schemas.microsoft.com/office/drawing/2014/main" id="{9EBB2F7D-94E0-40F3-BB8C-EAA0AF86895F}"/>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4" name="Possible interpretation B">
            <a:extLst xmlns:a="http://schemas.openxmlformats.org/drawingml/2006/main">
              <a:ext uri="{FF2B5EF4-FFF2-40B4-BE49-F238E27FC236}">
                <a16:creationId xmlns:a16="http://schemas.microsoft.com/office/drawing/2014/main" id="{ACD4975C-7598-4C1A-89FA-5B0368EAF8D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5" name="">
            <a:extLst xmlns:a="http://schemas.openxmlformats.org/drawingml/2006/main">
              <a:ext uri="{FF2B5EF4-FFF2-40B4-BE49-F238E27FC236}">
                <a16:creationId xmlns:a16="http://schemas.microsoft.com/office/drawing/2014/main" id="{39802EF5-4794-4813-8ECA-0483AF0099BA}"/>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6" name="B">
            <a:extLst xmlns:a="http://schemas.openxmlformats.org/drawingml/2006/main">
              <a:ext uri="{FF2B5EF4-FFF2-40B4-BE49-F238E27FC236}">
                <a16:creationId xmlns:a16="http://schemas.microsoft.com/office/drawing/2014/main" id="{F10C580A-10E8-443B-948E-D37D0F50B722}"/>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7" name="구현을 바꿀까?">
            <a:extLst xmlns:a="http://schemas.openxmlformats.org/drawingml/2006/main">
              <a:ext uri="{FF2B5EF4-FFF2-40B4-BE49-F238E27FC236}">
                <a16:creationId xmlns:a16="http://schemas.microsoft.com/office/drawing/2014/main" id="{1B31E364-6337-46CF-B5FF-BB6DB7237E13}"/>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8" name="동작을 명세에 맞추는 해석">
            <a:extLst xmlns:a="http://schemas.openxmlformats.org/drawingml/2006/main">
              <a:ext uri="{FF2B5EF4-FFF2-40B4-BE49-F238E27FC236}">
                <a16:creationId xmlns:a16="http://schemas.microsoft.com/office/drawing/2014/main" id="{9AE2DBD2-35A1-42D6-B1B9-CD70E08D9046}"/>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29" name="Possible interpretation C">
            <a:extLst xmlns:a="http://schemas.openxmlformats.org/drawingml/2006/main">
              <a:ext uri="{FF2B5EF4-FFF2-40B4-BE49-F238E27FC236}">
                <a16:creationId xmlns:a16="http://schemas.microsoft.com/office/drawing/2014/main" id="{688FF22D-9113-4BE1-8E85-A07FE7726E01}"/>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0" name="">
            <a:extLst xmlns:a="http://schemas.openxmlformats.org/drawingml/2006/main">
              <a:ext uri="{FF2B5EF4-FFF2-40B4-BE49-F238E27FC236}">
                <a16:creationId xmlns:a16="http://schemas.microsoft.com/office/drawing/2014/main" id="{23A1413F-F4C3-4D6C-9792-0F0F825B3E2B}"/>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1" name="C">
            <a:extLst xmlns:a="http://schemas.openxmlformats.org/drawingml/2006/main">
              <a:ext uri="{FF2B5EF4-FFF2-40B4-BE49-F238E27FC236}">
                <a16:creationId xmlns:a16="http://schemas.microsoft.com/office/drawing/2014/main" id="{5691CDC0-7D77-45AC-BCD8-FA3AB71E14A5}"/>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2" name="먼저 물어볼까?">
            <a:extLst xmlns:a="http://schemas.openxmlformats.org/drawingml/2006/main">
              <a:ext uri="{FF2B5EF4-FFF2-40B4-BE49-F238E27FC236}">
                <a16:creationId xmlns:a16="http://schemas.microsoft.com/office/drawing/2014/main" id="{24F1BE03-4AC9-430B-A2A2-571C05CEF6D2}"/>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3" name="의도를 확인한 뒤 진행">
            <a:extLst xmlns:a="http://schemas.openxmlformats.org/drawingml/2006/main">
              <a:ext uri="{FF2B5EF4-FFF2-40B4-BE49-F238E27FC236}">
                <a16:creationId xmlns:a16="http://schemas.microsoft.com/office/drawing/2014/main" id="{FE063554-A3F8-4C7C-9D00-031A37DF14A4}"/>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4" name="아직 정해지지 않은 정보">
            <a:extLst xmlns:a="http://schemas.openxmlformats.org/drawingml/2006/main">
              <a:ext uri="{FF2B5EF4-FFF2-40B4-BE49-F238E27FC236}">
                <a16:creationId xmlns:a16="http://schemas.microsoft.com/office/drawing/2014/main" id="{C325E5E9-1683-4AA8-AB47-EC26072EB688}"/>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5" name="목표의 세부 ?">
            <a:extLst xmlns:a="http://schemas.openxmlformats.org/drawingml/2006/main">
              <a:ext uri="{FF2B5EF4-FFF2-40B4-BE49-F238E27FC236}">
                <a16:creationId xmlns:a16="http://schemas.microsoft.com/office/drawing/2014/main" id="{05847B75-5E5E-482F-BD4F-1FC79C7234B2}"/>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6" name="보존 조건 ?">
            <a:extLst xmlns:a="http://schemas.openxmlformats.org/drawingml/2006/main">
              <a:ext uri="{FF2B5EF4-FFF2-40B4-BE49-F238E27FC236}">
                <a16:creationId xmlns:a16="http://schemas.microsoft.com/office/drawing/2014/main" id="{4CC5FE97-693B-47A4-9689-1FF7334328BA}"/>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7" name="수정 범위 ?">
            <a:extLst xmlns:a="http://schemas.openxmlformats.org/drawingml/2006/main">
              <a:ext uri="{FF2B5EF4-FFF2-40B4-BE49-F238E27FC236}">
                <a16:creationId xmlns:a16="http://schemas.microsoft.com/office/drawing/2014/main" id="{9E7152AF-0EF7-4A7E-AA5D-D0CF72072436}"/>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8" name="확인 근거 ?">
            <a:extLst xmlns:a="http://schemas.openxmlformats.org/drawingml/2006/main">
              <a:ext uri="{FF2B5EF4-FFF2-40B4-BE49-F238E27FC236}">
                <a16:creationId xmlns:a16="http://schemas.microsoft.com/office/drawing/2014/main" id="{3B321804-CC90-43AE-AC26-7C8B27C5B088}"/>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39" name="완료 조건 ?">
            <a:extLst xmlns:a="http://schemas.openxmlformats.org/drawingml/2006/main">
              <a:ext uri="{FF2B5EF4-FFF2-40B4-BE49-F238E27FC236}">
                <a16:creationId xmlns:a16="http://schemas.microsoft.com/office/drawing/2014/main" id="{81A58717-3573-48DF-ABA1-F74E1DE889F8}"/>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0" name="Legacy module connection">
            <a:extLst xmlns:a="http://schemas.openxmlformats.org/drawingml/2006/main">
              <a:ext uri="{FF2B5EF4-FFF2-40B4-BE49-F238E27FC236}">
                <a16:creationId xmlns:a16="http://schemas.microsoft.com/office/drawing/2014/main" id="{EBB37841-08B8-4DA1-89BF-1DBC155212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34710808"/>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DD2FAA58-FB0F-40ED-BCD8-A04F9A4A09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BDA0B380-3B46-4F7D-86B4-83F7C669F5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26085C9C-B391-46CC-8BB7-6A688DBD67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96E9D809-0D32-4553-991D-FDD509B5C3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D4F3290F-367F-4EB0-A8EE-7D1C1B3E1B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728806B2-4E41-484E-A37C-5031220763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7E103E42-5D73-4D35-994C-900FA0A44B66}"/>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CEC6C61E-70BC-4A3C-8A76-E73DDA351AB6}"/>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D3537748-37A4-4829-8F1C-484E9FD256AA}"/>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6EB0C219-0DED-4AFF-878D-20653FD8F78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EB90EE53-8D23-4AA1-A0C1-F4C76A7B0E4F}"/>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C753CEE7-FE36-45AA-9246-E3DACCF5A640}"/>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C51A5D1E-A038-4693-AA48-1302C0CD8E75}"/>
              </a:ext>
            </a:extLst>
          </p:cNvPr>
          <p:cNvSpPr>
            <a:spLocks xmlns:a="http://schemas.openxmlformats.org/drawingml/2006/main" noGrp="1"/>
          </p:cNvSpPr>
          <p:nvPr/>
        </p:nvSpPr>
        <p:spPr>
          <a:xfrm xmlns:a="http://schemas.openxmlformats.org/drawingml/2006/main">
            <a:off x="800100" y="3257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Test 기대값">
            <a:extLst xmlns:a="http://schemas.openxmlformats.org/drawingml/2006/main">
              <a:ext uri="{FF2B5EF4-FFF2-40B4-BE49-F238E27FC236}">
                <a16:creationId xmlns:a16="http://schemas.microsoft.com/office/drawing/2014/main" id="{6A14C99C-F942-4A6D-9661-2C60E6CC7741}"/>
              </a:ext>
            </a:extLst>
          </p:cNvPr>
          <p:cNvSpPr>
            <a:spLocks xmlns:a="http://schemas.openxmlformats.org/drawingml/2006/main" noGrp="1"/>
          </p:cNvSpPr>
          <p:nvPr/>
        </p:nvSpPr>
        <p:spPr>
          <a:xfrm xmlns:a="http://schemas.openxmlformats.org/drawingml/2006/main">
            <a:off x="1504950" y="3257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명세·Test 기대값</a:t>
            </a:r>
          </a:p>
        </p:txBody>
      </p:sp>
      <p:sp>
        <p:nvSpPr>
          <p:cNvPr id="15" name="범위">
            <a:extLst xmlns:a="http://schemas.openxmlformats.org/drawingml/2006/main">
              <a:ext uri="{FF2B5EF4-FFF2-40B4-BE49-F238E27FC236}">
                <a16:creationId xmlns:a16="http://schemas.microsoft.com/office/drawing/2014/main" id="{257F0B8D-6677-4B7E-9107-8A0AEF948866}"/>
              </a:ext>
            </a:extLst>
          </p:cNvPr>
          <p:cNvSpPr>
            <a:spLocks xmlns:a="http://schemas.openxmlformats.org/drawingml/2006/main" noGrp="1"/>
          </p:cNvSpPr>
          <p:nvPr/>
        </p:nvSpPr>
        <p:spPr>
          <a:xfrm xmlns:a="http://schemas.openxmlformats.org/drawingml/2006/main">
            <a:off x="800100" y="3638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35E5EB8E-938E-489C-8DF2-4CD9D63A9AA3}"/>
              </a:ext>
            </a:extLst>
          </p:cNvPr>
          <p:cNvSpPr>
            <a:spLocks xmlns:a="http://schemas.openxmlformats.org/drawingml/2006/main" noGrp="1"/>
          </p:cNvSpPr>
          <p:nvPr/>
        </p:nvSpPr>
        <p:spPr>
          <a:xfrm xmlns:a="http://schemas.openxmlformats.org/drawingml/2006/main">
            <a:off x="1504950" y="3638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E2AFE068-C488-4480-A1DC-FE8E91912D6F}"/>
              </a:ext>
            </a:extLst>
          </p:cNvPr>
          <p:cNvSpPr>
            <a:spLocks xmlns:a="http://schemas.openxmlformats.org/drawingml/2006/main" noGrp="1"/>
          </p:cNvSpPr>
          <p:nvPr/>
        </p:nvSpPr>
        <p:spPr>
          <a:xfrm xmlns:a="http://schemas.openxmlformats.org/drawingml/2006/main">
            <a:off x="800100" y="4019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집중·전체 Test + CLI smoke + diff">
            <a:extLst xmlns:a="http://schemas.openxmlformats.org/drawingml/2006/main">
              <a:ext uri="{FF2B5EF4-FFF2-40B4-BE49-F238E27FC236}">
                <a16:creationId xmlns:a16="http://schemas.microsoft.com/office/drawing/2014/main" id="{C9705D78-B53C-4D5D-BCC0-27006DF6128E}"/>
              </a:ext>
            </a:extLst>
          </p:cNvPr>
          <p:cNvSpPr>
            <a:spLocks xmlns:a="http://schemas.openxmlformats.org/drawingml/2006/main" noGrp="1"/>
          </p:cNvSpPr>
          <p:nvPr/>
        </p:nvSpPr>
        <p:spPr>
          <a:xfrm xmlns:a="http://schemas.openxmlformats.org/drawingml/2006/main">
            <a:off x="1504950" y="4019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집중·전체 Test + CLI smoke + diff</a:t>
            </a:r>
          </a:p>
        </p:txBody>
      </p:sp>
      <p:sp>
        <p:nvSpPr>
          <p:cNvPr id="19" name="완료">
            <a:extLst xmlns:a="http://schemas.openxmlformats.org/drawingml/2006/main">
              <a:ext uri="{FF2B5EF4-FFF2-40B4-BE49-F238E27FC236}">
                <a16:creationId xmlns:a16="http://schemas.microsoft.com/office/drawing/2014/main" id="{05738D31-C97B-451B-BDBE-1D3D9F9BC511}"/>
              </a:ext>
            </a:extLst>
          </p:cNvPr>
          <p:cNvSpPr>
            <a:spLocks xmlns:a="http://schemas.openxmlformats.org/drawingml/2006/main" noGrp="1"/>
          </p:cNvSpPr>
          <p:nvPr/>
        </p:nvSpPr>
        <p:spPr>
          <a:xfrm xmlns:a="http://schemas.openxmlformats.org/drawingml/2006/main">
            <a:off x="800100" y="4400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B97B0033-530F-4082-8DA5-B3955B7CAE3C}"/>
              </a:ext>
            </a:extLst>
          </p:cNvPr>
          <p:cNvSpPr>
            <a:spLocks xmlns:a="http://schemas.openxmlformats.org/drawingml/2006/main" noGrp="1"/>
          </p:cNvSpPr>
          <p:nvPr/>
        </p:nvSpPr>
        <p:spPr>
          <a:xfrm xmlns:a="http://schemas.openxmlformats.org/drawingml/2006/main">
            <a:off x="1504950" y="4400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D6C8B3CB-AEBC-4718-B27D-616A08242D09}"/>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9B6533D8-E8F4-4D7D-9D23-C58FC50C7695}"/>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F165E68-5055-495B-AFD5-4FAD1EE381F5}"/>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7EED2A05-C957-4486-BD50-C7CA23F99767}"/>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000A9149-4871-4832-A2E2-FAA127CE1CB1}"/>
              </a:ext>
            </a:extLst>
          </p:cNvPr>
          <p:cNvPicPr>
            <a:picLocks xmlns:a="http://schemas.openxmlformats.org/drawingml/2006/main" noChangeAspect="1"/>
          </p:cNvPicPr>
          <p:nvPr/>
        </p:nvPicPr>
        <p:blipFill>
          <a:blip xmlns:r="http://schemas.openxmlformats.org/officeDocument/2006/relationships" xmlns:a="http://schemas.openxmlformats.org/drawingml/2006/main" r:embed="Rba1bea530c6c44b7"/>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8F320B40-E3E7-4971-81C1-EAEA92A84274}"/>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B502024A-6D12-4568-9245-0FE674322D43}"/>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2D6FF1E6-0D57-436F-B186-79DA41017CF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DCC6CC2F-73A5-40E5-AD14-CE77DFC67004}"/>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EFEB6F03-7545-4DD4-B8D2-49EF4DF09189}"/>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4705B37C-4135-45A5-9C2F-4CA3243FB5CD}"/>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616EBE30-CA55-45B6-BFDB-5C47FCE9C826}"/>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CD14D660-3091-44F7-A452-A75D9BE1B14C}"/>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BC997507-5BEB-4D38-BE9B-9F30DDD99477}"/>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A7B4D542-36C2-400E-97DB-66074485B752}"/>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2BA348DE-F3B2-46F2-A639-462C692B6A5D}"/>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B6BBC34D-243C-41B0-B027-AA273966C035}"/>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B263D260-F08A-4B17-B761-9E6792D1B3C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6FB97E4A-BC68-46B0-AD56-FBA55C444695}"/>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E49C1C41-5E94-4394-94AD-F4283B89AF37}"/>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7C23D412-D629-4B31-8EA7-A792137F74F7}"/>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EC68C1A5-AC54-4F71-948C-B83E25825A71}"/>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89AED4AB-694A-480E-B846-494D3C29FF36}"/>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추측할 선택을 줄이고, 원하는 경로를 명시한다.">
            <a:extLst xmlns:a="http://schemas.openxmlformats.org/drawingml/2006/main">
              <a:ext uri="{FF2B5EF4-FFF2-40B4-BE49-F238E27FC236}">
                <a16:creationId xmlns:a16="http://schemas.microsoft.com/office/drawing/2014/main" id="{3E68AAD2-AD4C-4314-8D04-ED831FCEE874}"/>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추측할 선택을 줄이고, 원하는 경로를 명시한다.</a:t>
            </a:r>
          </a:p>
        </p:txBody>
      </p:sp>
      <p:sp>
        <p:nvSpPr>
          <p:cNvPr id="45" name="Legacy module connection">
            <a:extLst xmlns:a="http://schemas.openxmlformats.org/drawingml/2006/main">
              <a:ext uri="{FF2B5EF4-FFF2-40B4-BE49-F238E27FC236}">
                <a16:creationId xmlns:a16="http://schemas.microsoft.com/office/drawing/2014/main" id="{3B972748-534C-4EDA-A273-127231A477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105926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715C6955-1B78-4E5F-902F-45AE4324BA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A0F90A6C-C0F6-4952-9B36-7CF79A1E96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253512BD-81D3-4FD0-A83D-533F240E5A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E32EDDE6-CB0D-4E34-B1B7-7AAE2AEEC6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122E346E-DCCE-42FB-8AB1-106B80D19C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F78EE3B6-A600-4AAD-B635-1D35469454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crop test 고쳐줘”에 답하기 전에">
            <a:extLst xmlns:a="http://schemas.openxmlformats.org/drawingml/2006/main">
              <a:ext uri="{FF2B5EF4-FFF2-40B4-BE49-F238E27FC236}">
                <a16:creationId xmlns:a16="http://schemas.microsoft.com/office/drawing/2014/main" id="{66678A8A-C4FB-4645-96CF-8442190CAA17}"/>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“crop test 고쳐줘”에 답하기 전에</a:t>
            </a:r>
          </a:p>
        </p:txBody>
      </p:sp>
      <p:sp>
        <p:nvSpPr>
          <p:cNvPr id="8" name="01">
            <a:extLst xmlns:a="http://schemas.openxmlformats.org/drawingml/2006/main">
              <a:ext uri="{FF2B5EF4-FFF2-40B4-BE49-F238E27FC236}">
                <a16:creationId xmlns:a16="http://schemas.microsoft.com/office/drawing/2014/main" id="{35235260-9FD8-469D-994C-84CC958C447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8D51E379-407C-4C70-879F-347C059661B3}"/>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922D464E-E6DE-49ED-AE22-82751FEB1E2A}"/>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A2EA322A-EAB8-4026-8B4E-381A48691CCC}"/>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76BC355E-7E38-4F07-8776-72C255AD8B6A}"/>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44ECDD05-2BDE-4298-AA21-7EFD7513E169}"/>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9E6FAD99-EB9B-4A1F-85F2-0D0F9286AA69}"/>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77DD58EC-DE7D-448D-9AB3-C4697CF11CA0}"/>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A6641D5A-D4D1-42D6-84BC-8407DD1D8823}"/>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6CEE68DD-3B9F-4D30-B7AD-25E571E09022}"/>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C280A50E-4DFD-4E7E-A3E2-3C2836B0E550}"/>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08787A82-183C-48DF-9308-8753D6C6F8DB}"/>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C180AF20-176D-4711-96A1-AF608B7EF8E5}"/>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A79995C4-2817-45BB-A511-C2CBB3CEF11C}"/>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682B138B-3FD1-4A9D-B354-C1FF5F06CE4D}"/>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475B87A9-C1A4-4875-B511-E822A1FB18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340587842"/>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0F8732AE-B4D0-481D-9D29-7F4D8CEF46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2D2E338F-8C28-4D1B-B30F-AB9B6E08BD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78985ABB-D956-4AC9-B696-B7375FEBC1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EE41573E-9D90-4854-81FD-7761EF12DF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959B1A5A-5C98-47D4-9712-1B347FC582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다섯 항목은 서로 분리된 기능이 아니라 하나의 작업 요청에 담는 책임입니다.">
            <a:extLst xmlns:a="http://schemas.openxmlformats.org/drawingml/2006/main">
              <a:ext uri="{FF2B5EF4-FFF2-40B4-BE49-F238E27FC236}">
                <a16:creationId xmlns:a16="http://schemas.microsoft.com/office/drawing/2014/main" id="{50CAF535-47ED-47EE-AB2B-C81A81D1F6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다섯 항목은 서로 분리된 기능이 아니라 하나의 작업 요청에 담는 책임입니다.</a:t>
            </a:r>
          </a:p>
        </p:txBody>
      </p:sp>
      <p:sp>
        <p:nvSpPr>
          <p:cNvPr id="7" name="앞의 질문을 묶고, 필요한 맥락과 작업 과정을 명시한다">
            <a:extLst xmlns:a="http://schemas.openxmlformats.org/drawingml/2006/main">
              <a:ext uri="{FF2B5EF4-FFF2-40B4-BE49-F238E27FC236}">
                <a16:creationId xmlns:a16="http://schemas.microsoft.com/office/drawing/2014/main" id="{108966DD-7231-4C1A-9FCA-B9FDE5FCD25C}"/>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묶고, 필요한 맥락과 작업 과정을 명시한다</a:t>
            </a:r>
          </a:p>
        </p:txBody>
      </p:sp>
      <p:sp>
        <p:nvSpPr>
          <p:cNvPr id="8" name="">
            <a:extLst xmlns:a="http://schemas.openxmlformats.org/drawingml/2006/main">
              <a:ext uri="{FF2B5EF4-FFF2-40B4-BE49-F238E27FC236}">
                <a16:creationId xmlns:a16="http://schemas.microsoft.com/office/drawing/2014/main" id="{E7BEF7E2-0D34-4975-BEBC-CF6B5B231A3F}"/>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1D509E0D-D2E7-45E0-ABEF-C4C9E69385C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9A68E6E7-6325-4465-AD5A-6BD6623A65E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096581F5-E13C-45EC-BC10-159B2C724424}"/>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어떤 결과를 바꿀까?">
            <a:extLst xmlns:a="http://schemas.openxmlformats.org/drawingml/2006/main">
              <a:ext uri="{FF2B5EF4-FFF2-40B4-BE49-F238E27FC236}">
                <a16:creationId xmlns:a16="http://schemas.microsoft.com/office/drawing/2014/main" id="{17D918B7-2BAF-46F0-8A0A-9D0E573FB864}"/>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결과를 바꿀까?</a:t>
            </a:r>
          </a:p>
        </p:txBody>
      </p:sp>
      <p:sp>
        <p:nvSpPr>
          <p:cNvPr id="13" name="">
            <a:extLst xmlns:a="http://schemas.openxmlformats.org/drawingml/2006/main">
              <a:ext uri="{FF2B5EF4-FFF2-40B4-BE49-F238E27FC236}">
                <a16:creationId xmlns:a16="http://schemas.microsoft.com/office/drawing/2014/main" id="{1DD6D12F-8667-4356-8355-BA9EB79D6BC4}"/>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A574D3E3-427B-455D-A717-E246921BD94B}"/>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이 작업에 필요한 사실은?">
            <a:extLst xmlns:a="http://schemas.openxmlformats.org/drawingml/2006/main">
              <a:ext uri="{FF2B5EF4-FFF2-40B4-BE49-F238E27FC236}">
                <a16:creationId xmlns:a16="http://schemas.microsoft.com/office/drawing/2014/main" id="{EA744652-874A-4507-9246-6CA640BFFE0D}"/>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 작업에 필요한 사실은?</a:t>
            </a:r>
          </a:p>
        </p:txBody>
      </p:sp>
      <p:sp>
        <p:nvSpPr>
          <p:cNvPr id="16" name="">
            <a:extLst xmlns:a="http://schemas.openxmlformats.org/drawingml/2006/main">
              <a:ext uri="{FF2B5EF4-FFF2-40B4-BE49-F238E27FC236}">
                <a16:creationId xmlns:a16="http://schemas.microsoft.com/office/drawing/2014/main" id="{49E631D2-14F8-4A23-9535-666210005D19}"/>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CA3EB259-BA06-42FB-AC11-A71467C959FD}"/>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무엇을 보존할까?">
            <a:extLst xmlns:a="http://schemas.openxmlformats.org/drawingml/2006/main">
              <a:ext uri="{FF2B5EF4-FFF2-40B4-BE49-F238E27FC236}">
                <a16:creationId xmlns:a16="http://schemas.microsoft.com/office/drawing/2014/main" id="{41EBD85C-05B3-4885-805D-E0BE69450110}"/>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보존할까?</a:t>
            </a:r>
          </a:p>
        </p:txBody>
      </p:sp>
      <p:sp>
        <p:nvSpPr>
          <p:cNvPr id="19" name="">
            <a:extLst xmlns:a="http://schemas.openxmlformats.org/drawingml/2006/main">
              <a:ext uri="{FF2B5EF4-FFF2-40B4-BE49-F238E27FC236}">
                <a16:creationId xmlns:a16="http://schemas.microsoft.com/office/drawing/2014/main" id="{DC970089-5490-4C99-80F0-F38DD2794194}"/>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F02E4BA5-64A0-4374-B963-7F0CE9E2B222}"/>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어떤 순서·경계를 지킬까?">
            <a:extLst xmlns:a="http://schemas.openxmlformats.org/drawingml/2006/main">
              <a:ext uri="{FF2B5EF4-FFF2-40B4-BE49-F238E27FC236}">
                <a16:creationId xmlns:a16="http://schemas.microsoft.com/office/drawing/2014/main" id="{E55B5159-D5EC-46E7-A94E-2394059DD5A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순서·경계를 지킬까?</a:t>
            </a:r>
          </a:p>
        </p:txBody>
      </p:sp>
      <p:sp>
        <p:nvSpPr>
          <p:cNvPr id="22" name="">
            <a:extLst xmlns:a="http://schemas.openxmlformats.org/drawingml/2006/main">
              <a:ext uri="{FF2B5EF4-FFF2-40B4-BE49-F238E27FC236}">
                <a16:creationId xmlns:a16="http://schemas.microsoft.com/office/drawing/2014/main" id="{03986C6A-C26E-457C-84F0-D131FF8AAF04}"/>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2E631459-206E-4926-B623-34A0AF1F508A}"/>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무엇으로 완료를 확인할까?">
            <a:extLst xmlns:a="http://schemas.openxmlformats.org/drawingml/2006/main">
              <a:ext uri="{FF2B5EF4-FFF2-40B4-BE49-F238E27FC236}">
                <a16:creationId xmlns:a16="http://schemas.microsoft.com/office/drawing/2014/main" id="{B108FA25-EB65-4568-AE12-85FBEF2861FE}"/>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무엇으로 완료를 확인할까?</a:t>
            </a:r>
          </a:p>
        </p:txBody>
      </p:sp>
      <p:sp>
        <p:nvSpPr>
          <p:cNvPr id="25" name="Legacy module connection">
            <a:extLst xmlns:a="http://schemas.openxmlformats.org/drawingml/2006/main">
              <a:ext uri="{FF2B5EF4-FFF2-40B4-BE49-F238E27FC236}">
                <a16:creationId xmlns:a16="http://schemas.microsoft.com/office/drawing/2014/main" id="{91FCBDB0-B2A8-4540-81BA-E5C552FCE0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8038348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1 · 같은 요청을 구체화하기">
            <a:extLst xmlns:a="http://schemas.openxmlformats.org/drawingml/2006/main">
              <a:ext uri="{FF2B5EF4-FFF2-40B4-BE49-F238E27FC236}">
                <a16:creationId xmlns:a16="http://schemas.microsoft.com/office/drawing/2014/main" id="{05B03828-D786-4588-A050-7F357BAD22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요청을 구체화하기</a:t>
            </a:r>
          </a:p>
        </p:txBody>
      </p:sp>
      <p:sp>
        <p:nvSpPr>
          <p:cNvPr id="2" name="S16">
            <a:extLst xmlns:a="http://schemas.openxmlformats.org/drawingml/2006/main">
              <a:ext uri="{FF2B5EF4-FFF2-40B4-BE49-F238E27FC236}">
                <a16:creationId xmlns:a16="http://schemas.microsoft.com/office/drawing/2014/main" id="{C1004907-976E-4399-82DE-C26D0D762B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B51F110D-CEEF-491B-B156-D0E44351E7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2CC1A595-D342-4892-9F90-37FB5B0295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7FC4E082-10A4-465A-893B-3CC4531C93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048E33F3-3443-4CF2-87D9-E746787089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9A431454-A2D2-416F-9209-C7081B174D20}"/>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3E7039DC-4E54-49C1-9D54-91B1890AE75E}"/>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C724D12E-C483-4DF6-96A4-6926CC7BF54A}"/>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추가한 정보">
            <a:extLst xmlns:a="http://schemas.openxmlformats.org/drawingml/2006/main">
              <a:ext uri="{FF2B5EF4-FFF2-40B4-BE49-F238E27FC236}">
                <a16:creationId xmlns:a16="http://schemas.microsoft.com/office/drawing/2014/main" id="{696FC363-4D81-4170-9E96-FC07560EF48C}"/>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추가한 정보</a:t>
            </a:r>
          </a:p>
        </p:txBody>
      </p:sp>
      <p:sp>
        <p:nvSpPr>
          <p:cNvPr id="11" name="">
            <a:extLst xmlns:a="http://schemas.openxmlformats.org/drawingml/2006/main">
              <a:ext uri="{FF2B5EF4-FFF2-40B4-BE49-F238E27FC236}">
                <a16:creationId xmlns:a16="http://schemas.microsoft.com/office/drawing/2014/main" id="{280FAA11-54FF-4221-B91B-93771CD043DD}"/>
              </a:ext>
            </a:extLst>
          </p:cNvPr>
          <p:cNvSpPr>
            <a:spLocks xmlns:a="http://schemas.openxmlformats.org/drawingml/2006/main" noGrp="1"/>
          </p:cNvSpPr>
          <p:nvPr/>
        </p:nvSpPr>
        <p:spPr>
          <a:xfrm xmlns:a="http://schemas.openxmlformats.org/drawingml/2006/main">
            <a:off x="4438650" y="24574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맥락">
            <a:extLst xmlns:a="http://schemas.openxmlformats.org/drawingml/2006/main">
              <a:ext uri="{FF2B5EF4-FFF2-40B4-BE49-F238E27FC236}">
                <a16:creationId xmlns:a16="http://schemas.microsoft.com/office/drawing/2014/main" id="{A4C6375A-1685-40FD-9445-ECADB5AAD043}"/>
              </a:ext>
            </a:extLst>
          </p:cNvPr>
          <p:cNvSpPr>
            <a:spLocks xmlns:a="http://schemas.openxmlformats.org/drawingml/2006/main" noGrp="1"/>
          </p:cNvSpPr>
          <p:nvPr/>
        </p:nvSpPr>
        <p:spPr>
          <a:xfrm xmlns:a="http://schemas.openxmlformats.org/drawingml/2006/main">
            <a:off x="4438650" y="252412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목표·맥락</a:t>
            </a:r>
          </a:p>
        </p:txBody>
      </p:sp>
      <p:sp>
        <p:nvSpPr>
          <p:cNvPr id="13" name="crop 경계 실패를 조사·수정한다.">
            <a:extLst xmlns:a="http://schemas.openxmlformats.org/drawingml/2006/main">
              <a:ext uri="{FF2B5EF4-FFF2-40B4-BE49-F238E27FC236}">
                <a16:creationId xmlns:a16="http://schemas.microsoft.com/office/drawing/2014/main" id="{2F8608C0-8C7E-4D89-B6B8-48D621128EAD}"/>
              </a:ext>
            </a:extLst>
          </p:cNvPr>
          <p:cNvSpPr>
            <a:spLocks xmlns:a="http://schemas.openxmlformats.org/drawingml/2006/main" noGrp="1"/>
          </p:cNvSpPr>
          <p:nvPr/>
        </p:nvSpPr>
        <p:spPr>
          <a:xfrm xmlns:a="http://schemas.openxmlformats.org/drawingml/2006/main">
            <a:off x="5962650" y="252412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경계 실패를 조사·수정한다.</a:t>
            </a:r>
          </a:p>
        </p:txBody>
      </p:sp>
      <p:sp>
        <p:nvSpPr>
          <p:cNvPr id="14" name="">
            <a:extLst xmlns:a="http://schemas.openxmlformats.org/drawingml/2006/main">
              <a:ext uri="{FF2B5EF4-FFF2-40B4-BE49-F238E27FC236}">
                <a16:creationId xmlns:a16="http://schemas.microsoft.com/office/drawing/2014/main" id="{D41E8BA9-2F48-4CA1-BAE0-8A899657B3C3}"/>
              </a:ext>
            </a:extLst>
          </p:cNvPr>
          <p:cNvSpPr>
            <a:spLocks xmlns:a="http://schemas.openxmlformats.org/drawingml/2006/main" noGrp="1"/>
          </p:cNvSpPr>
          <p:nvPr/>
        </p:nvSpPr>
        <p:spPr>
          <a:xfrm xmlns:a="http://schemas.openxmlformats.org/drawingml/2006/main">
            <a:off x="4438650" y="30194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제약">
            <a:extLst xmlns:a="http://schemas.openxmlformats.org/drawingml/2006/main">
              <a:ext uri="{FF2B5EF4-FFF2-40B4-BE49-F238E27FC236}">
                <a16:creationId xmlns:a16="http://schemas.microsoft.com/office/drawing/2014/main" id="{A94C6BE4-8DC2-48B3-A8BC-E8CC24FA32E6}"/>
              </a:ext>
            </a:extLst>
          </p:cNvPr>
          <p:cNvSpPr>
            <a:spLocks xmlns:a="http://schemas.openxmlformats.org/drawingml/2006/main" noGrp="1"/>
          </p:cNvSpPr>
          <p:nvPr/>
        </p:nvSpPr>
        <p:spPr>
          <a:xfrm xmlns:a="http://schemas.openxmlformats.org/drawingml/2006/main">
            <a:off x="4438650" y="30861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제약</a:t>
            </a:r>
          </a:p>
        </p:txBody>
      </p:sp>
      <p:sp>
        <p:nvSpPr>
          <p:cNvPr id="16" name="끝 좌표 제외, 무관한 API·의존성 유지">
            <a:extLst xmlns:a="http://schemas.openxmlformats.org/drawingml/2006/main">
              <a:ext uri="{FF2B5EF4-FFF2-40B4-BE49-F238E27FC236}">
                <a16:creationId xmlns:a16="http://schemas.microsoft.com/office/drawing/2014/main" id="{18427668-7914-4A1D-8701-5B8BA6CD8B96}"/>
              </a:ext>
            </a:extLst>
          </p:cNvPr>
          <p:cNvSpPr>
            <a:spLocks xmlns:a="http://schemas.openxmlformats.org/drawingml/2006/main" noGrp="1"/>
          </p:cNvSpPr>
          <p:nvPr/>
        </p:nvSpPr>
        <p:spPr>
          <a:xfrm xmlns:a="http://schemas.openxmlformats.org/drawingml/2006/main">
            <a:off x="5962650" y="30861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 무관한 API·의존성 유지</a:t>
            </a:r>
          </a:p>
        </p:txBody>
      </p:sp>
      <p:sp>
        <p:nvSpPr>
          <p:cNvPr id="17" name="">
            <a:extLst xmlns:a="http://schemas.openxmlformats.org/drawingml/2006/main">
              <a:ext uri="{FF2B5EF4-FFF2-40B4-BE49-F238E27FC236}">
                <a16:creationId xmlns:a16="http://schemas.microsoft.com/office/drawing/2014/main" id="{A5EAF71D-7806-4C3D-B02F-F728A78D148F}"/>
              </a:ext>
            </a:extLst>
          </p:cNvPr>
          <p:cNvSpPr>
            <a:spLocks xmlns:a="http://schemas.openxmlformats.org/drawingml/2006/main" noGrp="1"/>
          </p:cNvSpPr>
          <p:nvPr/>
        </p:nvSpPr>
        <p:spPr>
          <a:xfrm xmlns:a="http://schemas.openxmlformats.org/drawingml/2006/main">
            <a:off x="4438650" y="35814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과정">
            <a:extLst xmlns:a="http://schemas.openxmlformats.org/drawingml/2006/main">
              <a:ext uri="{FF2B5EF4-FFF2-40B4-BE49-F238E27FC236}">
                <a16:creationId xmlns:a16="http://schemas.microsoft.com/office/drawing/2014/main" id="{33CF3F5A-37B8-45F6-9069-D88927AD3DA7}"/>
              </a:ext>
            </a:extLst>
          </p:cNvPr>
          <p:cNvSpPr>
            <a:spLocks xmlns:a="http://schemas.openxmlformats.org/drawingml/2006/main" noGrp="1"/>
          </p:cNvSpPr>
          <p:nvPr/>
        </p:nvSpPr>
        <p:spPr>
          <a:xfrm xmlns:a="http://schemas.openxmlformats.org/drawingml/2006/main">
            <a:off x="4438650" y="364807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과정</a:t>
            </a:r>
          </a:p>
        </p:txBody>
      </p:sp>
      <p:sp>
        <p:nvSpPr>
          <p:cNvPr id="19" name="재현 → 조사 → 계획 → 최소 수정">
            <a:extLst xmlns:a="http://schemas.openxmlformats.org/drawingml/2006/main">
              <a:ext uri="{FF2B5EF4-FFF2-40B4-BE49-F238E27FC236}">
                <a16:creationId xmlns:a16="http://schemas.microsoft.com/office/drawing/2014/main" id="{6347BE7E-5346-46E6-94C3-E537156DEF92}"/>
              </a:ext>
            </a:extLst>
          </p:cNvPr>
          <p:cNvSpPr>
            <a:spLocks xmlns:a="http://schemas.openxmlformats.org/drawingml/2006/main" noGrp="1"/>
          </p:cNvSpPr>
          <p:nvPr/>
        </p:nvSpPr>
        <p:spPr>
          <a:xfrm xmlns:a="http://schemas.openxmlformats.org/drawingml/2006/main">
            <a:off x="5962650" y="36480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재현 → 조사 → 계획 → 최소 수정</a:t>
            </a:r>
          </a:p>
        </p:txBody>
      </p:sp>
      <p:sp>
        <p:nvSpPr>
          <p:cNvPr id="20" name="">
            <a:extLst xmlns:a="http://schemas.openxmlformats.org/drawingml/2006/main">
              <a:ext uri="{FF2B5EF4-FFF2-40B4-BE49-F238E27FC236}">
                <a16:creationId xmlns:a16="http://schemas.microsoft.com/office/drawing/2014/main" id="{85462A23-CC73-4C65-A6A4-8C83B9D8F9FF}"/>
              </a:ext>
            </a:extLst>
          </p:cNvPr>
          <p:cNvSpPr>
            <a:spLocks xmlns:a="http://schemas.openxmlformats.org/drawingml/2006/main" noGrp="1"/>
          </p:cNvSpPr>
          <p:nvPr/>
        </p:nvSpPr>
        <p:spPr>
          <a:xfrm xmlns:a="http://schemas.openxmlformats.org/drawingml/2006/main">
            <a:off x="4438650" y="41433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검증">
            <a:extLst xmlns:a="http://schemas.openxmlformats.org/drawingml/2006/main">
              <a:ext uri="{FF2B5EF4-FFF2-40B4-BE49-F238E27FC236}">
                <a16:creationId xmlns:a16="http://schemas.microsoft.com/office/drawing/2014/main" id="{94FD19A3-EF03-4CF8-8D76-7DDFEFB24EB1}"/>
              </a:ext>
            </a:extLst>
          </p:cNvPr>
          <p:cNvSpPr>
            <a:spLocks xmlns:a="http://schemas.openxmlformats.org/drawingml/2006/main" noGrp="1"/>
          </p:cNvSpPr>
          <p:nvPr/>
        </p:nvSpPr>
        <p:spPr>
          <a:xfrm xmlns:a="http://schemas.openxmlformats.org/drawingml/2006/main">
            <a:off x="4438650" y="421005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검증</a:t>
            </a:r>
          </a:p>
        </p:txBody>
      </p:sp>
      <p:sp>
        <p:nvSpPr>
          <p:cNvPr id="22" name="집중·전체 Test + CLI smoke + diff">
            <a:extLst xmlns:a="http://schemas.openxmlformats.org/drawingml/2006/main">
              <a:ext uri="{FF2B5EF4-FFF2-40B4-BE49-F238E27FC236}">
                <a16:creationId xmlns:a16="http://schemas.microsoft.com/office/drawing/2014/main" id="{CD009BBC-B80B-4210-9C29-51C7E624A5F4}"/>
              </a:ext>
            </a:extLst>
          </p:cNvPr>
          <p:cNvSpPr>
            <a:spLocks xmlns:a="http://schemas.openxmlformats.org/drawingml/2006/main" noGrp="1"/>
          </p:cNvSpPr>
          <p:nvPr/>
        </p:nvSpPr>
        <p:spPr>
          <a:xfrm xmlns:a="http://schemas.openxmlformats.org/drawingml/2006/main">
            <a:off x="5962650" y="42100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집중·전체 Test + CLI smoke + diff</a:t>
            </a:r>
          </a:p>
        </p:txBody>
      </p:sp>
      <p:sp>
        <p:nvSpPr>
          <p:cNvPr id="23" name="">
            <a:extLst xmlns:a="http://schemas.openxmlformats.org/drawingml/2006/main">
              <a:ext uri="{FF2B5EF4-FFF2-40B4-BE49-F238E27FC236}">
                <a16:creationId xmlns:a16="http://schemas.microsoft.com/office/drawing/2014/main" id="{6B78002C-8EF7-4C4B-887B-1EDDC79E7B0B}"/>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완료 조건 예 · 4열 입력의 crop 1 3 → 원본 열 1·2, 폭 2">
            <a:extLst xmlns:a="http://schemas.openxmlformats.org/drawingml/2006/main">
              <a:ext uri="{FF2B5EF4-FFF2-40B4-BE49-F238E27FC236}">
                <a16:creationId xmlns:a16="http://schemas.microsoft.com/office/drawing/2014/main" id="{7904AF0A-5BEE-4543-BCD2-22CC12997867}"/>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5" name="C++에도: 출력·API/ABI 보존 범위와 Release 검증 조건을 먼저 정한다.">
            <a:extLst xmlns:a="http://schemas.openxmlformats.org/drawingml/2006/main">
              <a:ext uri="{FF2B5EF4-FFF2-40B4-BE49-F238E27FC236}">
                <a16:creationId xmlns:a16="http://schemas.microsoft.com/office/drawing/2014/main" id="{4C1C4A31-CE2B-4095-92C5-B8E438752BC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6" name="Legacy module connection">
            <a:extLst xmlns:a="http://schemas.openxmlformats.org/drawingml/2006/main">
              <a:ext uri="{FF2B5EF4-FFF2-40B4-BE49-F238E27FC236}">
                <a16:creationId xmlns:a16="http://schemas.microsoft.com/office/drawing/2014/main" id="{CF4842AF-44FD-4BA6-9E13-AD7D12A248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31063745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1 · TRIAL-002 관찰 시작">
            <a:extLst xmlns:a="http://schemas.openxmlformats.org/drawingml/2006/main">
              <a:ext uri="{FF2B5EF4-FFF2-40B4-BE49-F238E27FC236}">
                <a16:creationId xmlns:a16="http://schemas.microsoft.com/office/drawing/2014/main" id="{8FD89EE2-B7CC-4416-973B-06C6C90FA6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TRIAL-002 관찰 시작</a:t>
            </a:r>
          </a:p>
        </p:txBody>
      </p:sp>
      <p:sp>
        <p:nvSpPr>
          <p:cNvPr id="2" name="S17">
            <a:extLst xmlns:a="http://schemas.openxmlformats.org/drawingml/2006/main">
              <a:ext uri="{FF2B5EF4-FFF2-40B4-BE49-F238E27FC236}">
                <a16:creationId xmlns:a16="http://schemas.microsoft.com/office/drawing/2014/main" id="{97B8DBF0-084C-4EE2-B957-7217BA0E63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먼저 무엇을 하는지 보자">
            <a:extLst xmlns:a="http://schemas.openxmlformats.org/drawingml/2006/main">
              <a:ext uri="{FF2B5EF4-FFF2-40B4-BE49-F238E27FC236}">
                <a16:creationId xmlns:a16="http://schemas.microsoft.com/office/drawing/2014/main" id="{574209B8-6ADB-4AB7-A42A-8A99584E4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54E84A07-0B5A-4889-9FD7-58C6F17183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63B5D7FD-13B4-411B-996F-29DC9F8916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단일 과거 CLI 기록을 살펴봅니다. 현재 Desktop 실행이나 반복성을 입증하지 않습니다.">
            <a:extLst xmlns:a="http://schemas.openxmlformats.org/drawingml/2006/main">
              <a:ext uri="{FF2B5EF4-FFF2-40B4-BE49-F238E27FC236}">
                <a16:creationId xmlns:a16="http://schemas.microsoft.com/office/drawing/2014/main" id="{DDCF36A3-A8B4-483E-B1A8-1093B1870E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단일 과거 CLI 기록을 살펴봅니다. 현재 Desktop 실행이나 반복성을 입증하지 않습니다.</a:t>
            </a:r>
          </a:p>
        </p:txBody>
      </p:sp>
      <p:sp>
        <p:nvSpPr>
          <p:cNvPr id="7" name="">
            <a:extLst xmlns:a="http://schemas.openxmlformats.org/drawingml/2006/main">
              <a:ext uri="{FF2B5EF4-FFF2-40B4-BE49-F238E27FC236}">
                <a16:creationId xmlns:a16="http://schemas.microsoft.com/office/drawing/2014/main" id="{FF0AE52C-CB89-485E-AC83-C78F1E3E513C}"/>
              </a:ext>
            </a:extLst>
          </p:cNvPr>
          <p:cNvSpPr>
            <a:spLocks xmlns:a="http://schemas.openxmlformats.org/drawingml/2006/main" noGrp="1"/>
          </p:cNvSpPr>
          <p:nvPr/>
        </p:nvSpPr>
        <p:spPr>
          <a:xfrm xmlns:a="http://schemas.openxmlformats.org/drawingml/2006/main">
            <a:off x="609600" y="1752600"/>
            <a:ext cx="6496050" cy="3943350"/>
          </a:xfrm>
          <a:prstGeom xmlns:a="http://schemas.openxmlformats.org/drawingml/2006/main" prst="roundRect">
            <a:avLst>
              <a:gd name="adj" fmla="val 2899"/>
            </a:avLst>
          </a:prstGeom>
          <a:solidFill xmlns:a="http://schemas.openxmlformats.org/drawingml/2006/main">
            <a:srgbClr val="FFFFFF"/>
          </a:solidFill>
          <a:ln xmlns:a="http://schemas.openxmlformats.org/drawingml/2006/main" w="14288">
            <a:solidFill>
              <a:srgbClr val="C7D0DA"/>
            </a:solidFill>
            <a:prstDash val="solid"/>
          </a:ln>
        </p:spPr>
      </p:sp>
      <p:sp>
        <p:nvSpPr>
          <p:cNvPr id="8" name="입력한 Prompt · 핵심 지시 발췌·번역">
            <a:extLst xmlns:a="http://schemas.openxmlformats.org/drawingml/2006/main">
              <a:ext uri="{FF2B5EF4-FFF2-40B4-BE49-F238E27FC236}">
                <a16:creationId xmlns:a16="http://schemas.microsoft.com/office/drawing/2014/main" id="{90236FEB-AF1C-4E48-8CE9-48709B747860}"/>
              </a:ext>
            </a:extLst>
          </p:cNvPr>
          <p:cNvSpPr>
            <a:spLocks xmlns:a="http://schemas.openxmlformats.org/drawingml/2006/main" noGrp="1"/>
          </p:cNvSpPr>
          <p:nvPr/>
        </p:nvSpPr>
        <p:spPr>
          <a:xfrm xmlns:a="http://schemas.openxmlformats.org/drawingml/2006/main">
            <a:off x="800100" y="185737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입력한 Prompt · 핵심 지시 발췌·번역</a:t>
            </a:r>
          </a:p>
        </p:txBody>
      </p:sp>
      <p:sp>
        <p:nvSpPr>
          <p:cNvPr id="9" name="">
            <a:extLst xmlns:a="http://schemas.openxmlformats.org/drawingml/2006/main">
              <a:ext uri="{FF2B5EF4-FFF2-40B4-BE49-F238E27FC236}">
                <a16:creationId xmlns:a16="http://schemas.microsoft.com/office/drawing/2014/main" id="{502DA003-ACF8-4364-A89B-46B22F3B6EBC}"/>
              </a:ext>
            </a:extLst>
          </p:cNvPr>
          <p:cNvSpPr>
            <a:spLocks xmlns:a="http://schemas.openxmlformats.org/drawingml/2006/main" noGrp="1"/>
          </p:cNvSpPr>
          <p:nvPr/>
        </p:nvSpPr>
        <p:spPr>
          <a:xfrm xmlns:a="http://schemas.openxmlformats.org/drawingml/2006/main">
            <a:off x="800100" y="2238375"/>
            <a:ext cx="61150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목표  crop 경계 실패를 조사하고 고친다.">
            <a:extLst xmlns:a="http://schemas.openxmlformats.org/drawingml/2006/main">
              <a:ext uri="{FF2B5EF4-FFF2-40B4-BE49-F238E27FC236}">
                <a16:creationId xmlns:a16="http://schemas.microsoft.com/office/drawing/2014/main" id="{82CB3049-AABF-4762-9D38-A31077DCEBEA}"/>
              </a:ext>
            </a:extLst>
          </p:cNvPr>
          <p:cNvSpPr>
            <a:spLocks xmlns:a="http://schemas.openxmlformats.org/drawingml/2006/main" noGrp="1"/>
          </p:cNvSpPr>
          <p:nvPr/>
        </p:nvSpPr>
        <p:spPr>
          <a:xfrm xmlns:a="http://schemas.openxmlformats.org/drawingml/2006/main">
            <a:off x="800100" y="233362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  crop 경계 실패를 조사하고 고친다.</a:t>
            </a:r>
          </a:p>
        </p:txBody>
      </p:sp>
      <p:sp>
        <p:nvSpPr>
          <p:cNvPr id="11" name="제약  [x_start, x_end) 보존 · 최소 변경">
            <a:extLst xmlns:a="http://schemas.openxmlformats.org/drawingml/2006/main">
              <a:ext uri="{FF2B5EF4-FFF2-40B4-BE49-F238E27FC236}">
                <a16:creationId xmlns:a16="http://schemas.microsoft.com/office/drawing/2014/main" id="{081DB379-E9B7-4CCE-A21E-FF35F9EE9CC5}"/>
              </a:ext>
            </a:extLst>
          </p:cNvPr>
          <p:cNvSpPr>
            <a:spLocks xmlns:a="http://schemas.openxmlformats.org/drawingml/2006/main" noGrp="1"/>
          </p:cNvSpPr>
          <p:nvPr/>
        </p:nvSpPr>
        <p:spPr>
          <a:xfrm xmlns:a="http://schemas.openxmlformats.org/drawingml/2006/main">
            <a:off x="800100" y="2628900"/>
            <a:ext cx="6115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제약  [x_start, x_end) 보존 · 최소 변경</a:t>
            </a:r>
          </a:p>
        </p:txBody>
      </p:sp>
      <p:sp>
        <p:nvSpPr>
          <p:cNvPr id="12" name="         무관한 API 변경·의존성 추가 없음">
            <a:extLst xmlns:a="http://schemas.openxmlformats.org/drawingml/2006/main">
              <a:ext uri="{FF2B5EF4-FFF2-40B4-BE49-F238E27FC236}">
                <a16:creationId xmlns:a16="http://schemas.microsoft.com/office/drawing/2014/main" id="{1688FB97-41A0-4854-B9A4-6220F5E03F48}"/>
              </a:ext>
            </a:extLst>
          </p:cNvPr>
          <p:cNvSpPr>
            <a:spLocks xmlns:a="http://schemas.openxmlformats.org/drawingml/2006/main" noGrp="1"/>
          </p:cNvSpPr>
          <p:nvPr/>
        </p:nvSpPr>
        <p:spPr>
          <a:xfrm xmlns:a="http://schemas.openxmlformats.org/drawingml/2006/main">
            <a:off x="800100" y="2895600"/>
            <a:ext cx="6115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         무관한 API 변경·의존성 추가 없음</a:t>
            </a:r>
          </a:p>
        </p:txBody>
      </p:sp>
      <p:sp>
        <p:nvSpPr>
          <p:cNvPr id="13" name="AI Agent 관찰 순서">
            <a:extLst xmlns:a="http://schemas.openxmlformats.org/drawingml/2006/main">
              <a:ext uri="{FF2B5EF4-FFF2-40B4-BE49-F238E27FC236}">
                <a16:creationId xmlns:a16="http://schemas.microsoft.com/office/drawing/2014/main" id="{0FEB2A0C-06C4-469B-9277-F68EB5AA7EAD}"/>
              </a:ext>
            </a:extLst>
          </p:cNvPr>
          <p:cNvSpPr>
            <a:spLocks xmlns:a="http://schemas.openxmlformats.org/drawingml/2006/main" noGrp="1"/>
          </p:cNvSpPr>
          <p:nvPr/>
        </p:nvSpPr>
        <p:spPr>
          <a:xfrm xmlns:a="http://schemas.openxmlformats.org/drawingml/2006/main">
            <a:off x="7562850" y="1847850"/>
            <a:ext cx="4019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AI Agent 관찰 순서</a:t>
            </a:r>
          </a:p>
        </p:txBody>
      </p:sp>
      <p:sp>
        <p:nvSpPr>
          <p:cNvPr id="14" name="Prompt의 같은 번호와 대조">
            <a:extLst xmlns:a="http://schemas.openxmlformats.org/drawingml/2006/main">
              <a:ext uri="{FF2B5EF4-FFF2-40B4-BE49-F238E27FC236}">
                <a16:creationId xmlns:a16="http://schemas.microsoft.com/office/drawing/2014/main" id="{5F9DAE52-D1D8-42F0-BBF2-644EF7EF2CAA}"/>
              </a:ext>
            </a:extLst>
          </p:cNvPr>
          <p:cNvSpPr>
            <a:spLocks xmlns:a="http://schemas.openxmlformats.org/drawingml/2006/main" noGrp="1"/>
          </p:cNvSpPr>
          <p:nvPr/>
        </p:nvSpPr>
        <p:spPr>
          <a:xfrm xmlns:a="http://schemas.openxmlformats.org/drawingml/2006/main">
            <a:off x="7562850" y="2324100"/>
            <a:ext cx="4019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0B6172"/>
                </a:solidFill>
                <a:latin typeface="Malgun Gothic"/>
                <a:ea typeface="Malgun Gothic"/>
                <a:cs typeface="Malgun Gothic"/>
              </a:defRPr>
            </a:defPPr>
            <a:lvl1pPr algn="l">
              <a:defRPr sz="1875" b="0">
                <a:solidFill>
                  <a:srgbClr val="0B6172"/>
                </a:solidFill>
                <a:latin typeface="Malgun Gothic"/>
                <a:ea typeface="Malgun Gothic"/>
                <a:cs typeface="Malgun Gothic"/>
              </a:defRPr>
            </a:lvl1pPr>
            <a:lvl2pPr algn="l">
              <a:defRPr sz="1875" b="0">
                <a:solidFill>
                  <a:srgbClr val="0B6172"/>
                </a:solidFill>
                <a:latin typeface="Malgun Gothic"/>
                <a:ea typeface="Malgun Gothic"/>
                <a:cs typeface="Malgun Gothic"/>
              </a:defRPr>
            </a:lvl2pPr>
            <a:lvl3pPr algn="l">
              <a:defRPr sz="1875" b="0">
                <a:solidFill>
                  <a:srgbClr val="0B6172"/>
                </a:solidFill>
                <a:latin typeface="Malgun Gothic"/>
                <a:ea typeface="Malgun Gothic"/>
                <a:cs typeface="Malgun Gothic"/>
              </a:defRPr>
            </a:lvl3pPr>
            <a:lvl4pPr algn="l">
              <a:defRPr sz="1875" b="0">
                <a:solidFill>
                  <a:srgbClr val="0B6172"/>
                </a:solidFill>
                <a:latin typeface="Malgun Gothic"/>
                <a:ea typeface="Malgun Gothic"/>
                <a:cs typeface="Malgun Gothic"/>
              </a:defRPr>
            </a:lvl4pPr>
            <a:lvl5pPr algn="l">
              <a:defRPr sz="1875" b="0">
                <a:solidFill>
                  <a:srgbClr val="0B6172"/>
                </a:solidFill>
                <a:latin typeface="Malgun Gothic"/>
                <a:ea typeface="Malgun Gothic"/>
                <a:cs typeface="Malgun Gothic"/>
              </a:defRPr>
            </a:lvl5pPr>
            <a:lvl6pPr algn="l">
              <a:defRPr sz="1875" b="0">
                <a:solidFill>
                  <a:srgbClr val="0B6172"/>
                </a:solidFill>
                <a:latin typeface="Malgun Gothic"/>
                <a:ea typeface="Malgun Gothic"/>
                <a:cs typeface="Malgun Gothic"/>
              </a:defRPr>
            </a:lvl6pPr>
            <a:lvl7pPr algn="l">
              <a:defRPr sz="1875" b="0">
                <a:solidFill>
                  <a:srgbClr val="0B6172"/>
                </a:solidFill>
                <a:latin typeface="Malgun Gothic"/>
                <a:ea typeface="Malgun Gothic"/>
                <a:cs typeface="Malgun Gothic"/>
              </a:defRPr>
            </a:lvl7pPr>
            <a:lvl8pPr algn="l">
              <a:defRPr sz="1875" b="0">
                <a:solidFill>
                  <a:srgbClr val="0B6172"/>
                </a:solidFill>
                <a:latin typeface="Malgun Gothic"/>
                <a:ea typeface="Malgun Gothic"/>
                <a:cs typeface="Malgun Gothic"/>
              </a:defRPr>
            </a:lvl8pPr>
            <a:lvl9pPr algn="l">
              <a:defRPr sz="1875" b="0">
                <a:solidFill>
                  <a:srgbClr val="0B6172"/>
                </a:solidFill>
                <a:latin typeface="Malgun Gothic"/>
                <a:ea typeface="Malgun Gothic"/>
                <a:cs typeface="Malgun Gothic"/>
              </a:defRPr>
            </a:lvl9pPr>
          </a:lstStyle>
          <a:p xmlns:a="http://schemas.openxmlformats.org/drawingml/2006/main">
            <a:pPr algn="l">
              <a:defRPr sz="1875" b="0">
                <a:solidFill>
                  <a:srgbClr val="0B6172"/>
                </a:solidFill>
                <a:latin typeface="Malgun Gothic"/>
                <a:ea typeface="Malgun Gothic"/>
                <a:cs typeface="Malgun Gothic"/>
              </a:defRPr>
            </a:pPr>
            <a:r>
              <a:rPr sz="1875" b="0">
                <a:solidFill>
                  <a:srgbClr val="0B6172"/>
                </a:solidFill>
                <a:latin typeface="Malgun Gothic"/>
                <a:ea typeface="Malgun Gothic"/>
                <a:cs typeface="Malgun Gothic"/>
              </a:rPr>
              <a:t>Prompt의 같은 번호와 대조</a:t>
            </a:r>
          </a:p>
        </p:txBody>
      </p:sp>
      <p:sp>
        <p:nvSpPr>
          <p:cNvPr id="15" name="01">
            <a:extLst xmlns:a="http://schemas.openxmlformats.org/drawingml/2006/main">
              <a:ext uri="{FF2B5EF4-FFF2-40B4-BE49-F238E27FC236}">
                <a16:creationId xmlns:a16="http://schemas.microsoft.com/office/drawing/2014/main" id="{A0C3D965-270E-4CCB-B2B1-A7D163B26AB4}"/>
              </a:ext>
            </a:extLst>
          </p:cNvPr>
          <p:cNvSpPr>
            <a:spLocks xmlns:a="http://schemas.openxmlformats.org/drawingml/2006/main" noGrp="1"/>
          </p:cNvSpPr>
          <p:nvPr/>
        </p:nvSpPr>
        <p:spPr>
          <a:xfrm xmlns:a="http://schemas.openxmlformats.org/drawingml/2006/main">
            <a:off x="800100" y="31908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a:t>
            </a:r>
          </a:p>
        </p:txBody>
      </p:sp>
      <p:sp>
        <p:nvSpPr>
          <p:cNvPr id="16" name="먼저 현재 실패를 재현한다.">
            <a:extLst xmlns:a="http://schemas.openxmlformats.org/drawingml/2006/main">
              <a:ext uri="{FF2B5EF4-FFF2-40B4-BE49-F238E27FC236}">
                <a16:creationId xmlns:a16="http://schemas.microsoft.com/office/drawing/2014/main" id="{44E95A3E-9FAA-4886-AFDB-077D7BD03BF1}"/>
              </a:ext>
            </a:extLst>
          </p:cNvPr>
          <p:cNvSpPr>
            <a:spLocks xmlns:a="http://schemas.openxmlformats.org/drawingml/2006/main" noGrp="1"/>
          </p:cNvSpPr>
          <p:nvPr/>
        </p:nvSpPr>
        <p:spPr>
          <a:xfrm xmlns:a="http://schemas.openxmlformats.org/drawingml/2006/main">
            <a:off x="1295400" y="319087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먼저 현재 실패를 재현한다.</a:t>
            </a:r>
          </a:p>
        </p:txBody>
      </p:sp>
      <p:sp>
        <p:nvSpPr>
          <p:cNvPr id="17" name="01">
            <a:extLst xmlns:a="http://schemas.openxmlformats.org/drawingml/2006/main">
              <a:ext uri="{FF2B5EF4-FFF2-40B4-BE49-F238E27FC236}">
                <a16:creationId xmlns:a16="http://schemas.microsoft.com/office/drawing/2014/main" id="{5EB913BA-D59A-4CFA-9C65-0D986A53C238}"/>
              </a:ext>
            </a:extLst>
          </p:cNvPr>
          <p:cNvSpPr>
            <a:spLocks xmlns:a="http://schemas.openxmlformats.org/drawingml/2006/main" noGrp="1"/>
          </p:cNvSpPr>
          <p:nvPr/>
        </p:nvSpPr>
        <p:spPr>
          <a:xfrm xmlns:a="http://schemas.openxmlformats.org/drawingml/2006/main">
            <a:off x="7562850" y="31718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01</a:t>
            </a:r>
          </a:p>
        </p:txBody>
      </p:sp>
      <p:sp>
        <p:nvSpPr>
          <p:cNvPr id="18" name="재현">
            <a:extLst xmlns:a="http://schemas.openxmlformats.org/drawingml/2006/main">
              <a:ext uri="{FF2B5EF4-FFF2-40B4-BE49-F238E27FC236}">
                <a16:creationId xmlns:a16="http://schemas.microsoft.com/office/drawing/2014/main" id="{EE6BE0BE-46BE-4AF0-B60A-D33C61B4D351}"/>
              </a:ext>
            </a:extLst>
          </p:cNvPr>
          <p:cNvSpPr>
            <a:spLocks xmlns:a="http://schemas.openxmlformats.org/drawingml/2006/main" noGrp="1"/>
          </p:cNvSpPr>
          <p:nvPr/>
        </p:nvSpPr>
        <p:spPr>
          <a:xfrm xmlns:a="http://schemas.openxmlformats.org/drawingml/2006/main">
            <a:off x="8143875" y="31623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9" name="02">
            <a:extLst xmlns:a="http://schemas.openxmlformats.org/drawingml/2006/main">
              <a:ext uri="{FF2B5EF4-FFF2-40B4-BE49-F238E27FC236}">
                <a16:creationId xmlns:a16="http://schemas.microsoft.com/office/drawing/2014/main" id="{EB612C0B-B741-4B7C-B717-185C92CAAF90}"/>
              </a:ext>
            </a:extLst>
          </p:cNvPr>
          <p:cNvSpPr>
            <a:spLocks xmlns:a="http://schemas.openxmlformats.org/drawingml/2006/main" noGrp="1"/>
          </p:cNvSpPr>
          <p:nvPr/>
        </p:nvSpPr>
        <p:spPr>
          <a:xfrm xmlns:a="http://schemas.openxmlformats.org/drawingml/2006/main">
            <a:off x="800100" y="367665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a:t>
            </a:r>
          </a:p>
        </p:txBody>
      </p:sp>
      <p:sp>
        <p:nvSpPr>
          <p:cNvPr id="20" name="관련 구현과 호출 경로를 조사한다.">
            <a:extLst xmlns:a="http://schemas.openxmlformats.org/drawingml/2006/main">
              <a:ext uri="{FF2B5EF4-FFF2-40B4-BE49-F238E27FC236}">
                <a16:creationId xmlns:a16="http://schemas.microsoft.com/office/drawing/2014/main" id="{0FC4BBC3-E4E4-47A5-8DA8-0A6478DB1D9A}"/>
              </a:ext>
            </a:extLst>
          </p:cNvPr>
          <p:cNvSpPr>
            <a:spLocks xmlns:a="http://schemas.openxmlformats.org/drawingml/2006/main" noGrp="1"/>
          </p:cNvSpPr>
          <p:nvPr/>
        </p:nvSpPr>
        <p:spPr>
          <a:xfrm xmlns:a="http://schemas.openxmlformats.org/drawingml/2006/main">
            <a:off x="1295400" y="367665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관련 구현과 호출 경로를 조사한다.</a:t>
            </a:r>
          </a:p>
        </p:txBody>
      </p:sp>
      <p:sp>
        <p:nvSpPr>
          <p:cNvPr id="21" name="02">
            <a:extLst xmlns:a="http://schemas.openxmlformats.org/drawingml/2006/main">
              <a:ext uri="{FF2B5EF4-FFF2-40B4-BE49-F238E27FC236}">
                <a16:creationId xmlns:a16="http://schemas.microsoft.com/office/drawing/2014/main" id="{51116C84-28E7-467B-A1C8-3E067E09A2A9}"/>
              </a:ext>
            </a:extLst>
          </p:cNvPr>
          <p:cNvSpPr>
            <a:spLocks xmlns:a="http://schemas.openxmlformats.org/drawingml/2006/main" noGrp="1"/>
          </p:cNvSpPr>
          <p:nvPr/>
        </p:nvSpPr>
        <p:spPr>
          <a:xfrm xmlns:a="http://schemas.openxmlformats.org/drawingml/2006/main">
            <a:off x="7562850" y="365760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02</a:t>
            </a:r>
          </a:p>
        </p:txBody>
      </p:sp>
      <p:sp>
        <p:nvSpPr>
          <p:cNvPr id="22" name="조사">
            <a:extLst xmlns:a="http://schemas.openxmlformats.org/drawingml/2006/main">
              <a:ext uri="{FF2B5EF4-FFF2-40B4-BE49-F238E27FC236}">
                <a16:creationId xmlns:a16="http://schemas.microsoft.com/office/drawing/2014/main" id="{F3F66F64-06E6-46AF-BEA9-77C771698878}"/>
              </a:ext>
            </a:extLst>
          </p:cNvPr>
          <p:cNvSpPr>
            <a:spLocks xmlns:a="http://schemas.openxmlformats.org/drawingml/2006/main" noGrp="1"/>
          </p:cNvSpPr>
          <p:nvPr/>
        </p:nvSpPr>
        <p:spPr>
          <a:xfrm xmlns:a="http://schemas.openxmlformats.org/drawingml/2006/main">
            <a:off x="8143875" y="364807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23" name="03">
            <a:extLst xmlns:a="http://schemas.openxmlformats.org/drawingml/2006/main">
              <a:ext uri="{FF2B5EF4-FFF2-40B4-BE49-F238E27FC236}">
                <a16:creationId xmlns:a16="http://schemas.microsoft.com/office/drawing/2014/main" id="{97642561-C10A-438D-AEAD-4693B28033C5}"/>
              </a:ext>
            </a:extLst>
          </p:cNvPr>
          <p:cNvSpPr>
            <a:spLocks xmlns:a="http://schemas.openxmlformats.org/drawingml/2006/main" noGrp="1"/>
          </p:cNvSpPr>
          <p:nvPr/>
        </p:nvSpPr>
        <p:spPr>
          <a:xfrm xmlns:a="http://schemas.openxmlformats.org/drawingml/2006/main">
            <a:off x="800100" y="416242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a:t>
            </a:r>
          </a:p>
        </p:txBody>
      </p:sp>
      <p:sp>
        <p:nvSpPr>
          <p:cNvPr id="24" name="수정 전, 짧은 변경 계획을 알린다.">
            <a:extLst xmlns:a="http://schemas.openxmlformats.org/drawingml/2006/main">
              <a:ext uri="{FF2B5EF4-FFF2-40B4-BE49-F238E27FC236}">
                <a16:creationId xmlns:a16="http://schemas.microsoft.com/office/drawing/2014/main" id="{74416019-E8FF-4AF0-831D-90AB7DD1BDFF}"/>
              </a:ext>
            </a:extLst>
          </p:cNvPr>
          <p:cNvSpPr>
            <a:spLocks xmlns:a="http://schemas.openxmlformats.org/drawingml/2006/main" noGrp="1"/>
          </p:cNvSpPr>
          <p:nvPr/>
        </p:nvSpPr>
        <p:spPr>
          <a:xfrm xmlns:a="http://schemas.openxmlformats.org/drawingml/2006/main">
            <a:off x="1295400" y="416242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수정 전, 짧은 변경 계획을 알린다.</a:t>
            </a:r>
          </a:p>
        </p:txBody>
      </p:sp>
      <p:sp>
        <p:nvSpPr>
          <p:cNvPr id="25" name="03">
            <a:extLst xmlns:a="http://schemas.openxmlformats.org/drawingml/2006/main">
              <a:ext uri="{FF2B5EF4-FFF2-40B4-BE49-F238E27FC236}">
                <a16:creationId xmlns:a16="http://schemas.microsoft.com/office/drawing/2014/main" id="{1B4ADC91-0D9B-4DD3-B61F-49B10533F5BC}"/>
              </a:ext>
            </a:extLst>
          </p:cNvPr>
          <p:cNvSpPr>
            <a:spLocks xmlns:a="http://schemas.openxmlformats.org/drawingml/2006/main" noGrp="1"/>
          </p:cNvSpPr>
          <p:nvPr/>
        </p:nvSpPr>
        <p:spPr>
          <a:xfrm xmlns:a="http://schemas.openxmlformats.org/drawingml/2006/main">
            <a:off x="7562850" y="414337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03</a:t>
            </a:r>
          </a:p>
        </p:txBody>
      </p:sp>
      <p:sp>
        <p:nvSpPr>
          <p:cNvPr id="26" name="계획">
            <a:extLst xmlns:a="http://schemas.openxmlformats.org/drawingml/2006/main">
              <a:ext uri="{FF2B5EF4-FFF2-40B4-BE49-F238E27FC236}">
                <a16:creationId xmlns:a16="http://schemas.microsoft.com/office/drawing/2014/main" id="{B37565A4-B1BE-42C6-A0C2-0A6DA6627B4F}"/>
              </a:ext>
            </a:extLst>
          </p:cNvPr>
          <p:cNvSpPr>
            <a:spLocks xmlns:a="http://schemas.openxmlformats.org/drawingml/2006/main" noGrp="1"/>
          </p:cNvSpPr>
          <p:nvPr/>
        </p:nvSpPr>
        <p:spPr>
          <a:xfrm xmlns:a="http://schemas.openxmlformats.org/drawingml/2006/main">
            <a:off x="8143875" y="413385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계획</a:t>
            </a:r>
          </a:p>
        </p:txBody>
      </p:sp>
      <p:sp>
        <p:nvSpPr>
          <p:cNvPr id="27" name="04">
            <a:extLst xmlns:a="http://schemas.openxmlformats.org/drawingml/2006/main">
              <a:ext uri="{FF2B5EF4-FFF2-40B4-BE49-F238E27FC236}">
                <a16:creationId xmlns:a16="http://schemas.microsoft.com/office/drawing/2014/main" id="{AEAF3BF6-A9D7-4640-A60E-EDF0AF2C93E2}"/>
              </a:ext>
            </a:extLst>
          </p:cNvPr>
          <p:cNvSpPr>
            <a:spLocks xmlns:a="http://schemas.openxmlformats.org/drawingml/2006/main" noGrp="1"/>
          </p:cNvSpPr>
          <p:nvPr/>
        </p:nvSpPr>
        <p:spPr>
          <a:xfrm xmlns:a="http://schemas.openxmlformats.org/drawingml/2006/main">
            <a:off x="800100" y="464820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04</a:t>
            </a:r>
          </a:p>
        </p:txBody>
      </p:sp>
      <p:sp>
        <p:nvSpPr>
          <p:cNvPr id="28" name="필요한 코드만 최소한으로 수정한다.">
            <a:extLst xmlns:a="http://schemas.openxmlformats.org/drawingml/2006/main">
              <a:ext uri="{FF2B5EF4-FFF2-40B4-BE49-F238E27FC236}">
                <a16:creationId xmlns:a16="http://schemas.microsoft.com/office/drawing/2014/main" id="{192DC698-94A8-48C5-A0EF-5C3199E8423D}"/>
              </a:ext>
            </a:extLst>
          </p:cNvPr>
          <p:cNvSpPr>
            <a:spLocks xmlns:a="http://schemas.openxmlformats.org/drawingml/2006/main" noGrp="1"/>
          </p:cNvSpPr>
          <p:nvPr/>
        </p:nvSpPr>
        <p:spPr>
          <a:xfrm xmlns:a="http://schemas.openxmlformats.org/drawingml/2006/main">
            <a:off x="1295400" y="464820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필요한 코드만 최소한으로 수정한다.</a:t>
            </a:r>
          </a:p>
        </p:txBody>
      </p:sp>
      <p:sp>
        <p:nvSpPr>
          <p:cNvPr id="29" name="04">
            <a:extLst xmlns:a="http://schemas.openxmlformats.org/drawingml/2006/main">
              <a:ext uri="{FF2B5EF4-FFF2-40B4-BE49-F238E27FC236}">
                <a16:creationId xmlns:a16="http://schemas.microsoft.com/office/drawing/2014/main" id="{5CBD319B-BC82-491A-AA2D-A77226AE3BF4}"/>
              </a:ext>
            </a:extLst>
          </p:cNvPr>
          <p:cNvSpPr>
            <a:spLocks xmlns:a="http://schemas.openxmlformats.org/drawingml/2006/main" noGrp="1"/>
          </p:cNvSpPr>
          <p:nvPr/>
        </p:nvSpPr>
        <p:spPr>
          <a:xfrm xmlns:a="http://schemas.openxmlformats.org/drawingml/2006/main">
            <a:off x="7562850" y="462915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04</a:t>
            </a:r>
          </a:p>
        </p:txBody>
      </p:sp>
      <p:sp>
        <p:nvSpPr>
          <p:cNvPr id="30" name="수정">
            <a:extLst xmlns:a="http://schemas.openxmlformats.org/drawingml/2006/main">
              <a:ext uri="{FF2B5EF4-FFF2-40B4-BE49-F238E27FC236}">
                <a16:creationId xmlns:a16="http://schemas.microsoft.com/office/drawing/2014/main" id="{F10A6126-DCF3-4B2F-9DBF-406A92B0049F}"/>
              </a:ext>
            </a:extLst>
          </p:cNvPr>
          <p:cNvSpPr>
            <a:spLocks xmlns:a="http://schemas.openxmlformats.org/drawingml/2006/main" noGrp="1"/>
          </p:cNvSpPr>
          <p:nvPr/>
        </p:nvSpPr>
        <p:spPr>
          <a:xfrm xmlns:a="http://schemas.openxmlformats.org/drawingml/2006/main">
            <a:off x="8143875" y="461962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31" name="05">
            <a:extLst xmlns:a="http://schemas.openxmlformats.org/drawingml/2006/main">
              <a:ext uri="{FF2B5EF4-FFF2-40B4-BE49-F238E27FC236}">
                <a16:creationId xmlns:a16="http://schemas.microsoft.com/office/drawing/2014/main" id="{EFFD1F54-7DCC-480E-9C47-B6BCD4375C95}"/>
              </a:ext>
            </a:extLst>
          </p:cNvPr>
          <p:cNvSpPr>
            <a:spLocks xmlns:a="http://schemas.openxmlformats.org/drawingml/2006/main" noGrp="1"/>
          </p:cNvSpPr>
          <p:nvPr/>
        </p:nvSpPr>
        <p:spPr>
          <a:xfrm xmlns:a="http://schemas.openxmlformats.org/drawingml/2006/main">
            <a:off x="800100" y="51339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05</a:t>
            </a:r>
          </a:p>
        </p:txBody>
      </p:sp>
      <p:sp>
        <p:nvSpPr>
          <p:cNvPr id="32" name="집중·전체 Test, 가능하면 CLI smoke.&#10;diff 확인 · 변경 파일과 검증 근거 보고.">
            <a:extLst xmlns:a="http://schemas.openxmlformats.org/drawingml/2006/main">
              <a:ext uri="{FF2B5EF4-FFF2-40B4-BE49-F238E27FC236}">
                <a16:creationId xmlns:a16="http://schemas.microsoft.com/office/drawing/2014/main" id="{00D80B66-D8E4-4083-835D-AB311C41580D}"/>
              </a:ext>
            </a:extLst>
          </p:cNvPr>
          <p:cNvSpPr>
            <a:spLocks xmlns:a="http://schemas.openxmlformats.org/drawingml/2006/main" noGrp="1"/>
          </p:cNvSpPr>
          <p:nvPr/>
        </p:nvSpPr>
        <p:spPr>
          <a:xfrm xmlns:a="http://schemas.openxmlformats.org/drawingml/2006/main">
            <a:off x="1295400" y="5133975"/>
            <a:ext cx="5619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집중·전체 Test, 가능하면 CLI smoke.</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diff 확인 · 변경 파일과 검증 근거 보고.</a:t>
            </a:r>
          </a:p>
        </p:txBody>
      </p:sp>
      <p:sp>
        <p:nvSpPr>
          <p:cNvPr id="33" name="05">
            <a:extLst xmlns:a="http://schemas.openxmlformats.org/drawingml/2006/main">
              <a:ext uri="{FF2B5EF4-FFF2-40B4-BE49-F238E27FC236}">
                <a16:creationId xmlns:a16="http://schemas.microsoft.com/office/drawing/2014/main" id="{3DE2F656-D209-49F7-BBDD-90C110BCD396}"/>
              </a:ext>
            </a:extLst>
          </p:cNvPr>
          <p:cNvSpPr>
            <a:spLocks xmlns:a="http://schemas.openxmlformats.org/drawingml/2006/main" noGrp="1"/>
          </p:cNvSpPr>
          <p:nvPr/>
        </p:nvSpPr>
        <p:spPr>
          <a:xfrm xmlns:a="http://schemas.openxmlformats.org/drawingml/2006/main">
            <a:off x="7562850" y="51149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05</a:t>
            </a:r>
          </a:p>
        </p:txBody>
      </p:sp>
      <p:sp>
        <p:nvSpPr>
          <p:cNvPr id="34" name="검증·보고">
            <a:extLst xmlns:a="http://schemas.openxmlformats.org/drawingml/2006/main">
              <a:ext uri="{FF2B5EF4-FFF2-40B4-BE49-F238E27FC236}">
                <a16:creationId xmlns:a16="http://schemas.microsoft.com/office/drawing/2014/main" id="{3B203EC9-4F1E-4DC9-A318-8748FA53B283}"/>
              </a:ext>
            </a:extLst>
          </p:cNvPr>
          <p:cNvSpPr>
            <a:spLocks xmlns:a="http://schemas.openxmlformats.org/drawingml/2006/main" noGrp="1"/>
          </p:cNvSpPr>
          <p:nvPr/>
        </p:nvSpPr>
        <p:spPr>
          <a:xfrm xmlns:a="http://schemas.openxmlformats.org/drawingml/2006/main">
            <a:off x="8143875" y="51054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검증·보고</a:t>
            </a:r>
          </a:p>
        </p:txBody>
      </p:sp>
      <p:sp>
        <p:nvSpPr>
          <p:cNvPr id="35" name="Legacy module connection">
            <a:extLst xmlns:a="http://schemas.openxmlformats.org/drawingml/2006/main">
              <a:ext uri="{FF2B5EF4-FFF2-40B4-BE49-F238E27FC236}">
                <a16:creationId xmlns:a16="http://schemas.microsoft.com/office/drawing/2014/main" id="{A716DAE9-82AB-4DA5-9F10-9A19A47906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73680846"/>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04 수정 · 앞서 확인한 명세를 지킨다">
            <a:extLst xmlns:a="http://schemas.openxmlformats.org/drawingml/2006/main">
              <a:ext uri="{FF2B5EF4-FFF2-40B4-BE49-F238E27FC236}">
                <a16:creationId xmlns:a16="http://schemas.microsoft.com/office/drawing/2014/main" id="{AFC15C3E-1F10-4FCD-91CE-75C42D9811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04 수정 · 앞서 확인한 명세를 지킨다</a:t>
            </a:r>
          </a:p>
        </p:txBody>
      </p:sp>
      <p:sp>
        <p:nvSpPr>
          <p:cNvPr id="2" name="S18">
            <a:extLst xmlns:a="http://schemas.openxmlformats.org/drawingml/2006/main">
              <a:ext uri="{FF2B5EF4-FFF2-40B4-BE49-F238E27FC236}">
                <a16:creationId xmlns:a16="http://schemas.microsoft.com/office/drawing/2014/main" id="{08871F9D-F392-43C4-A344-A92637BE1E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02F0A4A2-BED1-48D2-8C39-956124612A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5A4B8F55-76B0-4090-B267-E3D1B3B6D4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B00F0776-7D60-41D7-A87F-1C04E4F30B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6F99A678-59E6-45C8-A97C-DD647A9502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02 조사 · 03 계획에서 확인한 수정 범위">
            <a:extLst xmlns:a="http://schemas.openxmlformats.org/drawingml/2006/main">
              <a:ext uri="{FF2B5EF4-FFF2-40B4-BE49-F238E27FC236}">
                <a16:creationId xmlns:a16="http://schemas.microsoft.com/office/drawing/2014/main" id="{95444190-A8BB-4828-AD32-E00712B5FF31}"/>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조사 · 03 계획에서 확인한 수정 범위</a:t>
            </a:r>
          </a:p>
        </p:txBody>
      </p:sp>
      <p:sp>
        <p:nvSpPr>
          <p:cNvPr id="8" name="끝 좌표를 제외하는 명세: [x_start, x_end)">
            <a:extLst xmlns:a="http://schemas.openxmlformats.org/drawingml/2006/main">
              <a:ext uri="{FF2B5EF4-FFF2-40B4-BE49-F238E27FC236}">
                <a16:creationId xmlns:a16="http://schemas.microsoft.com/office/drawing/2014/main" id="{37621635-5F97-4478-80B2-71E963CC5C30}"/>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9DEA8A92-5985-485F-93AA-BA5D1FAEAE6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BE2FAC7-0ABA-4DAB-B052-E33ECD393152}"/>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E7ACD31A-1DB8-4F45-8632-C0CD75571239}"/>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534915A7-5165-4D3C-8D9E-AADD040798E9}"/>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9D911C2A-496C-4993-A6FC-B315AB45D6C4}"/>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5786586E-FE90-4653-BFF4-4B002C0EAE31}"/>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CD277F8D-84BA-4BC3-BBBD-6BE192635162}"/>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D484417A-9117-4D6A-8F46-2C33F332E896}"/>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A33EDCFA-DDC2-48FA-9E41-830A1C2A284B}"/>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05 검증·보고에서 변경 근거를 확인한다.">
            <a:extLst xmlns:a="http://schemas.openxmlformats.org/drawingml/2006/main">
              <a:ext uri="{FF2B5EF4-FFF2-40B4-BE49-F238E27FC236}">
                <a16:creationId xmlns:a16="http://schemas.microsoft.com/office/drawing/2014/main" id="{563573D4-EDB8-4D5A-88DE-5000EAD38468}"/>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05 검증·보고에서 변경 근거를 확인한다.</a:t>
            </a:r>
          </a:p>
        </p:txBody>
      </p:sp>
      <p:sp>
        <p:nvSpPr>
          <p:cNvPr id="19" name="Legacy module connection">
            <a:extLst xmlns:a="http://schemas.openxmlformats.org/drawingml/2006/main">
              <a:ext uri="{FF2B5EF4-FFF2-40B4-BE49-F238E27FC236}">
                <a16:creationId xmlns:a16="http://schemas.microsoft.com/office/drawing/2014/main" id="{8E1D6761-B13B-4557-95EC-53AF5FC7BE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6496563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1 · 수정 뒤 확인한 것">
            <a:extLst xmlns:a="http://schemas.openxmlformats.org/drawingml/2006/main">
              <a:ext uri="{FF2B5EF4-FFF2-40B4-BE49-F238E27FC236}">
                <a16:creationId xmlns:a16="http://schemas.microsoft.com/office/drawing/2014/main" id="{4023FAD3-B96D-4DA4-A953-8FC758B0D3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뒤 확인한 것</a:t>
            </a:r>
          </a:p>
        </p:txBody>
      </p:sp>
      <p:sp>
        <p:nvSpPr>
          <p:cNvPr id="2" name="S19">
            <a:extLst xmlns:a="http://schemas.openxmlformats.org/drawingml/2006/main">
              <a:ext uri="{FF2B5EF4-FFF2-40B4-BE49-F238E27FC236}">
                <a16:creationId xmlns:a16="http://schemas.microsoft.com/office/drawing/2014/main" id="{066E2A2B-736D-4F10-AEB8-576B2D9691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21CB106C-412F-47D8-9296-EDE53A59A6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1B1CF137-F608-4397-9542-8444D91B00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867C696A-7779-45AE-B2C6-ED40739A71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87A643C1-BA23-446A-936F-409A840D5C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동작 확인">
            <a:extLst xmlns:a="http://schemas.openxmlformats.org/drawingml/2006/main">
              <a:ext uri="{FF2B5EF4-FFF2-40B4-BE49-F238E27FC236}">
                <a16:creationId xmlns:a16="http://schemas.microsoft.com/office/drawing/2014/main" id="{A30896C9-9CC8-43B5-B2C1-E6B0A0B80D62}"/>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동작 확인</a:t>
            </a:r>
          </a:p>
        </p:txBody>
      </p:sp>
      <p:sp>
        <p:nvSpPr>
          <p:cNvPr id="8" name="">
            <a:extLst xmlns:a="http://schemas.openxmlformats.org/drawingml/2006/main">
              <a:ext uri="{FF2B5EF4-FFF2-40B4-BE49-F238E27FC236}">
                <a16:creationId xmlns:a16="http://schemas.microsoft.com/office/drawing/2014/main" id="{F045C2FC-8340-47C4-900F-9E7F5E7EF0B4}"/>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3 / 3">
            <a:extLst xmlns:a="http://schemas.openxmlformats.org/drawingml/2006/main">
              <a:ext uri="{FF2B5EF4-FFF2-40B4-BE49-F238E27FC236}">
                <a16:creationId xmlns:a16="http://schemas.microsoft.com/office/drawing/2014/main" id="{6382012D-B8EC-4D2C-A2A4-8CDE04138BB2}"/>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0" name="crop 집중 테스트">
            <a:extLst xmlns:a="http://schemas.openxmlformats.org/drawingml/2006/main">
              <a:ext uri="{FF2B5EF4-FFF2-40B4-BE49-F238E27FC236}">
                <a16:creationId xmlns:a16="http://schemas.microsoft.com/office/drawing/2014/main" id="{5B9EDCA9-65F0-4243-8185-9CD3078EAFE7}"/>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집중 테스트</a:t>
            </a:r>
          </a:p>
        </p:txBody>
      </p:sp>
      <p:sp>
        <p:nvSpPr>
          <p:cNvPr id="11" name="전체 suite 11 / 11 통과">
            <a:extLst xmlns:a="http://schemas.openxmlformats.org/drawingml/2006/main">
              <a:ext uri="{FF2B5EF4-FFF2-40B4-BE49-F238E27FC236}">
                <a16:creationId xmlns:a16="http://schemas.microsoft.com/office/drawing/2014/main" id="{A6B26BA2-E26D-45C1-91ED-4770F214FB3C}"/>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suite 11 / 11 통과</a:t>
            </a:r>
          </a:p>
        </p:txBody>
      </p:sp>
      <p:sp>
        <p:nvSpPr>
          <p:cNvPr id="12" name="실행 확인">
            <a:extLst xmlns:a="http://schemas.openxmlformats.org/drawingml/2006/main">
              <a:ext uri="{FF2B5EF4-FFF2-40B4-BE49-F238E27FC236}">
                <a16:creationId xmlns:a16="http://schemas.microsoft.com/office/drawing/2014/main" id="{71A55BDB-1236-4477-9A66-6C13B28B7D16}"/>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실행 확인</a:t>
            </a:r>
          </a:p>
        </p:txBody>
      </p:sp>
      <p:sp>
        <p:nvSpPr>
          <p:cNvPr id="13" name="">
            <a:extLst xmlns:a="http://schemas.openxmlformats.org/drawingml/2006/main">
              <a:ext uri="{FF2B5EF4-FFF2-40B4-BE49-F238E27FC236}">
                <a16:creationId xmlns:a16="http://schemas.microsoft.com/office/drawing/2014/main" id="{F5E96A8E-80C9-4D57-A87D-34B29B7577E7}"/>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PASS">
            <a:extLst xmlns:a="http://schemas.openxmlformats.org/drawingml/2006/main">
              <a:ext uri="{FF2B5EF4-FFF2-40B4-BE49-F238E27FC236}">
                <a16:creationId xmlns:a16="http://schemas.microsoft.com/office/drawing/2014/main" id="{DF03B9AA-6BF5-415F-B9A6-871FDC6C10E4}"/>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5" name="CLI smoke">
            <a:extLst xmlns:a="http://schemas.openxmlformats.org/drawingml/2006/main">
              <a:ext uri="{FF2B5EF4-FFF2-40B4-BE49-F238E27FC236}">
                <a16:creationId xmlns:a16="http://schemas.microsoft.com/office/drawing/2014/main" id="{1A3813A6-B10F-4810-992B-7DBF712E8076}"/>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smoke</a:t>
            </a:r>
          </a:p>
        </p:txBody>
      </p:sp>
      <p:sp>
        <p:nvSpPr>
          <p:cNvPr id="16" name="기록된 샘플의 실행 경로">
            <a:extLst xmlns:a="http://schemas.openxmlformats.org/drawingml/2006/main">
              <a:ext uri="{FF2B5EF4-FFF2-40B4-BE49-F238E27FC236}">
                <a16:creationId xmlns:a16="http://schemas.microsoft.com/office/drawing/2014/main" id="{99F2E869-F725-4CA9-AD1E-6F8721642E11}"/>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7" name="범위 확인">
            <a:extLst xmlns:a="http://schemas.openxmlformats.org/drawingml/2006/main">
              <a:ext uri="{FF2B5EF4-FFF2-40B4-BE49-F238E27FC236}">
                <a16:creationId xmlns:a16="http://schemas.microsoft.com/office/drawing/2014/main" id="{6004A1E8-108E-4B1C-8162-EFEEBF635685}"/>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범위 확인</a:t>
            </a:r>
          </a:p>
        </p:txBody>
      </p:sp>
      <p:sp>
        <p:nvSpPr>
          <p:cNvPr id="18" name="">
            <a:extLst xmlns:a="http://schemas.openxmlformats.org/drawingml/2006/main">
              <a:ext uri="{FF2B5EF4-FFF2-40B4-BE49-F238E27FC236}">
                <a16:creationId xmlns:a16="http://schemas.microsoft.com/office/drawing/2014/main" id="{1C1CB827-2328-4685-B5B3-A04D2500C437}"/>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1줄">
            <a:extLst xmlns:a="http://schemas.openxmlformats.org/drawingml/2006/main">
              <a:ext uri="{FF2B5EF4-FFF2-40B4-BE49-F238E27FC236}">
                <a16:creationId xmlns:a16="http://schemas.microsoft.com/office/drawing/2014/main" id="{08D33AB4-6087-482E-8B47-6C1369024A4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0" name="한 파일의 crop 구현">
            <a:extLst xmlns:a="http://schemas.openxmlformats.org/drawingml/2006/main">
              <a:ext uri="{FF2B5EF4-FFF2-40B4-BE49-F238E27FC236}">
                <a16:creationId xmlns:a16="http://schemas.microsoft.com/office/drawing/2014/main" id="{302E0978-56E5-4CE8-9605-9FB043B37F9C}"/>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1" name="git diff --check 통과">
            <a:extLst xmlns:a="http://schemas.openxmlformats.org/drawingml/2006/main">
              <a:ext uri="{FF2B5EF4-FFF2-40B4-BE49-F238E27FC236}">
                <a16:creationId xmlns:a16="http://schemas.microsoft.com/office/drawing/2014/main" id="{07BABD54-DF3A-45F7-BB4C-46218499F76A}"/>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2" name="Legacy module connection">
            <a:extLst xmlns:a="http://schemas.openxmlformats.org/drawingml/2006/main">
              <a:ext uri="{FF2B5EF4-FFF2-40B4-BE49-F238E27FC236}">
                <a16:creationId xmlns:a16="http://schemas.microsoft.com/office/drawing/2014/main" id="{2CAE4FC1-5936-463D-BDD6-26FF617D70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82702501"/>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생성 뒤에 남는 판단">
            <a:extLst xmlns:a="http://schemas.openxmlformats.org/drawingml/2006/main">
              <a:ext uri="{FF2B5EF4-FFF2-40B4-BE49-F238E27FC236}">
                <a16:creationId xmlns:a16="http://schemas.microsoft.com/office/drawing/2014/main" id="{F408FD62-AC3D-429F-A810-63877FB3FE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생성 뒤에 남는 판단</a:t>
            </a:r>
          </a:p>
        </p:txBody>
      </p:sp>
      <p:sp>
        <p:nvSpPr>
          <p:cNvPr id="2" name="S20">
            <a:extLst xmlns:a="http://schemas.openxmlformats.org/drawingml/2006/main">
              <a:ext uri="{FF2B5EF4-FFF2-40B4-BE49-F238E27FC236}">
                <a16:creationId xmlns:a16="http://schemas.microsoft.com/office/drawing/2014/main" id="{0B6C40E4-5D87-4C09-8705-148521D148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E5723621-69D3-4CF1-9532-3D129BE56E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04A3B054-5B28-4391-A586-BA2E36879D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E32D1880-6507-4C4B-BA48-A385EE7D8D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D27D3E7A-A409-4E44-890B-4320117B7A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코드가 나왔다">
            <a:extLst xmlns:a="http://schemas.openxmlformats.org/drawingml/2006/main">
              <a:ext uri="{FF2B5EF4-FFF2-40B4-BE49-F238E27FC236}">
                <a16:creationId xmlns:a16="http://schemas.microsoft.com/office/drawing/2014/main" id="{2BAD4819-E2DC-4813-A4D0-7FA44F827443}"/>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코드가 나왔다</a:t>
            </a:r>
          </a:p>
        </p:txBody>
      </p:sp>
      <p:sp>
        <p:nvSpPr>
          <p:cNvPr id="8" name="">
            <a:extLst xmlns:a="http://schemas.openxmlformats.org/drawingml/2006/main">
              <a:ext uri="{FF2B5EF4-FFF2-40B4-BE49-F238E27FC236}">
                <a16:creationId xmlns:a16="http://schemas.microsoft.com/office/drawing/2014/main" id="{0D718671-EA24-4B21-A83E-26EA61B70351}"/>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완료라고 말할 수 있나?">
            <a:extLst xmlns:a="http://schemas.openxmlformats.org/drawingml/2006/main">
              <a:ext uri="{FF2B5EF4-FFF2-40B4-BE49-F238E27FC236}">
                <a16:creationId xmlns:a16="http://schemas.microsoft.com/office/drawing/2014/main" id="{58D74E40-EC4D-454C-B606-C02AA27A8398}"/>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완료라고 말할 수 있나?</a:t>
            </a:r>
          </a:p>
        </p:txBody>
      </p:sp>
      <p:sp>
        <p:nvSpPr>
          <p:cNvPr id="10" name="">
            <a:extLst xmlns:a="http://schemas.openxmlformats.org/drawingml/2006/main">
              <a:ext uri="{FF2B5EF4-FFF2-40B4-BE49-F238E27FC236}">
                <a16:creationId xmlns:a16="http://schemas.microsoft.com/office/drawing/2014/main" id="{779FADA1-594B-4251-B167-38084FA1A334}"/>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변경 이유·범위">
            <a:extLst xmlns:a="http://schemas.openxmlformats.org/drawingml/2006/main">
              <a:ext uri="{FF2B5EF4-FFF2-40B4-BE49-F238E27FC236}">
                <a16:creationId xmlns:a16="http://schemas.microsoft.com/office/drawing/2014/main" id="{4D4052CB-36E6-423F-8A83-00F3D11D8A72}"/>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 이유·범위</a:t>
            </a:r>
          </a:p>
        </p:txBody>
      </p:sp>
      <p:sp>
        <p:nvSpPr>
          <p:cNvPr id="12" name="끝 좌표 계약에 맞춰 crop 구현 1줄 수정">
            <a:extLst xmlns:a="http://schemas.openxmlformats.org/drawingml/2006/main">
              <a:ext uri="{FF2B5EF4-FFF2-40B4-BE49-F238E27FC236}">
                <a16:creationId xmlns:a16="http://schemas.microsoft.com/office/drawing/2014/main" id="{EAAD7821-FF4C-4683-A366-B02620532EEE}"/>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계약에 맞춰 crop 구현 1줄 수정</a:t>
            </a:r>
          </a:p>
        </p:txBody>
      </p:sp>
      <p:sp>
        <p:nvSpPr>
          <p:cNvPr id="13" name="">
            <a:extLst xmlns:a="http://schemas.openxmlformats.org/drawingml/2006/main">
              <a:ext uri="{FF2B5EF4-FFF2-40B4-BE49-F238E27FC236}">
                <a16:creationId xmlns:a16="http://schemas.microsoft.com/office/drawing/2014/main" id="{69EB8C33-91F0-432C-AFF0-6E877EA137DB}"/>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검증 근거·결과">
            <a:extLst xmlns:a="http://schemas.openxmlformats.org/drawingml/2006/main">
              <a:ext uri="{FF2B5EF4-FFF2-40B4-BE49-F238E27FC236}">
                <a16:creationId xmlns:a16="http://schemas.microsoft.com/office/drawing/2014/main" id="{6D605C73-8BD3-42DE-B153-A81E81A80A5B}"/>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근거·결과</a:t>
            </a:r>
          </a:p>
        </p:txBody>
      </p:sp>
      <p:sp>
        <p:nvSpPr>
          <p:cNvPr id="15" name="집중 3/3 · 전체 11/11 · CLI smoke · diff">
            <a:extLst xmlns:a="http://schemas.openxmlformats.org/drawingml/2006/main">
              <a:ext uri="{FF2B5EF4-FFF2-40B4-BE49-F238E27FC236}">
                <a16:creationId xmlns:a16="http://schemas.microsoft.com/office/drawing/2014/main" id="{B3CC2427-D3D9-4EFA-BB0A-9621004F8DCF}"/>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집중 3/3 · 전체 11/11 · CLI smoke · diff</a:t>
            </a:r>
          </a:p>
        </p:txBody>
      </p:sp>
      <p:sp>
        <p:nvSpPr>
          <p:cNvPr id="16" name="">
            <a:extLst xmlns:a="http://schemas.openxmlformats.org/drawingml/2006/main">
              <a:ext uri="{FF2B5EF4-FFF2-40B4-BE49-F238E27FC236}">
                <a16:creationId xmlns:a16="http://schemas.microsoft.com/office/drawing/2014/main" id="{447219C1-4BC4-4605-8B9C-ABE3629413E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미확인 사항">
            <a:extLst xmlns:a="http://schemas.openxmlformats.org/drawingml/2006/main">
              <a:ext uri="{FF2B5EF4-FFF2-40B4-BE49-F238E27FC236}">
                <a16:creationId xmlns:a16="http://schemas.microsoft.com/office/drawing/2014/main" id="{B19B915F-FA1C-4397-874E-E8B2D717E05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미확인 사항</a:t>
            </a:r>
          </a:p>
        </p:txBody>
      </p:sp>
      <p:sp>
        <p:nvSpPr>
          <p:cNvPr id="18" name="성능 미측정 · 현재 Desktop 동작 미검증">
            <a:extLst xmlns:a="http://schemas.openxmlformats.org/drawingml/2006/main">
              <a:ext uri="{FF2B5EF4-FFF2-40B4-BE49-F238E27FC236}">
                <a16:creationId xmlns:a16="http://schemas.microsoft.com/office/drawing/2014/main" id="{27A37436-F75E-4ABC-AFFE-46CD7021995E}"/>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B6F247C4-7EC4-49ED-9C14-2CF126BA9D54}"/>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사람의 수용 판단">
            <a:extLst xmlns:a="http://schemas.openxmlformats.org/drawingml/2006/main">
              <a:ext uri="{FF2B5EF4-FFF2-40B4-BE49-F238E27FC236}">
                <a16:creationId xmlns:a16="http://schemas.microsoft.com/office/drawing/2014/main" id="{CD62D6DB-6E04-4F15-9F05-BAEEBE4E19F8}"/>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사람의 수용 판단</a:t>
            </a:r>
          </a:p>
        </p:txBody>
      </p:sp>
      <p:sp>
        <p:nvSpPr>
          <p:cNvPr id="21" name="근거와 남은 위험을 보고 완료 여부 결정">
            <a:extLst xmlns:a="http://schemas.openxmlformats.org/drawingml/2006/main">
              <a:ext uri="{FF2B5EF4-FFF2-40B4-BE49-F238E27FC236}">
                <a16:creationId xmlns:a16="http://schemas.microsoft.com/office/drawing/2014/main" id="{0B573A40-6739-4167-9190-BC1E2AF97568}"/>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완료 여부 결정</a:t>
            </a:r>
          </a:p>
        </p:txBody>
      </p:sp>
      <p:sp>
        <p:nvSpPr>
          <p:cNvPr id="22" name="“더 빨라졌다”고 말하려면 → 해당 조건의 성능 측정도 필요">
            <a:extLst xmlns:a="http://schemas.openxmlformats.org/drawingml/2006/main">
              <a:ext uri="{FF2B5EF4-FFF2-40B4-BE49-F238E27FC236}">
                <a16:creationId xmlns:a16="http://schemas.microsoft.com/office/drawing/2014/main" id="{FAE134AB-F112-464E-8318-F2D695837256}"/>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“더 빨라졌다”고 말하려면 → 해당 조건의 성능 측정도 필요</a:t>
            </a:r>
          </a:p>
        </p:txBody>
      </p:sp>
      <p:sp>
        <p:nvSpPr>
          <p:cNvPr id="23" name="Legacy module connection">
            <a:extLst xmlns:a="http://schemas.openxmlformats.org/drawingml/2006/main">
              <a:ext uri="{FF2B5EF4-FFF2-40B4-BE49-F238E27FC236}">
                <a16:creationId xmlns:a16="http://schemas.microsoft.com/office/drawing/2014/main" id="{5CC58C84-CBA0-434C-A813-D7DA531E6F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095405303"/>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근거에 맞춰 말하기">
            <a:extLst xmlns:a="http://schemas.openxmlformats.org/drawingml/2006/main">
              <a:ext uri="{FF2B5EF4-FFF2-40B4-BE49-F238E27FC236}">
                <a16:creationId xmlns:a16="http://schemas.microsoft.com/office/drawing/2014/main" id="{01E23266-5C31-40BD-A6BF-78896C2DAD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근거에 맞춰 말하기</a:t>
            </a:r>
          </a:p>
        </p:txBody>
      </p:sp>
      <p:sp>
        <p:nvSpPr>
          <p:cNvPr id="2" name="S21">
            <a:extLst xmlns:a="http://schemas.openxmlformats.org/drawingml/2006/main">
              <a:ext uri="{FF2B5EF4-FFF2-40B4-BE49-F238E27FC236}">
                <a16:creationId xmlns:a16="http://schemas.microsoft.com/office/drawing/2014/main" id="{39AA3AF5-18AA-4A11-9C04-9D101FA654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6242008B-AC74-49B6-81A0-667DCA1429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26AD6563-90B4-4A0D-8EC5-F80B1EFEDE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실제 확인: 집중·전체 테스트 / CLI smoke / diff · 우측은 C++ 교육용 ">
            <a:extLst xmlns:a="http://schemas.openxmlformats.org/drawingml/2006/main">
              <a:ext uri="{FF2B5EF4-FFF2-40B4-BE49-F238E27FC236}">
                <a16:creationId xmlns:a16="http://schemas.microsoft.com/office/drawing/2014/main" id="{54937574-669C-4F0E-9250-AD13A31DD6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실제 확인: 집중·전체 테스트 / CLI smoke / diff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4FE65AEB-0F54-4AC0-9195-8F764CEDC3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확인 방법">
            <a:extLst xmlns:a="http://schemas.openxmlformats.org/drawingml/2006/main">
              <a:ext uri="{FF2B5EF4-FFF2-40B4-BE49-F238E27FC236}">
                <a16:creationId xmlns:a16="http://schemas.microsoft.com/office/drawing/2014/main" id="{6D81E279-AA7C-4F70-A8D4-BAC139ED8B0F}"/>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확인 방법</a:t>
            </a:r>
          </a:p>
        </p:txBody>
      </p:sp>
      <p:sp>
        <p:nvSpPr>
          <p:cNvPr id="8" name="말할 수 있는 범위">
            <a:extLst xmlns:a="http://schemas.openxmlformats.org/drawingml/2006/main">
              <a:ext uri="{FF2B5EF4-FFF2-40B4-BE49-F238E27FC236}">
                <a16:creationId xmlns:a16="http://schemas.microsoft.com/office/drawing/2014/main" id="{894C6DAB-1F3E-4FD1-854A-EBCF4B7331EB}"/>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0BA0561E-C3AE-4634-9156-D4834D49248B}"/>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집중 테스트">
            <a:extLst xmlns:a="http://schemas.openxmlformats.org/drawingml/2006/main">
              <a:ext uri="{FF2B5EF4-FFF2-40B4-BE49-F238E27FC236}">
                <a16:creationId xmlns:a16="http://schemas.microsoft.com/office/drawing/2014/main" id="{512C4A55-113D-43A1-95E3-091678FA49F4}"/>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집중 테스트</a:t>
            </a:r>
          </a:p>
        </p:txBody>
      </p:sp>
      <p:sp>
        <p:nvSpPr>
          <p:cNvPr id="11" name="바뀐 동작의 해당 조건">
            <a:extLst xmlns:a="http://schemas.openxmlformats.org/drawingml/2006/main">
              <a:ext uri="{FF2B5EF4-FFF2-40B4-BE49-F238E27FC236}">
                <a16:creationId xmlns:a16="http://schemas.microsoft.com/office/drawing/2014/main" id="{E35996CD-C066-48D8-B346-06EF3809C633}"/>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E0EF1C67-C5D8-49EA-827B-C9DB9E3DD04D}"/>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EBE858A9-42AC-473D-9C22-D6CE84F8AA3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1F843E99-3B68-4683-97F5-3BA428DA859E}"/>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79D09EA9-A591-4BB1-BCAB-3666A73116F7}"/>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smoke">
            <a:extLst xmlns:a="http://schemas.openxmlformats.org/drawingml/2006/main">
              <a:ext uri="{FF2B5EF4-FFF2-40B4-BE49-F238E27FC236}">
                <a16:creationId xmlns:a16="http://schemas.microsoft.com/office/drawing/2014/main" id="{C8B1262A-549E-4293-A1FB-F593A2284849}"/>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smoke</a:t>
            </a:r>
          </a:p>
        </p:txBody>
      </p:sp>
      <p:sp>
        <p:nvSpPr>
          <p:cNvPr id="17" name="샘플의 통합 실행 경로">
            <a:extLst xmlns:a="http://schemas.openxmlformats.org/drawingml/2006/main">
              <a:ext uri="{FF2B5EF4-FFF2-40B4-BE49-F238E27FC236}">
                <a16:creationId xmlns:a16="http://schemas.microsoft.com/office/drawing/2014/main" id="{4DB0167A-CB99-4714-933E-B252CF281F4F}"/>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7D47683D-FEB3-4B2D-BE7C-B0FC0BEDF395}"/>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diff 검토">
            <a:extLst xmlns:a="http://schemas.openxmlformats.org/drawingml/2006/main">
              <a:ext uri="{FF2B5EF4-FFF2-40B4-BE49-F238E27FC236}">
                <a16:creationId xmlns:a16="http://schemas.microsoft.com/office/drawing/2014/main" id="{EE648D65-9E58-4E75-B011-838267A5D5A0}"/>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diff 검토</a:t>
            </a:r>
          </a:p>
        </p:txBody>
      </p:sp>
      <p:sp>
        <p:nvSpPr>
          <p:cNvPr id="20" name="변경 범위·의도치 않은 수정">
            <a:extLst xmlns:a="http://schemas.openxmlformats.org/drawingml/2006/main">
              <a:ext uri="{FF2B5EF4-FFF2-40B4-BE49-F238E27FC236}">
                <a16:creationId xmlns:a16="http://schemas.microsoft.com/office/drawing/2014/main" id="{885159BC-6E09-408C-B1E5-1F18B8731392}"/>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ED6C3A42-B042-487D-8962-FFC394D5B735}"/>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7EBB0E3A-CE29-40F8-8936-863DD3548988}"/>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5EBC7FEE-C68B-4470-9B8B-D55F17711938}"/>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명세를 assert에 담아야 한다">
            <a:extLst xmlns:a="http://schemas.openxmlformats.org/drawingml/2006/main">
              <a:ext uri="{FF2B5EF4-FFF2-40B4-BE49-F238E27FC236}">
                <a16:creationId xmlns:a16="http://schemas.microsoft.com/office/drawing/2014/main" id="{A74A4BA5-181C-4F50-ACF2-3350147F7475}"/>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명세를 assert에 담아야 한다</a:t>
            </a:r>
          </a:p>
        </p:txBody>
      </p:sp>
      <p:sp>
        <p:nvSpPr>
          <p:cNvPr id="25" name="입력 {1, 2, 3, 4} · crop [1, 3)">
            <a:extLst xmlns:a="http://schemas.openxmlformats.org/drawingml/2006/main">
              <a:ext uri="{FF2B5EF4-FFF2-40B4-BE49-F238E27FC236}">
                <a16:creationId xmlns:a16="http://schemas.microsoft.com/office/drawing/2014/main" id="{740B07F0-363C-43E1-80F0-887DB3B37D63}"/>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23723148-2298-49C8-A7F9-A50B41145E8B}"/>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29B87A73-59A5-4594-A969-AE85E07ABA49}"/>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2B728BF9-CC83-44AE-BAB0-DA00F88DB01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552024E-749F-43A2-822D-9CDAF47EBA49}"/>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7A293D39-FA65-4E0C-9C17-B9E23746E9DE}"/>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700D4C88-93C6-4E06-A346-C406D7DB8DD9}"/>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672CE0FD-55D9-4A80-9E9F-DB483A4E3912}"/>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7A9E00CD-0E46-4059-9A4E-96C9BD3F5A8D}"/>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7AD6E9CB-44BB-4510-BAA9-AFF017B93E57}"/>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2FD6212C-97E2-424A-99C1-434FA3AFA954}"/>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F8AAF6EC-9DE6-4DFA-99CA-7DC9DEF7DBA7}"/>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AFE3E971-D103-4F07-B148-425DD7913CD9}"/>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B519D7C8-1844-4F46-B244-7F5DDC6ACA4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DDE7AF0A-2F04-49B3-81A3-69CC02396F68}"/>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387C926D-B196-48FF-9384-B63ECBA032C4}"/>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010F5935-D404-4FF6-9F7A-1A6257754F8E}"/>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92761B03-E09D-4A94-A362-8A21B5AC909E}"/>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개수·값·순서를 명세와 비교">
            <a:extLst xmlns:a="http://schemas.openxmlformats.org/drawingml/2006/main">
              <a:ext uri="{FF2B5EF4-FFF2-40B4-BE49-F238E27FC236}">
                <a16:creationId xmlns:a16="http://schemas.microsoft.com/office/drawing/2014/main" id="{DADC8761-C4CC-475D-927D-90302908B0C2}"/>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개수·값·순서를 명세와 비교</a:t>
            </a:r>
          </a:p>
        </p:txBody>
      </p:sp>
      <p:sp>
        <p:nvSpPr>
          <p:cNvPr id="44" name="EXPECT_EQ(actual.size(), 2u);">
            <a:extLst xmlns:a="http://schemas.openxmlformats.org/drawingml/2006/main">
              <a:ext uri="{FF2B5EF4-FFF2-40B4-BE49-F238E27FC236}">
                <a16:creationId xmlns:a16="http://schemas.microsoft.com/office/drawing/2014/main" id="{E47629AD-5BED-4395-B550-4FF3590C7BA1}"/>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24796302-E75C-4DAB-9D24-48FA05DFEC01}"/>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49490D07-CE13-41EC-8E19-7375829CDA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142554435"/>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B591EE5B-282D-40E5-A23C-FD9ADBC741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22">
            <a:extLst xmlns:a="http://schemas.openxmlformats.org/drawingml/2006/main">
              <a:ext uri="{FF2B5EF4-FFF2-40B4-BE49-F238E27FC236}">
                <a16:creationId xmlns:a16="http://schemas.microsoft.com/office/drawing/2014/main" id="{AD4C70B9-F6A3-45E9-881D-545723B0BB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이번 Task인가,&#10;계속 유지할 Project 정보인가?">
            <a:extLst xmlns:a="http://schemas.openxmlformats.org/drawingml/2006/main">
              <a:ext uri="{FF2B5EF4-FFF2-40B4-BE49-F238E27FC236}">
                <a16:creationId xmlns:a16="http://schemas.microsoft.com/office/drawing/2014/main" id="{629E4FFD-4787-4DC0-968A-480068728A7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85C7ED6F-3780-44ED-BF55-68DBF10EB0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5C0B2894-700D-4F45-84FC-10C3F845E1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CE12C04C-4770-4D03-9CDD-B73F28BCDC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보존 조건처럼, 반복해서 쓴 문장을 떠올려 보세요.">
            <a:extLst xmlns:a="http://schemas.openxmlformats.org/drawingml/2006/main">
              <a:ext uri="{FF2B5EF4-FFF2-40B4-BE49-F238E27FC236}">
                <a16:creationId xmlns:a16="http://schemas.microsoft.com/office/drawing/2014/main" id="{EA73ECBB-F914-43C4-96E8-D76B10BE4C51}"/>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테스트·보존 조건처럼, 반복해서 쓴 문장을 떠올려 보세요.</a:t>
            </a:r>
          </a:p>
        </p:txBody>
      </p:sp>
      <p:sp>
        <p:nvSpPr>
          <p:cNvPr id="8" name="이번 작업에만?">
            <a:extLst xmlns:a="http://schemas.openxmlformats.org/drawingml/2006/main">
              <a:ext uri="{FF2B5EF4-FFF2-40B4-BE49-F238E27FC236}">
                <a16:creationId xmlns:a16="http://schemas.microsoft.com/office/drawing/2014/main" id="{CE75E075-F412-4CC0-8D9D-98B84C995798}"/>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708E1FE4-1126-4762-9ECB-7C87033DF1C6}"/>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B8573D13-2480-4D57-BDD2-EB6CC3676A51}"/>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F21D96F1-6B48-45A5-8B5D-E4354D38B13E}"/>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E6CAB33B-6306-4762-B87E-1EEAAF7DA1D6}"/>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3CD38BB8-555D-42A3-837A-F329545508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5707031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1 · 정보의 수명과 범위">
            <a:extLst xmlns:a="http://schemas.openxmlformats.org/drawingml/2006/main">
              <a:ext uri="{FF2B5EF4-FFF2-40B4-BE49-F238E27FC236}">
                <a16:creationId xmlns:a16="http://schemas.microsoft.com/office/drawing/2014/main" id="{A9A289B3-DF30-4B17-B319-63202C80B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23">
            <a:extLst xmlns:a="http://schemas.openxmlformats.org/drawingml/2006/main">
              <a:ext uri="{FF2B5EF4-FFF2-40B4-BE49-F238E27FC236}">
                <a16:creationId xmlns:a16="http://schemas.microsoft.com/office/drawing/2014/main" id="{2B9B41A4-BF15-476F-8225-FB41FA72E1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반복하는 설명을 두 범주로 나누기">
            <a:extLst xmlns:a="http://schemas.openxmlformats.org/drawingml/2006/main">
              <a:ext uri="{FF2B5EF4-FFF2-40B4-BE49-F238E27FC236}">
                <a16:creationId xmlns:a16="http://schemas.microsoft.com/office/drawing/2014/main" id="{88C13DA1-3EB2-4CA6-8F4B-FB94F58EC5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9FE454C-D431-4503-B76C-523FA3F55A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D9E9C8E5-86A3-4477-8811-1018D58A69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5A816295-559E-45DC-9618-9FBBBA9282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이번 Task">
            <a:extLst xmlns:a="http://schemas.openxmlformats.org/drawingml/2006/main">
              <a:ext uri="{FF2B5EF4-FFF2-40B4-BE49-F238E27FC236}">
                <a16:creationId xmlns:a16="http://schemas.microsoft.com/office/drawing/2014/main" id="{5466F3B7-AB5E-4AA4-BBB4-2FB1038519BB}"/>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8" name="계속 유지할 Project 정보">
            <a:extLst xmlns:a="http://schemas.openxmlformats.org/drawingml/2006/main">
              <a:ext uri="{FF2B5EF4-FFF2-40B4-BE49-F238E27FC236}">
                <a16:creationId xmlns:a16="http://schemas.microsoft.com/office/drawing/2014/main" id="{B7987AAB-C554-4BD1-A2C4-4FFB19E09A36}"/>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9" name="">
            <a:extLst xmlns:a="http://schemas.openxmlformats.org/drawingml/2006/main">
              <a:ext uri="{FF2B5EF4-FFF2-40B4-BE49-F238E27FC236}">
                <a16:creationId xmlns:a16="http://schemas.microsoft.com/office/drawing/2014/main" id="{32E3A735-3600-4E7D-AD64-69B3817252FD}"/>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crop 경계 수정&#10;이번에는 README만 수정">
            <a:extLst xmlns:a="http://schemas.openxmlformats.org/drawingml/2006/main">
              <a:ext uri="{FF2B5EF4-FFF2-40B4-BE49-F238E27FC236}">
                <a16:creationId xmlns:a16="http://schemas.microsoft.com/office/drawing/2014/main" id="{710693DC-819E-423F-B12B-4B44E7CF554A}"/>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1" name="이번 목표에 적용할 후보">
            <a:extLst xmlns:a="http://schemas.openxmlformats.org/drawingml/2006/main">
              <a:ext uri="{FF2B5EF4-FFF2-40B4-BE49-F238E27FC236}">
                <a16:creationId xmlns:a16="http://schemas.microsoft.com/office/drawing/2014/main" id="{7698E7F8-FA9B-4E52-A385-ECA399DD4DB4}"/>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2" name="">
            <a:extLst xmlns:a="http://schemas.openxmlformats.org/drawingml/2006/main">
              <a:ext uri="{FF2B5EF4-FFF2-40B4-BE49-F238E27FC236}">
                <a16:creationId xmlns:a16="http://schemas.microsoft.com/office/drawing/2014/main" id="{49DA49F9-64F9-490B-930B-2341C429D3DB}"/>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의존성 추가에는 작업상 근거 필요&#10;프로젝트 테스트 명령">
            <a:extLst xmlns:a="http://schemas.openxmlformats.org/drawingml/2006/main">
              <a:ext uri="{FF2B5EF4-FFF2-40B4-BE49-F238E27FC236}">
                <a16:creationId xmlns:a16="http://schemas.microsoft.com/office/drawing/2014/main" id="{8B428548-6477-439D-A1A3-A5EE235789C7}"/>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테스트 명령</a:t>
            </a:r>
          </a:p>
        </p:txBody>
      </p:sp>
      <p:sp>
        <p:nvSpPr>
          <p:cNvPr id="14" name="여러 작업에서 참고할 후보">
            <a:extLst xmlns:a="http://schemas.openxmlformats.org/drawingml/2006/main">
              <a:ext uri="{FF2B5EF4-FFF2-40B4-BE49-F238E27FC236}">
                <a16:creationId xmlns:a16="http://schemas.microsoft.com/office/drawing/2014/main" id="{21B2A42B-4F49-4243-ADA9-91B9A138BC4D}"/>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5" name="정보마다 필요한 기간과 적용 범위가 다르다.">
            <a:extLst xmlns:a="http://schemas.openxmlformats.org/drawingml/2006/main">
              <a:ext uri="{FF2B5EF4-FFF2-40B4-BE49-F238E27FC236}">
                <a16:creationId xmlns:a16="http://schemas.microsoft.com/office/drawing/2014/main" id="{DAF04A46-AA9D-4564-8777-A669B45F87A6}"/>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정보마다 필요한 기간과 적용 범위가 다르다.</a:t>
            </a:r>
          </a:p>
        </p:txBody>
      </p:sp>
      <p:sp>
        <p:nvSpPr>
          <p:cNvPr id="16" name="Legacy module connection">
            <a:extLst xmlns:a="http://schemas.openxmlformats.org/drawingml/2006/main">
              <a:ext uri="{FF2B5EF4-FFF2-40B4-BE49-F238E27FC236}">
                <a16:creationId xmlns:a16="http://schemas.microsoft.com/office/drawing/2014/main" id="{AD4B53DC-A1E1-4864-ADF5-415CB134A1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799643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2026-10-21T13:10:01.8240000Z</dcterms:created>
  <dcterms:modified xsi:type="dcterms:W3CDTF">2026-10-21T13:10:01.8240000Z</dcterms:modified>
</coreProperties>
</file>