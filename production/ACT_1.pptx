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6a6851286ff4b9a" /><Relationship Type="http://schemas.openxmlformats.org/officeDocument/2006/relationships/extended-properties" Target="/docProps/app.xml" Id="R585a7360a79e4e60" /><Relationship Type="http://schemas.openxmlformats.org/officeDocument/2006/relationships/officeDocument" Target="/ppt/presentation.xml" Id="Rfc6d036839d04ef7" /></Relationships>
</file>

<file path=ppt/presentation.xml><?xml version="1.0" encoding="utf-8"?>
<p:presentation xmlns:p="http://schemas.openxmlformats.org/presentationml/2006/main">
  <p:sldMasterIdLst>
    <p:sldMasterId xmlns:r="http://schemas.openxmlformats.org/officeDocument/2006/relationships" id="2147483648" r:id="R15839f369daa4cc0"/>
  </p:sldMasterIdLst>
  <p:notesMasterIdLst>
    <p:notesMasterId xmlns:r="http://schemas.openxmlformats.org/officeDocument/2006/relationships" r:id="R0509bff871df4290"/>
  </p:notesMasterIdLst>
  <p:sldIdLst>
    <p:sldId xmlns:r="http://schemas.openxmlformats.org/officeDocument/2006/relationships" id="256" r:id="Rcbc0e3df7b19495d"/>
    <p:sldId xmlns:r="http://schemas.openxmlformats.org/officeDocument/2006/relationships" id="257" r:id="R14438e23c6e3498f"/>
    <p:sldId xmlns:r="http://schemas.openxmlformats.org/officeDocument/2006/relationships" id="258" r:id="R793f3434a6ee405d"/>
    <p:sldId xmlns:r="http://schemas.openxmlformats.org/officeDocument/2006/relationships" id="259" r:id="R171485e95b5f4874"/>
    <p:sldId xmlns:r="http://schemas.openxmlformats.org/officeDocument/2006/relationships" id="260" r:id="R46d14ef913e24e1e"/>
    <p:sldId xmlns:r="http://schemas.openxmlformats.org/officeDocument/2006/relationships" id="261" r:id="R0b6e03d5bec940ca"/>
    <p:sldId xmlns:r="http://schemas.openxmlformats.org/officeDocument/2006/relationships" id="262" r:id="Rcc6783c2dd7a495b"/>
    <p:sldId xmlns:r="http://schemas.openxmlformats.org/officeDocument/2006/relationships" id="263" r:id="R8a066fdcb44549a7"/>
    <p:sldId xmlns:r="http://schemas.openxmlformats.org/officeDocument/2006/relationships" id="264" r:id="Rfe7ac2bc00014541"/>
    <p:sldId xmlns:r="http://schemas.openxmlformats.org/officeDocument/2006/relationships" id="265" r:id="Re319cc41d443497c"/>
    <p:sldId xmlns:r="http://schemas.openxmlformats.org/officeDocument/2006/relationships" id="266" r:id="R167d50290315433f"/>
    <p:sldId xmlns:r="http://schemas.openxmlformats.org/officeDocument/2006/relationships" id="267" r:id="R019900e1f47341cf"/>
    <p:sldId xmlns:r="http://schemas.openxmlformats.org/officeDocument/2006/relationships" id="268" r:id="Rd676a532456949d9"/>
    <p:sldId xmlns:r="http://schemas.openxmlformats.org/officeDocument/2006/relationships" id="269" r:id="R643f1c74c06f4c01"/>
    <p:sldId xmlns:r="http://schemas.openxmlformats.org/officeDocument/2006/relationships" id="270" r:id="R5c612e8393aa455b"/>
    <p:sldId xmlns:r="http://schemas.openxmlformats.org/officeDocument/2006/relationships" id="271" r:id="R30a9c5ce73a94d8d"/>
    <p:sldId xmlns:r="http://schemas.openxmlformats.org/officeDocument/2006/relationships" id="272" r:id="Rc3e7237537eb48fb"/>
    <p:sldId xmlns:r="http://schemas.openxmlformats.org/officeDocument/2006/relationships" id="273" r:id="R5313fc72781e4bfd"/>
    <p:sldId xmlns:r="http://schemas.openxmlformats.org/officeDocument/2006/relationships" id="274" r:id="Rebc9d78c5f0243e5"/>
    <p:sldId xmlns:r="http://schemas.openxmlformats.org/officeDocument/2006/relationships" id="275" r:id="Rcd9d3ea27cd34d4d"/>
    <p:sldId xmlns:r="http://schemas.openxmlformats.org/officeDocument/2006/relationships" id="276" r:id="R88edba3075554e33"/>
    <p:sldId xmlns:r="http://schemas.openxmlformats.org/officeDocument/2006/relationships" id="277" r:id="R9d7de064676e4bf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33a6f0b355461b" /><Relationship Type="http://schemas.openxmlformats.org/officeDocument/2006/relationships/slideMaster" Target="/ppt/slideMasters/slideMaster1.xml" Id="R15839f369daa4cc0" /><Relationship Type="http://schemas.openxmlformats.org/officeDocument/2006/relationships/notesMaster" Target="/ppt/notesMasters/notesMaster1.xml" Id="R0509bff871df4290" /><Relationship Type="http://schemas.openxmlformats.org/officeDocument/2006/relationships/presProps" Target="/ppt/presProps.xml" Id="Rbeff2c34156a4cca" /><Relationship Type="http://schemas.openxmlformats.org/officeDocument/2006/relationships/tableStyles" Target="/ppt/tableStyles.xml" Id="R36ad3caed1ce4ffc" /><Relationship Type="http://schemas.openxmlformats.org/officeDocument/2006/relationships/slide" Target="/ppt/slides/slide1.xml" Id="Rcbc0e3df7b19495d" /><Relationship Type="http://schemas.openxmlformats.org/officeDocument/2006/relationships/slide" Target="/ppt/slides/slide2.xml" Id="R14438e23c6e3498f" /><Relationship Type="http://schemas.openxmlformats.org/officeDocument/2006/relationships/slide" Target="/ppt/slides/slide3.xml" Id="R793f3434a6ee405d" /><Relationship Type="http://schemas.openxmlformats.org/officeDocument/2006/relationships/slide" Target="/ppt/slides/slide4.xml" Id="R171485e95b5f4874" /><Relationship Type="http://schemas.openxmlformats.org/officeDocument/2006/relationships/slide" Target="/ppt/slides/slide5.xml" Id="R46d14ef913e24e1e" /><Relationship Type="http://schemas.openxmlformats.org/officeDocument/2006/relationships/slide" Target="/ppt/slides/slide6.xml" Id="R0b6e03d5bec940ca" /><Relationship Type="http://schemas.openxmlformats.org/officeDocument/2006/relationships/slide" Target="/ppt/slides/slide7.xml" Id="Rcc6783c2dd7a495b" /><Relationship Type="http://schemas.openxmlformats.org/officeDocument/2006/relationships/slide" Target="/ppt/slides/slide8.xml" Id="R8a066fdcb44549a7" /><Relationship Type="http://schemas.openxmlformats.org/officeDocument/2006/relationships/slide" Target="/ppt/slides/slide9.xml" Id="Rfe7ac2bc00014541" /><Relationship Type="http://schemas.openxmlformats.org/officeDocument/2006/relationships/slide" Target="/ppt/slides/slide10.xml" Id="Re319cc41d443497c" /><Relationship Type="http://schemas.openxmlformats.org/officeDocument/2006/relationships/slide" Target="/ppt/slides/slide11.xml" Id="R167d50290315433f" /><Relationship Type="http://schemas.openxmlformats.org/officeDocument/2006/relationships/slide" Target="/ppt/slides/slide12.xml" Id="R019900e1f47341cf" /><Relationship Type="http://schemas.openxmlformats.org/officeDocument/2006/relationships/slide" Target="/ppt/slides/slide13.xml" Id="Rd676a532456949d9" /><Relationship Type="http://schemas.openxmlformats.org/officeDocument/2006/relationships/slide" Target="/ppt/slides/slide14.xml" Id="R643f1c74c06f4c01" /><Relationship Type="http://schemas.openxmlformats.org/officeDocument/2006/relationships/slide" Target="/ppt/slides/slide15.xml" Id="R5c612e8393aa455b" /><Relationship Type="http://schemas.openxmlformats.org/officeDocument/2006/relationships/slide" Target="/ppt/slides/slide16.xml" Id="R30a9c5ce73a94d8d" /><Relationship Type="http://schemas.openxmlformats.org/officeDocument/2006/relationships/slide" Target="/ppt/slides/slide17.xml" Id="Rc3e7237537eb48fb" /><Relationship Type="http://schemas.openxmlformats.org/officeDocument/2006/relationships/slide" Target="/ppt/slides/slide18.xml" Id="R5313fc72781e4bfd" /><Relationship Type="http://schemas.openxmlformats.org/officeDocument/2006/relationships/slide" Target="/ppt/slides/slide19.xml" Id="Rebc9d78c5f0243e5" /><Relationship Type="http://schemas.openxmlformats.org/officeDocument/2006/relationships/slide" Target="/ppt/slides/slide20.xml" Id="Rcd9d3ea27cd34d4d" /><Relationship Type="http://schemas.openxmlformats.org/officeDocument/2006/relationships/slide" Target="/ppt/slides/slide21.xml" Id="R88edba3075554e33" /><Relationship Type="http://schemas.openxmlformats.org/officeDocument/2006/relationships/slide" Target="/ppt/slides/slide22.xml" Id="R9d7de064676e4bf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3120b42ce04d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667c5b4090f4757" /><Relationship Type="http://schemas.openxmlformats.org/officeDocument/2006/relationships/notesMaster" Target="/ppt/notesMasters/notesMaster1.xml" Id="Rfd69e059cd8242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3a8a5f50284a83" /><Relationship Type="http://schemas.openxmlformats.org/officeDocument/2006/relationships/notesMaster" Target="/ppt/notesMasters/notesMaster1.xml" Id="R16664db2e3e447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05a1f75554204653" /><Relationship Type="http://schemas.openxmlformats.org/officeDocument/2006/relationships/notesMaster" Target="/ppt/notesMasters/notesMaster1.xml" Id="R7cd62406394e4eae"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d1c1c43cbd400c" /><Relationship Type="http://schemas.openxmlformats.org/officeDocument/2006/relationships/notesMaster" Target="/ppt/notesMasters/notesMaster1.xml" Id="R29399a751689434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3f0d8e46db4c75" /><Relationship Type="http://schemas.openxmlformats.org/officeDocument/2006/relationships/notesMaster" Target="/ppt/notesMasters/notesMaster1.xml" Id="R0e6e4b79ab7348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a5d353c0eb4b5c" /><Relationship Type="http://schemas.openxmlformats.org/officeDocument/2006/relationships/notesMaster" Target="/ppt/notesMasters/notesMaster1.xml" Id="R63562948b4e34f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a6a199785b4a38" /><Relationship Type="http://schemas.openxmlformats.org/officeDocument/2006/relationships/notesMaster" Target="/ppt/notesMasters/notesMaster1.xml" Id="R0fe5e8c3222b4e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81894dd9f9b64f7e" /><Relationship Type="http://schemas.openxmlformats.org/officeDocument/2006/relationships/notesMaster" Target="/ppt/notesMasters/notesMaster1.xml" Id="R98b913f03c114846"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9f2caf1f2a46b1" /><Relationship Type="http://schemas.openxmlformats.org/officeDocument/2006/relationships/notesMaster" Target="/ppt/notesMasters/notesMaster1.xml" Id="R561071c1f82b44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2532b3fb6e4b04" /><Relationship Type="http://schemas.openxmlformats.org/officeDocument/2006/relationships/notesMaster" Target="/ppt/notesMasters/notesMaster1.xml" Id="Rb9b19b246ffd417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18732f0cc5342df" /><Relationship Type="http://schemas.openxmlformats.org/officeDocument/2006/relationships/notesMaster" Target="/ppt/notesMasters/notesMaster1.xml" Id="R5798a3041790436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f31bd6a25234ba4" /><Relationship Type="http://schemas.openxmlformats.org/officeDocument/2006/relationships/notesMaster" Target="/ppt/notesMasters/notesMaster1.xml" Id="Rb588a573c20b48c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d55d9157a4c46c8" /><Relationship Type="http://schemas.openxmlformats.org/officeDocument/2006/relationships/notesMaster" Target="/ppt/notesMasters/notesMaster1.xml" Id="R04454703d50849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0014b77d55e4888" /><Relationship Type="http://schemas.openxmlformats.org/officeDocument/2006/relationships/notesMaster" Target="/ppt/notesMasters/notesMaster1.xml" Id="R69a61b6289b046f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3715810197f42d4" /><Relationship Type="http://schemas.openxmlformats.org/officeDocument/2006/relationships/notesMaster" Target="/ppt/notesMasters/notesMaster1.xml" Id="R0dad93c982ff411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d14518929e4e9d" /><Relationship Type="http://schemas.openxmlformats.org/officeDocument/2006/relationships/notesMaster" Target="/ppt/notesMasters/notesMaster1.xml" Id="R7f71a892bf4a46f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ad1532ff3624def" /><Relationship Type="http://schemas.openxmlformats.org/officeDocument/2006/relationships/notesMaster" Target="/ppt/notesMasters/notesMaster1.xml" Id="Re1153f163381444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d9911c8bf340ab" /><Relationship Type="http://schemas.openxmlformats.org/officeDocument/2006/relationships/notesMaster" Target="/ppt/notesMasters/notesMaster1.xml" Id="R07818f21a565436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fdbcab4b8b54cc2" /><Relationship Type="http://schemas.openxmlformats.org/officeDocument/2006/relationships/notesMaster" Target="/ppt/notesMasters/notesMaster1.xml" Id="Rad29937b2fda4d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9fed20e877d4ee8" /><Relationship Type="http://schemas.openxmlformats.org/officeDocument/2006/relationships/notesMaster" Target="/ppt/notesMasters/notesMaster1.xml" Id="R67ad92c3fe6a48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e26f7190c574d60" /><Relationship Type="http://schemas.openxmlformats.org/officeDocument/2006/relationships/notesMaster" Target="/ppt/notesMasters/notesMaster1.xml" Id="R1aee12e28a14473d"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0f22dc3da545ac" /><Relationship Type="http://schemas.openxmlformats.org/officeDocument/2006/relationships/notesMaster" Target="/ppt/notesMasters/notesMaster1.xml" Id="Raa128e65dc5243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S15 — Task에는 무엇이 아직 정해지지 않았을까?</a:t>
            </a:r>
          </a:p>
          <a:p xmlns:a="http://schemas.openxmlformats.org/drawingml/2006/main">
            <a:r>
              <a:t/>
            </a:r>
          </a:p>
          <a:p xmlns:a="http://schemas.openxmlformats.org/drawingml/2006/main">
            <a:r>
              <a:t>Slide ID: S15</a:t>
            </a:r>
          </a:p>
          <a:p xmlns:a="http://schemas.openxmlformats.org/drawingml/2006/main">
            <a:r>
              <a:t/>
            </a:r>
          </a:p>
          <a:p xmlns:a="http://schemas.openxmlformats.org/drawingml/2006/main">
            <a:r>
              <a:t>Working Title: Task에는 무엇이 아직 정해지지 않았을까?</a:t>
            </a:r>
          </a:p>
          <a:p xmlns:a="http://schemas.openxmlformats.org/drawingml/2006/main">
            <a:r>
              <a:t/>
            </a:r>
          </a:p>
          <a:p xmlns:a="http://schemas.openxmlformats.org/drawingml/2006/main">
            <a:r>
              <a:t>ACT / Section: ACT 1 / 1A</a:t>
            </a:r>
          </a:p>
          <a:p xmlns:a="http://schemas.openxmlformats.org/drawingml/2006/main">
            <a:r>
              <a:t/>
            </a:r>
          </a:p>
          <a:p xmlns:a="http://schemas.openxmlformats.org/drawingml/2006/main">
            <a:r>
              <a:t>Allocated Time: 7 minutes</a:t>
            </a:r>
          </a:p>
          <a:p xmlns:a="http://schemas.openxmlformats.org/drawingml/2006/main">
            <a:r>
              <a:t/>
            </a:r>
          </a:p>
          <a:p xmlns:a="http://schemas.openxmlformats.org/drawingml/2006/main">
            <a:r>
              <a:t>Mode Split: Case 7 minutes</a:t>
            </a:r>
          </a:p>
          <a:p xmlns:a="http://schemas.openxmlformats.org/drawingml/2006/main">
            <a:r>
              <a:t/>
            </a:r>
          </a:p>
          <a:p xmlns:a="http://schemas.openxmlformats.org/drawingml/2006/main">
            <a:r>
              <a:t>Primary Message: 코드가 보이더라도 무엇을 바꾸고, 무엇을 보존하며, 언제 끝났다고 판단할지는 요청에 명시되어야 한다.</a:t>
            </a:r>
          </a:p>
          <a:p xmlns:a="http://schemas.openxmlformats.org/drawingml/2006/main">
            <a:r>
              <a:t/>
            </a:r>
          </a:p>
          <a:p xmlns:a="http://schemas.openxmlformats.org/drawingml/2006/main">
            <a:r>
              <a:t>Opening Question: “원하는 변화, 지킬 조건, 완료 근거 중 무엇이 아직 요청에 없을까?”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**REQUEST (0:00–1:30):** S14의 검사 Task 질문을 회수하고 입력창의 “filter 성능 개선해줘”를 읽는다. ACT 1은 원하는 변화·지켜야 할 조건·완료를 판단할 근거를 요청에 담는 구간이라고 짧게 고정한다. 화면은 실제 실행 기록이 아닌 교육용 요청이다.</a:t>
            </a:r>
          </a:p>
          <a:p xmlns:a="http://schemas.openxmlformats.org/drawingml/2006/main">
            <a:r>
              <a:t>2. **UNSET DECISIONS (1:30–4:00):** 오른쪽 세 질문을 하나씩 짚어 목표·보존 조건·완료 근거 중 어떤 결정이 빠져 있는지 본다. Repository에서 읽을 수 있는 사실과 개발자가 선택해야 할 의도는 구분한다. Agent가 능력이 없거나 반드시 멈춘다는 설명은 하지 않는다.</a:t>
            </a:r>
          </a:p>
          <a:p xmlns:a="http://schemas.openxmlformats.org/drawingml/2006/main">
            <a:r>
              <a:t>3. **COST CONCEPT (4:00–5:30):** 승인된 토큰·작업 시간 PNG는 재탐색·재시도가 길어질 수 있다는 수치 없는 개념도다. 실제 측정, 기하급수 법칙, 명확한 요청의 총 비용 절감 성과로 읽지 않는다. 먼저 질문하는 선택도 가능하다.</a:t>
            </a:r>
          </a:p>
          <a:p xmlns:a="http://schemas.openxmlformats.org/drawingml/2006/main">
            <a:r>
              <a:t>4. **NARROW THE CASE (5:30–7:00):** filter에서 남은 의도 문제를 이미 본 crop 사례로 좁힌다고 전환 이유를 말한다. 다른 성능 실험을 시작하는 것이 아니라 같은 모호함을 친숙한 동작 명세로 구체화하는 것이다.</a:t>
            </a:r>
          </a:p>
          <a:p xmlns:a="http://schemas.openxmlformats.org/drawingml/2006/main">
            <a:r>
              <a:t/>
            </a:r>
          </a:p>
          <a:p xmlns:a="http://schemas.openxmlformats.org/drawingml/2006/main">
            <a:r>
              <a:t>Evidence / Source: BEAT-004, TRIAL-001 callback, CLM-0002, DEC-0038, DEC-0040. TEACHING_MODEL / CONCEPTUAL. 프롬프트창은 재구성이고 AI Agent 그림은 AI 생성 교육용 삽화다. 비용 표시는 정성적 개념도이며 실제 Trial·현재 제품 실행·토큰/시간 측정값이 아니다. 삽화: assets/slide-illustrations/task-choice-agent.png (built-in imagegen, 투명 배경). 같은 Agent를 세 장에서 의도적으로 반복한다. 생성 프롬프트·출처·표현 경계: assets/slide-illustrations/PROMPT_TIMELINE_SOURCES.md. 토큰 소모·작업 시간 곡선과 끝 화살표는 편집 가능한 그래프 객체 대신 assets/slide-illustrations/S11-token-growth.png 및 S11-time-growth.png의 투명 PNG 삽화로 표시한다. 텍스트 label은 native text로 유지한다. 두 그래프 이미지의 생성 방식·정확한 프롬프트·표현 경계: assets/slide-illustrations/S11_RESOURCE_GRAPH_SOURCES.md.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미정인 요청이 특정 실행 실패나 토큰·시간의 기하급수적 증가를 반드시 만든다고 주장하지 않는다. 그림은 실제 내부 추론·로그·작업 정지 기록이 아니다. Agent는 가능한 선택을 제안하거나 먼저 질문할 수 있다. 오른쪽 세 질문의 답과 다음 Task Specification 해답은 이 장에서 미리 제공하지 않는다.</a:t>
            </a:r>
          </a:p>
          <a:p xmlns:a="http://schemas.openxmlformats.org/drawingml/2006/main">
            <a:r>
              <a:t/>
            </a:r>
          </a:p>
          <a:p xmlns:a="http://schemas.openxmlformats.org/drawingml/2006/main">
            <a:r>
              <a:t>Beginner Explanation: “성능을 개선해줘”만으로는 어떤 변경을 원하고 무엇을 지켜야 하는지 빠질 수 있다. 필요한 선택을 먼저 밝혀 두면 불필요한 재탐색을 줄일 여지가 있다.</a:t>
            </a:r>
          </a:p>
          <a:p xmlns:a="http://schemas.openxmlformats.org/drawingml/2006/main">
            <a:r>
              <a:t/>
            </a:r>
          </a:p>
          <a:p xmlns:a="http://schemas.openxmlformats.org/drawingml/2006/main">
            <a:r>
              <a:t>Advanced Insight: Task goal, preserved behavior and acceptance evidence remain distinct from repository access. The rising cost illustration is qualitative; it does not establish measured exponential growth, model incapacity or causal productivity improvement.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교육용 프롬프트 재구성·생성 삽화·개념 비용 표시를 보는 정적 Case다. 새 Agent 실행·Trial·제품 동작을 시연하지 않는다.</a:t>
            </a:r>
          </a:p>
          <a:p xmlns:a="http://schemas.openxmlformats.org/drawingml/2006/main">
            <a:r>
              <a:t/>
            </a:r>
          </a:p>
          <a:p xmlns:a="http://schemas.openxmlformats.org/drawingml/2006/main">
            <a:r>
              <a:t>Audience Interaction: 오른쪽 세 질문을 따라 어떤 결정이 비어 있는지 생각하게 한다. 공개 답변·실습·요청문 작성을 요구하지 않는다.</a:t>
            </a:r>
          </a:p>
          <a:p xmlns:a="http://schemas.openxmlformats.org/drawingml/2006/main">
            <a:r>
              <a:t/>
            </a:r>
          </a:p>
          <a:p xmlns:a="http://schemas.openxmlformats.org/drawingml/2006/main">
            <a:r>
              <a:t>Transition: “성능 요청에서 남은 결정을, 앞서 본 crop 사례로 좁혀 보겠습니다. 같은 모호함을 구체적으로 보기 위한 예시 전환입니다.”라고 S16로 이동한다.</a:t>
            </a:r>
          </a:p>
          <a:p xmlns:a="http://schemas.openxmlformats.org/drawingml/2006/main">
            <a:r>
              <a:t/>
            </a:r>
          </a:p>
          <a:p xmlns:a="http://schemas.openxmlformats.org/drawingml/2006/main">
            <a:r>
              <a:t>Time Management: Case 7분 유지. 요청 1분30초, 오른쪽 미정 질문 2분30초, 비용 개념 1분30초, 다음 사례 연결 1분30초로 제한한다. 곡선·토큰 단가·제품 내부 추론 강의를 추가하지 않는다. 실측 발표 시간은 UNVERIFIED다.</a:t>
            </a:r>
          </a:p>
          <a:p xmlns:a="http://schemas.openxmlformats.org/drawingml/2006/main">
            <a:r>
              <a:t/>
            </a:r>
          </a:p>
          <a:p xmlns:a="http://schemas.openxmlformats.org/drawingml/2006/main">
            <a:r>
              <a:t>Fallback: 정적 기본 경로 — `production/ACT_1.pptx` S15 또는 `production/preview/act1/S15.png`를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S16 — 요청만으로는 의도가 보이지 않는다</a:t>
            </a:r>
          </a:p>
          <a:p xmlns:a="http://schemas.openxmlformats.org/drawingml/2006/main">
            <a:r>
              <a:t/>
            </a:r>
          </a:p>
          <a:p xmlns:a="http://schemas.openxmlformats.org/drawingml/2006/main">
            <a:r>
              <a:t>Slide ID: S16</a:t>
            </a:r>
          </a:p>
          <a:p xmlns:a="http://schemas.openxmlformats.org/drawingml/2006/main">
            <a:r>
              <a:t/>
            </a:r>
          </a:p>
          <a:p xmlns:a="http://schemas.openxmlformats.org/drawingml/2006/main">
            <a:r>
              <a:t>Working Title: 요청만으로는 의도가 보이지 않는다</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Case 2 minutes</a:t>
            </a:r>
          </a:p>
          <a:p xmlns:a="http://schemas.openxmlformats.org/drawingml/2006/main">
            <a:r>
              <a:t/>
            </a:r>
          </a:p>
          <a:p xmlns:a="http://schemas.openxmlformats.org/drawingml/2006/main">
            <a:r>
              <a:t>Primary Message: Repository를 볼 수 있어도 바꿀 범위와 완료 조건까지 알 수 있는 것은 아니다.</a:t>
            </a:r>
          </a:p>
          <a:p xmlns:a="http://schemas.openxmlformats.org/drawingml/2006/main">
            <a:r>
              <a:t/>
            </a:r>
          </a:p>
          <a:p xmlns:a="http://schemas.openxmlformats.org/drawingml/2006/main">
            <a:r>
              <a:t>Opening Question: “앞서 본 crop 요청에서도, 사람이 원하는 작업 경로는 정해졌을까?”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**SAME AMBIGUITY (0:00–0:30):** 성능 요청에서 보았던 “어떤 변화를 원하나?”를 앞서 조사한 crop으로 좁혔다고 회수한다. 입력창의 “crop test 고쳐줘”는 수업용 요청이며 실제 TRIAL-002 Prompt가 아니다.</a:t>
            </a:r>
          </a:p>
          <a:p xmlns:a="http://schemas.openxmlformats.org/drawingml/2006/main">
            <a:r>
              <a:t>2. **POSSIBLE PATHS (0:30–1:20):** 같은 Agent에서 나뉜 테스트 변경·구현 변경·먼저 질문의 세 경로를 짚는다. 요청에 없는 의도 때문에 남는 가능한 해석이며 실제 반복 실험·확률·동시 Subagent 실행 결과가 아니다.</a:t>
            </a:r>
          </a:p>
          <a:p xmlns:a="http://schemas.openxmlformats.org/drawingml/2006/main">
            <a:r>
              <a:t>3. **MISSING INFORMATION (1:20–2:00):** 목표 세부·보존 조건·수정 범위·확인 근거·완료 조건을 아직 채워야 할 정보로 읽는다. 어떤 경로를 원했는지 요청에 담는 다음 장으로 넘긴다.</a:t>
            </a:r>
          </a:p>
          <a:p xmlns:a="http://schemas.openxmlformats.org/drawingml/2006/main">
            <a:r>
              <a:t/>
            </a:r>
          </a:p>
          <a:p xmlns:a="http://schemas.openxmlformats.org/drawingml/2006/main">
            <a:r>
              <a:t>Evidence / Source: BEAT-004, CLM-0002, DEC-0038. TEACHING_MODEL / CONCEPTUAL. 같은 AI Agent 삽화와 병렬 시간선은 가능한 요청 해석의 도식이다. 실제 반복 실행·분기 빈도·실패 로그·평행 Agent 실행을 기록한 것이 아니다. 삽화: assets/slide-illustrations/task-choice-agent.png (built-in imagegen, 투명 배경). 같은 Agent를 세 장에서 의도적으로 반복한다. 생성 프롬프트·출처·표현 경계: assets/slide-illustrations/PROMPT_TIMELINE_SOURCES.md.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`crop test 고쳐줘`는 수업용 구성 요청이다. 이 요청이 테스트 변경·구현 변경·질문을 특정 확률로 만든다고 주장하지 않는다. 경로는 성공/실패 판정이 아니며 실제 TRIAL-002 결과를 새로 만들지 않는다. 테스트 수정이 모든 상황에서 나쁘다는 일반화도 하지 않는다.</a:t>
            </a:r>
          </a:p>
          <a:p xmlns:a="http://schemas.openxmlformats.org/drawingml/2006/main">
            <a:r>
              <a:t/>
            </a:r>
          </a:p>
          <a:p xmlns:a="http://schemas.openxmlformats.org/drawingml/2006/main">
            <a:r>
              <a:t>Beginner Explanation: 같은 말이라도 기대값을 고치라는 뜻인지, 구현을 명세에 맞추라는 뜻인지 아직 남아 있을 수 있다. 먼저 확인을 요청하는 해석도 가능하다.</a:t>
            </a:r>
          </a:p>
          <a:p xmlns:a="http://schemas.openxmlformats.org/drawingml/2006/main">
            <a:r>
              <a:t/>
            </a:r>
          </a:p>
          <a:p xmlns:a="http://schemas.openxmlformats.org/drawingml/2006/main">
            <a:r>
              <a:t>Advanced Insight: The timelines represent unresolved interpretation, not measured nondeterminism. Missing constraints are human intent that cannot be reliably inferred from repository access alone.</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정적 프롬프트·동일 Agent·가능한 세 경로를 설명한다. 새 Trial·반복 호출·병렬 Subagent를 실행하지 않는다.</a:t>
            </a:r>
          </a:p>
          <a:p xmlns:a="http://schemas.openxmlformats.org/drawingml/2006/main">
            <a:r>
              <a:t/>
            </a:r>
          </a:p>
          <a:p xmlns:a="http://schemas.openxmlformats.org/drawingml/2006/main">
            <a:r>
              <a:t>Audience Interaction: 같은 요청의 해석과 아래 다섯 미정 정보를 잠시 생각하게 한다. 정답 분류·공개 응답·실습을 요구하지 않는다.</a:t>
            </a:r>
          </a:p>
          <a:p xmlns:a="http://schemas.openxmlformats.org/drawingml/2006/main">
            <a:r>
              <a:t/>
            </a:r>
          </a:p>
          <a:p xmlns:a="http://schemas.openxmlformats.org/drawingml/2006/main">
            <a:r>
              <a:t>Transition: “이 미정 정보를 요청에 담으면, 어떤 작업 경로를 원한다는 뜻인지 더 분명해질까요?”라고 S17의 교육용 구체화 예시로 이동한다.</a:t>
            </a:r>
          </a:p>
          <a:p xmlns:a="http://schemas.openxmlformats.org/drawingml/2006/main">
            <a:r>
              <a:t/>
            </a:r>
          </a:p>
          <a:p xmlns:a="http://schemas.openxmlformats.org/drawingml/2006/main">
            <a:r>
              <a:t>Time Management: 원래 Case 4분을 S16 Case 2분 + 새 S17 Case 2분으로 나눈다. 여기서는 요청 30초, 가능 경로 50초, 미정 정보 40초만 다루고 세 경로의 세부 알고리즘을 강의하지 않는다.</a:t>
            </a:r>
          </a:p>
          <a:p xmlns:a="http://schemas.openxmlformats.org/drawingml/2006/main">
            <a:r>
              <a:t/>
            </a:r>
          </a:p>
          <a:p xmlns:a="http://schemas.openxmlformats.org/drawingml/2006/main">
            <a:r>
              <a:t>Fallback: 정적 기본 경로 — `production/ACT_1.pptx` S16 또는 `production/preview/act1/S16.png`를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S17 — 원하는 작업 경로를 Prompt에 담는다</a:t>
            </a:r>
          </a:p>
          <a:p xmlns:a="http://schemas.openxmlformats.org/drawingml/2006/main">
            <a:r>
              <a:t/>
            </a:r>
          </a:p>
          <a:p xmlns:a="http://schemas.openxmlformats.org/drawingml/2006/main">
            <a:r>
              <a:t>Slide ID: S17</a:t>
            </a:r>
          </a:p>
          <a:p xmlns:a="http://schemas.openxmlformats.org/drawingml/2006/main">
            <a:r>
              <a:t/>
            </a:r>
          </a:p>
          <a:p xmlns:a="http://schemas.openxmlformats.org/drawingml/2006/main">
            <a:r>
              <a:t>Working Title: 원하는 작업 경로를 Prompt에 담는다</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Case 2 minutes</a:t>
            </a:r>
          </a:p>
          <a:p xmlns:a="http://schemas.openxmlformats.org/drawingml/2006/main">
            <a:r>
              <a:t/>
            </a:r>
          </a:p>
          <a:p xmlns:a="http://schemas.openxmlformats.org/drawingml/2006/main">
            <a:r>
              <a:t>Primary Message: 목표·보존 조건·수정 범위·확인 근거·완료 조건을 요청에 담아 원하는 작업 경로를 명시하고 해석의 여지를 줄인다.</a:t>
            </a:r>
          </a:p>
          <a:p xmlns:a="http://schemas.openxmlformats.org/drawingml/2006/main">
            <a:r>
              <a:t/>
            </a:r>
          </a:p>
          <a:p xmlns:a="http://schemas.openxmlformats.org/drawingml/2006/main">
            <a:r>
              <a:t>Opening Question: “확인·보고 사항까지 담으니 어떤 작업을 원했는지 더 분명해졌을까?”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**SPECIFY (0:00–0:45):** 같은 요청에 목표·보존·범위·확인·완료 정보를 더한 문장을 읽는다. 처음 나오는 확인 용어를 풀어 준다. “crop 관련 테스트만 실행”은 관련 동작을 골라 확인하는 집중 테스트(focused crop tests), “프로젝트 전체 테스트 실행”은 프로젝트에 묶인 테스트 전체(full suite), “CLI 샘플 실행 확인”은 준비한 샘플로 명령줄 실행 경로를 보는 확인(smoke), “변경 내용 확인”은 바뀐 파일과 줄을 살피는 검토(diff 검토)다. 이 장의 요청은 교육용 구성이다.</a:t>
            </a:r>
          </a:p>
          <a:p xmlns:a="http://schemas.openxmlformats.org/drawingml/2006/main">
            <a:r>
              <a:t>2. **INTENDED PATH (0:45–1:30):** 오른쪽 구현 최소 수정 경로를 사람이 원하는 방향으로 읽는다. 요청에 의도를 담았다는 표시이며 실제 실행의 선택·정확성·성공을 보장하지 않는다. 과정과 확인·보고 사항도 요청 내용이라는 점을 짚고, 저장소 사실을 사람이 전부 복사해야 한다고 설명하지 않는다.</a:t>
            </a:r>
          </a:p>
          <a:p xmlns:a="http://schemas.openxmlformats.org/drawingml/2006/main">
            <a:r>
              <a:t>3. **GENERALIZE (1:30–2:00):** 구체 답은 여기서 마치고, 다른 작업을 요청할 때 사람이 먼저 답해야 할 질문으로 일반화한다.</a:t>
            </a:r>
          </a:p>
          <a:p xmlns:a="http://schemas.openxmlformats.org/drawingml/2006/main">
            <a:r>
              <a:t/>
            </a:r>
          </a:p>
          <a:p xmlns:a="http://schemas.openxmlformats.org/drawingml/2006/main">
            <a:r>
              <a:t>Evidence / Source: BEAT-004, CLM-0002, DEC-0038. TEACHING_MODEL / CONCEPTUAL. TRIAL-001/002의 끝 좌표 제외 crop 명세와 검증 범위를 배경으로 한 수업용 Prompt다. 실제 TRIAL-002에서 사용한 요청·관찰된 선택·성능 비교를 재현하지 않는다. 삽화: assets/slide-illustrations/task-choice-agent.png (built-in imagegen, 투명 배경). 같은 Agent를 세 장에서 의도적으로 반복한다. 생성 프롬프트·출처·표현 경계: assets/slide-illustrations/PROMPT_TIMELINE_SOURCES.md. DEC-0042는 요청 설계와 기존 사례의 연결·용어를 정렬한 결정이며 새로운 실험 근거가 아니다.</a:t>
            </a:r>
          </a:p>
          <a:p xmlns:a="http://schemas.openxmlformats.org/drawingml/2006/main">
            <a:r>
              <a:t/>
            </a:r>
          </a:p>
          <a:p xmlns:a="http://schemas.openxmlformats.org/drawingml/2006/main">
            <a:r>
              <a:t>Claim Boundary: 강조 경로는 사람이 명시한 목표 경로이며 실제 실행 결과나 결정성·성공 보장이 아니다. 동일 모델·Agent가 항상 하나의 결과를 내고 다른 가능성이 사라진다는 주장을 하지 않는다. 테스트 기대값 보존은 이 예시의 유효한 명세를 전제로 한 조건이지 모든 테스트 수정 금지가 아니다. 완료 여부는 실제 변경과 검증 근거를 보고 사람이 수용한다.</a:t>
            </a:r>
          </a:p>
          <a:p xmlns:a="http://schemas.openxmlformats.org/drawingml/2006/main">
            <a:r>
              <a:t/>
            </a:r>
          </a:p>
          <a:p xmlns:a="http://schemas.openxmlformats.org/drawingml/2006/main">
            <a:r>
              <a:t>Beginner Explanation: 확인 요청도 작업 요청의 일부다. 관련 테스트만 실행·프로젝트 전체 테스트 실행·CLI 샘플 실행 확인·변경 내용 확인처럼 먼저 쉬운 말로 구체화한다. 이 교육용 요청이 실제 TRIAL-002 원문이라는 뜻은 아니다.</a:t>
            </a:r>
          </a:p>
          <a:p xmlns:a="http://schemas.openxmlformats.org/drawingml/2006/main">
            <a:r>
              <a:t/>
            </a:r>
          </a:p>
          <a:p xmlns:a="http://schemas.openxmlformats.org/drawingml/2006/main">
            <a:r>
              <a:t>Advanced Insight: Explicit intent constrains the acceptable solution space; it does not guarantee deterministic behavior or correctness. Preserve verification and distinguish the requested path from the observed path.</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 교육용 프롬프트 재구성과 같은 시간선의 강조 전환을 보는 정적 Case다. 실제 Agent 호출·테스트·반복 실험을 수행하지 않는다.</a:t>
            </a:r>
          </a:p>
          <a:p xmlns:a="http://schemas.openxmlformats.org/drawingml/2006/main">
            <a:r>
              <a:t/>
            </a:r>
          </a:p>
          <a:p xmlns:a="http://schemas.openxmlformats.org/drawingml/2006/main">
            <a:r>
              <a:t>Audience Interaction: 앞 장과 달라진 정보와 원하는 경로의 연결을 눈으로 확인하게 한다. 프롬프트 작성·답변·공유·실습을 요구하지 않는다.</a:t>
            </a:r>
          </a:p>
          <a:p xmlns:a="http://schemas.openxmlformats.org/drawingml/2006/main">
            <a:r>
              <a:t/>
            </a:r>
          </a:p>
          <a:p xmlns:a="http://schemas.openxmlformats.org/drawingml/2006/main">
            <a:r>
              <a:t>Transition: “이제 답을 다시 읽기보다, 다른 요청에서도 개발자가 먼저 결정할 질문을 정리해 보겠습니다.”라고 S18로 연결한다.</a:t>
            </a:r>
          </a:p>
          <a:p xmlns:a="http://schemas.openxmlformats.org/drawingml/2006/main">
            <a:r>
              <a:t/>
            </a:r>
          </a:p>
          <a:p xmlns:a="http://schemas.openxmlformats.org/drawingml/2006/main">
            <a:r>
              <a:t>Time Management: Case 2분. 다섯 줄 요청 45초, 목표 경로와 검증 경계 45초, 다음 질문 연결 30초. S16와 합쳐 원래 Case 4분, Section 1B 전체8분을 유지한다. 실제 발화 시간은 UNVERIFIED다.</a:t>
            </a:r>
          </a:p>
          <a:p xmlns:a="http://schemas.openxmlformats.org/drawingml/2006/main">
            <a:r>
              <a:t/>
            </a:r>
          </a:p>
          <a:p xmlns:a="http://schemas.openxmlformats.org/drawingml/2006/main">
            <a:r>
              <a:t>Fallback: 정적 기본 경로 — `production/ACT_1.pptx` S17 또는 `production/preview/act1/S17.png`를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S18 — 개발자가 정해야 하는 경계</a:t>
            </a:r>
          </a:p>
          <a:p xmlns:a="http://schemas.openxmlformats.org/drawingml/2006/main">
            <a:r>
              <a:t/>
            </a:r>
          </a:p>
          <a:p xmlns:a="http://schemas.openxmlformats.org/drawingml/2006/main">
            <a:r>
              <a:t>Slide ID: S18</a:t>
            </a:r>
          </a:p>
          <a:p xmlns:a="http://schemas.openxmlformats.org/drawingml/2006/main">
            <a:r>
              <a:t/>
            </a:r>
          </a:p>
          <a:p xmlns:a="http://schemas.openxmlformats.org/drawingml/2006/main">
            <a:r>
              <a:t>Working Title: 개발자가 정해야 하는 경계</a:t>
            </a:r>
          </a:p>
          <a:p xmlns:a="http://schemas.openxmlformats.org/drawingml/2006/main">
            <a:r>
              <a:t/>
            </a:r>
          </a:p>
          <a:p xmlns:a="http://schemas.openxmlformats.org/drawingml/2006/main">
            <a:r>
              <a:t>ACT / Section: ACT 1 / 1B</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Case 3 minutes + Reflection 1 minute</a:t>
            </a:r>
          </a:p>
          <a:p xmlns:a="http://schemas.openxmlformats.org/drawingml/2006/main">
            <a:r>
              <a:t/>
            </a:r>
          </a:p>
          <a:p xmlns:a="http://schemas.openxmlformats.org/drawingml/2006/main">
            <a:r>
              <a:t>Primary Message: Prompt의 실용적 가치는 문장 장식보다 Task ambiguity reduction에 있다.</a:t>
            </a:r>
          </a:p>
          <a:p xmlns:a="http://schemas.openxmlformats.org/drawingml/2006/main">
            <a:r>
              <a:t/>
            </a:r>
          </a:p>
          <a:p xmlns:a="http://schemas.openxmlformats.org/drawingml/2006/main">
            <a:r>
              <a:t>Opening Question: “다른 요청을 보내기 전, 개발자인 나는 무엇을 결정해야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Case) 앞 crop 예시의 정답을 다시 읽지 않고 “다른 요청에서도 내가 정해야 할 것은 무엇인가?”로 질문을 옮긴다. 원하는 변화와 우선순위, 지켜야 할 조건, 허용 범위, 완료 근거는 사람이 결정해 전달할 내용이다.</a:t>
            </a:r>
          </a:p>
          <a:p xmlns:a="http://schemas.openxmlformats.org/drawingml/2006/main">
            <a:r>
              <a:t>2. (1:00–3:00 / Case) 화면의 다섯 질문을 각자가 익숙한 작업에 적용할 판단 질문으로 읽는다. 저장소의 구현·테스트 위치·현재 동작처럼 조사할 수 있는 사실은 Agent에게 확인하도록 맡길 수 있다. 저장소 밖의 요구나 결정되지 않은 기준은 조사만으로 정해지지 않으므로 필요한 내용을 알려 준다. 모든 Context를 직접 써서 붙이라는 뜻은 아니다.</a:t>
            </a:r>
          </a:p>
          <a:p xmlns:a="http://schemas.openxmlformats.org/drawingml/2006/main">
            <a:r>
              <a:t>3. (3:00–4:00 / Reflection) 익숙한 요청 하나를 조용히 떠올리고 어떤 결정이 비어 있었는지 생각한다. 작성·공유·응답을 요구하지 않는다.</a:t>
            </a:r>
          </a:p>
          <a:p xmlns:a="http://schemas.openxmlformats.org/drawingml/2006/main">
            <a:r>
              <a:t/>
            </a:r>
          </a:p>
          <a:p xmlns:a="http://schemas.openxmlformats.org/drawingml/2006/main">
            <a:r>
              <a:t>Evidence / Source: BEAT-004, CLM-0002. TEACHING_MODEL / CONCEPTUAL. 특정 요청이 특정 실패를 반드시 만든다고 하지 않는다. DEC-0042는 요청 설계와 기존 사례의 연결·용어를 정렬한 결정이며 새로운 실험 근거가 아니다.</a:t>
            </a:r>
          </a:p>
          <a:p xmlns:a="http://schemas.openxmlformats.org/drawingml/2006/main">
            <a:r>
              <a:t/>
            </a:r>
          </a:p>
          <a:p xmlns:a="http://schemas.openxmlformats.org/drawingml/2006/main">
            <a:r>
              <a:t>Claim Boundary: 다섯 질문은 수업용 질문 프레임이다. 특정한 단일 답이나 제품 기능으로 소개하지 않는다.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Clarify scope, preserved contracts, acceptable change surface, and evidence before delegating.</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마지막 1분은 비공개 Reflection이다. 말하기, 노트북, Prompt 작성은 요구하지 않는다.</a:t>
            </a:r>
          </a:p>
          <a:p xmlns:a="http://schemas.openxmlformats.org/drawingml/2006/main">
            <a:r>
              <a:t/>
            </a:r>
          </a:p>
          <a:p xmlns:a="http://schemas.openxmlformats.org/drawingml/2006/main">
            <a:r>
              <a:t>Transition: “사람이 정할 답과 저장소에서 조사할 사실을 구분해, 다섯 항목의 작업 요청으로 정리해 보겠습니다.”라고 S19로 이동한다.</a:t>
            </a:r>
          </a:p>
          <a:p xmlns:a="http://schemas.openxmlformats.org/drawingml/2006/main">
            <a:r>
              <a:t/>
            </a:r>
          </a:p>
          <a:p xmlns:a="http://schemas.openxmlformats.org/drawingml/2006/main">
            <a:r>
              <a:t>Time Management: Case 3분 후 Reflection 1분을 분리한다. 답을 제공하거나 공개 응답을 받지 않는다.</a:t>
            </a:r>
          </a:p>
          <a:p xmlns:a="http://schemas.openxmlformats.org/drawingml/2006/main">
            <a:r>
              <a:t/>
            </a:r>
          </a:p>
          <a:p xmlns:a="http://schemas.openxmlformats.org/drawingml/2006/main">
            <a:r>
              <a:t>Fallback: 정적 기본 경로 — `production/ACT_1.pptx` S18 또는 `production/preview/act1/S18.png`를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S19 — Task Specification의 다섯 책임</a:t>
            </a:r>
          </a:p>
          <a:p xmlns:a="http://schemas.openxmlformats.org/drawingml/2006/main">
            <a:r>
              <a:t/>
            </a:r>
          </a:p>
          <a:p xmlns:a="http://schemas.openxmlformats.org/drawingml/2006/main">
            <a:r>
              <a:t>Slide ID: S19</a:t>
            </a:r>
          </a:p>
          <a:p xmlns:a="http://schemas.openxmlformats.org/drawingml/2006/main">
            <a:r>
              <a:t/>
            </a:r>
          </a:p>
          <a:p xmlns:a="http://schemas.openxmlformats.org/drawingml/2006/main">
            <a:r>
              <a:t>Working Title: Task Specification의 다섯 책임</a:t>
            </a:r>
          </a:p>
          <a:p xmlns:a="http://schemas.openxmlformats.org/drawingml/2006/main">
            <a:r>
              <a:t/>
            </a:r>
          </a:p>
          <a:p xmlns:a="http://schemas.openxmlformats.org/drawingml/2006/main">
            <a:r>
              <a:t>ACT / Section: ACT 1 / 1C</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Lecture 4 minutes</a:t>
            </a:r>
          </a:p>
          <a:p xmlns:a="http://schemas.openxmlformats.org/drawingml/2006/main">
            <a:r>
              <a:t/>
            </a:r>
          </a:p>
          <a:p xmlns:a="http://schemas.openxmlformats.org/drawingml/2006/main">
            <a:r>
              <a:t>Primary Message: Goal, Context, Constraints, Process, Verification은 작업을 구체화하는 교육용 틀이다.</a:t>
            </a:r>
          </a:p>
          <a:p xmlns:a="http://schemas.openxmlformats.org/drawingml/2006/main">
            <a:r>
              <a:t/>
            </a:r>
          </a:p>
          <a:p xmlns:a="http://schemas.openxmlformats.org/drawingml/2006/main">
            <a:r>
              <a:t>Opening Question: “사람이 정할 답과 저장소에서 조사할 사실을 요청에 어떻게 담을까?”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(0:00–0:40) S18의 질문을 이 과정의 Goal / Context / Constraints / Process / Verification 틀로 정리한다고 소개한다. 공식 제품 분류나 새 기능이 아니다.</a:t>
            </a:r>
          </a:p>
          <a:p xmlns:a="http://schemas.openxmlformats.org/drawingml/2006/main">
            <a:r>
              <a:t>2. (0:40–2:20) Goal은 원하는 변화, Constraints는 지킬 조건·허용 범위다. Context는 작업에 관련된 사실과 찾아볼 위치이며, 저장소의 사실을 조사하도록 요청할 수 있다. 사람은 목표·우선순위·보존 조건·완료 판단 기준을 정하고, 저장소에서 알 수 없는 외부 요구는 필요한 만큼 제공한다.</a:t>
            </a:r>
          </a:p>
          <a:p xmlns:a="http://schemas.openxmlformats.org/drawingml/2006/main">
            <a:r>
              <a:t>3. (2:20–4:00) Process는 조사·계획 등 요청한 진행 순서, Verification은 완료를 판단하려고 확인·보고받을 근거다. 두 항목 모두 작업 요청에 담을 내용이라는 연결을 고정한다. 다섯 항목의 이름을 반복 암기시키지 않고 다음 장의 실제 문장 위치로 넘긴다.</a:t>
            </a:r>
          </a:p>
          <a:p xmlns:a="http://schemas.openxmlformats.org/drawingml/2006/main">
            <a:r>
              <a:t/>
            </a:r>
          </a:p>
          <a:p xmlns:a="http://schemas.openxmlformats.org/drawingml/2006/main">
            <a:r>
              <a:t>Evidence / Source: BEAT-005, CLM-0029, OQ-001, OQ-007.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다섯 항목은 과정에서 쓰는 Task Specification 모델이지 공식 OpenAI taxonomy나 universal law가 아니다.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Separate task intent from retained project facts, and identify which judgment remains with the developer.</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설명 중간에 다섯 책임이 줄이는 불확실성을 확인한다. 청중에게 작성 실습을 시키지 않는다.</a:t>
            </a:r>
          </a:p>
          <a:p xmlns:a="http://schemas.openxmlformats.org/drawingml/2006/main">
            <a:r>
              <a:t/>
            </a:r>
          </a:p>
          <a:p xmlns:a="http://schemas.openxmlformats.org/drawingml/2006/main">
            <a:r>
              <a:t>Transition: “이 다섯 항목이 실제 요청 문장의 어디에 들어가는지 보겠습니다.”라고 S20의 교육용 요청 예시로 이동한다.</a:t>
            </a:r>
          </a:p>
          <a:p xmlns:a="http://schemas.openxmlformats.org/drawingml/2006/main">
            <a:r>
              <a:t/>
            </a:r>
          </a:p>
          <a:p xmlns:a="http://schemas.openxmlformats.org/drawingml/2006/main">
            <a:r>
              <a:t>Time Management: 네 분 동안 각 항목을 한 문장으로 설명한다. 별도 Best Practice 목록이나 제품 기능으로 확장하지 않는다.</a:t>
            </a:r>
          </a:p>
          <a:p xmlns:a="http://schemas.openxmlformats.org/drawingml/2006/main">
            <a:r>
              <a:t/>
            </a:r>
          </a:p>
          <a:p xmlns:a="http://schemas.openxmlformats.org/drawingml/2006/main">
            <a:r>
              <a:t>Fallback: 정적 기본 경로 — `production/ACT_1.pptx` S19 또는 `production/preview/act1/S19.png`를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S20 — 더 긴 Prompt보다 분명한 경계</a:t>
            </a:r>
          </a:p>
          <a:p xmlns:a="http://schemas.openxmlformats.org/drawingml/2006/main">
            <a:r>
              <a:t/>
            </a:r>
          </a:p>
          <a:p xmlns:a="http://schemas.openxmlformats.org/drawingml/2006/main">
            <a:r>
              <a:t>Slide ID: S20</a:t>
            </a:r>
          </a:p>
          <a:p xmlns:a="http://schemas.openxmlformats.org/drawingml/2006/main">
            <a:r>
              <a:t/>
            </a:r>
          </a:p>
          <a:p xmlns:a="http://schemas.openxmlformats.org/drawingml/2006/main">
            <a:r>
              <a:t>Working Title: 더 긴 Prompt보다 분명한 경계</a:t>
            </a:r>
          </a:p>
          <a:p xmlns:a="http://schemas.openxmlformats.org/drawingml/2006/main">
            <a:r>
              <a:t/>
            </a:r>
          </a:p>
          <a:p xmlns:a="http://schemas.openxmlformats.org/drawingml/2006/main">
            <a:r>
              <a:t>ACT / Section: ACT 1 / 1C + 1F</a:t>
            </a:r>
          </a:p>
          <a:p xmlns:a="http://schemas.openxmlformats.org/drawingml/2006/main">
            <a:r>
              <a:t/>
            </a:r>
          </a:p>
          <a:p xmlns:a="http://schemas.openxmlformats.org/drawingml/2006/main">
            <a:r>
              <a:t>Allocated Time: 9 minutes</a:t>
            </a:r>
          </a:p>
          <a:p xmlns:a="http://schemas.openxmlformats.org/drawingml/2006/main">
            <a:r>
              <a:t/>
            </a:r>
          </a:p>
          <a:p xmlns:a="http://schemas.openxmlformats.org/drawingml/2006/main">
            <a:r>
              <a:t>Mode Split: Lecture 6 minutes + Case 3 minutes</a:t>
            </a:r>
          </a:p>
          <a:p xmlns:a="http://schemas.openxmlformats.org/drawingml/2006/main">
            <a:r>
              <a:t/>
            </a:r>
          </a:p>
          <a:p xmlns:a="http://schemas.openxmlformats.org/drawingml/2006/main">
            <a:r>
              <a:t>Primary Message: 유용성은 Prompt의 길이보다 Goal과 제약, 과정, 검증 경계가 분명한 데서 나온다.</a:t>
            </a:r>
          </a:p>
          <a:p xmlns:a="http://schemas.openxmlformats.org/drawingml/2006/main">
            <a:r>
              <a:t/>
            </a:r>
          </a:p>
          <a:p xmlns:a="http://schemas.openxmlformats.org/drawingml/2006/main">
            <a:r>
              <a:t>Opening Question: “다섯 항목은 구체적인 요청 문장의 어디에서 드러나는가?”</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(0:00–2:00 / Lecture) 짧은 요청과 교육용으로 구체화한 요청을 비교한다. 앞 장의 다섯 항목을 다시 정의하지 않고 어떤 문장이 목표·맥락·제약·과정·검증을 드러내는지 짚는다.</a:t>
            </a:r>
          </a:p>
          <a:p xmlns:a="http://schemas.openxmlformats.org/drawingml/2006/main">
            <a:r>
              <a:t>2. (2:00–5:00 / Lecture) crop 경계 실패를 조사·수정하라는 목표, 저장소의 실패 테스트·호출 경로를 보라는 맥락, 끝 좌표 제외 명세와 무관한 API·의존성 보존 조건을 요청 문장에서 찾는다. 저장소 사실의 답을 미리 복사하는 대신 조사할 사실과 위치를 가리킬 수 있다. 조사·계획·최소 수정 순서 역시 Process로 요청에 들어간다.</a:t>
            </a:r>
          </a:p>
          <a:p xmlns:a="http://schemas.openxmlformats.org/drawingml/2006/main">
            <a:r>
              <a:t>3. (5:00–6:00 / Lecture) 확인·보고 요청을 쉬운 말로 읽는다: crop 관련 테스트만 실행, 프로젝트 전체 테스트 실행, 가능한 경우 CLI 샘플 실행 확인, 변경 내용 확인. 영어 이름은 필요한 경우 뒤에 붙이며 명령 실행법 수업으로 확장하지 않는다. C++ 보존·검증 footer는 선택적 짧은 참고다.</a:t>
            </a:r>
          </a:p>
          <a:p xmlns:a="http://schemas.openxmlformats.org/drawingml/2006/main">
            <a:r>
              <a:t>4. (6:00–7:30 / Case) 완료 조건을 구체적으로 읽는다. 열 index 0·1·2·3의 4열 입력에 `crop 1 3`을 적용하면 원본 열1·2만 포함하고 출력 폭은2여야 한다. 범위 표기이며 전체 함수 signature가 아니다. 기대값과 확인 결과를 보고받도록 요청할 내용이다.</a:t>
            </a:r>
          </a:p>
          <a:p xmlns:a="http://schemas.openxmlformats.org/drawingml/2006/main">
            <a:r>
              <a:t>5. (7:30–9:00 / Case) 원하는 변화·지킬 조건·완료 근거가 문장 어디에 드러났는지 회수한다. 여기까지는 교육용 요청 예시이며 실제 TRIAL-002에 그대로 보낸 Prompt가 아니다. 실제 기록의 발췌·번역과 행동을 볼 다음 장으로 경계를 명시해 전환한다.</a:t>
            </a:r>
          </a:p>
          <a:p xmlns:a="http://schemas.openxmlformats.org/drawingml/2006/main">
            <a:r>
              <a:t/>
            </a:r>
          </a:p>
          <a:p xmlns:a="http://schemas.openxmlformats.org/drawingml/2006/main">
            <a:r>
              <a:t>Evidence / Source: BEAT-005, TRIAL-002, CLM-0029, OQ-001, OQ-007.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Before/After는 설명을 위한 개념 예시이며 Trial-002가 약한 Prompt와 구조화 Prompt의 우월성을 비교 검증했다는 뜻이 아니다. Given/When/Then 완료 조건은 기존 crop 계약을 설명하려고 구성한 예시이며 당시 Prompt 원문, 새 실행 결과 또는 시스템 요구 분석 전체 교육이 아니다.</a:t>
            </a:r>
          </a:p>
          <a:p xmlns:a="http://schemas.openxmlformats.org/drawingml/2006/main">
            <a:r>
              <a:t/>
            </a:r>
          </a:p>
          <a:p xmlns:a="http://schemas.openxmlformats.org/drawingml/2006/main">
            <a:r>
              <a:t>Beginner Explanation: 저장소에서 조사할 수 있는 사실은 확인하도록 맡기고, 사람이 원하는 결과·우선순위·지킬 조건·완료 판단 근거를 정해 요청한다. 모든 Context를 직접 붙여 넣어야 한다는 뜻은 아니다.</a:t>
            </a:r>
          </a:p>
          <a:p xmlns:a="http://schemas.openxmlformats.org/drawingml/2006/main">
            <a:r>
              <a:t/>
            </a:r>
          </a:p>
          <a:p xmlns:a="http://schemas.openxmlformats.org/drawingml/2006/main">
            <a:r>
              <a:t>Advanced Insight: Make the allowed change surface and completion evidence reviewable; do not claim a causal performance advantage.</a:t>
            </a:r>
          </a:p>
          <a:p xmlns:a="http://schemas.openxmlformats.org/drawingml/2006/main">
            <a:r>
              <a:t/>
            </a:r>
          </a:p>
          <a:p xmlns:a="http://schemas.openxmlformats.org/drawingml/2006/main">
            <a:r>
              <a:t>C++ Vision Bridge: SUPPORTING footer strip — 출력·API/ABI의 보존 범위와 Release 검증 조건을 먼저 정하는 사례다. 특정 Windows, shell, IDE, hardware의 실제 사용법이나 검증 결과로 주장하지 않는다.</a:t>
            </a:r>
          </a:p>
          <a:p xmlns:a="http://schemas.openxmlformats.org/drawingml/2006/main">
            <a:r>
              <a:t/>
            </a:r>
          </a:p>
          <a:p xmlns:a="http://schemas.openxmlformats.org/drawingml/2006/main">
            <a:r>
              <a:t>Demo Operation: N/A — the comparison is conceptual and is not the exact Trial-002 Prompt.</a:t>
            </a:r>
          </a:p>
          <a:p xmlns:a="http://schemas.openxmlformats.org/drawingml/2006/main">
            <a:r>
              <a:t/>
            </a:r>
          </a:p>
          <a:p xmlns:a="http://schemas.openxmlformats.org/drawingml/2006/main">
            <a:r>
              <a:t>Audience Interaction: 마지막 Case 3분에는 구체 완료 조건을 90초 동안 따라 읽고, 나머지 90초에 두 요청에서 새로 명시된 책임을 마음속으로 비교한다. 작성 실습이나 발표 응답은 요구하지 않는다.</a:t>
            </a:r>
          </a:p>
          <a:p xmlns:a="http://schemas.openxmlformats.org/drawingml/2006/main">
            <a:r>
              <a:t/>
            </a:r>
          </a:p>
          <a:p xmlns:a="http://schemas.openxmlformats.org/drawingml/2006/main">
            <a:r>
              <a:t>Transition: “여기까지는 교육용 요청 예시였습니다. 이제 실제 기록에서는 어떤 지시를 전달했고, 그 지시와 작업 과정이 어떻게 연결됐는지 보겠습니다.”라고 S21의 TRIAL-002 실제 Prompt 발췌·번역으로 이동한다.</a:t>
            </a:r>
          </a:p>
          <a:p xmlns:a="http://schemas.openxmlformats.org/drawingml/2006/main">
            <a:r>
              <a:t/>
            </a:r>
          </a:p>
          <a:p xmlns:a="http://schemas.openxmlformats.org/drawingml/2006/main">
            <a:r>
              <a:t>Time Management: Lecture6분(기존 요청 비교2분, 다섯 항목의 실제 문장 연결3분, 확인·보고 요청1분)과 Case3분(구체 완료 조건90초, 정보 변화·실제 기록 전환90초)을 유지한다. 항목 정의·앞의 답을 다시 낭독하지 않고 요청 문장 위치를 설명한다. C++ footer는 선택 참고이며 실제 시간 적합성은 리허설 전까지 UNVERIFIED다.</a:t>
            </a:r>
          </a:p>
          <a:p xmlns:a="http://schemas.openxmlformats.org/drawingml/2006/main">
            <a:r>
              <a:t/>
            </a:r>
          </a:p>
          <a:p xmlns:a="http://schemas.openxmlformats.org/drawingml/2006/main">
            <a:r>
              <a:t>Fallback: 정적 기본 경로 — `production/ACT_1.pptx` S20 또는 `production/preview/act1/S20.png`를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S21 — 요청한 과정은 기록에도 남았을까?</a:t>
            </a:r>
          </a:p>
          <a:p xmlns:a="http://schemas.openxmlformats.org/drawingml/2006/main">
            <a:r>
              <a:t/>
            </a:r>
          </a:p>
          <a:p xmlns:a="http://schemas.openxmlformats.org/drawingml/2006/main">
            <a:r>
              <a:t>Slide ID: S21</a:t>
            </a:r>
          </a:p>
          <a:p xmlns:a="http://schemas.openxmlformats.org/drawingml/2006/main">
            <a:r>
              <a:t/>
            </a:r>
          </a:p>
          <a:p xmlns:a="http://schemas.openxmlformats.org/drawingml/2006/main">
            <a:r>
              <a:t>Working Title: 요청한 과정은 기록에도 남았을까?</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2 minutes</a:t>
            </a:r>
          </a:p>
          <a:p xmlns:a="http://schemas.openxmlformats.org/drawingml/2006/main">
            <a:r>
              <a:t/>
            </a:r>
          </a:p>
          <a:p xmlns:a="http://schemas.openxmlformats.org/drawingml/2006/main">
            <a:r>
              <a:t>Mode Split: Lecture 2 minutes</a:t>
            </a:r>
          </a:p>
          <a:p xmlns:a="http://schemas.openxmlformats.org/drawingml/2006/main">
            <a:r>
              <a:t/>
            </a:r>
          </a:p>
          <a:p xmlns:a="http://schemas.openxmlformats.org/drawingml/2006/main">
            <a:r>
              <a:t>Primary Message: 실제 요청과 관찰 기록을 대응시켜, 부탁한 작업 과정이 어디에 나타났는지 확인한다.</a:t>
            </a:r>
          </a:p>
          <a:p xmlns:a="http://schemas.openxmlformats.org/drawingml/2006/main">
            <a:r>
              <a:t/>
            </a:r>
          </a:p>
          <a:p xmlns:a="http://schemas.openxmlformats.org/drawingml/2006/main">
            <a:r>
              <a:t>Opening Question: “실제로 요청한 재현·조사·수정 전 계획은 기록에 어떻게 남았을까?”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(0:00–0:15) S20은 교육용 요청 예시였고, 이제 별도의 실제 TRIAL-002 요청과 관찰 기록을 대조한다고 구분한다. 좌측은 실제 핵심 지시 발췌·번역, 우측은 관찰 기록 요약이다. 터미널 캡처나 계획 발언 원문으로 소개하지 않는다.</a:t>
            </a:r>
          </a:p>
          <a:p xmlns:a="http://schemas.openxmlformats.org/drawingml/2006/main">
            <a:r>
              <a:t>2. (0:15–0:45 / 01) “먼저 실패를 재현”하라는 지시 옆에서 실패 crop 테스트를 찾아 재현했다는 Trial 기록을 확인한다. 화면의 test_crop_excludes_end_coordinate는 TRIAL-001 및 STATE-00 테스트 코드로 식별한 대상이다. TRIAL-002 원문 실패 로그가 남아 있다는 뜻이 아니다. 재현 명령·실패 출력이나 원자료에 없는 수치를 만들지 않는다.</a:t>
            </a:r>
          </a:p>
          <a:p xmlns:a="http://schemas.openxmlformats.org/drawingml/2006/main">
            <a:r>
              <a:t>3. (0:45–1:10 / 02) 관련 구현과 호출 경로 조사 지시를, CLI-to-pipeline-to-crop을 확인했다는 관찰과 대응시킨다. cli.main / pipeline.process_image / transform.crop는 실제 제품의 호출 관계이며 Agent의 파일 읽기 순서나 내부 사고 경로가 아니다.</a:t>
            </a:r>
          </a:p>
          <a:p xmlns:a="http://schemas.openxmlformats.org/drawingml/2006/main">
            <a:r>
              <a:t>4. (1:10–1:40 / 03) 편집 전에 짧은 계획을 알리라는 지시와, 파일 변경 이벤트보다 앞서 끝 좌표 명세·기존 테스트·API 보존 계획을 보고했다는 기록을 대조한다. 실제 Prompt는 계획 뒤 승인 대기 없이 계속하라고 했으므로 승인 대기를 새 절차로 추가하지 않는다. 계획 발언 원문과 원시 이벤트 시각은 미확인이라 당시 발언을 따옴표로 만들어 보여주지 않는다.</a:t>
            </a:r>
          </a:p>
          <a:p xmlns:a="http://schemas.openxmlformats.org/drawingml/2006/main">
            <a:r>
              <a:t>5. (1:40–2:00) 화면 하단의 04 최소 수정 내용은 S22, 05 확인·보고 결과는 S23로 남겼음을 가리킨다. “그 조사와 계획 뒤 실제로 무엇을 바꿨을까요?”로 넘어간다. 여기서는 slice diff·너비 변화·테스트 통과 수치를 설명하지 않는다.</a:t>
            </a:r>
          </a:p>
          <a:p xmlns:a="http://schemas.openxmlformats.org/drawingml/2006/main">
            <a:r>
              <a:t/>
            </a:r>
          </a:p>
          <a:p xmlns:a="http://schemas.openxmlformats.org/drawingml/2006/main">
            <a:r>
              <a:t>Evidence / Source: OBSERVED_PRODUCT. plan/DEMO_MATRIX.md의 TRIAL-002 / Prompt used(395–413행), Investigation and visible plan checkpoint(415–420행)가 실제 요청과 관찰 요약의 근거다. 정확한 테스트명·호출 기호는 같은 문서 TRIAL-001(330–332행) 및 ai-dev-training-demo의 STATE-00 tests/test_transform.py11, src/graypipe/cli.py, src/graypipe/pipeline.py, src/graypipe/transform.py를 읽기 전용으로 대조했다. 행 번호는 DEC-0044 작성 시점의 locator다. DEC-0044는 교육 표현 수정이며 새 실험 근거가 아니다.</a:t>
            </a:r>
          </a:p>
          <a:p xmlns:a="http://schemas.openxmlformats.org/drawingml/2006/main">
            <a:r>
              <a:t/>
            </a:r>
          </a:p>
          <a:p xmlns:a="http://schemas.openxmlformats.org/drawingml/2006/main">
            <a:r>
              <a:t>Claim Boundary: TRIAL-002는2026-09-28 macOS Codex CLI0.154.0의 단일 실행이다. 우측은 보존된 관찰 요약이며 최초 재현 명령 원문·실패 출력 원문·계획 발언 원문·원시 CLI 이벤트 파일/시각은 미확인이다. Verification 절의 명령을 최초 재현 명령으로 옮기지 않는다. 대상 코드 식별자를 원문 로그 발췌로 표현하지 않는다. S20 예시의 실행 결과, Prompt 단독 효과·우월성·결정론적 준수·반복성·현재 Desktop/계정·다른 모델의 근거로 확대하지 않는다. 상태 태그·격리·미커밋 보존 등 전체 제약은 원본 Prompt에 유지한다.</a:t>
            </a:r>
          </a:p>
          <a:p xmlns:a="http://schemas.openxmlformats.org/drawingml/2006/main">
            <a:r>
              <a:t/>
            </a:r>
          </a:p>
          <a:p xmlns:a="http://schemas.openxmlformats.org/drawingml/2006/main">
            <a:r>
              <a:t>Beginner Explanation: 왼쪽은 실제로 무엇을 해 달라고 했는지, 오른쪽은 남아 있는 기록으로 무엇을 확인할 수 있는지다. 같은 단어를 되풀이하지 않고 테스트 대상, 제품 호출 경로, 수정 전 보고의 외부 근거를 찾는다.</a:t>
            </a:r>
          </a:p>
          <a:p xmlns:a="http://schemas.openxmlformats.org/drawingml/2006/main">
            <a:r>
              <a:t/>
            </a:r>
          </a:p>
          <a:p xmlns:a="http://schemas.openxmlformats.org/drawingml/2006/main">
            <a:r>
              <a:t>Advanced Insight: Compare instructions with documented observation summaries. A recorded correspondence supports this single run; it neither reveals hidden reasoning nor isolates prompt causality. Preserve the distinction between a documented observation summary and a raw event quotation.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DEMO-05의 정적 도입으로 Lecture2분을 사용한다. 좌우01–03을 같은 번호로 짚고, 04 실제 diff는 S22, 05 실제 검증 결과는 S23에서 확인한다. 실제 Prompt 발췌·번역과 관찰 요약의 구분을 화면에서 유지한다. 새 Trial·현재 Desktop 실행·터미널/계획 원문 캡처를 보여주지 않는다.</a:t>
            </a:r>
          </a:p>
          <a:p xmlns:a="http://schemas.openxmlformats.org/drawingml/2006/main">
            <a:r>
              <a:t/>
            </a:r>
          </a:p>
          <a:p xmlns:a="http://schemas.openxmlformats.org/drawingml/2006/main">
            <a:r>
              <a:t>Audience Interaction: 요청 문장과 오른쪽 근거를 한 행씩 따라오게 한다. 실습·공개 응답을 요구하지 않는다.</a:t>
            </a:r>
          </a:p>
          <a:p xmlns:a="http://schemas.openxmlformats.org/drawingml/2006/main">
            <a:r>
              <a:t/>
            </a:r>
          </a:p>
          <a:p xmlns:a="http://schemas.openxmlformats.org/drawingml/2006/main">
            <a:r>
              <a:t>Transition: “요청한 과정이 기록에 남은 것을 확인했습니다. 이 조사와 계획 뒤 실제로 무엇을 바꿨는지 04 최소 수정 내용을 보겠습니다.”라고 S22로 이동한다. 05 확인·보고 결과는 S23에서 확인한다.</a:t>
            </a:r>
          </a:p>
          <a:p xmlns:a="http://schemas.openxmlformats.org/drawingml/2006/main">
            <a:r>
              <a:t/>
            </a:r>
          </a:p>
          <a:p xmlns:a="http://schemas.openxmlformats.org/drawingml/2006/main">
            <a:r>
              <a:t>Time Management: 0:00–0:15 출처 구분, 0:15–0:45 재현, 0:45–1:10 호출 관계, 1:10–1:40 편집 전 계획, 1:40–2:00 다음 결과 연결. Lecture2분을 유지한다. 지시 전문 낭독·일반 디버깅 강의·S22 코드 diff·S23 결과 수치 설명을 추가하지 않는다. 실측 리허설은 UNVERIFIED다.</a:t>
            </a:r>
          </a:p>
          <a:p xmlns:a="http://schemas.openxmlformats.org/drawingml/2006/main">
            <a:r>
              <a:t/>
            </a:r>
          </a:p>
          <a:p xmlns:a="http://schemas.openxmlformats.org/drawingml/2006/main">
            <a:r>
              <a:t>Fallback: production/ACT_1.pptx S21 또는 production/preview/act1/S21.png의 정적 대응 표를 사용한다. 원시 CLI 이벤트 파일이 없어도 확인된 관찰 요약이라는 한계를 밝히고 진행한다. 상세한 변경·검증은 기존 S22/S22로 이어 간다. 최종 로컬 검토는 production/evaluation/S17_REQUEST_ACTION_REVISION.md를 따른다.</a:t>
            </a:r>
          </a:p>
          <a:p xmlns:a="http://schemas.openxmlformats.org/drawingml/2006/main">
            <a:r>
              <a:t/>
            </a:r>
          </a:p>
          <a:p xmlns:a="http://schemas.openxmlformats.org/drawingml/2006/main">
            <a:r>
              <a:t>Validation Status: ALIGNED — DEC-0044에 따라 실제 지시와 관찰 요약의 대응·S22/S22 연결을 정렬했다. 최종 PPT/내장 Notes/PNG 대조와 렌더링 결과는 production/evaluation/S17_REQUEST_ACTION_REVISION.md에서 기록한다. Windows PowerPoint·실제 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S22 — 조사에서 한 줄 변경까지</a:t>
            </a:r>
          </a:p>
          <a:p xmlns:a="http://schemas.openxmlformats.org/drawingml/2006/main">
            <a:r>
              <a:t/>
            </a:r>
          </a:p>
          <a:p xmlns:a="http://schemas.openxmlformats.org/drawingml/2006/main">
            <a:r>
              <a:t>Slide ID: S22</a:t>
            </a:r>
          </a:p>
          <a:p xmlns:a="http://schemas.openxmlformats.org/drawingml/2006/main">
            <a:r>
              <a:t/>
            </a:r>
          </a:p>
          <a:p xmlns:a="http://schemas.openxmlformats.org/drawingml/2006/main">
            <a:r>
              <a:t>Working Title: 조사에서 한 줄 변경까지</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(CAPTURED)</a:t>
            </a:r>
          </a:p>
          <a:p xmlns:a="http://schemas.openxmlformats.org/drawingml/2006/main">
            <a:r>
              <a:t/>
            </a:r>
          </a:p>
          <a:p xmlns:a="http://schemas.openxmlformats.org/drawingml/2006/main">
            <a:r>
              <a:t>Primary Message: failing test와 호출 경로를 확인한 뒤, half-open 범위 계약을 보존하는 최소 변경을 했다.</a:t>
            </a:r>
          </a:p>
          <a:p xmlns:a="http://schemas.openxmlformats.org/drawingml/2006/main">
            <a:r>
              <a:t/>
            </a:r>
          </a:p>
          <a:p xmlns:a="http://schemas.openxmlformats.org/drawingml/2006/main">
            <a:r>
              <a:t>Opening Question: “요청한 조사·보존 조건·최소 변경은 실제 diff에 어떻게 드러났을까?”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S21 요청의 02 조사·03 계획을 회수한다. 실패 테스트 `test_crop_excludes_end_coordinate`와 `cli.main → pipeline.process_image → transform.crop` 호출 경로를 조사하고 수정 전에 짧은 계획을 알린 기록을 연결한다. 일반적인 수정 절차 강의를 새로 시작하지 않는다.</a:t>
            </a:r>
          </a:p>
          <a:p xmlns:a="http://schemas.openxmlformats.org/drawingml/2006/main">
            <a:r>
              <a:t>2. (1:00–2:00) 요청에서 보존하라고 한 `[x_start, x_end)` 끝 좌표 제외 명세를 실제 변경의 기준으로 읽는다. 기존 S05–S06의 `crop(image, 1, 3)` 예시를 회수하고 명세를 바꿔 테스트를 맞춘 사례가 아님을 설명한다.</a:t>
            </a:r>
          </a:p>
          <a:p xmlns:a="http://schemas.openxmlformats.org/drawingml/2006/main">
            <a:r>
              <a:t>3. (2:00–3:15) 04 최소 수정 요청과 실제 Before/After `row[x_start : x_end + 1]` / `row[x_start : x_end]` 한 줄을 대조한다. 무관한 API·의존성을 바꾸지 않은 기존 범위를 유지하며 새 해결 방식을 추가하지 않는다.</a:t>
            </a:r>
          </a:p>
          <a:p xmlns:a="http://schemas.openxmlformats.org/drawingml/2006/main">
            <a:r>
              <a:t>4. (3:15–4:00) 해당 입력의 너비3이 명세대로2가 되는 변화로 정리하고, 요청에 있던 05 확인·보고의 근거를 다음 장에서 본다고 넘긴다. 정적 diff 재구성이며 새 실행·Screenshot이 아니다.</a:t>
            </a:r>
          </a:p>
          <a:p xmlns:a="http://schemas.openxmlformats.org/drawingml/2006/main">
            <a:r>
              <a:t/>
            </a:r>
          </a:p>
          <a:p xmlns:a="http://schemas.openxmlformats.org/drawingml/2006/main">
            <a:r>
              <a:t>Evidence / Source: BEAT-006, TRIAL-002, INV-MATURITY-011, DEC-0039. OBSERVED_PRODUCT, one recorded CLI run. S21의 번호를 회수하되 기존 한 줄 diff와 끝 좌표 제외 명세를 유지한다. DEC-0042는 요청 설계와 기존 사례의 연결·용어를 정렬한 결정이며 새로운 실험 근거가 아니다.</a:t>
            </a:r>
          </a:p>
          <a:p xmlns:a="http://schemas.openxmlformats.org/drawingml/2006/main">
            <a:r>
              <a:t/>
            </a:r>
          </a:p>
          <a:p xmlns:a="http://schemas.openxmlformats.org/drawingml/2006/main">
            <a:r>
              <a:t>Claim Boundary: 실제 변경은 `src/graypipe/transform.py`의 crop slice 한 줄이다. 이 기록은 한 번의 Codex CLI 실행에 한정되며 Prompt 우월성, Desktop 동작 또는 일반 성공률을 증명하지 않는다.</a:t>
            </a:r>
          </a:p>
          <a:p xmlns:a="http://schemas.openxmlformats.org/drawingml/2006/main">
            <a:r>
              <a:t/>
            </a:r>
          </a:p>
          <a:p xmlns:a="http://schemas.openxmlformats.org/drawingml/2006/main">
            <a:r>
              <a:t>Beginner Explanation: 실패한 Test와 기대 명세를 먼저 맞춘 뒤 꼭 필요한 한 줄만 바꿨다. S21의 02·03이 04 수정과 어떻게 연결되는지 본다.</a:t>
            </a:r>
          </a:p>
          <a:p xmlns:a="http://schemas.openxmlformats.org/drawingml/2006/main">
            <a:r>
              <a:t/>
            </a:r>
          </a:p>
          <a:p xmlns:a="http://schemas.openxmlformats.org/drawingml/2006/main">
            <a:r>
              <a:t>Advanced Insight: The code change matches the half-open public contract and is limited to the recorded diff; the plan checkpoint preceded editing.</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 / CAPTURED historical evidence. `production/ACT_1.pptx` S22에서 S21의 02 조사·03 계획을 회수한 뒤 04 수정의 Before/After slice와 너비 변화를 가리킨다. source test ID: `test_crop_excludes_end_coordinate`. Source: TRIAL-002 record, STATE-00 및 STATE-00-FIXED의 `src/graypipe/transform.py`. 실제 diff의 재구성 도식이며 전체 파일이나 새 실행을 보여 주지 않는다.</a:t>
            </a:r>
          </a:p>
          <a:p xmlns:a="http://schemas.openxmlformats.org/drawingml/2006/main">
            <a:r>
              <a:t/>
            </a:r>
          </a:p>
          <a:p xmlns:a="http://schemas.openxmlformats.org/drawingml/2006/main">
            <a:r>
              <a:t>Audience Interaction: 변경 전에 확인한 근거를 청중이 화면 순서대로 따라오게 한다. 참가자의 코드 검토나 답변을 요구하지 않는다.</a:t>
            </a:r>
          </a:p>
          <a:p xmlns:a="http://schemas.openxmlformats.org/drawingml/2006/main">
            <a:r>
              <a:t/>
            </a:r>
          </a:p>
          <a:p xmlns:a="http://schemas.openxmlformats.org/drawingml/2006/main">
            <a:r>
              <a:t>Transition: “요청한 최소 수정까지 확인했습니다. 이제 요청에 적은 05 확인·보고가 어떤 기록으로 남았는지 보겠습니다.”라고 S23로 이동한다.</a:t>
            </a:r>
          </a:p>
          <a:p xmlns:a="http://schemas.openxmlformats.org/drawingml/2006/main">
            <a:r>
              <a:t/>
            </a:r>
          </a:p>
          <a:p xmlns:a="http://schemas.openxmlformats.org/drawingml/2006/main">
            <a:r>
              <a:t>Time Management: 4분 Demo 구간 안에서 관찰과 변경을 요약한다. 전체 로그와 파일을 보여 주지 않고, 다음 장의 검증 시간을 침범하지 않는다.</a:t>
            </a:r>
          </a:p>
          <a:p xmlns:a="http://schemas.openxmlformats.org/drawingml/2006/main">
            <a:r>
              <a:t/>
            </a:r>
          </a:p>
          <a:p xmlns:a="http://schemas.openxmlformats.org/drawingml/2006/main">
            <a:r>
              <a:t>Fallback: 정적 기본 경로 — `production/ACT_1.pptx` S22 또는 `production/preview/act1/S22.png`를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S23 — 변경 결과와 확인 증거</a:t>
            </a:r>
          </a:p>
          <a:p xmlns:a="http://schemas.openxmlformats.org/drawingml/2006/main">
            <a:r>
              <a:t/>
            </a:r>
          </a:p>
          <a:p xmlns:a="http://schemas.openxmlformats.org/drawingml/2006/main">
            <a:r>
              <a:t>Slide ID: S23</a:t>
            </a:r>
          </a:p>
          <a:p xmlns:a="http://schemas.openxmlformats.org/drawingml/2006/main">
            <a:r>
              <a:t/>
            </a:r>
          </a:p>
          <a:p xmlns:a="http://schemas.openxmlformats.org/drawingml/2006/main">
            <a:r>
              <a:t>Working Title: 변경 결과와 확인 증거</a:t>
            </a:r>
          </a:p>
          <a:p xmlns:a="http://schemas.openxmlformats.org/drawingml/2006/main">
            <a:r>
              <a:t/>
            </a:r>
          </a:p>
          <a:p xmlns:a="http://schemas.openxmlformats.org/drawingml/2006/main">
            <a:r>
              <a:t>ACT / Section: ACT 1 / 1D</a:t>
            </a:r>
          </a:p>
          <a:p xmlns:a="http://schemas.openxmlformats.org/drawingml/2006/main">
            <a:r>
              <a:t/>
            </a:r>
          </a:p>
          <a:p xmlns:a="http://schemas.openxmlformats.org/drawingml/2006/main">
            <a:r>
              <a:t>Allocated Time: 4 minutes</a:t>
            </a:r>
          </a:p>
          <a:p xmlns:a="http://schemas.openxmlformats.org/drawingml/2006/main">
            <a:r>
              <a:t/>
            </a:r>
          </a:p>
          <a:p xmlns:a="http://schemas.openxmlformats.org/drawingml/2006/main">
            <a:r>
              <a:t>Mode Split: Demo 4 minutes (CAPTURED)</a:t>
            </a:r>
          </a:p>
          <a:p xmlns:a="http://schemas.openxmlformats.org/drawingml/2006/main">
            <a:r>
              <a:t/>
            </a:r>
          </a:p>
          <a:p xmlns:a="http://schemas.openxmlformats.org/drawingml/2006/main">
            <a:r>
              <a:t>Primary Message: 이 사례의 결과는 생성된 코드뿐 아니라 명시된 검증과 diff 확인을 거친 변경이다.</a:t>
            </a:r>
          </a:p>
          <a:p xmlns:a="http://schemas.openxmlformats.org/drawingml/2006/main">
            <a:r>
              <a:t/>
            </a:r>
          </a:p>
          <a:p xmlns:a="http://schemas.openxmlformats.org/drawingml/2006/main">
            <a:r>
              <a:t>Opening Question: “요청한 확인·보고 사항은 어떤 검증 기록으로 남았을까?”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“05에서 무엇을 확인·보고해 달라고 요청했는가?”를 회수한다. 단일 TRIAL-002의 실제 기록이며 S20 교육용 Prompt를 그대로 실행한 결과가 아니다.</a:t>
            </a:r>
          </a:p>
          <a:p xmlns:a="http://schemas.openxmlformats.org/drawingml/2006/main">
            <a:r>
              <a:t>2. (0:45–2:45) 요청과 결과를 세 묶음으로 맞춘다. 동작 확인 요청에는 관련 테스트 묶음3/3·프로젝트 전체 테스트11/11, CLI 샘플 실행 확인에는 기록된 PASS, 변경 내용 확인에는 한 파일·한 줄 수정과 `git diff --check` PASS가 대응한다. 실제 집중 실행은 `test_transform.py` 묶음이며 crop 테스트와 resize 보존 테스트를 포함하므로 “crop 테스트만3개”라고 좁혀 말하지 않는다. 원자료의 명령·통과 수치는 바꾸지 않는다.</a:t>
            </a:r>
          </a:p>
          <a:p xmlns:a="http://schemas.openxmlformats.org/drawingml/2006/main">
            <a:r>
              <a:t>3. (2:45–3:30) 기록이 뒷받침하는 입력·테스트·변경 범위를 읽고 성능 benchmark는 미실행임을 밝힌다. 요청이 총 토큰·시간을 줄였다거나 성능을 개선했다는 결과로 바꾸지 않는다.</a:t>
            </a:r>
          </a:p>
          <a:p xmlns:a="http://schemas.openxmlformats.org/drawingml/2006/main">
            <a:r>
              <a:t>4. (3:30–4:00) 확인 결과와 남은 미확인을 받아 사람이 완료를 판단하도록, 어떤 보고를 요청에 담아야 하는지 S24으로 연결한다.</a:t>
            </a:r>
          </a:p>
          <a:p xmlns:a="http://schemas.openxmlformats.org/drawingml/2006/main">
            <a:r>
              <a:t/>
            </a:r>
          </a:p>
          <a:p xmlns:a="http://schemas.openxmlformats.org/drawingml/2006/main">
            <a:r>
              <a:t>Evidence / Source: BEAT-007, INV-VERIFY-001, TRIAL-002, CLM-0029, CLM-0027. OBSERVED_PRODUCT, one Codex CLI run. DEC-0042는 요청 설계와 기존 사례의 연결·용어를 정렬한 결정이며 새로운 실험 근거가 아니다.</a:t>
            </a:r>
          </a:p>
          <a:p xmlns:a="http://schemas.openxmlformats.org/drawingml/2006/main">
            <a:r>
              <a:t/>
            </a:r>
          </a:p>
          <a:p xmlns:a="http://schemas.openxmlformats.org/drawingml/2006/main">
            <a:r>
              <a:t>Claim Boundary: Focused test 3/3, full suite 11/11, CLI smoke PASS, diff 1 file / 1 line, and `git diff --check` PASS are the recorded results of TRIAL-002. They do not establish every input, platform, or future product run.</a:t>
            </a:r>
          </a:p>
          <a:p xmlns:a="http://schemas.openxmlformats.org/drawingml/2006/main">
            <a:r>
              <a:t/>
            </a:r>
          </a:p>
          <a:p xmlns:a="http://schemas.openxmlformats.org/drawingml/2006/main">
            <a:r>
              <a:t>Beginner Explanation: 요청한 관련 테스트 묶음·전체 테스트·CLI 샘플·변경 내용 확인이 어떤 기록으로 돌아왔는지 본다. 실제 관련 묶음3/3은 test_transform.py이며 resize 보존 테스트도 포함하므로 crop 테스트만3개로 좁히지 않는다.</a:t>
            </a:r>
          </a:p>
          <a:p xmlns:a="http://schemas.openxmlformats.org/drawingml/2006/main">
            <a:r>
              <a:t/>
            </a:r>
          </a:p>
          <a:p xmlns:a="http://schemas.openxmlformats.org/drawingml/2006/main">
            <a:r>
              <a:t>Advanced Insight: Each check supports a bounded claim: targeted behavior, existing suite coverage, one sample CLI path, and change scope. No benchmark was run.</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DEMO-05 / CAPTURED result summary. 세 시각 묶음 안의 다섯 기록된 확인을 설명한다. 실제 터미널 screenshot이나 새 실행이 아니다. Focused 3/3, full 11/11, CLI PASS, one file/line, diff check PASS만 사용한다. Benchmark는 미실행이다.</a:t>
            </a:r>
          </a:p>
          <a:p xmlns:a="http://schemas.openxmlformats.org/drawingml/2006/main">
            <a:r>
              <a:t/>
            </a:r>
          </a:p>
          <a:p xmlns:a="http://schemas.openxmlformats.org/drawingml/2006/main">
            <a:r>
              <a:t>Audience Interaction: 각 Check가 무엇을 뒷받침하는지 읽게 한다. 청중에게 테스트 실행을 요구하지 않는다.</a:t>
            </a:r>
          </a:p>
          <a:p xmlns:a="http://schemas.openxmlformats.org/drawingml/2006/main">
            <a:r>
              <a:t/>
            </a:r>
          </a:p>
          <a:p xmlns:a="http://schemas.openxmlformats.org/drawingml/2006/main">
            <a:r>
              <a:t>Transition: “이 확인 결과와 아직 모르는 점을 받아야 사람이 완료 여부를 판단할 수 있습니다. 무엇을 보고해 달라고 요청해야 할까요?”라고 S24으로 연결한다.</a:t>
            </a:r>
          </a:p>
          <a:p xmlns:a="http://schemas.openxmlformats.org/drawingml/2006/main">
            <a:r>
              <a:t/>
            </a:r>
          </a:p>
          <a:p xmlns:a="http://schemas.openxmlformats.org/drawingml/2006/main">
            <a:r>
              <a:t>Time Management: 세 묶음에 각각 한 가지 확인 범위를 말한다. 다섯 로그를 전문으로 읽지 않는다. 마지막 30초에 생성과 완료의 차이로 전환한다.</a:t>
            </a:r>
          </a:p>
          <a:p xmlns:a="http://schemas.openxmlformats.org/drawingml/2006/main">
            <a:r>
              <a:t/>
            </a:r>
          </a:p>
          <a:p xmlns:a="http://schemas.openxmlformats.org/drawingml/2006/main">
            <a:r>
              <a:t>Fallback: 정적 기본 경로 — `production/ACT_1.pptx` S23 또는 `production/preview/act1/S23.png`를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S24 — Generated ≠ Done</a:t>
            </a:r>
          </a:p>
          <a:p xmlns:a="http://schemas.openxmlformats.org/drawingml/2006/main">
            <a:r>
              <a:t/>
            </a:r>
          </a:p>
          <a:p xmlns:a="http://schemas.openxmlformats.org/drawingml/2006/main">
            <a:r>
              <a:t>Slide ID: S24</a:t>
            </a:r>
          </a:p>
          <a:p xmlns:a="http://schemas.openxmlformats.org/drawingml/2006/main">
            <a:r>
              <a:t/>
            </a:r>
          </a:p>
          <a:p xmlns:a="http://schemas.openxmlformats.org/drawingml/2006/main">
            <a:r>
              <a:t>Working Title: Generated ≠ Done</a:t>
            </a:r>
          </a:p>
          <a:p xmlns:a="http://schemas.openxmlformats.org/drawingml/2006/main">
            <a:r>
              <a:t/>
            </a:r>
          </a:p>
          <a:p xmlns:a="http://schemas.openxmlformats.org/drawingml/2006/main">
            <a:r>
              <a:t>ACT / Section: ACT 1 / 1E</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Lecture 3 minutes</a:t>
            </a:r>
          </a:p>
          <a:p xmlns:a="http://schemas.openxmlformats.org/drawingml/2006/main">
            <a:r>
              <a:t/>
            </a:r>
          </a:p>
          <a:p xmlns:a="http://schemas.openxmlformats.org/drawingml/2006/main">
            <a:r>
              <a:t>Primary Message: Task는 결과뿐 아니라 적절한 검증과 review를 포함해야 한다.</a:t>
            </a:r>
          </a:p>
          <a:p xmlns:a="http://schemas.openxmlformats.org/drawingml/2006/main">
            <a:r>
              <a:t/>
            </a:r>
          </a:p>
          <a:p xmlns:a="http://schemas.openxmlformats.org/drawingml/2006/main">
            <a:r>
              <a:t>Opening Question: “무엇을 확인·보고해 달라고 요청해야 완료를 판단할 수 있을까?”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(0:00–0:45) “무엇을 확인·보고해 달라고 요청해야 완료를 판단할 수 있을까?”를 묻는다. 코드 생성 이후의 검증을 별도 테스트 수업으로 시작하지 않고, 요청의 Verification과 결과 보고를 회수한다.</a:t>
            </a:r>
          </a:p>
          <a:p xmlns:a="http://schemas.openxmlformats.org/drawingml/2006/main">
            <a:r>
              <a:t>2. (0:45–2:15) 변경 이유·범위, 확인 근거·결과, 미확인 사항을 보고받고 사람이 수용 여부를 결정하는 네 항목을 읽는다. 끝 좌표 명세에 맞춘 한 줄 수정, 관련·전체 테스트 실행과 CLI 샘플·변경 내용 확인, 성능 미측정 같은 정보다. S23 수치는 다시 낭독하지 않는다. 이 형식은 교육용 정리이며 실제 PR·당시 답변 원문이나 사람의 승인 완료 기록이 아니다.</a:t>
            </a:r>
          </a:p>
          <a:p xmlns:a="http://schemas.openxmlformats.org/drawingml/2006/main">
            <a:r>
              <a:t>3. (2:15–2:45) “더 빨라졌다”는 변화가 목표인 경우에는 그 조건의 성능 측정도 완료 근거로 요청해야 한다는 기존 경계를 짚는다. 이 crop Trial에서 benchmark를 수행했다는 뜻이 아니다.</a:t>
            </a:r>
          </a:p>
          <a:p xmlns:a="http://schemas.openxmlformats.org/drawingml/2006/main">
            <a:r>
              <a:t>4. (2:45–3:00) 검사 이름만 적는 것과 명세의 기대값을 요청하는 것의 차이를 다음 장에서 본다고 넘긴다.</a:t>
            </a:r>
          </a:p>
          <a:p xmlns:a="http://schemas.openxmlformats.org/drawingml/2006/main">
            <a:r>
              <a:t/>
            </a:r>
          </a:p>
          <a:p xmlns:a="http://schemas.openxmlformats.org/drawingml/2006/main">
            <a:r>
              <a:t>Evidence / Source: BEAT-007, INV-VERIFY-001, TRIAL-002, CLM-0029, CLM-0027. OBSERVED_PRODUCT and separate TEACHING_MODEL. DEC-0042는 요청 설계와 기존 사례의 연결·용어를 정렬한 결정이며 새로운 실험 근거가 아니다.</a:t>
            </a:r>
          </a:p>
          <a:p xmlns:a="http://schemas.openxmlformats.org/drawingml/2006/main">
            <a:r>
              <a:t/>
            </a:r>
          </a:p>
          <a:p xmlns:a="http://schemas.openxmlformats.org/drawingml/2006/main">
            <a:r>
              <a:t>Claim Boundary: 본문의 생성→완료 판단 관계와 확인 방법은 이 과정의 TEACHING_MODEL이다. 하단 출처에서 회수하는 TRIAL-002의 관찰은 테스트·CLI·diff에 한정된다. Benchmark는 조건부 검증 예이며 TRIAL-002에서 수행하지 않았다. 검토용 결과 인계의 형식은 기존 기록을 설명하는 교육용 재구성이며 실제 PR, 당시 답변 원문 또는 사람의 승인 완료 기록이 아니다.</a:t>
            </a:r>
          </a:p>
          <a:p xmlns:a="http://schemas.openxmlformats.org/drawingml/2006/main">
            <a:r>
              <a:t/>
            </a:r>
          </a:p>
          <a:p xmlns:a="http://schemas.openxmlformats.org/drawingml/2006/main">
            <a:r>
              <a:t>Beginner Explanation: 완료를 판단할 수 있도록 변경 내용·확인 결과·미확인 사항을 함께 보고해 달라고 요청한다. 결과를 받아 수용할지는 사람이 결정한다.</a:t>
            </a:r>
          </a:p>
          <a:p xmlns:a="http://schemas.openxmlformats.org/drawingml/2006/main">
            <a:r>
              <a:t/>
            </a:r>
          </a:p>
          <a:p xmlns:a="http://schemas.openxmlformats.org/drawingml/2006/main">
            <a:r>
              <a:t>Advanced Insight: Choose checks from the task’s risk and the exact claim being made; do not demand every check for every task.</a:t>
            </a:r>
          </a:p>
          <a:p xmlns:a="http://schemas.openxmlformats.org/drawingml/2006/main">
            <a:r>
              <a:t/>
            </a:r>
          </a:p>
          <a:p xmlns:a="http://schemas.openxmlformats.org/drawingml/2006/main">
            <a:r>
              <a:t>C++ Vision Bridge: 이 장에서는 새 C++ 예시를 추가하지 않는다. S25의 승인된 ON-SCREEN SUPPORTING vector·GoogleTest 도식으로 완료 조건과 검사 범위를 연결한다. 주요 C++ 패턴 전이는 S69에서 이어 간다. 도구 설치·실행 수업으로 확장하지 않는다.</a:t>
            </a:r>
          </a:p>
          <a:p xmlns:a="http://schemas.openxmlformats.org/drawingml/2006/main">
            <a:r>
              <a:t/>
            </a:r>
          </a:p>
          <a:p xmlns:a="http://schemas.openxmlformats.org/drawingml/2006/main">
            <a:r>
              <a:t>Demo Operation: TRIAL-002 verification callback only; DEMO-05의 8분 구간 밖이다. 새 관찰 카드나 새 실행 결과를 보여 주지 않고 하단 출처로 과거 확인 범위를 회수한다. 검토용 결과 인계는 기존 기록을 가리키는 강의용 정리이며 실제 PR 화면으로 표현하지 않는다. 본문은 교육 모델로 설명한다.</a:t>
            </a:r>
          </a:p>
          <a:p xmlns:a="http://schemas.openxmlformats.org/drawingml/2006/main">
            <a:r>
              <a:t/>
            </a:r>
          </a:p>
          <a:p xmlns:a="http://schemas.openxmlformats.org/drawingml/2006/main">
            <a:r>
              <a:t>Audience Interaction: 별도 Q&amp;A 시간은 배정되지 않았다. 청중에게 생각할 질문을 주고 다음 장에서 범위를 보여 준다.</a:t>
            </a:r>
          </a:p>
          <a:p xmlns:a="http://schemas.openxmlformats.org/drawingml/2006/main">
            <a:r>
              <a:t/>
            </a:r>
          </a:p>
          <a:p xmlns:a="http://schemas.openxmlformats.org/drawingml/2006/main">
            <a:r>
              <a:t>Transition: “완료를 판단할 근거를 요청할 때, 어떤 검사와 기대값까지 명시해야 할까요?”라고 S25의 명세 기반 완료 조건으로 이동한다.</a:t>
            </a:r>
          </a:p>
          <a:p xmlns:a="http://schemas.openxmlformats.org/drawingml/2006/main">
            <a:r>
              <a:t/>
            </a:r>
          </a:p>
          <a:p xmlns:a="http://schemas.openxmlformats.org/drawingml/2006/main">
            <a:r>
              <a:t>Time Management: Lecture3분: 완료 판단에 필요한 보고 요청45초, 변경 내용·확인 결과·미확인 사항90초, 성능 주장에 필요한 조건부 근거30초, 구체 완료 조건 연결15초. S23 수치·테스트 용어를 반복 강의하지 않는다. 실제 시간 적합성은 UNVERIFIED다.</a:t>
            </a:r>
          </a:p>
          <a:p xmlns:a="http://schemas.openxmlformats.org/drawingml/2006/main">
            <a:r>
              <a:t/>
            </a:r>
          </a:p>
          <a:p xmlns:a="http://schemas.openxmlformats.org/drawingml/2006/main">
            <a:r>
              <a:t>Fallback: 정적 기본 경로 — `production/ACT_1.pptx` S24 또는 `production/preview/act1/S24.png`를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S25 — Check마다 확인하는 범위</a:t>
            </a:r>
          </a:p>
          <a:p xmlns:a="http://schemas.openxmlformats.org/drawingml/2006/main">
            <a:r>
              <a:t/>
            </a:r>
          </a:p>
          <a:p xmlns:a="http://schemas.openxmlformats.org/drawingml/2006/main">
            <a:r>
              <a:t>Slide ID: S25</a:t>
            </a:r>
          </a:p>
          <a:p xmlns:a="http://schemas.openxmlformats.org/drawingml/2006/main">
            <a:r>
              <a:t/>
            </a:r>
          </a:p>
          <a:p xmlns:a="http://schemas.openxmlformats.org/drawingml/2006/main">
            <a:r>
              <a:t>Working Title: Check마다 확인하는 범위</a:t>
            </a:r>
          </a:p>
          <a:p xmlns:a="http://schemas.openxmlformats.org/drawingml/2006/main">
            <a:r>
              <a:t/>
            </a:r>
          </a:p>
          <a:p xmlns:a="http://schemas.openxmlformats.org/drawingml/2006/main">
            <a:r>
              <a:t>ACT / Section: ACT 1 / 1E + 1F</a:t>
            </a:r>
          </a:p>
          <a:p xmlns:a="http://schemas.openxmlformats.org/drawingml/2006/main">
            <a:r>
              <a:t/>
            </a:r>
          </a:p>
          <a:p xmlns:a="http://schemas.openxmlformats.org/drawingml/2006/main">
            <a:r>
              <a:t>Allocated Time: 5 minutes</a:t>
            </a:r>
          </a:p>
          <a:p xmlns:a="http://schemas.openxmlformats.org/drawingml/2006/main">
            <a:r>
              <a:t/>
            </a:r>
          </a:p>
          <a:p xmlns:a="http://schemas.openxmlformats.org/drawingml/2006/main">
            <a:r>
              <a:t>Mode Split: Lecture 4 minutes + Reflection 1 minute</a:t>
            </a:r>
          </a:p>
          <a:p xmlns:a="http://schemas.openxmlformats.org/drawingml/2006/main">
            <a:r>
              <a:t/>
            </a:r>
          </a:p>
          <a:p xmlns:a="http://schemas.openxmlformats.org/drawingml/2006/main">
            <a:r>
              <a:t>Primary Message: Check 하나가 모든 정확성을 증명하지는 않는다.</a:t>
            </a:r>
          </a:p>
          <a:p xmlns:a="http://schemas.openxmlformats.org/drawingml/2006/main">
            <a:r>
              <a:t/>
            </a:r>
          </a:p>
          <a:p xmlns:a="http://schemas.openxmlformats.org/drawingml/2006/main">
            <a:r>
              <a:t>Opening Question: “완료 조건에 어떤 검사와 기대값을 적어야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(0:00–0:30) “완료 조건에 어떤 검사와 기대값을 적어야 할까?”를 묻고 S24의 보고 요청을 회수한다. 좌측 표와 우측 도식은 요청할 확인 근거를 고르는 예시다. 실제 TRIAL-002는 Python unittest이며 우측은 교육용 C++ 표현이다.</a:t>
            </a:r>
          </a:p>
          <a:p xmlns:a="http://schemas.openxmlformats.org/drawingml/2006/main">
            <a:r>
              <a:t>2. (0:30–2:30) 다섯 행을 요청에 담을 확인과 말할 수 있는 범위로 읽는다. 관련 테스트만 실행하면 해당 동작·조건, 프로젝트 전체 테스트 실행은 현재 suite의 회귀 범위, CLI 샘플 실행은 그 샘플의 통합 경로, 변경 내용 확인은 범위·의도치 않은 수정, 성능 측정은 지정 입력·환경을 뒷받침한다. 시험 도구 이름을 나열하거나 모든 요청에 모든 검사를 요구하지 않는다. Trial의 benchmark는 미실행이다.</a:t>
            </a:r>
          </a:p>
          <a:p xmlns:a="http://schemas.openxmlformats.org/drawingml/2006/main">
            <a:r>
              <a:t>3. (2:30–4:00) 기존 DEC-0041의 입력 {1,2,3,4}, crop [1,3), 기대 {2,3}·2개와 잘못된 {2,3,4}·3개를 유지한다. “비어 있지 않음만 보라”는 `EXPECT_FALSE(actual.empty());`는 이 차이를 구별하지 못한다. 요청에 해당 입력의 기대 열·폭을 담고, `std::vector&lt;int&gt; expected{2,3};`를 둔 뒤 `EXPECT_EQ(actual.size(), 2u);`와 `EXPECT_EQ(actual, expected);`처럼 개수·값·순서를 비교하게 한다. vector 동등 비교가 길이도 보므로 size 행은 교육상 명시적 중복이다. assertion 수를 늘리는 기술이 아니라 완료 조건에 맞는 확인을 요청하는 예시다. 새 C++ 실행·PASS/FAIL은 없다.</a:t>
            </a:r>
          </a:p>
          <a:p xmlns:a="http://schemas.openxmlformats.org/drawingml/2006/main">
            <a:r>
              <a:t>4. (4:00–5:00 / Reflection) 내가 요청할 완료 근거가 어떤 명세 위반을 구별할지 조용히 떠올린다. 작성·실습·답변을 요구하지 않는다. 요청의 표현 방법을 추가로 살펴본 뒤 반복 조건을 생각하게 한다.</a:t>
            </a:r>
          </a:p>
          <a:p xmlns:a="http://schemas.openxmlformats.org/drawingml/2006/main">
            <a:r>
              <a:t/>
            </a:r>
          </a:p>
          <a:p xmlns:a="http://schemas.openxmlformats.org/drawingml/2006/main">
            <a:r>
              <a:t>Evidence / Source: BEAT-007, INV-VERIFY-001, TRIAL-002, CLM-0029, CLM-0027, DEC-0041. Actual checks are separate from the TEACHING_MODEL mapping. 기존 crop 첫 행의 1·2·3·4와 기대 2·3을 native C++ vector 도식으로 재표현했다. Assertion과 vector 동등 비교의 의미: [GoogleTest Primer](https://google.github.io/googletest/primer.html), [Microsoft vector operators](https://learn.microsoft.com/en-us/cpp/standard-library/vector-operators?view=msvc-170). 기술 의미는 공식 문서에 한정하며 현재 Demo가 GoogleTest를 사용한다는 뜻이 아니다. DEC-0042는 요청 설계와 기존 사례의 연결·용어를 정렬한 결정이며 새로운 실험 근거가 아니다.</a:t>
            </a:r>
          </a:p>
          <a:p xmlns:a="http://schemas.openxmlformats.org/drawingml/2006/main">
            <a:r>
              <a:t/>
            </a:r>
          </a:p>
          <a:p xmlns:a="http://schemas.openxmlformats.org/drawingml/2006/main">
            <a:r>
              <a:t>Claim Boundary: Focused/full tests, CLI smoke, and diff review are actual TRIAL-002 checks. The mapping is a course model; benchmark was not run. No single check proves all correctness. 우측 vector와 GoogleTest assertion은 실제 Python unittest crop 사례를 설명하는 교육용 재표현이다. 새 C++ 실행·Trial·PASS/FAIL이나 당시 assertion 원문이 아니며 {2,3,4}는 명세 위반을 설명하는 반례다. 한 입력의 기대값 비교는 다른 입력·경계·플랫폼의 정확성이나 모든 누락 검출을 보장하지 않는다.</a:t>
            </a:r>
          </a:p>
          <a:p xmlns:a="http://schemas.openxmlformats.org/drawingml/2006/main">
            <a:r>
              <a:t/>
            </a:r>
          </a:p>
          <a:p xmlns:a="http://schemas.openxmlformats.org/drawingml/2006/main">
            <a:r>
              <a:t>Beginner Explanation: “테스트해줘”에서 멈추지 않고 이 입력에서 어떤 개수·값을 기대하며 무엇을 비교해 보고할지 요청에 담는다. 비어 있지 않음은 빈 결과를 찾지만 이 추가 원소 오류는 구별하지 못한다.</a:t>
            </a:r>
          </a:p>
          <a:p xmlns:a="http://schemas.openxmlformats.org/drawingml/2006/main">
            <a:r>
              <a:t/>
            </a:r>
          </a:p>
          <a:p xmlns:a="http://schemas.openxmlformats.org/drawingml/2006/main">
            <a:r>
              <a:t>Advanced Insight: For std::vector&lt;int&gt;, equality compares length and corresponding element values in order; the explicit size check exposes the width requirement but is redundant with equality. Choose cases and assertions from the specification and risk instead of treating assertion count as coverage. Release build, API/ABI checks, regression cases and named-workload measurement remain optional patterns, not this Demo repository's tooling or completed validation.</a:t>
            </a:r>
          </a:p>
          <a:p xmlns:a="http://schemas.openxmlformats.org/drawingml/2006/main">
            <a:r>
              <a:t/>
            </a:r>
          </a:p>
          <a:p xmlns:a="http://schemas.openxmlformats.org/drawingml/2006/main">
            <a:r>
              <a:t>C++ Vision Bridge: ON-SCREEN SUPPORTING 예시: S02와 같은 native vector 원소 칸으로 기대 {2,3}와 잘못된 {2,3,4}를 표시하고 GoogleTest의 테스트러너 assertion 조건을 비교한다. 표준 C assert나 빌드 설정에 기대는 검증 예시가 아니며 GoogleTest 설치·사용법 강의로 확장하지 않는다. `expected` 지역변수로 비교 대상을 이름 붙인다. Release build·API/ABI·성능 측정 대응은 Notes의 선택 참고로만 남기고 주요 C++ 패턴 전이는 S69에 유지한다. No Windows, shell, IDE, hardware or new C++ execution is asserted.</a:t>
            </a:r>
          </a:p>
          <a:p xmlns:a="http://schemas.openxmlformats.org/drawingml/2006/main">
            <a:r>
              <a:t/>
            </a:r>
          </a:p>
          <a:p xmlns:a="http://schemas.openxmlformats.org/drawingml/2006/main">
            <a:r>
              <a:t>Demo Operation: TRIAL-002 evidence callback outside the 8-minute Demo slot. 좌측 표와 우측 vector·assertion 비교는 일반적인 check-to-claim 교육 모델이다. 하단 출처에는 실제 Trial에서 수행한 확인만 표시한다. 실제 Trial은 Python unittest이며 화면의 C++ 코드나 잘못된 vector를 새 실행 결과로 재생하지 않는다. Benchmark 미실행 경계를 유지하고 새 PASS/FAIL·성능 수치·실행 결과를 추가하지 않는다.</a:t>
            </a:r>
          </a:p>
          <a:p xmlns:a="http://schemas.openxmlformats.org/drawingml/2006/main">
            <a:r>
              <a:t/>
            </a:r>
          </a:p>
          <a:p xmlns:a="http://schemas.openxmlformats.org/drawingml/2006/main">
            <a:r>
              <a:t>Audience Interaction: 마지막 1분은 각자가 익숙한 Check와 그 조건이 확인하거나 놓칠 수 있는 명세 위반을 조용히 생각한다. 결과 발표나 테스트 작성은 요구하지 않는다.</a:t>
            </a:r>
          </a:p>
          <a:p xmlns:a="http://schemas.openxmlformats.org/drawingml/2006/main">
            <a:r>
              <a:t/>
            </a:r>
          </a:p>
          <a:p xmlns:a="http://schemas.openxmlformats.org/drawingml/2006/main">
            <a:r>
              <a:t>Transition: “요청에 담을 내용은 정했습니다. 이제 상황에 맞게 전달하는 문장 도구를 보겠습니다.”라고 신규 S26로 이동한다. 기존 반복 Context 질문은 새8장 뒤의 S35–S36에서 회수한다.</a:t>
            </a:r>
          </a:p>
          <a:p xmlns:a="http://schemas.openxmlformats.org/drawingml/2006/main">
            <a:r>
              <a:t/>
            </a:r>
          </a:p>
          <a:p xmlns:a="http://schemas.openxmlformats.org/drawingml/2006/main">
            <a:r>
              <a:t>Time Management: Lecture4분(완료 조건 질문30초, 요청할 확인과 범위 표2분, 기존 vector·명세 assertion 비교90초)과 Reflection1분을 보존한다. 테스트 도구·초기화·assertion 수 자체의 강의로 확장하지 않는다. 실제 시간 적합성은 리허설 전까지 UNVERIFIED다.</a:t>
            </a:r>
          </a:p>
          <a:p xmlns:a="http://schemas.openxmlformats.org/drawingml/2006/main">
            <a:r>
              <a:t/>
            </a:r>
          </a:p>
          <a:p xmlns:a="http://schemas.openxmlformats.org/drawingml/2006/main">
            <a:r>
              <a:t>Fallback: 정적 기본 경로 — `production/ACT_1.pptx` S25 또는 `production/preview/act1/S25.png`를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S26 — 지시와 참고 자료의 구분</a:t>
            </a:r>
          </a:p>
          <a:p xmlns:a="http://schemas.openxmlformats.org/drawingml/2006/main">
            <a:r>
              <a:t/>
            </a:r>
          </a:p>
          <a:p xmlns:a="http://schemas.openxmlformats.org/drawingml/2006/main">
            <a:r>
              <a:t>Slide ID: S26</a:t>
            </a:r>
          </a:p>
          <a:p xmlns:a="http://schemas.openxmlformats.org/drawingml/2006/main">
            <a:r>
              <a:t/>
            </a:r>
          </a:p>
          <a:p xmlns:a="http://schemas.openxmlformats.org/drawingml/2006/main">
            <a:r>
              <a:t>Working Title: 지시와 참고 자료의 구분</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제목과 태그로 지시와 분석 자료의 경계를 표시한다.</a:t>
            </a:r>
          </a:p>
          <a:p xmlns:a="http://schemas.openxmlformats.org/drawingml/2006/main">
            <a:r>
              <a:t/>
            </a:r>
          </a:p>
          <a:p xmlns:a="http://schemas.openxmlformats.org/drawingml/2006/main">
            <a:r>
              <a:t>Opening Question: “로그·명세·요청이 섞여 있을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 요청</a:t>
            </a:r>
          </a:p>
          <a:p xmlns:a="http://schemas.openxmlformats.org/drawingml/2006/main">
            <a:r>
              <a:t>crop 경계 오류의 원인 후보만 설명해줘.</a:t>
            </a:r>
          </a:p>
          <a:p xmlns:a="http://schemas.openxmlformats.org/drawingml/2006/main">
            <a:r>
              <a:t>코드는 아직 수정하지 마.</a:t>
            </a:r>
          </a:p>
          <a:p xmlns:a="http://schemas.openxmlformats.org/drawingml/2006/main">
            <a:r>
              <a:t>자료에 없는 내용은 미확인으로 표시해줘.</a:t>
            </a:r>
          </a:p>
          <a:p xmlns:a="http://schemas.openxmlformats.org/drawingml/2006/main">
            <a:r>
              <a:t/>
            </a:r>
          </a:p>
          <a:p xmlns:a="http://schemas.openxmlformats.org/drawingml/2006/main">
            <a:r>
              <a:t># 참고 자료</a:t>
            </a:r>
          </a:p>
          <a:p xmlns:a="http://schemas.openxmlformats.org/drawingml/2006/main">
            <a:r>
              <a:t>명세: crop [1,3)의 폭은 2</a:t>
            </a:r>
          </a:p>
          <a:p xmlns:a="http://schemas.openxmlformats.org/drawingml/2006/main">
            <a:r>
              <a:t>로그 예: expected=2, actual=3</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입력과 기대 결과의 작은 예시의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CLM-0032; official documented recommendations checked 2026-10-21. https://developers.openai.com/api/docs/guides/prompt-engineering.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구획은 읽을 경계를 알리는 수단입니다. 보안 격리나 자료의 진위를 보장하지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입력과 기대 결과의 작은 예시의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S26 또는 production/preview/act1/S26.png.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S27 — 입력과 기대 결과의 작은 예시</a:t>
            </a:r>
          </a:p>
          <a:p xmlns:a="http://schemas.openxmlformats.org/drawingml/2006/main">
            <a:r>
              <a:t/>
            </a:r>
          </a:p>
          <a:p xmlns:a="http://schemas.openxmlformats.org/drawingml/2006/main">
            <a:r>
              <a:t>Slide ID: S27</a:t>
            </a:r>
          </a:p>
          <a:p xmlns:a="http://schemas.openxmlformats.org/drawingml/2006/main">
            <a:r>
              <a:t/>
            </a:r>
          </a:p>
          <a:p xmlns:a="http://schemas.openxmlformats.org/drawingml/2006/main">
            <a:r>
              <a:t>Working Title: 입력과 기대 결과의 작은 예시</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Case 1 minute</a:t>
            </a:r>
          </a:p>
          <a:p xmlns:a="http://schemas.openxmlformats.org/drawingml/2006/main">
            <a:r>
              <a:t/>
            </a:r>
          </a:p>
          <a:p xmlns:a="http://schemas.openxmlformats.org/drawingml/2006/main">
            <a:r>
              <a:t>Primary Message: 설명만으로 부족할 때 입력과 원하는 결과를 함께 준다.</a:t>
            </a:r>
          </a:p>
          <a:p xmlns:a="http://schemas.openxmlformats.org/drawingml/2006/main">
            <a:r>
              <a:t/>
            </a:r>
          </a:p>
          <a:p xmlns:a="http://schemas.openxmlformats.org/drawingml/2006/main">
            <a:r>
              <a:t>Opening Question: “범위·출력 패턴의 뜻이 엇갈릴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범위 설명을 아래 형식으로 작성해줘.</a:t>
            </a:r>
          </a:p>
          <a:p xmlns:a="http://schemas.openxmlformats.org/drawingml/2006/main">
            <a:r>
              <a:t>입력 {1,2,3,4}에 대한 예시:</a:t>
            </a:r>
          </a:p>
          <a:p xmlns:a="http://schemas.openxmlformats.org/drawingml/2006/main">
            <a:r>
              <a:t>[1,3) ⇒ {2,3}, 폭 2</a:t>
            </a:r>
          </a:p>
          <a:p xmlns:a="http://schemas.openxmlformats.org/drawingml/2006/main">
            <a:r>
              <a:t>[0,1) ⇒ {1}, 폭 1</a:t>
            </a:r>
          </a:p>
          <a:p xmlns:a="http://schemas.openxmlformats.org/drawingml/2006/main">
            <a:r>
              <a:t/>
            </a:r>
          </a:p>
          <a:p xmlns:a="http://schemas.openxmlformats.org/drawingml/2006/main">
            <a:r>
              <a:t>같은 형식으로 [2,4)를 설명해줘.</a:t>
            </a:r>
          </a:p>
          <a:p xmlns:a="http://schemas.openxmlformats.org/drawingml/2006/main">
            <a:r>
              <a:t>빈 범위·범위 초과 정책은 만들지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바로 검토할 수 있는 결과 형식의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CLM-0033; official documented recommendations checked 2026-10-21. https://developers.openai.com/api/docs/guides/prompt-engineering; https://developers.openai.com/api/docs/guides/reasoning-best-practices.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예시와 명세를 일치시킵니다. 예시 몇 개가 모든 경계 조건의 명세를 대신하지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바로 검토할 수 있는 결과 형식의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S27 또는 production/preview/act1/S27.png.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S28 — 바로 검토할 수 있는 결과 형식</a:t>
            </a:r>
          </a:p>
          <a:p xmlns:a="http://schemas.openxmlformats.org/drawingml/2006/main">
            <a:r>
              <a:t/>
            </a:r>
          </a:p>
          <a:p xmlns:a="http://schemas.openxmlformats.org/drawingml/2006/main">
            <a:r>
              <a:t>Slide ID: S28</a:t>
            </a:r>
          </a:p>
          <a:p xmlns:a="http://schemas.openxmlformats.org/drawingml/2006/main">
            <a:r>
              <a:t/>
            </a:r>
          </a:p>
          <a:p xmlns:a="http://schemas.openxmlformats.org/drawingml/2006/main">
            <a:r>
              <a:t>Working Title: 바로 검토할 수 있는 결과 형식</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받고 싶은 항목과 길이를 요청에 적는다.</a:t>
            </a:r>
          </a:p>
          <a:p xmlns:a="http://schemas.openxmlformats.org/drawingml/2006/main">
            <a:r>
              <a:t/>
            </a:r>
          </a:p>
          <a:p xmlns:a="http://schemas.openxmlformats.org/drawingml/2006/main">
            <a:r>
              <a:t>Opening Question: “장황한 답을 다시 가공하게 될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수정 결과를 다음 순서로 보고해줘.</a:t>
            </a:r>
          </a:p>
          <a:p xmlns:a="http://schemas.openxmlformats.org/drawingml/2006/main">
            <a:r>
              <a:t>1. 변경 파일과 바꾼 이유</a:t>
            </a:r>
          </a:p>
          <a:p xmlns:a="http://schemas.openxmlformats.org/drawingml/2006/main">
            <a:r>
              <a:t>2. 실제 실행한 확인 명령과 결과</a:t>
            </a:r>
          </a:p>
          <a:p xmlns:a="http://schemas.openxmlformats.org/drawingml/2006/main">
            <a:r>
              <a:t>3. 실행하지 못한 확인과 이유</a:t>
            </a:r>
          </a:p>
          <a:p xmlns:a="http://schemas.openxmlformats.org/drawingml/2006/main">
            <a:r>
              <a:t>4. 남은 위험과 확인이 필요한 결정</a:t>
            </a:r>
          </a:p>
          <a:p xmlns:a="http://schemas.openxmlformats.org/drawingml/2006/main">
            <a:r>
              <a:t>각 항목은 두 문장 이내로 써줘.</a:t>
            </a:r>
          </a:p>
          <a:p xmlns:a="http://schemas.openxmlformats.org/drawingml/2006/main">
            <a:r>
              <a:t>실행하지 않은 검사를 통과로 쓰지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근거가 있는 설명과 미확인의 구분의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CLM-0034; official documented recommendations checked 2026-10-21. https://learn.chatgpt.com/docs/prompting; https://developers.openai.com/api/docs/guides/structured-outputs.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형식이 맞아도 내용은 확인해야 합니다. 채팅의 형식 요청은 API Structured Outputs와 별개입니다.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근거가 있는 설명과 미확인의 구분의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S28 또는 production/preview/act1/S28.png.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S29 — 근거가 있는 설명과 미확인의 구분</a:t>
            </a:r>
          </a:p>
          <a:p xmlns:a="http://schemas.openxmlformats.org/drawingml/2006/main">
            <a:r>
              <a:t/>
            </a:r>
          </a:p>
          <a:p xmlns:a="http://schemas.openxmlformats.org/drawingml/2006/main">
            <a:r>
              <a:t>Slide ID: S29</a:t>
            </a:r>
          </a:p>
          <a:p xmlns:a="http://schemas.openxmlformats.org/drawingml/2006/main">
            <a:r>
              <a:t/>
            </a:r>
          </a:p>
          <a:p xmlns:a="http://schemas.openxmlformats.org/drawingml/2006/main">
            <a:r>
              <a:t>Working Title: 근거가 있는 설명과 미확인의 구분</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결론에 자료 위치를 붙이고, 확인하지 못한 것은 남긴다.</a:t>
            </a:r>
          </a:p>
          <a:p xmlns:a="http://schemas.openxmlformats.org/drawingml/2006/main">
            <a:r>
              <a:t/>
            </a:r>
          </a:p>
          <a:p xmlns:a="http://schemas.openxmlformats.org/drawingml/2006/main">
            <a:r>
              <a:t>Opening Question: “저장소 설명의 출처를 확인해야 할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crop의 명세·구현·테스트를 찾아 비교해줘.</a:t>
            </a:r>
          </a:p>
          <a:p xmlns:a="http://schemas.openxmlformats.org/drawingml/2006/main">
            <a:r>
              <a:t>결론마다 실제 파일·함수·줄을 붙여줘.</a:t>
            </a:r>
          </a:p>
          <a:p xmlns:a="http://schemas.openxmlformats.org/drawingml/2006/main">
            <a:r>
              <a:t>다음 세 상태를 구분해줘.</a:t>
            </a:r>
          </a:p>
          <a:p xmlns:a="http://schemas.openxmlformats.org/drawingml/2006/main">
            <a:r>
              <a:t>- 자료에서 확인</a:t>
            </a:r>
          </a:p>
          <a:p xmlns:a="http://schemas.openxmlformats.org/drawingml/2006/main">
            <a:r>
              <a:t>- 코드로부터 추정</a:t>
            </a:r>
          </a:p>
          <a:p xmlns:a="http://schemas.openxmlformats.org/drawingml/2006/main">
            <a:r>
              <a:t>- 아직 미확인</a:t>
            </a:r>
          </a:p>
          <a:p xmlns:a="http://schemas.openxmlformats.org/drawingml/2006/main">
            <a:r>
              <a:t>근거가 충돌하면 차이를 먼저 알려줘.</a:t>
            </a:r>
          </a:p>
          <a:p xmlns:a="http://schemas.openxmlformats.org/drawingml/2006/main">
            <a:r>
              <a:t>찾지 못한 정책은 관례로 채우지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결과를 바꾸는 결정에서 확인 질문의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CLM-0035; official documented recommendations checked 2026-10-21. https://developers.openai.com/api/docs/guides/prompt-engineering;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파일·줄 인용도 실제 내용과 대조합니다. 인용이 있다는 사실만으로 정확성이 보장되지는 않습니다.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결과를 바꾸는 결정에서 확인 질문의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S29 또는 production/preview/act1/S29.png.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S30 — 결과를 바꾸는 결정에서 확인 질문</a:t>
            </a:r>
          </a:p>
          <a:p xmlns:a="http://schemas.openxmlformats.org/drawingml/2006/main">
            <a:r>
              <a:t/>
            </a:r>
          </a:p>
          <a:p xmlns:a="http://schemas.openxmlformats.org/drawingml/2006/main">
            <a:r>
              <a:t>Slide ID: S30</a:t>
            </a:r>
          </a:p>
          <a:p xmlns:a="http://schemas.openxmlformats.org/drawingml/2006/main">
            <a:r>
              <a:t/>
            </a:r>
          </a:p>
          <a:p xmlns:a="http://schemas.openxmlformats.org/drawingml/2006/main">
            <a:r>
              <a:t>Working Title: 결과를 바꾸는 결정에서 확인 질문</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조사할 사실과 답을 받아야 할 결정을 구분한다.</a:t>
            </a:r>
          </a:p>
          <a:p xmlns:a="http://schemas.openxmlformats.org/drawingml/2006/main">
            <a:r>
              <a:t/>
            </a:r>
          </a:p>
          <a:p xmlns:a="http://schemas.openxmlformats.org/drawingml/2006/main">
            <a:r>
              <a:t>Opening Question: “정책을 사람이 선택해야 할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빈 crop 범위의 처리 정책을 조사해줘.</a:t>
            </a:r>
          </a:p>
          <a:p xmlns:a="http://schemas.openxmlformats.org/drawingml/2006/main">
            <a:r>
              <a:t>문서·테스트·호출부의 근거를 먼저 찾아줘.</a:t>
            </a:r>
          </a:p>
          <a:p xmlns:a="http://schemas.openxmlformats.org/drawingml/2006/main">
            <a:r>
              <a:t>근거 없이 빈 결과와 오류 중 골라야 하면</a:t>
            </a:r>
          </a:p>
          <a:p xmlns:a="http://schemas.openxmlformats.org/drawingml/2006/main">
            <a:r>
              <a:t>각 선택의 영향을 적고 질문해줘.</a:t>
            </a:r>
          </a:p>
          <a:p xmlns:a="http://schemas.openxmlformats.org/drawingml/2006/main">
            <a:r>
              <a:t>그 결정에 의존하는 수정은 답변 뒤 진행해줘.</a:t>
            </a:r>
          </a:p>
          <a:p xmlns:a="http://schemas.openxmlformats.org/drawingml/2006/main">
            <a:r>
              <a:t>그 선택과 무관한 조사는 계속해줘.</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큰 작업을 검토할 결과물로 나누기의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CLM-0036; official documented recommendations checked 2026-10-21. https://learn.chatgpt.com/guides/best-practices; https://developers.openai.com/api/docs/guides/latest-model.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모든 세부를 질문으로 돌리지 않습니다. 답에 따라 결과가 달라지는 선택에 집중합니다.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큰 작업을 검토할 결과물로 나누기의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S30 또는 production/preview/act1/S30.png.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S31 — 큰 작업을 검토할 결과물로 나누기</a:t>
            </a:r>
          </a:p>
          <a:p xmlns:a="http://schemas.openxmlformats.org/drawingml/2006/main">
            <a:r>
              <a:t/>
            </a:r>
          </a:p>
          <a:p xmlns:a="http://schemas.openxmlformats.org/drawingml/2006/main">
            <a:r>
              <a:t>Slide ID: S31</a:t>
            </a:r>
          </a:p>
          <a:p xmlns:a="http://schemas.openxmlformats.org/drawingml/2006/main">
            <a:r>
              <a:t/>
            </a:r>
          </a:p>
          <a:p xmlns:a="http://schemas.openxmlformats.org/drawingml/2006/main">
            <a:r>
              <a:t>Working Title: 큰 작업을 검토할 결과물로 나누기</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다음 결정을 할 수 있는 작은 결과부터 요청한다.</a:t>
            </a:r>
          </a:p>
          <a:p xmlns:a="http://schemas.openxmlformats.org/drawingml/2006/main">
            <a:r>
              <a:t/>
            </a:r>
          </a:p>
          <a:p xmlns:a="http://schemas.openxmlformats.org/drawingml/2006/main">
            <a:r>
              <a:t>Opening Question: “조사 결과에 따라 구현 범위가 달라질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검사 pipeline에 ROI 설정을 연결하려 한다.</a:t>
            </a:r>
          </a:p>
          <a:p xmlns:a="http://schemas.openxmlformats.org/drawingml/2006/main">
            <a:r>
              <a:t>이번에는 설정 입력에서 crop까지의 경로만</a:t>
            </a:r>
          </a:p>
          <a:p xmlns:a="http://schemas.openxmlformats.org/drawingml/2006/main">
            <a:r>
              <a:t>조사하고, 변경 후보·미확인을 표로 정리해줘.</a:t>
            </a:r>
          </a:p>
          <a:p xmlns:a="http://schemas.openxmlformats.org/drawingml/2006/main">
            <a:r>
              <a:t>코드는 아직 수정하지 마.</a:t>
            </a:r>
          </a:p>
          <a:p xmlns:a="http://schemas.openxmlformats.org/drawingml/2006/main">
            <a:r>
              <a:t/>
            </a:r>
          </a:p>
          <a:p xmlns:a="http://schemas.openxmlformats.org/drawingml/2006/main">
            <a:r>
              <a:t>그 결과를 보고 다음 요청에서</a:t>
            </a:r>
          </a:p>
          <a:p xmlns:a="http://schemas.openxmlformats.org/drawingml/2006/main">
            <a:r>
              <a:t>파싱·유효성 확인 구현 범위를 정하겠다.</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기준을 지정한 코드 리뷰 요청의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CLM-0037; official documented recommendations checked 2026-10-21. https://learn.chatgpt.com/guides/best-practices; https://developers.openai.com/api/docs/guides/reasoning-best-practices.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단계는 작업·산출물의 경계입니다. 숨은 사고 과정을 길게 출력하라는 요청이 아닙니다.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기준을 지정한 코드 리뷰 요청의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S31 또는 production/preview/act1/S31.png.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S32 — 기준을 지정한 코드 리뷰 요청</a:t>
            </a:r>
          </a:p>
          <a:p xmlns:a="http://schemas.openxmlformats.org/drawingml/2006/main">
            <a:r>
              <a:t/>
            </a:r>
          </a:p>
          <a:p xmlns:a="http://schemas.openxmlformats.org/drawingml/2006/main">
            <a:r>
              <a:t>Slide ID: S32</a:t>
            </a:r>
          </a:p>
          <a:p xmlns:a="http://schemas.openxmlformats.org/drawingml/2006/main">
            <a:r>
              <a:t/>
            </a:r>
          </a:p>
          <a:p xmlns:a="http://schemas.openxmlformats.org/drawingml/2006/main">
            <a:r>
              <a:t>Working Title: 기준을 지정한 코드 리뷰 요청</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무엇을 찾을지와 어떤 근거로 보고할지를 지정한다.</a:t>
            </a:r>
          </a:p>
          <a:p xmlns:a="http://schemas.openxmlformats.org/drawingml/2006/main">
            <a:r>
              <a:t/>
            </a:r>
          </a:p>
          <a:p xmlns:a="http://schemas.openxmlformats.org/drawingml/2006/main">
            <a:r>
              <a:t>Opening Question: ““검토해줘”의 범위를 분명히 할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crop 변경안을 코드 리뷰 관점에서 봐줘.</a:t>
            </a:r>
          </a:p>
          <a:p xmlns:a="http://schemas.openxmlformats.org/drawingml/2006/main">
            <a:r>
              <a:t>검토 기준은 다음과 같아.</a:t>
            </a:r>
          </a:p>
          <a:p xmlns:a="http://schemas.openxmlformats.org/drawingml/2006/main">
            <a:r>
              <a:t>1. 끝 좌표 제외 명세 보존</a:t>
            </a:r>
          </a:p>
          <a:p xmlns:a="http://schemas.openxmlformats.org/drawingml/2006/main">
            <a:r>
              <a:t>2. 공개 API와 기존 오류 정책 보존</a:t>
            </a:r>
          </a:p>
          <a:p xmlns:a="http://schemas.openxmlformats.org/drawingml/2006/main">
            <a:r>
              <a:t>3. 요청과 무관한 변경 없음</a:t>
            </a:r>
          </a:p>
          <a:p xmlns:a="http://schemas.openxmlformats.org/drawingml/2006/main">
            <a:r>
              <a:t>위반마다 위치·근거·영향·수정 제안을 써줘.</a:t>
            </a:r>
          </a:p>
          <a:p xmlns:a="http://schemas.openxmlformats.org/drawingml/2006/main">
            <a:r>
              <a:t>자료로 판단 못 하면 미확인으로 남겨줘.</a:t>
            </a:r>
          </a:p>
          <a:p xmlns:a="http://schemas.openxmlformats.org/drawingml/2006/main">
            <a:r>
              <a:t>이번 요청에서는 코드를 바꾸지 마.</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다음은 구체적인 근거로 수정 방향 피드백의 활용 상황을 본다.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
            </a:r>
          </a:p>
          <a:p xmlns:a="http://schemas.openxmlformats.org/drawingml/2006/main">
            <a:r>
              <a:t>Evidence / Source: CLM-0038; official documented recommendations checked 2026-10-21. https://learn.chatgpt.com/guides/best-practices;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리뷰 답변도 누락할 수 있습니다. 필요한 실행 확인·변경 검토·사람의 완료 판단을 함께 사용합니다.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 다음은 구체적인 근거로 수정 방향 피드백의 활용 상황을 본다.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S32 또는 production/preview/act1/S32.png.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S33 — 구체적인 근거로 수정 방향 피드백</a:t>
            </a:r>
          </a:p>
          <a:p xmlns:a="http://schemas.openxmlformats.org/drawingml/2006/main">
            <a:r>
              <a:t/>
            </a:r>
          </a:p>
          <a:p xmlns:a="http://schemas.openxmlformats.org/drawingml/2006/main">
            <a:r>
              <a:t>Slide ID: S33</a:t>
            </a:r>
          </a:p>
          <a:p xmlns:a="http://schemas.openxmlformats.org/drawingml/2006/main">
            <a:r>
              <a:t/>
            </a:r>
          </a:p>
          <a:p xmlns:a="http://schemas.openxmlformats.org/drawingml/2006/main">
            <a:r>
              <a:t>Working Title: 구체적인 근거로 수정 방향 피드백</a:t>
            </a:r>
          </a:p>
          <a:p xmlns:a="http://schemas.openxmlformats.org/drawingml/2006/main">
            <a:r>
              <a:t/>
            </a:r>
          </a:p>
          <a:p xmlns:a="http://schemas.openxmlformats.org/drawingml/2006/main">
            <a:r>
              <a:t>ACT / Section: ACT 1 / 1H — Practical Prompt Methods</a:t>
            </a:r>
          </a:p>
          <a:p xmlns:a="http://schemas.openxmlformats.org/drawingml/2006/main">
            <a:r>
              <a:t/>
            </a:r>
          </a:p>
          <a:p xmlns:a="http://schemas.openxmlformats.org/drawingml/2006/main">
            <a:r>
              <a:t>Allocated Time: 1 minute</a:t>
            </a:r>
          </a:p>
          <a:p xmlns:a="http://schemas.openxmlformats.org/drawingml/2006/main">
            <a:r>
              <a:t/>
            </a:r>
          </a:p>
          <a:p xmlns:a="http://schemas.openxmlformats.org/drawingml/2006/main">
            <a:r>
              <a:t>Mode Split: Lecture 1 minute</a:t>
            </a:r>
          </a:p>
          <a:p xmlns:a="http://schemas.openxmlformats.org/drawingml/2006/main">
            <a:r>
              <a:t/>
            </a:r>
          </a:p>
          <a:p xmlns:a="http://schemas.openxmlformats.org/drawingml/2006/main">
            <a:r>
              <a:t>Primary Message: 어긋난 지점과 원하는 변경, 유지할 조건을 적는다.</a:t>
            </a:r>
          </a:p>
          <a:p xmlns:a="http://schemas.openxmlformats.org/drawingml/2006/main">
            <a:r>
              <a:t/>
            </a:r>
          </a:p>
          <a:p xmlns:a="http://schemas.openxmlformats.org/drawingml/2006/main">
            <a:r>
              <a:t>Opening Question: “첫 제안의 일부가 의도와 다를 때, 요청을 어떻게 바꾸면 될까?”</a:t>
            </a:r>
          </a:p>
          <a:p xmlns:a="http://schemas.openxmlformats.org/drawingml/2006/main">
            <a:r>
              <a:t/>
            </a:r>
          </a:p>
          <a:p xmlns:a="http://schemas.openxmlformats.org/drawingml/2006/main">
            <a:r>
              <a:t>**Speaker Flow:**</a:t>
            </a:r>
          </a:p>
          <a:p xmlns:a="http://schemas.openxmlformats.org/drawingml/2006/main">
            <a:r>
              <a:t>1. (0:00–0:15 ) 사용 상황을 한 문장으로 짚는다. 필요한 때 선택하는 문장 도구이며 모든 요청에 여덟 기법을 채울 필요는 없다고 연결한다.</a:t>
            </a:r>
          </a:p>
          <a:p xmlns:a="http://schemas.openxmlformats.org/drawingml/2006/main">
            <a:r>
              <a:t>2. (0:15–0:45 ) 요청 전문을 낭독하지 않고 이 기법이 드러나는 두세 행만 가리킨다. 아래 문장은 복사해 자기 프로젝트 자료로 바꿔 사용할 교육용 예시다.</a:t>
            </a:r>
          </a:p>
          <a:p xmlns:a="http://schemas.openxmlformats.org/drawingml/2006/main">
            <a:r>
              <a:t/>
            </a:r>
          </a:p>
          <a:p xmlns:a="http://schemas.openxmlformats.org/drawingml/2006/main">
            <a:r>
              <a:t>```text</a:t>
            </a:r>
          </a:p>
          <a:p xmlns:a="http://schemas.openxmlformats.org/drawingml/2006/main">
            <a:r>
              <a:t>앞선 “테스트 기대 폭을 3으로 바꾸자”는</a:t>
            </a:r>
          </a:p>
          <a:p xmlns:a="http://schemas.openxmlformats.org/drawingml/2006/main">
            <a:r>
              <a:t>제안을 수정해줘. 원하는 명세는</a:t>
            </a:r>
          </a:p>
          <a:p xmlns:a="http://schemas.openxmlformats.org/drawingml/2006/main">
            <a:r>
              <a:t>crop [1,3)에서 폭 2야.</a:t>
            </a:r>
          </a:p>
          <a:p xmlns:a="http://schemas.openxmlformats.org/drawingml/2006/main">
            <a:r>
              <a:t>테스트 기대값은 유지하고,</a:t>
            </a:r>
          </a:p>
          <a:p xmlns:a="http://schemas.openxmlformats.org/drawingml/2006/main">
            <a:r>
              <a:t>구현의 끝 좌표 처리만 다시 검토해줘.</a:t>
            </a:r>
          </a:p>
          <a:p xmlns:a="http://schemas.openxmlformats.org/drawingml/2006/main">
            <a:r>
              <a:t>기존 API·의존성은 유지해줘.</a:t>
            </a:r>
          </a:p>
          <a:p xmlns:a="http://schemas.openxmlformats.org/drawingml/2006/main">
            <a:r>
              <a:t>바꾼 제안과 미확인 사항만 보고해줘.</a:t>
            </a:r>
          </a:p>
          <a:p xmlns:a="http://schemas.openxmlformats.org/drawingml/2006/main">
            <a:r>
              <a:t>```</a:t>
            </a:r>
          </a:p>
          <a:p xmlns:a="http://schemas.openxmlformats.org/drawingml/2006/main">
            <a:r>
              <a:t/>
            </a:r>
          </a:p>
          <a:p xmlns:a="http://schemas.openxmlformats.org/drawingml/2006/main">
            <a:r>
              <a:t>3. (0:45–1:00 ) 화면 하단의 핵심을 회수하고 한계를 짧게 짚는다. “이 조건 중 다음 작업에도 다시 적게 될 것은 무엇일까요?”라고 기존 S26–S27의 반복 Context 질문으로 연결한다. 현재 기존 두 장은 S34 팁 목록을 거쳐 S35–S36이다.</a:t>
            </a:r>
          </a:p>
          <a:p xmlns:a="http://schemas.openxmlformats.org/drawingml/2006/main">
            <a:r>
              <a:t>운영 표시: “실무 적용 팁 · 요청 작성” 배지로 다시 찾아 쓸 기준임을 짚는다. 기존 설명·근거 범위와 배정 시간 안에서 진행하며 요청·예시를 새로 실행하지 않는다.</a:t>
            </a:r>
          </a:p>
          <a:p xmlns:a="http://schemas.openxmlformats.org/drawingml/2006/main">
            <a:r>
              <a:t>목록 연결: 본문의 핵심을 유지한 뒤, 다음 질문을 설명하기 전에 팁 제목과 위치만 한 장으로 회수한다. 새 팁 강의나 중복 설명을 추가하지 않는다.</a:t>
            </a:r>
          </a:p>
          <a:p xmlns:a="http://schemas.openxmlformats.org/drawingml/2006/main">
            <a:r>
              <a:t/>
            </a:r>
          </a:p>
          <a:p xmlns:a="http://schemas.openxmlformats.org/drawingml/2006/main">
            <a:r>
              <a:t>Evidence / Source: CLM-0039; official documented recommendations checked 2026-10-21. https://learn.chatgpt.com/docs/prompting. Evidence matrix: references/product/PROMPT_ENGINEERING_2026-10-21.md.</a:t>
            </a:r>
          </a:p>
          <a:p xmlns:a="http://schemas.openxmlformats.org/drawingml/2006/main">
            <a:r>
              <a:t/>
            </a:r>
          </a:p>
          <a:p xmlns:a="http://schemas.openxmlformats.org/drawingml/2006/main">
            <a:r>
              <a:t>Claim Boundary: 교육용 요청 문장이다. 실제 TRIAL-002 입력·실행·비교 실험이 아니다. 앞선 제안은 가상 예시입니다. 원하는 답만 반복시키지 말고 명세와 실제 근거로 방향을 고칩니다. 정확도·토큰·시간·성능 개선이나 모든 모델의 동일한 동작을 보장하지 않는다.</a:t>
            </a:r>
          </a:p>
          <a:p xmlns:a="http://schemas.openxmlformats.org/drawingml/2006/main">
            <a:r>
              <a:t/>
            </a:r>
          </a:p>
          <a:p xmlns:a="http://schemas.openxmlformats.org/drawingml/2006/main">
            <a:r>
              <a:t>Beginner Explanation: “이럴 때 사용” 옆의 상황에 해당하면 예시 문장을 출발점으로 삼고 실제 명세·파일·자료를 맞춰 넣는다. 요청 길이를 늘리는 것 자체가 목적은 아니다.</a:t>
            </a:r>
          </a:p>
          <a:p xmlns:a="http://schemas.openxmlformats.org/drawingml/2006/main">
            <a:r>
              <a:t/>
            </a:r>
          </a:p>
          <a:p xmlns:a="http://schemas.openxmlformats.org/drawingml/2006/main">
            <a:r>
              <a:t>Advanced Insight: Treat the technique as a documented starting point. Check the selected model, workload, available tools, evidence and failure conditions before attributing an outcome to the prompt.</a:t>
            </a:r>
          </a:p>
          <a:p xmlns:a="http://schemas.openxmlformats.org/drawingml/2006/main">
            <a:r>
              <a:t/>
            </a:r>
          </a:p>
          <a:p xmlns:a="http://schemas.openxmlformats.org/drawingml/2006/main">
            <a:r>
              <a:t>C++ Vision Bridge: 기존 crop의 끝 좌표 제외 명세와 제조 검사 pipeline에 적용하는 개념 예시다. 실제 C++ 구현·실행·오류 정책이나 장비 조건은 추가로 확정하지 않는다.</a:t>
            </a:r>
          </a:p>
          <a:p xmlns:a="http://schemas.openxmlformats.org/drawingml/2006/main">
            <a:r>
              <a:t/>
            </a:r>
          </a:p>
          <a:p xmlns:a="http://schemas.openxmlformats.org/drawingml/2006/main">
            <a:r>
              <a:t>Demo Operation: N/A — static conceptual prompt example. No new Trial, model call, code change, benchmark or live surface demonstration.</a:t>
            </a:r>
          </a:p>
          <a:p xmlns:a="http://schemas.openxmlformats.org/drawingml/2006/main">
            <a:r>
              <a:t/>
            </a:r>
          </a:p>
          <a:p xmlns:a="http://schemas.openxmlformats.org/drawingml/2006/main">
            <a:r>
              <a:t>Audience Interaction: 요청 예시를 눈으로 확인하게 하고 핵심 부분만 가리킨다. 작성 실습·공개 답변·의무 응답을 요구하지 않는다.</a:t>
            </a:r>
          </a:p>
          <a:p xmlns:a="http://schemas.openxmlformats.org/drawingml/2006/main">
            <a:r>
              <a:t/>
            </a:r>
          </a:p>
          <a:p xmlns:a="http://schemas.openxmlformats.org/drawingml/2006/main">
            <a:r>
              <a:t>**Transition:**</a:t>
            </a:r>
          </a:p>
          <a:p xmlns:a="http://schemas.openxmlformats.org/drawingml/2006/main">
            <a:r>
              <a:t>“다음 질문으로 넘어가기 전에, 이 ACT의 실무 적용 팁을 어디서 다시 볼지 확인하겠습니다.”라고 S34을 연다. 기존 다음 질문은 목록 뒤 S35에서 이어간다.</a:t>
            </a:r>
          </a:p>
          <a:p xmlns:a="http://schemas.openxmlformats.org/drawingml/2006/main">
            <a:r>
              <a:t/>
            </a:r>
          </a:p>
          <a:p xmlns:a="http://schemas.openxmlformats.org/drawingml/2006/main">
            <a:r>
              <a:t>Time Management: 1분 동안 핵심과 예시 두세 행만 짚는다. 전문·출처·주의점 전체 낭독은 하지 않는다. 사용자 승인으로 기존 장별 시간은 유지하고 소개8분을 추가했다. 실제 시간 적합성은 리허설 전까지 UNVERIFIED다.</a:t>
            </a:r>
          </a:p>
          <a:p xmlns:a="http://schemas.openxmlformats.org/drawingml/2006/main">
            <a:r>
              <a:t/>
            </a:r>
          </a:p>
          <a:p xmlns:a="http://schemas.openxmlformats.org/drawingml/2006/main">
            <a:r>
              <a:t>Fallback: 정적 production/ACT_1.pptx S33 또는 production/preview/act1/S33.png. 교육용 요청·공식 권고·실제 Trial의 경계를 유지한다. 별도8장 검토용 파일은 보조 자료다.</a:t>
            </a:r>
          </a:p>
          <a:p xmlns:a="http://schemas.openxmlformats.org/drawingml/2006/main">
            <a:r>
              <a:t/>
            </a:r>
          </a:p>
          <a:p xmlns:a="http://schemas.openxmlformats.org/drawingml/2006/main">
            <a:r>
              <a:t>Validation Status: ALIGNED — DEC-0043. Exact final package, Notes and render checks are recorded in production/evaluation/PROMPT_ENGINEERING_ADDITION_RESULT.md. Windows PowerPoint, target fonts, room, current product/account and timed rehearsal remain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S34 — ACT 1 실무 적용 팁 모아보기</a:t>
            </a:r>
          </a:p>
          <a:p xmlns:a="http://schemas.openxmlformats.org/drawingml/2006/main">
            <a:r>
              <a:t/>
            </a:r>
          </a:p>
          <a:p xmlns:a="http://schemas.openxmlformats.org/drawingml/2006/main">
            <a:r>
              <a:t>**Slide ID:**</a:t>
            </a:r>
          </a:p>
          <a:p xmlns:a="http://schemas.openxmlformats.org/drawingml/2006/main">
            <a:r>
              <a:t>S34</a:t>
            </a:r>
          </a:p>
          <a:p xmlns:a="http://schemas.openxmlformats.org/drawingml/2006/main">
            <a:r>
              <a:t/>
            </a:r>
          </a:p>
          <a:p xmlns:a="http://schemas.openxmlformats.org/drawingml/2006/main">
            <a:r>
              <a:t>**Working Title:**</a:t>
            </a:r>
          </a:p>
          <a:p xmlns:a="http://schemas.openxmlformats.org/drawingml/2006/main">
            <a:r>
              <a:t>ACT 1 실무 적용 팁 모아보기</a:t>
            </a:r>
          </a:p>
          <a:p xmlns:a="http://schemas.openxmlformats.org/drawingml/2006/main">
            <a:r>
              <a:t/>
            </a:r>
          </a:p>
          <a:p xmlns:a="http://schemas.openxmlformats.org/drawingml/2006/main">
            <a:r>
              <a:t>**ACT / Section:**</a:t>
            </a:r>
          </a:p>
          <a:p xmlns:a="http://schemas.openxmlformats.org/drawingml/2006/main">
            <a:r>
              <a:t>ACT 1 / 1H Practical Prompt Methods</a:t>
            </a:r>
          </a:p>
          <a:p xmlns:a="http://schemas.openxmlformats.org/drawingml/2006/main">
            <a:r>
              <a:t/>
            </a:r>
          </a:p>
          <a:p xmlns:a="http://schemas.openxmlformats.org/drawingml/2006/main">
            <a:r>
              <a:t>**Allocated Time:**</a:t>
            </a:r>
          </a:p>
          <a:p xmlns:a="http://schemas.openxmlformats.org/drawingml/2006/main">
            <a:r>
              <a:t>1 minute</a:t>
            </a:r>
          </a:p>
          <a:p xmlns:a="http://schemas.openxmlformats.org/drawingml/2006/main">
            <a:r>
              <a:t/>
            </a:r>
          </a:p>
          <a:p xmlns:a="http://schemas.openxmlformats.org/drawingml/2006/main">
            <a:r>
              <a:t>**Mode Split:**</a:t>
            </a:r>
          </a:p>
          <a:p xmlns:a="http://schemas.openxmlformats.org/drawingml/2006/main">
            <a:r>
              <a:t>Lecture 1분</a:t>
            </a:r>
          </a:p>
          <a:p xmlns:a="http://schemas.openxmlformats.org/drawingml/2006/main">
            <a:r>
              <a:t/>
            </a:r>
          </a:p>
          <a:p xmlns:a="http://schemas.openxmlformats.org/drawingml/2006/main">
            <a:r>
              <a:t>**Primary Message:**</a:t>
            </a:r>
          </a:p>
          <a:p xmlns:a="http://schemas.openxmlformats.org/drawingml/2006/main">
            <a:r>
              <a:t>실무 적용 팁의 위치를 S26, S27, S28, S29, S30, S31, S32, S33에서 찾는다. 내용과 근거 범위는 각 원래 장을 따른다.</a:t>
            </a:r>
          </a:p>
          <a:p xmlns:a="http://schemas.openxmlformats.org/drawingml/2006/main">
            <a:r>
              <a:t/>
            </a:r>
          </a:p>
          <a:p xmlns:a="http://schemas.openxmlformats.org/drawingml/2006/main">
            <a:r>
              <a:t>**Opening Question:**</a:t>
            </a:r>
          </a:p>
          <a:p xmlns:a="http://schemas.openxmlformats.org/drawingml/2006/main">
            <a:r>
              <a:t>“이 ACT에서 본 실무 적용 팁을 나중에 어디서 다시 볼 수 있을까요?”</a:t>
            </a:r>
          </a:p>
          <a:p xmlns:a="http://schemas.openxmlformats.org/drawingml/2006/main">
            <a:r>
              <a:t/>
            </a:r>
          </a:p>
          <a:p xmlns:a="http://schemas.openxmlformats.org/drawingml/2006/main">
            <a:r>
              <a:t>**Speaker Flow:**</a:t>
            </a:r>
          </a:p>
          <a:p xmlns:a="http://schemas.openxmlformats.org/drawingml/2006/main">
            <a:r>
              <a:t>1. (0:00–0:15 / Lecture) 같은 배지가 붙은 장이 실무 적용 팁임을 회수한다.</a:t>
            </a:r>
          </a:p>
          <a:p xmlns:a="http://schemas.openxmlformats.org/drawingml/2006/main">
            <a:r>
              <a:t>2. (0:15–0:45 / Lecture) S26 지시와 참고 자료의 구분 / S27 입력과 기대 결과의 작은 예시 / S28 바로 검토할 수 있는 결과 형식 / S29 근거가 있는 설명과 미확인의 구분 / S30 결과를 바꾸는 결정에서 확인 질문 / S31 큰 작업을 검토할 결과물로 나누기 / S32 기준을 지정한 코드 리뷰 요청 / S33 구체적인 근거로 수정 방향 피드백. 제목·위치만 짚고 본문은 다시 강의하지 않는다.</a:t>
            </a:r>
          </a:p>
          <a:p xmlns:a="http://schemas.openxmlformats.org/drawingml/2006/main">
            <a:r>
              <a:t>3. (0:45–1:00 / Lecture) 기존 연결 질문을 유지하고 S35로 이동한다.</a:t>
            </a:r>
          </a:p>
          <a:p xmlns:a="http://schemas.openxmlformats.org/drawingml/2006/main">
            <a:r>
              <a:t/>
            </a:r>
          </a:p>
          <a:p xmlns:a="http://schemas.openxmlformats.org/drawingml/2006/main">
            <a:r>
              <a:t>**Evidence / Source:**</a:t>
            </a:r>
          </a:p>
          <a:p xmlns:a="http://schemas.openxmlformats.org/drawingml/2006/main">
            <a:r>
              <a:t>DEC-0087. plan/SLIDE_MAP.md의 기존 제목·ID와 plan/PRACTICAL_APPLICATION_TIPS.md. 각 항목의 실제 관찰/연구/가상 사례는 원래 팁 장을 따른다.</a:t>
            </a:r>
          </a:p>
          <a:p xmlns:a="http://schemas.openxmlformats.org/drawingml/2006/main">
            <a:r>
              <a:t/>
            </a:r>
          </a:p>
          <a:p xmlns:a="http://schemas.openxmlformats.org/drawingml/2006/main">
            <a:r>
              <a:t>**Claim Boundary:**</a:t>
            </a:r>
          </a:p>
          <a:p xmlns:a="http://schemas.openxmlformats.org/drawingml/2006/main">
            <a:r>
              <a:t>TEACHING MODEL — 기존 제목·위치의 탐색 안내다. 새 제품 기능·Trial·성능·검증 결과를 주장하지 않는다.</a:t>
            </a:r>
          </a:p>
          <a:p xmlns:a="http://schemas.openxmlformats.org/drawingml/2006/main">
            <a:r>
              <a:t/>
            </a:r>
          </a:p>
          <a:p xmlns:a="http://schemas.openxmlformats.org/drawingml/2006/main">
            <a:r>
              <a:t>**Beginner Explanation:**</a:t>
            </a:r>
          </a:p>
          <a:p xmlns:a="http://schemas.openxmlformats.org/drawingml/2006/main">
            <a:r>
              <a:t>필요한 상황에서 참고할 슬라이드를 찾을 수 있다.</a:t>
            </a:r>
          </a:p>
          <a:p xmlns:a="http://schemas.openxmlformats.org/drawingml/2006/main">
            <a:r>
              <a:t/>
            </a:r>
          </a:p>
          <a:p xmlns:a="http://schemas.openxmlformats.org/drawingml/2006/main">
            <a:r>
              <a:t>**Advanced Insight:**</a:t>
            </a:r>
          </a:p>
          <a:p xmlns:a="http://schemas.openxmlformats.org/drawingml/2006/main">
            <a:r>
              <a:t>사례의 근거 상태를 유지한 채 재사용할 안내 위치를 구분한다.</a:t>
            </a:r>
          </a:p>
          <a:p xmlns:a="http://schemas.openxmlformats.org/drawingml/2006/main">
            <a:r>
              <a:t/>
            </a:r>
          </a:p>
          <a:p xmlns:a="http://schemas.openxmlformats.org/drawingml/2006/main">
            <a:r>
              <a:t>**C++ Vision Bridge:**</a:t>
            </a:r>
          </a:p>
          <a:p xmlns:a="http://schemas.openxmlformats.org/drawingml/2006/main">
            <a:r>
              <a:t>N/A — 원래 팁의 설명 범위를 따른다.</a:t>
            </a:r>
          </a:p>
          <a:p xmlns:a="http://schemas.openxmlformats.org/drawingml/2006/main">
            <a:r>
              <a:t/>
            </a:r>
          </a:p>
          <a:p xmlns:a="http://schemas.openxmlformats.org/drawingml/2006/main">
            <a:r>
              <a:t>**Demo Operation:**</a:t>
            </a:r>
          </a:p>
          <a:p xmlns:a="http://schemas.openxmlformats.org/drawingml/2006/main">
            <a:r>
              <a:t>N/A — 정적 찾아보기. Live·HYBRID·새 Trial은 없다.</a:t>
            </a:r>
          </a:p>
          <a:p xmlns:a="http://schemas.openxmlformats.org/drawingml/2006/main">
            <a:r>
              <a:t/>
            </a:r>
          </a:p>
          <a:p xmlns:a="http://schemas.openxmlformats.org/drawingml/2006/main">
            <a:r>
              <a:t>**Audience Interaction:**</a:t>
            </a:r>
          </a:p>
          <a:p xmlns:a="http://schemas.openxmlformats.org/drawingml/2006/main">
            <a:r>
              <a:t>제목·위치만 안내하며 응답·실습·결과 제출을 요구하지 않는다.</a:t>
            </a:r>
          </a:p>
          <a:p xmlns:a="http://schemas.openxmlformats.org/drawingml/2006/main">
            <a:r>
              <a:t/>
            </a:r>
          </a:p>
          <a:p xmlns:a="http://schemas.openxmlformats.org/drawingml/2006/main">
            <a:r>
              <a:t>**Transition:**</a:t>
            </a:r>
          </a:p>
          <a:p xmlns:a="http://schemas.openxmlformats.org/drawingml/2006/main">
            <a:r>
              <a:t>“이 조건 중 다음 작업에도 다시 적게 될 것은 무엇일까요?”라고 S35–S36의 반복 Project Context 질문으로 연결한다.</a:t>
            </a:r>
          </a:p>
          <a:p xmlns:a="http://schemas.openxmlformats.org/drawingml/2006/main">
            <a:r>
              <a:t/>
            </a:r>
          </a:p>
          <a:p xmlns:a="http://schemas.openxmlformats.org/drawingml/2006/main">
            <a:r>
              <a:t>**Time Management:**</a:t>
            </a:r>
          </a:p>
          <a:p xmlns:a="http://schemas.openxmlformats.org/drawingml/2006/main">
            <a:r>
              <a:t>Lecture 1분. 원래 장별 배정을 줄이거나 중복 계산하지 않는다. 시간이 길어지면 설명을 멈추고 다음 전환으로 이동한다. 실측 리허설 UNVERIFIED.</a:t>
            </a:r>
          </a:p>
          <a:p xmlns:a="http://schemas.openxmlformats.org/drawingml/2006/main">
            <a:r>
              <a:t/>
            </a:r>
          </a:p>
          <a:p xmlns:a="http://schemas.openxmlformats.org/drawingml/2006/main">
            <a:r>
              <a:t>**Fallback:**</a:t>
            </a:r>
          </a:p>
          <a:p xmlns:a="http://schemas.openxmlformats.org/drawingml/2006/main">
            <a:r>
              <a:t>LOCAL STATIC ARTIFACT — production/preview/full/S34.png 또는 production/ACT_1.pptx의 같은 장. 실제 제품 실행으로 대신하지 않는다.</a:t>
            </a:r>
          </a:p>
          <a:p xmlns:a="http://schemas.openxmlformats.org/drawingml/2006/main">
            <a:r>
              <a:t/>
            </a:r>
          </a:p>
          <a:p xmlns:a="http://schemas.openxmlformats.org/drawingml/2006/main">
            <a:r>
              <a:t>**Validation Status:**</a:t>
            </a:r>
          </a:p>
          <a:p xmlns:a="http://schemas.openxmlformats.org/drawingml/2006/main">
            <a:r>
              <a:t>CONTENT ALIGNED — DEC-0087. 최종 패키지/Notes/렌더 대조는 production/evaluation/PRACTICAL_APPLICATION_TIPS.md에 기록한다. Windows/발표 PC 글꼴/제품·계정/교육장/실측 리허설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S35 — 이번 Task인가, 계속 유지할 Project 정보인가?</a:t>
            </a:r>
          </a:p>
          <a:p xmlns:a="http://schemas.openxmlformats.org/drawingml/2006/main">
            <a:r>
              <a:t/>
            </a:r>
          </a:p>
          <a:p xmlns:a="http://schemas.openxmlformats.org/drawingml/2006/main">
            <a:r>
              <a:t>Slide ID: S35</a:t>
            </a:r>
          </a:p>
          <a:p xmlns:a="http://schemas.openxmlformats.org/drawingml/2006/main">
            <a:r>
              <a:t/>
            </a:r>
          </a:p>
          <a:p xmlns:a="http://schemas.openxmlformats.org/drawingml/2006/main">
            <a:r>
              <a:t>Working Title: 이번 Task인가, 계속 유지할 Project 정보인가?</a:t>
            </a:r>
          </a:p>
          <a:p xmlns:a="http://schemas.openxmlformats.org/drawingml/2006/main">
            <a:r>
              <a:t/>
            </a:r>
          </a:p>
          <a:p xmlns:a="http://schemas.openxmlformats.org/drawingml/2006/main">
            <a:r>
              <a:t>ACT / Section: ACT 1 / 1G</a:t>
            </a:r>
          </a:p>
          <a:p xmlns:a="http://schemas.openxmlformats.org/drawingml/2006/main">
            <a:r>
              <a:t/>
            </a:r>
          </a:p>
          <a:p xmlns:a="http://schemas.openxmlformats.org/drawingml/2006/main">
            <a:r>
              <a:t>Allocated Time: 3 minutes</a:t>
            </a:r>
          </a:p>
          <a:p xmlns:a="http://schemas.openxmlformats.org/drawingml/2006/main">
            <a:r>
              <a:t/>
            </a:r>
          </a:p>
          <a:p xmlns:a="http://schemas.openxmlformats.org/drawingml/2006/main">
            <a:r>
              <a:t>Mode Split: Reflection 1 minute + Q&amp;A 2 minutes</a:t>
            </a:r>
          </a:p>
          <a:p xmlns:a="http://schemas.openxmlformats.org/drawingml/2006/main">
            <a:r>
              <a:t/>
            </a:r>
          </a:p>
          <a:p xmlns:a="http://schemas.openxmlformats.org/drawingml/2006/main">
            <a:r>
              <a:t>Primary Message: 두 종류의 정보를 구분할 필요가 있음을 먼저 인식한다.</a:t>
            </a:r>
          </a:p>
          <a:p xmlns:a="http://schemas.openxmlformats.org/drawingml/2006/main">
            <a:r>
              <a:t/>
            </a:r>
          </a:p>
          <a:p xmlns:a="http://schemas.openxmlformats.org/drawingml/2006/main">
            <a:r>
              <a:t>Opening Question: “잘 쓴 요청의 테스트 명령과 보존 조건을, 다음 작업에도 다시 적어야 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Reflection) S25에서 완료 근거를 요청에 담았다는 점을 회수한다. “이렇게 요청을 구체화했지만 테스트 명령과 보존 조건은 다음 작업에도 다시 쓰게 된다”고 반복 마찰을 제시하고, 익숙한 문장 하나가 이번 Task에만 필요한지 다음 작업에도 필요한지 생각하게 한다. 두 영역은 비워 둔다.</a:t>
            </a:r>
          </a:p>
          <a:p xmlns:a="http://schemas.openxmlformats.org/drawingml/2006/main">
            <a:r>
              <a:t>2. (1:00–3:00 / Q&amp;A) 자발적인 질문을 받는다. 분류의 정답이나 저장 방식·AGENTS.md를 미리 공개하지 않는다. 침묵도 정상 진행이다.</a:t>
            </a:r>
          </a:p>
          <a:p xmlns:a="http://schemas.openxmlformats.org/drawingml/2006/main">
            <a:r>
              <a:t>3. (3:00) S36에서 정보의 수명·범위를 후보 예시로 비교하겠다고 넘긴다.</a:t>
            </a:r>
          </a:p>
          <a:p xmlns:a="http://schemas.openxmlformats.org/drawingml/2006/main">
            <a:r>
              <a:t/>
            </a:r>
          </a:p>
          <a:p xmlns:a="http://schemas.openxmlformats.org/drawingml/2006/main">
            <a:r>
              <a:t>Evidence / Source: BEAT-007 → BEAT-008 handoff, CLM-0029, CLM-0027, CLM-0003, CLM-0005. TEACHING_MODEL. DEC-0042는 요청 설계와 기존 사례의 연결·용어를 정렬한 결정이며 새로운 실험 근거가 아니다.</a:t>
            </a:r>
          </a:p>
          <a:p xmlns:a="http://schemas.openxmlformats.org/drawingml/2006/main">
            <a:r>
              <a:t/>
            </a:r>
          </a:p>
          <a:p xmlns:a="http://schemas.openxmlformats.org/drawingml/2006/main">
            <a:r>
              <a:t>Claim Boundary: 두 Bucket은 Reflection을 위한 과정의 모델이다. 이 장에서는 정답, 제품 기능, AGENTS.md 또는 완전한 분류를 제시하지 않는다.</a:t>
            </a:r>
          </a:p>
          <a:p xmlns:a="http://schemas.openxmlformats.org/drawingml/2006/main">
            <a:r>
              <a:t/>
            </a:r>
          </a:p>
          <a:p xmlns:a="http://schemas.openxmlformats.org/drawingml/2006/main">
            <a:r>
              <a:t>Beginner Explanation: 요청을 잘 작성한 뒤에도 같은 테스트 명령과 보존 조건을 다시 쓰게 된다. 이번 목표에만 필요한 정보와 여러 작업이 참고할 Project 사실의 수명·범위를 생각한다. 저장 메커니즘은 다음 ACT에서 문제를 본 뒤 다룬다.</a:t>
            </a:r>
          </a:p>
          <a:p xmlns:a="http://schemas.openxmlformats.org/drawingml/2006/main">
            <a:r>
              <a:t/>
            </a:r>
          </a:p>
          <a:p xmlns:a="http://schemas.openxmlformats.org/drawingml/2006/main">
            <a:r>
              <a:t>Advanced Insight: Consider information lifetime and scope without deciding the storage mechanism yet.</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순서: Reflection 1분 후 Q&amp;A 2분. Reflection은 사적 생각 시간이고 공유는 자발적이다. 응답이 없으면 질문을 한 번 더 읽고 진행한다.</a:t>
            </a:r>
          </a:p>
          <a:p xmlns:a="http://schemas.openxmlformats.org/drawingml/2006/main">
            <a:r>
              <a:t/>
            </a:r>
          </a:p>
          <a:p xmlns:a="http://schemas.openxmlformats.org/drawingml/2006/main">
            <a:r>
              <a:t>Transition: “방금 떠올린 반복 문장을 이번 Task 정보와 계속 참고할 Project 정보의 후보로 나눠 보겠습니다.”라고 S36으로 이동한다.</a:t>
            </a:r>
          </a:p>
          <a:p xmlns:a="http://schemas.openxmlformats.org/drawingml/2006/main">
            <a:r>
              <a:t/>
            </a:r>
          </a:p>
          <a:p xmlns:a="http://schemas.openxmlformats.org/drawingml/2006/main">
            <a:r>
              <a:t>Time Management: Reflection 1분, Q&amp;A 2분을 보존한다. 긴 토론이나 개인 업무 공개를 요구하지 않는다.</a:t>
            </a:r>
          </a:p>
          <a:p xmlns:a="http://schemas.openxmlformats.org/drawingml/2006/main">
            <a:r>
              <a:t/>
            </a:r>
          </a:p>
          <a:p xmlns:a="http://schemas.openxmlformats.org/drawingml/2006/main">
            <a:r>
              <a:t>Fallback: 정적 기본 경로 — `production/ACT_1.pptx` S35 또는 `production/preview/act1/S35.png`를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S36 — 반복하는 설명을 두 범주로 나누기</a:t>
            </a:r>
          </a:p>
          <a:p xmlns:a="http://schemas.openxmlformats.org/drawingml/2006/main">
            <a:r>
              <a:t/>
            </a:r>
          </a:p>
          <a:p xmlns:a="http://schemas.openxmlformats.org/drawingml/2006/main">
            <a:r>
              <a:t>Slide ID: S36</a:t>
            </a:r>
          </a:p>
          <a:p xmlns:a="http://schemas.openxmlformats.org/drawingml/2006/main">
            <a:r>
              <a:t/>
            </a:r>
          </a:p>
          <a:p xmlns:a="http://schemas.openxmlformats.org/drawingml/2006/main">
            <a:r>
              <a:t>Working Title: 반복하는 설명을 두 범주로 나누기</a:t>
            </a:r>
          </a:p>
          <a:p xmlns:a="http://schemas.openxmlformats.org/drawingml/2006/main">
            <a:r>
              <a:t/>
            </a:r>
          </a:p>
          <a:p xmlns:a="http://schemas.openxmlformats.org/drawingml/2006/main">
            <a:r>
              <a:t>ACT / Section: ACT 1 / 1G</a:t>
            </a:r>
          </a:p>
          <a:p xmlns:a="http://schemas.openxmlformats.org/drawingml/2006/main">
            <a:r>
              <a:t/>
            </a:r>
          </a:p>
          <a:p xmlns:a="http://schemas.openxmlformats.org/drawingml/2006/main">
            <a:r>
              <a:t>Allocated Time: 6 minutes</a:t>
            </a:r>
          </a:p>
          <a:p xmlns:a="http://schemas.openxmlformats.org/drawingml/2006/main">
            <a:r>
              <a:t/>
            </a:r>
          </a:p>
          <a:p xmlns:a="http://schemas.openxmlformats.org/drawingml/2006/main">
            <a:r>
              <a:t>Mode Split: Reflection 1 minute + Transition 3 minutes + Q&amp;A 2 minutes</a:t>
            </a:r>
          </a:p>
          <a:p xmlns:a="http://schemas.openxmlformats.org/drawingml/2006/main">
            <a:r>
              <a:t/>
            </a:r>
          </a:p>
          <a:p xmlns:a="http://schemas.openxmlformats.org/drawingml/2006/main">
            <a:r>
              <a:t>Primary Message: Task 정보와 Project 정보는 수명과 적용 범위가 다르다.</a:t>
            </a:r>
          </a:p>
          <a:p xmlns:a="http://schemas.openxmlformats.org/drawingml/2006/main">
            <a:r>
              <a:t/>
            </a:r>
          </a:p>
          <a:p xmlns:a="http://schemas.openxmlformats.org/drawingml/2006/main">
            <a:r>
              <a:t>Opening Question: “같은 Project 설명을 다음 요청에서도 왜 반복하게 될까?”</a:t>
            </a:r>
          </a:p>
          <a:p xmlns:a="http://schemas.openxmlformats.org/drawingml/2006/main">
            <a:r>
              <a:t/>
            </a:r>
          </a:p>
          <a:p xmlns:a="http://schemas.openxmlformats.org/drawingml/2006/main">
            <a:r>
              <a:t>Speaker Flow:</a:t>
            </a:r>
          </a:p>
          <a:p xmlns:a="http://schemas.openxmlformats.org/drawingml/2006/main">
            <a:r>
              <a:t/>
            </a:r>
          </a:p>
          <a:p xmlns:a="http://schemas.openxmlformats.org/drawingml/2006/main">
            <a:r>
              <a:t>1. (0:00–1:00 / Reflection) 앞 장에서 떠올린 반복 문장을 이번 Task 정보와 계속 참고할 Project 정보의 후보로 생각한다. 분류 시험이나 답안 작성은 아니다.</a:t>
            </a:r>
          </a:p>
          <a:p xmlns:a="http://schemas.openxmlformats.org/drawingml/2006/main">
            <a:r>
              <a:t>2. (1:00–2:00 / Transition) crop 경계 수정·이번 README 수정은 현재 목표의 후보이고, 반복해서 사용할 테스트 명령·의존성 추가에 필요한 근거 같은 보존 조건은 여러 작업에서 참고할 후보임을 비교한다. 예시는 유일한 정답이나 실제 STATE-01 원문이 아니다.</a:t>
            </a:r>
          </a:p>
          <a:p xmlns:a="http://schemas.openxmlformats.org/drawingml/2006/main">
            <a:r>
              <a:t>3. (2:00–4:00 / Transition) 원하는 변화·지킬 조건·완료 근거를 요청에 담는 원칙을 회수한다. 그중 같은 Project 사실과 확인 명령을 다음 작업에도 다시 적는다는 미해결 문제를 남긴다. Context의 위치·메커니즘을 먼저 답하지 않고 S37의 반복 장면이 필요하게 만든다.</a:t>
            </a:r>
          </a:p>
          <a:p xmlns:a="http://schemas.openxmlformats.org/drawingml/2006/main">
            <a:r>
              <a:t>4. (4:00–6:00 / Q&amp;A) 자발적인 질문을 받고 6분에 ACT 2로 간다. 질문이 없으면 반복 Project 설명이라는 마지막 질문을 한 번 읽고 정시에 넘긴다.</a:t>
            </a:r>
          </a:p>
          <a:p xmlns:a="http://schemas.openxmlformats.org/drawingml/2006/main">
            <a:r>
              <a:t/>
            </a:r>
          </a:p>
          <a:p xmlns:a="http://schemas.openxmlformats.org/drawingml/2006/main">
            <a:r>
              <a:t>Evidence / Source: BEAT-007, BEAT-008, TRANS-003, CLM-0029, CLM-0027, CLM-0003, CLM-0005. TEACHING_MODEL / CONCEPTUAL. DEC-0042는 요청 설계와 기존 사례의 연결·용어를 정렬한 결정이며 새로운 실험 근거가 아니다.</a:t>
            </a:r>
          </a:p>
          <a:p xmlns:a="http://schemas.openxmlformats.org/drawingml/2006/main">
            <a:r>
              <a:t/>
            </a:r>
          </a:p>
          <a:p xmlns:a="http://schemas.openxmlformats.org/drawingml/2006/main">
            <a:r>
              <a:t>Claim Boundary: 항목은 수명과 적용 범위를 생각하게 하는 교육용 후보 예시다. 화면의 의존성 예시는 실제 STATE-01 지침처럼 작업상 정당한 근거가 있으면 추가할 수 있다는 조건을 보존한다. 이 장은 그 지침의 실행 효과를 관찰한 결과가 아니다. 유일한 정답·classification test·제품 메커니즘으로 말하지 않는다. AGENTS.md는 이 장에서 답으로 제시하지 않는다.</a:t>
            </a:r>
          </a:p>
          <a:p xmlns:a="http://schemas.openxmlformats.org/drawingml/2006/main">
            <a:r>
              <a:t/>
            </a:r>
          </a:p>
          <a:p xmlns:a="http://schemas.openxmlformats.org/drawingml/2006/main">
            <a:r>
              <a:t>Beginner Explanation: 요청을 잘 작성한 뒤에도 같은 테스트 명령과 보존 조건을 다시 쓰게 된다. 이번 목표에만 필요한 정보와 여러 작업이 참고할 Project 사실의 수명·범위를 생각한다. 저장 메커니즘은 다음 ACT에서 문제를 본 뒤 다룬다.</a:t>
            </a:r>
          </a:p>
          <a:p xmlns:a="http://schemas.openxmlformats.org/drawingml/2006/main">
            <a:r>
              <a:t/>
            </a:r>
          </a:p>
          <a:p xmlns:a="http://schemas.openxmlformats.org/drawingml/2006/main">
            <a:r>
              <a:t>Advanced Insight: Information reuse scope and lifetime may differ; the next ACT will examine the repeated-fact problem before introducing a mechanism.</a:t>
            </a:r>
          </a:p>
          <a:p xmlns:a="http://schemas.openxmlformats.org/drawingml/2006/main">
            <a:r>
              <a:t/>
            </a:r>
          </a:p>
          <a:p xmlns:a="http://schemas.openxmlformats.org/drawingml/2006/main">
            <a:r>
              <a:t>C++ Vision Bridge: N/A.</a:t>
            </a:r>
          </a:p>
          <a:p xmlns:a="http://schemas.openxmlformats.org/drawingml/2006/main">
            <a:r>
              <a:t/>
            </a:r>
          </a:p>
          <a:p xmlns:a="http://schemas.openxmlformats.org/drawingml/2006/main">
            <a:r>
              <a:t>Demo Operation: N/A.</a:t>
            </a:r>
          </a:p>
          <a:p xmlns:a="http://schemas.openxmlformats.org/drawingml/2006/main">
            <a:r>
              <a:t/>
            </a:r>
          </a:p>
          <a:p xmlns:a="http://schemas.openxmlformats.org/drawingml/2006/main">
            <a:r>
              <a:t>Audience Interaction: Reflection 1분 후 map 순서대로 ACT 2 Transition 3분, Q&amp;A 2분. 예시는 후보로만 말하고, 자발적 응답을 받되 정답 분류를 평가하지 않는다.</a:t>
            </a:r>
          </a:p>
          <a:p xmlns:a="http://schemas.openxmlformats.org/drawingml/2006/main">
            <a:r>
              <a:t/>
            </a:r>
          </a:p>
          <a:p xmlns:a="http://schemas.openxmlformats.org/drawingml/2006/main">
            <a:r>
              <a:t>Transition: “요청은 구체화했지만, 같은 테스트 명령과 보존 조건은 다음 작업에도 다시 적게 됩니다. Project 설명을 왜 매번 Prompt에 다시 쓰고 있을까요?”라고 S37의 반복 Project Context 문제로 연결한다.</a:t>
            </a:r>
          </a:p>
          <a:p xmlns:a="http://schemas.openxmlformats.org/drawingml/2006/main">
            <a:r>
              <a:t/>
            </a:r>
          </a:p>
          <a:p xmlns:a="http://schemas.openxmlformats.org/drawingml/2006/main">
            <a:r>
              <a:t>Time Management: 0–1분 Reflection, 1–4분 Transition, 4–6분 Q&amp;A. 기존 Notes의 1–5분 전환/5–6분 Q&amp;A 불일치를 승인된 Mode Split 1+3+2로 정렬한다. Project Context 해결책이나 AGENTS.md는 미리 공개하지 않는다.</a:t>
            </a:r>
          </a:p>
          <a:p xmlns:a="http://schemas.openxmlformats.org/drawingml/2006/main">
            <a:r>
              <a:t/>
            </a:r>
          </a:p>
          <a:p xmlns:a="http://schemas.openxmlformats.org/drawingml/2006/main">
            <a:r>
              <a:t>Fallback: 정적 기본 경로 — `production/ACT_1.pptx` S36 또는 `production/preview/act1/S36.png`를 사용한다. 요청 예시·기록·교육 모델의 기존 범위를 유지한다. 최신 렌더·내장 Notes/PNG 정합성은 production/evaluation/ACT_1_REQUEST_DESIGN_REVISION.md를 따른다.</a:t>
            </a:r>
          </a:p>
          <a:p xmlns:a="http://schemas.openxmlformats.org/drawingml/2006/main">
            <a:r>
              <a:t/>
            </a:r>
          </a:p>
          <a:p xmlns:a="http://schemas.openxmlformats.org/drawingml/2006/main">
            <a:r>
              <a:t>Validation Status: ALIGNED — DEC-0042의 요청 설계·사례 연결·쉬운 용어를 정렬했다. 최종 PPT·내장 Notes·렌더 검토는 production/evaluation/ACT_1_REQUEST_DESIGN_REVISION.md에 별도로 기록한다. Windows PowerPoint·발표 PC 글꼴·교육장 투사·현재 제품/계정·실측 리허설은 UNVERIFIED.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f8d1cf711549c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33621a5fa7744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b4b8765078e4f9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cd83ede59a41a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80c15c09134f3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7c0346f5bbb4a2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44374D6-A4C3-4EB5-B68F-1CE6B145C1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9ECBF9F-F6C3-490A-AFB5-2B15391D8A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96DBC7-1473-4AC1-B83A-7BD124D1A8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B9A9231-3874-4820-819C-9FA10721E5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84C3D2-63ED-4F27-8C8C-006205C8FE8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795113-D783-49D7-94E5-675736823E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9472962-A6A1-4A9C-8392-0D9E16C5C8F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20E60B2-F6F4-4E95-837B-B21DC509034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CFC319-7623-4B3B-853E-698F970F60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2428F4-E08E-4F3B-A48B-E96B8F6B5D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36d07e8a9ad4068" /><Relationship Type="http://schemas.openxmlformats.org/officeDocument/2006/relationships/slideLayout" Target="/ppt/slideLayouts/slideLayout1.xml" Id="R0ed77bddadb74a03" /><Relationship Type="http://schemas.openxmlformats.org/officeDocument/2006/relationships/slideLayout" Target="/ppt/slideLayouts/slideLayout2.xml" Id="R55f6886ab13a4336" /><Relationship Type="http://schemas.openxmlformats.org/officeDocument/2006/relationships/slideLayout" Target="/ppt/slideLayouts/slideLayout3.xml" Id="R0de0772936834315" /><Relationship Type="http://schemas.openxmlformats.org/officeDocument/2006/relationships/slideLayout" Target="/ppt/slideLayouts/slideLayout4.xml" Id="R65e0dea147394a94" /><Relationship Type="http://schemas.openxmlformats.org/officeDocument/2006/relationships/slideLayout" Target="/ppt/slideLayouts/slideLayout5.xml" Id="R84a0fcc30a984979" /><Relationship Type="http://schemas.openxmlformats.org/officeDocument/2006/relationships/slideLayout" Target="/ppt/slideLayouts/slideLayout6.xml" Id="R8afcbd0bc8974cc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ed77bddadb74a03"/>
    <p:sldLayoutId xmlns:r="http://schemas.openxmlformats.org/officeDocument/2006/relationships" id="2147483650" r:id="R55f6886ab13a4336"/>
    <p:sldLayoutId xmlns:r="http://schemas.openxmlformats.org/officeDocument/2006/relationships" id="2147483651" r:id="R0de0772936834315"/>
    <p:sldLayoutId xmlns:r="http://schemas.openxmlformats.org/officeDocument/2006/relationships" id="2147483652" r:id="R65e0dea147394a94"/>
    <p:sldLayoutId xmlns:r="http://schemas.openxmlformats.org/officeDocument/2006/relationships" id="2147483653" r:id="R84a0fcc30a984979"/>
    <p:sldLayoutId xmlns:r="http://schemas.openxmlformats.org/officeDocument/2006/relationships" id="2147483654" r:id="R8afcbd0bc8974cc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5c741ac9158493f" /><Relationship Type="http://schemas.openxmlformats.org/officeDocument/2006/relationships/image" Target="/ppt/media/image.png" Id="R1defce858bf94486" /><Relationship Type="http://schemas.openxmlformats.org/officeDocument/2006/relationships/image" Target="/ppt/media/image2.png" Id="R67a56721a6024f58" /><Relationship Type="http://schemas.openxmlformats.org/officeDocument/2006/relationships/image" Target="/ppt/media/image3.png" Id="Re3e79c566990491a" /><Relationship Type="http://schemas.openxmlformats.org/officeDocument/2006/relationships/notesSlide" Target="/ppt/notesSlides/notesSlide1.xml" Id="R474b1c1d7e8c43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cf12f34dc6e4e5c" /><Relationship Type="http://schemas.openxmlformats.org/officeDocument/2006/relationships/image" Target="/ppt/media/image4.png" Id="Re76915ec341b4b38" /><Relationship Type="http://schemas.openxmlformats.org/officeDocument/2006/relationships/notesSlide" Target="/ppt/notesSlides/notesSlide2.xml" Id="Ra44a889922f047b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4144f8719074dd5" /><Relationship Type="http://schemas.openxmlformats.org/officeDocument/2006/relationships/image" Target="/ppt/media/image5.png" Id="Rb511f83475a54735" /><Relationship Type="http://schemas.openxmlformats.org/officeDocument/2006/relationships/notesSlide" Target="/ppt/notesSlides/notesSlide3.xml" Id="R80e3296be92b4d2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69619aac2654dff" /><Relationship Type="http://schemas.openxmlformats.org/officeDocument/2006/relationships/notesSlide" Target="/ppt/notesSlides/notesSlide4.xml" Id="Re971d60e11c849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b4db653ca74001" /><Relationship Type="http://schemas.openxmlformats.org/officeDocument/2006/relationships/notesSlide" Target="/ppt/notesSlides/notesSlide5.xml" Id="R5d85065a88ab45e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39dfb074cae48b2" /><Relationship Type="http://schemas.openxmlformats.org/officeDocument/2006/relationships/notesSlide" Target="/ppt/notesSlides/notesSlide6.xml" Id="R1ffd9ad76378484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5004ad45d5249d9" /><Relationship Type="http://schemas.openxmlformats.org/officeDocument/2006/relationships/notesSlide" Target="/ppt/notesSlides/notesSlide7.xml" Id="R1ae3efa24b1143b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b649d2be62427e" /><Relationship Type="http://schemas.openxmlformats.org/officeDocument/2006/relationships/notesSlide" Target="/ppt/notesSlides/notesSlide8.xml" Id="R340a7938fbf748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4f218f4d294949" /><Relationship Type="http://schemas.openxmlformats.org/officeDocument/2006/relationships/notesSlide" Target="/ppt/notesSlides/notesSlide9.xml" Id="Rda3f352bd6c24e6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35074e480414585" /><Relationship Type="http://schemas.openxmlformats.org/officeDocument/2006/relationships/notesSlide" Target="/ppt/notesSlides/notesSlide10.xml" Id="R8cc17f642b594d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dba311257da4c72" /><Relationship Type="http://schemas.openxmlformats.org/officeDocument/2006/relationships/notesSlide" Target="/ppt/notesSlides/notesSlide11.xml" Id="R9b7cd767bdd2423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b0d0018162b4c4b" /><Relationship Type="http://schemas.openxmlformats.org/officeDocument/2006/relationships/notesSlide" Target="/ppt/notesSlides/notesSlide12.xml" Id="Rfd864bd62e8549f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342e2d61f7148a6" /><Relationship Type="http://schemas.openxmlformats.org/officeDocument/2006/relationships/notesSlide" Target="/ppt/notesSlides/notesSlide13.xml" Id="Rca034a47486e44d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b3c0f47d96749c8" /><Relationship Type="http://schemas.openxmlformats.org/officeDocument/2006/relationships/notesSlide" Target="/ppt/notesSlides/notesSlide14.xml" Id="R8905cceb1f4e428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03383f0c9a0401d" /><Relationship Type="http://schemas.openxmlformats.org/officeDocument/2006/relationships/notesSlide" Target="/ppt/notesSlides/notesSlide15.xml" Id="R2a0cc3d4e789486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8b8b06d853c4470" /><Relationship Type="http://schemas.openxmlformats.org/officeDocument/2006/relationships/notesSlide" Target="/ppt/notesSlides/notesSlide16.xml" Id="R0f0ed6fe682249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08f62f526acb4847" /><Relationship Type="http://schemas.openxmlformats.org/officeDocument/2006/relationships/notesSlide" Target="/ppt/notesSlides/notesSlide17.xml" Id="R9567cb598076479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3d9fe20bdd5841b6" /><Relationship Type="http://schemas.openxmlformats.org/officeDocument/2006/relationships/notesSlide" Target="/ppt/notesSlides/notesSlide18.xml" Id="Rde6cfae556204d8c"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391ec527b694aaa" /><Relationship Type="http://schemas.openxmlformats.org/officeDocument/2006/relationships/notesSlide" Target="/ppt/notesSlides/notesSlide19.xml" Id="R96a6f03d97b042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aee600127bef4ac9" /><Relationship Type="http://schemas.openxmlformats.org/officeDocument/2006/relationships/notesSlide" Target="/ppt/notesSlides/notesSlide20.xml" Id="R3dbd1049f44940a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d025bba8b31473a" /><Relationship Type="http://schemas.openxmlformats.org/officeDocument/2006/relationships/notesSlide" Target="/ppt/notesSlides/notesSlide21.xml" Id="R84e597b12e3a432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4edcef942a54405" /><Relationship Type="http://schemas.openxmlformats.org/officeDocument/2006/relationships/notesSlide" Target="/ppt/notesSlides/notesSlide22.xml" Id="Rdf79d567085e4de7" /></Relationships>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1 · 요청에 남은 목표·조건·완료 근거">
            <a:extLst xmlns:a="http://schemas.openxmlformats.org/drawingml/2006/main">
              <a:ext uri="{FF2B5EF4-FFF2-40B4-BE49-F238E27FC236}">
                <a16:creationId xmlns:a16="http://schemas.microsoft.com/office/drawing/2014/main" id="{EE830542-AB7E-42C0-A4D0-CD81D9B4FC9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요청에 남은 목표·조건·완료 근거</a:t>
            </a:r>
          </a:p>
        </p:txBody>
      </p:sp>
      <p:sp>
        <p:nvSpPr>
          <p:cNvPr id="2" name="S15">
            <a:extLst xmlns:a="http://schemas.openxmlformats.org/drawingml/2006/main">
              <a:ext uri="{FF2B5EF4-FFF2-40B4-BE49-F238E27FC236}">
                <a16:creationId xmlns:a16="http://schemas.microsoft.com/office/drawing/2014/main" id="{EC8D2538-A9B2-42D7-832E-6999B12D24D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S15</a:t>
            </a:r>
          </a:p>
        </p:txBody>
      </p:sp>
      <p:sp>
        <p:nvSpPr>
          <p:cNvPr id="3" name="Task에는 무엇이 아직 정해지지 않았을까?">
            <a:extLst xmlns:a="http://schemas.openxmlformats.org/drawingml/2006/main">
              <a:ext uri="{FF2B5EF4-FFF2-40B4-BE49-F238E27FC236}">
                <a16:creationId xmlns:a16="http://schemas.microsoft.com/office/drawing/2014/main" id="{25479B77-D20E-4F38-8735-260622EF310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Task에는 무엇이 아직 정해지지 않았을까?</a:t>
            </a:r>
          </a:p>
        </p:txBody>
      </p:sp>
      <p:sp>
        <p:nvSpPr>
          <p:cNvPr id="4" name="">
            <a:extLst xmlns:a="http://schemas.openxmlformats.org/drawingml/2006/main">
              <a:ext uri="{FF2B5EF4-FFF2-40B4-BE49-F238E27FC236}">
                <a16:creationId xmlns:a16="http://schemas.microsoft.com/office/drawing/2014/main" id="{A1A525D6-845B-46BD-910F-4BDE826027E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구성 사례 · AI 생성 삽화 · 토큰/시간 곡선은 수치 없는 개념도">
            <a:extLst xmlns:a="http://schemas.openxmlformats.org/drawingml/2006/main">
              <a:ext uri="{FF2B5EF4-FFF2-40B4-BE49-F238E27FC236}">
                <a16:creationId xmlns:a16="http://schemas.microsoft.com/office/drawing/2014/main" id="{EB3854D2-3AF2-48C8-8EE5-D73EDCD6BEF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구성 사례 · AI 생성 삽화 · 토큰/시간 곡선은 수치 없는 개념도</a:t>
            </a:r>
          </a:p>
        </p:txBody>
      </p:sp>
      <p:sp>
        <p:nvSpPr>
          <p:cNvPr id="6" name="실제 Agent 실패·측정 결과·기하급수 증가 법칙이 아닙니다. 필요한 정보를 되묻는 선택도 가능합니다.">
            <a:extLst xmlns:a="http://schemas.openxmlformats.org/drawingml/2006/main">
              <a:ext uri="{FF2B5EF4-FFF2-40B4-BE49-F238E27FC236}">
                <a16:creationId xmlns:a16="http://schemas.microsoft.com/office/drawing/2014/main" id="{B9A2B4E5-C4E6-4ED1-9FB1-E18C5547884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Agent 실패·측정 결과·기하급수 증가 법칙이 아닙니다. 필요한 정보를 되묻는 선택도 가능합니다.</a:t>
            </a:r>
          </a:p>
        </p:txBody>
      </p:sp>
      <p:sp>
        <p:nvSpPr>
          <p:cNvPr id="7" name="같은 Repository를 보고 있습니다.">
            <a:extLst xmlns:a="http://schemas.openxmlformats.org/drawingml/2006/main">
              <a:ext uri="{FF2B5EF4-FFF2-40B4-BE49-F238E27FC236}">
                <a16:creationId xmlns:a16="http://schemas.microsoft.com/office/drawing/2014/main" id="{86C35224-D6DF-4408-B7A5-1FFF2A8B7A44}"/>
              </a:ext>
            </a:extLst>
          </p:cNvPr>
          <p:cNvSpPr>
            <a:spLocks xmlns:a="http://schemas.openxmlformats.org/drawingml/2006/main" noGrp="1"/>
          </p:cNvSpPr>
          <p:nvPr/>
        </p:nvSpPr>
        <p:spPr>
          <a:xfrm xmlns:a="http://schemas.openxmlformats.org/drawingml/2006/main">
            <a:off x="609600" y="17907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같은 Repository를 보고 있습니다.</a:t>
            </a:r>
          </a:p>
        </p:txBody>
      </p:sp>
      <p:sp>
        <p:nvSpPr>
          <p:cNvPr id="8" name="">
            <a:extLst xmlns:a="http://schemas.openxmlformats.org/drawingml/2006/main">
              <a:ext uri="{FF2B5EF4-FFF2-40B4-BE49-F238E27FC236}">
                <a16:creationId xmlns:a16="http://schemas.microsoft.com/office/drawing/2014/main" id="{39434B10-1D7B-4C94-890B-AC37A1F8013B}"/>
              </a:ext>
            </a:extLst>
          </p:cNvPr>
          <p:cNvSpPr>
            <a:spLocks xmlns:a="http://schemas.openxmlformats.org/drawingml/2006/main" noGrp="1"/>
          </p:cNvSpPr>
          <p:nvPr/>
        </p:nvSpPr>
        <p:spPr>
          <a:xfrm xmlns:a="http://schemas.openxmlformats.org/drawingml/2006/main">
            <a:off x="609600" y="2400300"/>
            <a:ext cx="3638550" cy="1638300"/>
          </a:xfrm>
          <a:prstGeom xmlns:a="http://schemas.openxmlformats.org/drawingml/2006/main" prst="roundRect">
            <a:avLst>
              <a:gd name="adj" fmla="val 6977"/>
            </a:avLst>
          </a:prstGeom>
          <a:solidFill xmlns:a="http://schemas.openxmlformats.org/drawingml/2006/main">
            <a:srgbClr val="FFFFFF"/>
          </a:solidFill>
          <a:ln xmlns:a="http://schemas.openxmlformats.org/drawingml/2006/main" w="14288">
            <a:solidFill>
              <a:srgbClr val="C7D0DA"/>
            </a:solidFill>
            <a:prstDash val="solid"/>
          </a:ln>
        </p:spPr>
      </p:sp>
      <p:sp>
        <p:nvSpPr>
          <p:cNvPr id="9" name="요청 입력 · 교육용 재구성">
            <a:extLst xmlns:a="http://schemas.openxmlformats.org/drawingml/2006/main">
              <a:ext uri="{FF2B5EF4-FFF2-40B4-BE49-F238E27FC236}">
                <a16:creationId xmlns:a16="http://schemas.microsoft.com/office/drawing/2014/main" id="{76362549-343E-4A9F-B640-E0B52AC4911E}"/>
              </a:ext>
            </a:extLst>
          </p:cNvPr>
          <p:cNvSpPr>
            <a:spLocks xmlns:a="http://schemas.openxmlformats.org/drawingml/2006/main" noGrp="1"/>
          </p:cNvSpPr>
          <p:nvPr/>
        </p:nvSpPr>
        <p:spPr>
          <a:xfrm xmlns:a="http://schemas.openxmlformats.org/drawingml/2006/main">
            <a:off x="781050" y="2495550"/>
            <a:ext cx="32956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10" name="">
            <a:extLst xmlns:a="http://schemas.openxmlformats.org/drawingml/2006/main">
              <a:ext uri="{FF2B5EF4-FFF2-40B4-BE49-F238E27FC236}">
                <a16:creationId xmlns:a16="http://schemas.microsoft.com/office/drawing/2014/main" id="{1DCB97B8-8634-480B-99D5-6A68E38F0581}"/>
              </a:ext>
            </a:extLst>
          </p:cNvPr>
          <p:cNvSpPr>
            <a:spLocks xmlns:a="http://schemas.openxmlformats.org/drawingml/2006/main" noGrp="1"/>
          </p:cNvSpPr>
          <p:nvPr/>
        </p:nvSpPr>
        <p:spPr>
          <a:xfrm xmlns:a="http://schemas.openxmlformats.org/drawingml/2006/main">
            <a:off x="781050" y="2847975"/>
            <a:ext cx="3295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filter 성능 개선해줘">
            <a:extLst xmlns:a="http://schemas.openxmlformats.org/drawingml/2006/main">
              <a:ext uri="{FF2B5EF4-FFF2-40B4-BE49-F238E27FC236}">
                <a16:creationId xmlns:a16="http://schemas.microsoft.com/office/drawing/2014/main" id="{6E61626F-6F48-4CC3-B6D3-42A106D1E8A1}"/>
              </a:ext>
            </a:extLst>
          </p:cNvPr>
          <p:cNvSpPr>
            <a:spLocks xmlns:a="http://schemas.openxmlformats.org/drawingml/2006/main" noGrp="1"/>
          </p:cNvSpPr>
          <p:nvPr/>
        </p:nvSpPr>
        <p:spPr>
          <a:xfrm xmlns:a="http://schemas.openxmlformats.org/drawingml/2006/main">
            <a:off x="800100" y="3009900"/>
            <a:ext cx="3257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17212B"/>
                </a:solidFill>
                <a:latin typeface="Malgun Gothic"/>
                <a:ea typeface="Malgun Gothic"/>
                <a:cs typeface="Malgun Gothic"/>
              </a:defRPr>
            </a:defPPr>
            <a:lvl1pPr algn="l">
              <a:defRPr sz="2325" b="1">
                <a:solidFill>
                  <a:srgbClr val="17212B"/>
                </a:solidFill>
                <a:latin typeface="Malgun Gothic"/>
                <a:ea typeface="Malgun Gothic"/>
                <a:cs typeface="Malgun Gothic"/>
              </a:defRPr>
            </a:lvl1pPr>
            <a:lvl2pPr algn="l">
              <a:defRPr sz="2325" b="1">
                <a:solidFill>
                  <a:srgbClr val="17212B"/>
                </a:solidFill>
                <a:latin typeface="Malgun Gothic"/>
                <a:ea typeface="Malgun Gothic"/>
                <a:cs typeface="Malgun Gothic"/>
              </a:defRPr>
            </a:lvl2pPr>
            <a:lvl3pPr algn="l">
              <a:defRPr sz="2325" b="1">
                <a:solidFill>
                  <a:srgbClr val="17212B"/>
                </a:solidFill>
                <a:latin typeface="Malgun Gothic"/>
                <a:ea typeface="Malgun Gothic"/>
                <a:cs typeface="Malgun Gothic"/>
              </a:defRPr>
            </a:lvl3pPr>
            <a:lvl4pPr algn="l">
              <a:defRPr sz="2325" b="1">
                <a:solidFill>
                  <a:srgbClr val="17212B"/>
                </a:solidFill>
                <a:latin typeface="Malgun Gothic"/>
                <a:ea typeface="Malgun Gothic"/>
                <a:cs typeface="Malgun Gothic"/>
              </a:defRPr>
            </a:lvl4pPr>
            <a:lvl5pPr algn="l">
              <a:defRPr sz="2325" b="1">
                <a:solidFill>
                  <a:srgbClr val="17212B"/>
                </a:solidFill>
                <a:latin typeface="Malgun Gothic"/>
                <a:ea typeface="Malgun Gothic"/>
                <a:cs typeface="Malgun Gothic"/>
              </a:defRPr>
            </a:lvl5pPr>
            <a:lvl6pPr algn="l">
              <a:defRPr sz="2325" b="1">
                <a:solidFill>
                  <a:srgbClr val="17212B"/>
                </a:solidFill>
                <a:latin typeface="Malgun Gothic"/>
                <a:ea typeface="Malgun Gothic"/>
                <a:cs typeface="Malgun Gothic"/>
              </a:defRPr>
            </a:lvl6pPr>
            <a:lvl7pPr algn="l">
              <a:defRPr sz="2325" b="1">
                <a:solidFill>
                  <a:srgbClr val="17212B"/>
                </a:solidFill>
                <a:latin typeface="Malgun Gothic"/>
                <a:ea typeface="Malgun Gothic"/>
                <a:cs typeface="Malgun Gothic"/>
              </a:defRPr>
            </a:lvl7pPr>
            <a:lvl8pPr algn="l">
              <a:defRPr sz="2325" b="1">
                <a:solidFill>
                  <a:srgbClr val="17212B"/>
                </a:solidFill>
                <a:latin typeface="Malgun Gothic"/>
                <a:ea typeface="Malgun Gothic"/>
                <a:cs typeface="Malgun Gothic"/>
              </a:defRPr>
            </a:lvl8pPr>
            <a:lvl9pPr algn="l">
              <a:defRPr sz="2325" b="1">
                <a:solidFill>
                  <a:srgbClr val="17212B"/>
                </a:solidFill>
                <a:latin typeface="Malgun Gothic"/>
                <a:ea typeface="Malgun Gothic"/>
                <a:cs typeface="Malgun Gothic"/>
              </a:defRPr>
            </a:lvl9pPr>
          </a:lstStyle>
          <a:p xmlns:a="http://schemas.openxmlformats.org/drawingml/2006/main">
            <a:pPr algn="l">
              <a:defRPr sz="2325" b="1">
                <a:solidFill>
                  <a:srgbClr val="17212B"/>
                </a:solidFill>
                <a:latin typeface="Malgun Gothic"/>
                <a:ea typeface="Malgun Gothic"/>
                <a:cs typeface="Malgun Gothic"/>
              </a:defRPr>
            </a:pPr>
            <a:r>
              <a:rPr sz="2325" b="1">
                <a:solidFill>
                  <a:srgbClr val="17212B"/>
                </a:solidFill>
                <a:latin typeface="Malgun Gothic"/>
                <a:ea typeface="Malgun Gothic"/>
                <a:cs typeface="Malgun Gothic"/>
              </a:rPr>
              <a:t>filter 성능 개선해줘</a:t>
            </a:r>
          </a:p>
        </p:txBody>
      </p:sp>
      <p:sp>
        <p:nvSpPr>
          <p:cNvPr id="12" name="+">
            <a:extLst xmlns:a="http://schemas.openxmlformats.org/drawingml/2006/main">
              <a:ext uri="{FF2B5EF4-FFF2-40B4-BE49-F238E27FC236}">
                <a16:creationId xmlns:a16="http://schemas.microsoft.com/office/drawing/2014/main" id="{E9E15CF8-8B2C-4455-AB40-2228FBA29F01}"/>
              </a:ext>
            </a:extLst>
          </p:cNvPr>
          <p:cNvSpPr>
            <a:spLocks xmlns:a="http://schemas.openxmlformats.org/drawingml/2006/main" noGrp="1"/>
          </p:cNvSpPr>
          <p:nvPr/>
        </p:nvSpPr>
        <p:spPr>
          <a:xfrm xmlns:a="http://schemas.openxmlformats.org/drawingml/2006/main">
            <a:off x="781050" y="371475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FB449DC6-257E-48FC-9507-B66B03704593}"/>
              </a:ext>
            </a:extLst>
          </p:cNvPr>
          <p:cNvSpPr>
            <a:spLocks xmlns:a="http://schemas.openxmlformats.org/drawingml/2006/main" noGrp="1"/>
          </p:cNvSpPr>
          <p:nvPr/>
        </p:nvSpPr>
        <p:spPr>
          <a:xfrm xmlns:a="http://schemas.openxmlformats.org/drawingml/2006/main">
            <a:off x="3838575" y="369570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38FEE77-EA97-46A1-BA2C-9164B5083A42}"/>
              </a:ext>
            </a:extLst>
          </p:cNvPr>
          <p:cNvSpPr>
            <a:spLocks xmlns:a="http://schemas.openxmlformats.org/drawingml/2006/main" noGrp="1"/>
          </p:cNvSpPr>
          <p:nvPr/>
        </p:nvSpPr>
        <p:spPr>
          <a:xfrm xmlns:a="http://schemas.openxmlformats.org/drawingml/2006/main">
            <a:off x="3838575" y="368617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pic>
        <p:nvPicPr>
          <p:cNvPr id="15" name="">
            <a:extLst xmlns:a="http://schemas.openxmlformats.org/drawingml/2006/main">
              <a:ext uri="{FF2B5EF4-FFF2-40B4-BE49-F238E27FC236}">
                <a16:creationId xmlns:a16="http://schemas.microsoft.com/office/drawing/2014/main" id="{EC507CA6-B9E9-4C46-B2AF-BFED33BB8831}"/>
              </a:ext>
            </a:extLst>
          </p:cNvPr>
          <p:cNvPicPr>
            <a:picLocks xmlns:a="http://schemas.openxmlformats.org/drawingml/2006/main" noChangeAspect="1"/>
          </p:cNvPicPr>
          <p:nvPr/>
        </p:nvPicPr>
        <p:blipFill>
          <a:blip xmlns:r="http://schemas.openxmlformats.org/officeDocument/2006/relationships" xmlns:a="http://schemas.openxmlformats.org/drawingml/2006/main" r:embed="R1defce858bf94486"/>
          <a:stretch xmlns:a="http://schemas.openxmlformats.org/drawingml/2006/main"/>
        </p:blipFill>
        <p:spPr>
          <a:xfrm xmlns:a="http://schemas.openxmlformats.org/drawingml/2006/main">
            <a:off x="4400550" y="2340769"/>
            <a:ext cx="2800350" cy="2100263"/>
          </a:xfrm>
          <a:prstGeom xmlns:a="http://schemas.openxmlformats.org/drawingml/2006/main" prst="rect">
            <a:avLst/>
          </a:prstGeom>
        </p:spPr>
      </p:pic>
      <p:sp>
        <p:nvSpPr>
          <p:cNvPr id="16" name="어느 선택이 의도일까?">
            <a:extLst xmlns:a="http://schemas.openxmlformats.org/drawingml/2006/main">
              <a:ext uri="{FF2B5EF4-FFF2-40B4-BE49-F238E27FC236}">
                <a16:creationId xmlns:a16="http://schemas.microsoft.com/office/drawing/2014/main" id="{6F483EEC-BB1F-494A-B27B-DA578D3CF59B}"/>
              </a:ext>
            </a:extLst>
          </p:cNvPr>
          <p:cNvSpPr>
            <a:spLocks xmlns:a="http://schemas.openxmlformats.org/drawingml/2006/main" noGrp="1"/>
          </p:cNvSpPr>
          <p:nvPr/>
        </p:nvSpPr>
        <p:spPr>
          <a:xfrm xmlns:a="http://schemas.openxmlformats.org/drawingml/2006/main">
            <a:off x="4333875" y="4400550"/>
            <a:ext cx="3009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어느 선택이 의도일까?</a:t>
            </a:r>
          </a:p>
        </p:txBody>
      </p:sp>
      <p:sp>
        <p:nvSpPr>
          <p:cNvPr id="17" name="바꿀 것">
            <a:extLst xmlns:a="http://schemas.openxmlformats.org/drawingml/2006/main">
              <a:ext uri="{FF2B5EF4-FFF2-40B4-BE49-F238E27FC236}">
                <a16:creationId xmlns:a16="http://schemas.microsoft.com/office/drawing/2014/main" id="{E04FBEA7-A26B-49A5-8EB9-CADAF053FD25}"/>
              </a:ext>
            </a:extLst>
          </p:cNvPr>
          <p:cNvSpPr>
            <a:spLocks xmlns:a="http://schemas.openxmlformats.org/drawingml/2006/main" noGrp="1"/>
          </p:cNvSpPr>
          <p:nvPr/>
        </p:nvSpPr>
        <p:spPr>
          <a:xfrm xmlns:a="http://schemas.openxmlformats.org/drawingml/2006/main">
            <a:off x="7581900" y="225742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바꿀 것</a:t>
            </a:r>
          </a:p>
        </p:txBody>
      </p:sp>
      <p:sp>
        <p:nvSpPr>
          <p:cNvPr id="18" name="무엇을 바꿀까?">
            <a:extLst xmlns:a="http://schemas.openxmlformats.org/drawingml/2006/main">
              <a:ext uri="{FF2B5EF4-FFF2-40B4-BE49-F238E27FC236}">
                <a16:creationId xmlns:a16="http://schemas.microsoft.com/office/drawing/2014/main" id="{E62C0658-A4A8-4870-AB70-B8D1A95F6ACC}"/>
              </a:ext>
            </a:extLst>
          </p:cNvPr>
          <p:cNvSpPr>
            <a:spLocks xmlns:a="http://schemas.openxmlformats.org/drawingml/2006/main" noGrp="1"/>
          </p:cNvSpPr>
          <p:nvPr/>
        </p:nvSpPr>
        <p:spPr>
          <a:xfrm xmlns:a="http://schemas.openxmlformats.org/drawingml/2006/main">
            <a:off x="7581900" y="2552700"/>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바꿀까?</a:t>
            </a:r>
          </a:p>
        </p:txBody>
      </p:sp>
      <p:sp>
        <p:nvSpPr>
          <p:cNvPr id="19" name="?">
            <a:extLst xmlns:a="http://schemas.openxmlformats.org/drawingml/2006/main">
              <a:ext uri="{FF2B5EF4-FFF2-40B4-BE49-F238E27FC236}">
                <a16:creationId xmlns:a16="http://schemas.microsoft.com/office/drawing/2014/main" id="{7567A0B9-0366-41B5-8878-9FB63231EE2C}"/>
              </a:ext>
            </a:extLst>
          </p:cNvPr>
          <p:cNvSpPr>
            <a:spLocks xmlns:a="http://schemas.openxmlformats.org/drawingml/2006/main" noGrp="1"/>
          </p:cNvSpPr>
          <p:nvPr/>
        </p:nvSpPr>
        <p:spPr>
          <a:xfrm xmlns:a="http://schemas.openxmlformats.org/drawingml/2006/main">
            <a:off x="11315700" y="255270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0" name="">
            <a:extLst xmlns:a="http://schemas.openxmlformats.org/drawingml/2006/main">
              <a:ext uri="{FF2B5EF4-FFF2-40B4-BE49-F238E27FC236}">
                <a16:creationId xmlns:a16="http://schemas.microsoft.com/office/drawing/2014/main" id="{F4B75740-89FD-4DA4-893F-594D2B15B8C8}"/>
              </a:ext>
            </a:extLst>
          </p:cNvPr>
          <p:cNvSpPr>
            <a:spLocks xmlns:a="http://schemas.openxmlformats.org/drawingml/2006/main" noGrp="1"/>
          </p:cNvSpPr>
          <p:nvPr/>
        </p:nvSpPr>
        <p:spPr>
          <a:xfrm xmlns:a="http://schemas.openxmlformats.org/drawingml/2006/main">
            <a:off x="7581900" y="3000375"/>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1" name="보존할 것">
            <a:extLst xmlns:a="http://schemas.openxmlformats.org/drawingml/2006/main">
              <a:ext uri="{FF2B5EF4-FFF2-40B4-BE49-F238E27FC236}">
                <a16:creationId xmlns:a16="http://schemas.microsoft.com/office/drawing/2014/main" id="{9BC69517-4111-4874-8C03-FBEF5850B012}"/>
              </a:ext>
            </a:extLst>
          </p:cNvPr>
          <p:cNvSpPr>
            <a:spLocks xmlns:a="http://schemas.openxmlformats.org/drawingml/2006/main" noGrp="1"/>
          </p:cNvSpPr>
          <p:nvPr/>
        </p:nvSpPr>
        <p:spPr>
          <a:xfrm xmlns:a="http://schemas.openxmlformats.org/drawingml/2006/main">
            <a:off x="7581900" y="3238500"/>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보존할 것</a:t>
            </a:r>
          </a:p>
        </p:txBody>
      </p:sp>
      <p:sp>
        <p:nvSpPr>
          <p:cNvPr id="22" name="무엇을 그대로 지킬까?">
            <a:extLst xmlns:a="http://schemas.openxmlformats.org/drawingml/2006/main">
              <a:ext uri="{FF2B5EF4-FFF2-40B4-BE49-F238E27FC236}">
                <a16:creationId xmlns:a16="http://schemas.microsoft.com/office/drawing/2014/main" id="{F89F94D1-7BAA-4BAD-A61A-65A647E50D2F}"/>
              </a:ext>
            </a:extLst>
          </p:cNvPr>
          <p:cNvSpPr>
            <a:spLocks xmlns:a="http://schemas.openxmlformats.org/drawingml/2006/main" noGrp="1"/>
          </p:cNvSpPr>
          <p:nvPr/>
        </p:nvSpPr>
        <p:spPr>
          <a:xfrm xmlns:a="http://schemas.openxmlformats.org/drawingml/2006/main">
            <a:off x="7581900" y="3533775"/>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그대로 지킬까?</a:t>
            </a:r>
          </a:p>
        </p:txBody>
      </p:sp>
      <p:sp>
        <p:nvSpPr>
          <p:cNvPr id="23" name="?">
            <a:extLst xmlns:a="http://schemas.openxmlformats.org/drawingml/2006/main">
              <a:ext uri="{FF2B5EF4-FFF2-40B4-BE49-F238E27FC236}">
                <a16:creationId xmlns:a16="http://schemas.microsoft.com/office/drawing/2014/main" id="{2161C4C1-9533-4C40-BBDB-41E8E65B4026}"/>
              </a:ext>
            </a:extLst>
          </p:cNvPr>
          <p:cNvSpPr>
            <a:spLocks xmlns:a="http://schemas.openxmlformats.org/drawingml/2006/main" noGrp="1"/>
          </p:cNvSpPr>
          <p:nvPr/>
        </p:nvSpPr>
        <p:spPr>
          <a:xfrm xmlns:a="http://schemas.openxmlformats.org/drawingml/2006/main">
            <a:off x="11315700" y="3533775"/>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4" name="">
            <a:extLst xmlns:a="http://schemas.openxmlformats.org/drawingml/2006/main">
              <a:ext uri="{FF2B5EF4-FFF2-40B4-BE49-F238E27FC236}">
                <a16:creationId xmlns:a16="http://schemas.microsoft.com/office/drawing/2014/main" id="{264AC7E1-5E91-4C7D-9016-43A499C291DD}"/>
              </a:ext>
            </a:extLst>
          </p:cNvPr>
          <p:cNvSpPr>
            <a:spLocks xmlns:a="http://schemas.openxmlformats.org/drawingml/2006/main" noGrp="1"/>
          </p:cNvSpPr>
          <p:nvPr/>
        </p:nvSpPr>
        <p:spPr>
          <a:xfrm xmlns:a="http://schemas.openxmlformats.org/drawingml/2006/main">
            <a:off x="7581900" y="3981450"/>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5" name="완료 근거">
            <a:extLst xmlns:a="http://schemas.openxmlformats.org/drawingml/2006/main">
              <a:ext uri="{FF2B5EF4-FFF2-40B4-BE49-F238E27FC236}">
                <a16:creationId xmlns:a16="http://schemas.microsoft.com/office/drawing/2014/main" id="{05EB4450-768B-4BD4-AEA2-864CCB6A7EF9}"/>
              </a:ext>
            </a:extLst>
          </p:cNvPr>
          <p:cNvSpPr>
            <a:spLocks xmlns:a="http://schemas.openxmlformats.org/drawingml/2006/main" noGrp="1"/>
          </p:cNvSpPr>
          <p:nvPr/>
        </p:nvSpPr>
        <p:spPr>
          <a:xfrm xmlns:a="http://schemas.openxmlformats.org/drawingml/2006/main">
            <a:off x="7581900" y="42195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완료 근거</a:t>
            </a:r>
          </a:p>
        </p:txBody>
      </p:sp>
      <p:sp>
        <p:nvSpPr>
          <p:cNvPr id="26" name="무엇을 보면 끝났다고 할까?">
            <a:extLst xmlns:a="http://schemas.openxmlformats.org/drawingml/2006/main">
              <a:ext uri="{FF2B5EF4-FFF2-40B4-BE49-F238E27FC236}">
                <a16:creationId xmlns:a16="http://schemas.microsoft.com/office/drawing/2014/main" id="{49D4C5C5-CEA5-4A41-923D-26CBC6C79003}"/>
              </a:ext>
            </a:extLst>
          </p:cNvPr>
          <p:cNvSpPr>
            <a:spLocks xmlns:a="http://schemas.openxmlformats.org/drawingml/2006/main" noGrp="1"/>
          </p:cNvSpPr>
          <p:nvPr/>
        </p:nvSpPr>
        <p:spPr>
          <a:xfrm xmlns:a="http://schemas.openxmlformats.org/drawingml/2006/main">
            <a:off x="7581900" y="4514850"/>
            <a:ext cx="3771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보면 끝났다고 할까?</a:t>
            </a:r>
          </a:p>
        </p:txBody>
      </p:sp>
      <p:sp>
        <p:nvSpPr>
          <p:cNvPr id="27" name="?">
            <a:extLst xmlns:a="http://schemas.openxmlformats.org/drawingml/2006/main">
              <a:ext uri="{FF2B5EF4-FFF2-40B4-BE49-F238E27FC236}">
                <a16:creationId xmlns:a16="http://schemas.microsoft.com/office/drawing/2014/main" id="{030EDCEC-26D3-45EC-87A1-3D0FF319228E}"/>
              </a:ext>
            </a:extLst>
          </p:cNvPr>
          <p:cNvSpPr>
            <a:spLocks xmlns:a="http://schemas.openxmlformats.org/drawingml/2006/main" noGrp="1"/>
          </p:cNvSpPr>
          <p:nvPr/>
        </p:nvSpPr>
        <p:spPr>
          <a:xfrm xmlns:a="http://schemas.openxmlformats.org/drawingml/2006/main">
            <a:off x="11315700" y="4514850"/>
            <a:ext cx="266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2100" b="1">
                <a:solidFill>
                  <a:srgbClr val="0B6172"/>
                </a:solidFill>
                <a:latin typeface="Malgun Gothic"/>
                <a:ea typeface="Malgun Gothic"/>
                <a:cs typeface="Malgun Gothic"/>
              </a:defRPr>
            </a:defPPr>
            <a:lvl1pPr algn="r">
              <a:defRPr sz="2100" b="1">
                <a:solidFill>
                  <a:srgbClr val="0B6172"/>
                </a:solidFill>
                <a:latin typeface="Malgun Gothic"/>
                <a:ea typeface="Malgun Gothic"/>
                <a:cs typeface="Malgun Gothic"/>
              </a:defRPr>
            </a:lvl1pPr>
            <a:lvl2pPr algn="r">
              <a:defRPr sz="2100" b="1">
                <a:solidFill>
                  <a:srgbClr val="0B6172"/>
                </a:solidFill>
                <a:latin typeface="Malgun Gothic"/>
                <a:ea typeface="Malgun Gothic"/>
                <a:cs typeface="Malgun Gothic"/>
              </a:defRPr>
            </a:lvl2pPr>
            <a:lvl3pPr algn="r">
              <a:defRPr sz="2100" b="1">
                <a:solidFill>
                  <a:srgbClr val="0B6172"/>
                </a:solidFill>
                <a:latin typeface="Malgun Gothic"/>
                <a:ea typeface="Malgun Gothic"/>
                <a:cs typeface="Malgun Gothic"/>
              </a:defRPr>
            </a:lvl3pPr>
            <a:lvl4pPr algn="r">
              <a:defRPr sz="2100" b="1">
                <a:solidFill>
                  <a:srgbClr val="0B6172"/>
                </a:solidFill>
                <a:latin typeface="Malgun Gothic"/>
                <a:ea typeface="Malgun Gothic"/>
                <a:cs typeface="Malgun Gothic"/>
              </a:defRPr>
            </a:lvl4pPr>
            <a:lvl5pPr algn="r">
              <a:defRPr sz="2100" b="1">
                <a:solidFill>
                  <a:srgbClr val="0B6172"/>
                </a:solidFill>
                <a:latin typeface="Malgun Gothic"/>
                <a:ea typeface="Malgun Gothic"/>
                <a:cs typeface="Malgun Gothic"/>
              </a:defRPr>
            </a:lvl5pPr>
            <a:lvl6pPr algn="r">
              <a:defRPr sz="2100" b="1">
                <a:solidFill>
                  <a:srgbClr val="0B6172"/>
                </a:solidFill>
                <a:latin typeface="Malgun Gothic"/>
                <a:ea typeface="Malgun Gothic"/>
                <a:cs typeface="Malgun Gothic"/>
              </a:defRPr>
            </a:lvl6pPr>
            <a:lvl7pPr algn="r">
              <a:defRPr sz="2100" b="1">
                <a:solidFill>
                  <a:srgbClr val="0B6172"/>
                </a:solidFill>
                <a:latin typeface="Malgun Gothic"/>
                <a:ea typeface="Malgun Gothic"/>
                <a:cs typeface="Malgun Gothic"/>
              </a:defRPr>
            </a:lvl7pPr>
            <a:lvl8pPr algn="r">
              <a:defRPr sz="2100" b="1">
                <a:solidFill>
                  <a:srgbClr val="0B6172"/>
                </a:solidFill>
                <a:latin typeface="Malgun Gothic"/>
                <a:ea typeface="Malgun Gothic"/>
                <a:cs typeface="Malgun Gothic"/>
              </a:defRPr>
            </a:lvl8pPr>
            <a:lvl9pPr algn="r">
              <a:defRPr sz="2100" b="1">
                <a:solidFill>
                  <a:srgbClr val="0B6172"/>
                </a:solidFill>
                <a:latin typeface="Malgun Gothic"/>
                <a:ea typeface="Malgun Gothic"/>
                <a:cs typeface="Malgun Gothic"/>
              </a:defRPr>
            </a:lvl9pPr>
          </a:lstStyle>
          <a:p xmlns:a="http://schemas.openxmlformats.org/drawingml/2006/main">
            <a:pPr algn="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a:t>
            </a:r>
          </a:p>
        </p:txBody>
      </p:sp>
      <p:sp>
        <p:nvSpPr>
          <p:cNvPr id="28" name="">
            <a:extLst xmlns:a="http://schemas.openxmlformats.org/drawingml/2006/main">
              <a:ext uri="{FF2B5EF4-FFF2-40B4-BE49-F238E27FC236}">
                <a16:creationId xmlns:a16="http://schemas.microsoft.com/office/drawing/2014/main" id="{4B9EE8CA-7F57-4B93-A659-D4F9DB8B0577}"/>
              </a:ext>
            </a:extLst>
          </p:cNvPr>
          <p:cNvSpPr>
            <a:spLocks xmlns:a="http://schemas.openxmlformats.org/drawingml/2006/main" noGrp="1"/>
          </p:cNvSpPr>
          <p:nvPr/>
        </p:nvSpPr>
        <p:spPr>
          <a:xfrm xmlns:a="http://schemas.openxmlformats.org/drawingml/2006/main">
            <a:off x="7581900" y="4962525"/>
            <a:ext cx="4000500" cy="0"/>
          </a:xfrm>
          <a:prstGeom xmlns:a="http://schemas.openxmlformats.org/drawingml/2006/main" prst="line">
            <a:avLst/>
          </a:prstGeom>
          <a:noFill xmlns:a="http://schemas.openxmlformats.org/drawingml/2006/main"/>
          <a:ln xmlns:a="http://schemas.openxmlformats.org/drawingml/2006/main" w="14288">
            <a:solidFill>
              <a:srgbClr val="C7D0DA"/>
            </a:solidFill>
            <a:prstDash val="solid"/>
          </a:ln>
        </p:spPr>
      </p:sp>
      <p:sp>
        <p:nvSpPr>
          <p:cNvPr id="29" name="재탐색·재시도가 길어질 수 있다">
            <a:extLst xmlns:a="http://schemas.openxmlformats.org/drawingml/2006/main">
              <a:ext uri="{FF2B5EF4-FFF2-40B4-BE49-F238E27FC236}">
                <a16:creationId xmlns:a16="http://schemas.microsoft.com/office/drawing/2014/main" id="{138CEEFC-9004-44D5-B46D-EEDDC0AE7E91}"/>
              </a:ext>
            </a:extLst>
          </p:cNvPr>
          <p:cNvSpPr>
            <a:spLocks xmlns:a="http://schemas.openxmlformats.org/drawingml/2006/main" noGrp="1"/>
          </p:cNvSpPr>
          <p:nvPr/>
        </p:nvSpPr>
        <p:spPr>
          <a:xfrm xmlns:a="http://schemas.openxmlformats.org/drawingml/2006/main">
            <a:off x="609600" y="4648200"/>
            <a:ext cx="657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805400"/>
                </a:solidFill>
                <a:latin typeface="Malgun Gothic"/>
                <a:ea typeface="Malgun Gothic"/>
                <a:cs typeface="Malgun Gothic"/>
              </a:defRPr>
            </a:defPPr>
            <a:lvl1pPr algn="l">
              <a:defRPr sz="1950" b="1">
                <a:solidFill>
                  <a:srgbClr val="805400"/>
                </a:solidFill>
                <a:latin typeface="Malgun Gothic"/>
                <a:ea typeface="Malgun Gothic"/>
                <a:cs typeface="Malgun Gothic"/>
              </a:defRPr>
            </a:lvl1pPr>
            <a:lvl2pPr algn="l">
              <a:defRPr sz="1950" b="1">
                <a:solidFill>
                  <a:srgbClr val="805400"/>
                </a:solidFill>
                <a:latin typeface="Malgun Gothic"/>
                <a:ea typeface="Malgun Gothic"/>
                <a:cs typeface="Malgun Gothic"/>
              </a:defRPr>
            </a:lvl2pPr>
            <a:lvl3pPr algn="l">
              <a:defRPr sz="1950" b="1">
                <a:solidFill>
                  <a:srgbClr val="805400"/>
                </a:solidFill>
                <a:latin typeface="Malgun Gothic"/>
                <a:ea typeface="Malgun Gothic"/>
                <a:cs typeface="Malgun Gothic"/>
              </a:defRPr>
            </a:lvl3pPr>
            <a:lvl4pPr algn="l">
              <a:defRPr sz="1950" b="1">
                <a:solidFill>
                  <a:srgbClr val="805400"/>
                </a:solidFill>
                <a:latin typeface="Malgun Gothic"/>
                <a:ea typeface="Malgun Gothic"/>
                <a:cs typeface="Malgun Gothic"/>
              </a:defRPr>
            </a:lvl4pPr>
            <a:lvl5pPr algn="l">
              <a:defRPr sz="1950" b="1">
                <a:solidFill>
                  <a:srgbClr val="805400"/>
                </a:solidFill>
                <a:latin typeface="Malgun Gothic"/>
                <a:ea typeface="Malgun Gothic"/>
                <a:cs typeface="Malgun Gothic"/>
              </a:defRPr>
            </a:lvl5pPr>
            <a:lvl6pPr algn="l">
              <a:defRPr sz="1950" b="1">
                <a:solidFill>
                  <a:srgbClr val="805400"/>
                </a:solidFill>
                <a:latin typeface="Malgun Gothic"/>
                <a:ea typeface="Malgun Gothic"/>
                <a:cs typeface="Malgun Gothic"/>
              </a:defRPr>
            </a:lvl6pPr>
            <a:lvl7pPr algn="l">
              <a:defRPr sz="1950" b="1">
                <a:solidFill>
                  <a:srgbClr val="805400"/>
                </a:solidFill>
                <a:latin typeface="Malgun Gothic"/>
                <a:ea typeface="Malgun Gothic"/>
                <a:cs typeface="Malgun Gothic"/>
              </a:defRPr>
            </a:lvl7pPr>
            <a:lvl8pPr algn="l">
              <a:defRPr sz="1950" b="1">
                <a:solidFill>
                  <a:srgbClr val="805400"/>
                </a:solidFill>
                <a:latin typeface="Malgun Gothic"/>
                <a:ea typeface="Malgun Gothic"/>
                <a:cs typeface="Malgun Gothic"/>
              </a:defRPr>
            </a:lvl8pPr>
            <a:lvl9pPr algn="l">
              <a:defRPr sz="1950" b="1">
                <a:solidFill>
                  <a:srgbClr val="805400"/>
                </a:solidFill>
                <a:latin typeface="Malgun Gothic"/>
                <a:ea typeface="Malgun Gothic"/>
                <a:cs typeface="Malgun Gothic"/>
              </a:defRPr>
            </a:lvl9pPr>
          </a:lstStyle>
          <a:p xmlns:a="http://schemas.openxmlformats.org/drawingml/2006/main">
            <a:pPr algn="l">
              <a:defRPr sz="1950" b="1">
                <a:solidFill>
                  <a:srgbClr val="805400"/>
                </a:solidFill>
                <a:latin typeface="Malgun Gothic"/>
                <a:ea typeface="Malgun Gothic"/>
                <a:cs typeface="Malgun Gothic"/>
              </a:defRPr>
            </a:pPr>
            <a:r>
              <a:rPr sz="1950" b="1">
                <a:solidFill>
                  <a:srgbClr val="805400"/>
                </a:solidFill>
                <a:latin typeface="Malgun Gothic"/>
                <a:ea typeface="Malgun Gothic"/>
                <a:cs typeface="Malgun Gothic"/>
              </a:rPr>
              <a:t>재탐색·재시도가 길어질 수 있다</a:t>
            </a:r>
          </a:p>
        </p:txBody>
      </p:sp>
      <p:sp>
        <p:nvSpPr>
          <p:cNvPr id="30" name="토큰 소모">
            <a:extLst xmlns:a="http://schemas.openxmlformats.org/drawingml/2006/main">
              <a:ext uri="{FF2B5EF4-FFF2-40B4-BE49-F238E27FC236}">
                <a16:creationId xmlns:a16="http://schemas.microsoft.com/office/drawing/2014/main" id="{E520E71D-8BED-493B-87E9-3005AD04A2F3}"/>
              </a:ext>
            </a:extLst>
          </p:cNvPr>
          <p:cNvSpPr>
            <a:spLocks xmlns:a="http://schemas.openxmlformats.org/drawingml/2006/main" noGrp="1"/>
          </p:cNvSpPr>
          <p:nvPr/>
        </p:nvSpPr>
        <p:spPr>
          <a:xfrm xmlns:a="http://schemas.openxmlformats.org/drawingml/2006/main">
            <a:off x="609600" y="5162550"/>
            <a:ext cx="1219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토큰 소모</a:t>
            </a:r>
          </a:p>
        </p:txBody>
      </p:sp>
      <p:pic>
        <p:nvPicPr>
          <p:cNvPr id="31" name="">
            <a:extLst xmlns:a="http://schemas.openxmlformats.org/drawingml/2006/main">
              <a:ext uri="{FF2B5EF4-FFF2-40B4-BE49-F238E27FC236}">
                <a16:creationId xmlns:a16="http://schemas.microsoft.com/office/drawing/2014/main" id="{A8CD4BC2-BE9F-41F8-8CDE-3622EE2DDC78}"/>
              </a:ext>
            </a:extLst>
          </p:cNvPr>
          <p:cNvPicPr>
            <a:picLocks xmlns:a="http://schemas.openxmlformats.org/drawingml/2006/main" noChangeAspect="1"/>
          </p:cNvPicPr>
          <p:nvPr/>
        </p:nvPicPr>
        <p:blipFill>
          <a:blip xmlns:r="http://schemas.openxmlformats.org/officeDocument/2006/relationships" xmlns:a="http://schemas.openxmlformats.org/drawingml/2006/main" r:embed="R67a56721a6024f58"/>
          <a:stretch xmlns:a="http://schemas.openxmlformats.org/drawingml/2006/main"/>
        </p:blipFill>
        <p:spPr>
          <a:xfrm xmlns:a="http://schemas.openxmlformats.org/drawingml/2006/main">
            <a:off x="1809750" y="5064090"/>
            <a:ext cx="1543050" cy="501719"/>
          </a:xfrm>
          <a:prstGeom xmlns:a="http://schemas.openxmlformats.org/drawingml/2006/main" prst="rect">
            <a:avLst/>
          </a:prstGeom>
        </p:spPr>
      </p:pic>
      <p:sp>
        <p:nvSpPr>
          <p:cNvPr id="32" name="작업 시간">
            <a:extLst xmlns:a="http://schemas.openxmlformats.org/drawingml/2006/main">
              <a:ext uri="{FF2B5EF4-FFF2-40B4-BE49-F238E27FC236}">
                <a16:creationId xmlns:a16="http://schemas.microsoft.com/office/drawing/2014/main" id="{6A73C8D7-8769-4CD3-BDFC-0CB23C19403E}"/>
              </a:ext>
            </a:extLst>
          </p:cNvPr>
          <p:cNvSpPr>
            <a:spLocks xmlns:a="http://schemas.openxmlformats.org/drawingml/2006/main" noGrp="1"/>
          </p:cNvSpPr>
          <p:nvPr/>
        </p:nvSpPr>
        <p:spPr>
          <a:xfrm xmlns:a="http://schemas.openxmlformats.org/drawingml/2006/main">
            <a:off x="3886200" y="5162550"/>
            <a:ext cx="1219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작업 시간</a:t>
            </a:r>
          </a:p>
        </p:txBody>
      </p:sp>
      <p:pic>
        <p:nvPicPr>
          <p:cNvPr id="33" name="">
            <a:extLst xmlns:a="http://schemas.openxmlformats.org/drawingml/2006/main">
              <a:ext uri="{FF2B5EF4-FFF2-40B4-BE49-F238E27FC236}">
                <a16:creationId xmlns:a16="http://schemas.microsoft.com/office/drawing/2014/main" id="{96430871-5E88-48FC-84C5-F750CDC80D95}"/>
              </a:ext>
            </a:extLst>
          </p:cNvPr>
          <p:cNvPicPr>
            <a:picLocks xmlns:a="http://schemas.openxmlformats.org/drawingml/2006/main" noChangeAspect="1"/>
          </p:cNvPicPr>
          <p:nvPr/>
        </p:nvPicPr>
        <p:blipFill>
          <a:blip xmlns:r="http://schemas.openxmlformats.org/officeDocument/2006/relationships" xmlns:a="http://schemas.openxmlformats.org/drawingml/2006/main" r:embed="Re3e79c566990491a"/>
          <a:stretch xmlns:a="http://schemas.openxmlformats.org/drawingml/2006/main"/>
        </p:blipFill>
        <p:spPr>
          <a:xfrm xmlns:a="http://schemas.openxmlformats.org/drawingml/2006/main">
            <a:off x="5127724" y="5038725"/>
            <a:ext cx="1460302" cy="552450"/>
          </a:xfrm>
          <a:prstGeom xmlns:a="http://schemas.openxmlformats.org/drawingml/2006/main" prst="rect">
            <a:avLst/>
          </a:prstGeom>
        </p:spPr>
      </p:pic>
      <p:sp>
        <p:nvSpPr>
          <p:cNvPr id="34" name="Legacy module connection">
            <a:extLst xmlns:a="http://schemas.openxmlformats.org/drawingml/2006/main">
              <a:ext uri="{FF2B5EF4-FFF2-40B4-BE49-F238E27FC236}">
                <a16:creationId xmlns:a16="http://schemas.microsoft.com/office/drawing/2014/main" id="{CBF84BA3-5C5F-4182-8B86-FCBF32ACACC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706633463"/>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ACT 1 · 같은 Agent, 같은 요청, 가능한 해석">
            <a:extLst xmlns:a="http://schemas.openxmlformats.org/drawingml/2006/main">
              <a:ext uri="{FF2B5EF4-FFF2-40B4-BE49-F238E27FC236}">
                <a16:creationId xmlns:a16="http://schemas.microsoft.com/office/drawing/2014/main" id="{34AA8257-A597-4848-BE5B-42CD19B92C04}"/>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같은 Agent, 같은 요청, 가능한 해석</a:t>
            </a:r>
          </a:p>
        </p:txBody>
      </p:sp>
      <p:sp>
        <p:nvSpPr>
          <p:cNvPr id="2" name="S16">
            <a:extLst xmlns:a="http://schemas.openxmlformats.org/drawingml/2006/main">
              <a:ext uri="{FF2B5EF4-FFF2-40B4-BE49-F238E27FC236}">
                <a16:creationId xmlns:a16="http://schemas.microsoft.com/office/drawing/2014/main" id="{94DFB7BA-B4D7-467D-BABF-D3A5266F044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S16</a:t>
            </a:r>
          </a:p>
        </p:txBody>
      </p:sp>
      <p:sp>
        <p:nvSpPr>
          <p:cNvPr id="3" name="요청만으로는 의도가 보이지 않는다">
            <a:extLst xmlns:a="http://schemas.openxmlformats.org/drawingml/2006/main">
              <a:ext uri="{FF2B5EF4-FFF2-40B4-BE49-F238E27FC236}">
                <a16:creationId xmlns:a16="http://schemas.microsoft.com/office/drawing/2014/main" id="{7A3D34D2-1E5B-4EA2-A982-7E21438D483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요청만으로는 의도가 보이지 않는다</a:t>
            </a:r>
          </a:p>
        </p:txBody>
      </p:sp>
      <p:sp>
        <p:nvSpPr>
          <p:cNvPr id="4" name="">
            <a:extLst xmlns:a="http://schemas.openxmlformats.org/drawingml/2006/main">
              <a:ext uri="{FF2B5EF4-FFF2-40B4-BE49-F238E27FC236}">
                <a16:creationId xmlns:a16="http://schemas.microsoft.com/office/drawing/2014/main" id="{EEC9BB2E-79BF-4F08-B5AF-B3184E05423B}"/>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병렬 시간선 · 실제 반복 실행·동시 Subagent·분기 확률을 관찰한 결과가 아님">
            <a:extLst xmlns:a="http://schemas.openxmlformats.org/drawingml/2006/main">
              <a:ext uri="{FF2B5EF4-FFF2-40B4-BE49-F238E27FC236}">
                <a16:creationId xmlns:a16="http://schemas.microsoft.com/office/drawing/2014/main" id="{DB8DB1B3-0801-4313-828A-46809CFB76C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병렬 시간선 · 실제 반복 실행·동시 Subagent·분기 확률을 관찰한 결과가 아님</a:t>
            </a:r>
          </a:p>
        </p:txBody>
      </p:sp>
      <p:sp>
        <p:nvSpPr>
          <p:cNvPr id="6" name="짧은 요청의 가능한 해석을 그렸습니다. 실제 TRIAL-002 Prompt나 특정 실패의 재현이 아닙니다.">
            <a:extLst xmlns:a="http://schemas.openxmlformats.org/drawingml/2006/main">
              <a:ext uri="{FF2B5EF4-FFF2-40B4-BE49-F238E27FC236}">
                <a16:creationId xmlns:a16="http://schemas.microsoft.com/office/drawing/2014/main" id="{E44E9853-4501-475A-8103-60690117529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짧은 요청의 가능한 해석을 그렸습니다. 실제 TRIAL-002 Prompt나 특정 실패의 재현이 아닙니다.</a:t>
            </a:r>
          </a:p>
        </p:txBody>
      </p:sp>
      <p:sp>
        <p:nvSpPr>
          <p:cNvPr id="7" name="같은 모호함을, 앞서 본 crop 사례로 좁혀 보자.">
            <a:extLst xmlns:a="http://schemas.openxmlformats.org/drawingml/2006/main">
              <a:ext uri="{FF2B5EF4-FFF2-40B4-BE49-F238E27FC236}">
                <a16:creationId xmlns:a16="http://schemas.microsoft.com/office/drawing/2014/main" id="{E4DF3C40-CEF1-4AC2-8FF5-8F6B54CFA802}"/>
              </a:ext>
            </a:extLst>
          </p:cNvPr>
          <p:cNvSpPr>
            <a:spLocks xmlns:a="http://schemas.openxmlformats.org/drawingml/2006/main" noGrp="1"/>
          </p:cNvSpPr>
          <p:nvPr/>
        </p:nvSpPr>
        <p:spPr>
          <a:xfrm xmlns:a="http://schemas.openxmlformats.org/drawingml/2006/main">
            <a:off x="609600" y="155257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같은 모호함을, 앞서 본 crop 사례로 좁혀 보자.</a:t>
            </a:r>
          </a:p>
        </p:txBody>
      </p:sp>
      <p:sp>
        <p:nvSpPr>
          <p:cNvPr id="8" name="">
            <a:extLst xmlns:a="http://schemas.openxmlformats.org/drawingml/2006/main">
              <a:ext uri="{FF2B5EF4-FFF2-40B4-BE49-F238E27FC236}">
                <a16:creationId xmlns:a16="http://schemas.microsoft.com/office/drawing/2014/main" id="{33F27841-F3FA-407D-AA9B-0F2B1B260522}"/>
              </a:ext>
            </a:extLst>
          </p:cNvPr>
          <p:cNvSpPr>
            <a:spLocks xmlns:a="http://schemas.openxmlformats.org/drawingml/2006/main" noGrp="1"/>
          </p:cNvSpPr>
          <p:nvPr/>
        </p:nvSpPr>
        <p:spPr>
          <a:xfrm xmlns:a="http://schemas.openxmlformats.org/drawingml/2006/main">
            <a:off x="609600" y="2000250"/>
            <a:ext cx="4191000" cy="1562100"/>
          </a:xfrm>
          <a:prstGeom xmlns:a="http://schemas.openxmlformats.org/drawingml/2006/main" prst="roundRect">
            <a:avLst>
              <a:gd name="adj" fmla="val 7317"/>
            </a:avLst>
          </a:prstGeom>
          <a:solidFill xmlns:a="http://schemas.openxmlformats.org/drawingml/2006/main">
            <a:srgbClr val="FFFFFF"/>
          </a:solidFill>
          <a:ln xmlns:a="http://schemas.openxmlformats.org/drawingml/2006/main" w="14288">
            <a:solidFill>
              <a:srgbClr val="C7D0DA"/>
            </a:solidFill>
            <a:prstDash val="solid"/>
          </a:ln>
        </p:spPr>
      </p:sp>
      <p:sp>
        <p:nvSpPr>
          <p:cNvPr id="9" name="요청 입력 · 교육용 재구성">
            <a:extLst xmlns:a="http://schemas.openxmlformats.org/drawingml/2006/main">
              <a:ext uri="{FF2B5EF4-FFF2-40B4-BE49-F238E27FC236}">
                <a16:creationId xmlns:a16="http://schemas.microsoft.com/office/drawing/2014/main" id="{FFD26902-847C-41A3-9FB1-1B6252184E21}"/>
              </a:ext>
            </a:extLst>
          </p:cNvPr>
          <p:cNvSpPr>
            <a:spLocks xmlns:a="http://schemas.openxmlformats.org/drawingml/2006/main" noGrp="1"/>
          </p:cNvSpPr>
          <p:nvPr/>
        </p:nvSpPr>
        <p:spPr>
          <a:xfrm xmlns:a="http://schemas.openxmlformats.org/drawingml/2006/main">
            <a:off x="781050" y="2095500"/>
            <a:ext cx="38481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10" name="">
            <a:extLst xmlns:a="http://schemas.openxmlformats.org/drawingml/2006/main">
              <a:ext uri="{FF2B5EF4-FFF2-40B4-BE49-F238E27FC236}">
                <a16:creationId xmlns:a16="http://schemas.microsoft.com/office/drawing/2014/main" id="{5567BB1F-5853-4DC5-AE0D-970778975DBD}"/>
              </a:ext>
            </a:extLst>
          </p:cNvPr>
          <p:cNvSpPr>
            <a:spLocks xmlns:a="http://schemas.openxmlformats.org/drawingml/2006/main" noGrp="1"/>
          </p:cNvSpPr>
          <p:nvPr/>
        </p:nvSpPr>
        <p:spPr>
          <a:xfrm xmlns:a="http://schemas.openxmlformats.org/drawingml/2006/main">
            <a:off x="781050" y="2447925"/>
            <a:ext cx="38481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crop test 고쳐줘">
            <a:extLst xmlns:a="http://schemas.openxmlformats.org/drawingml/2006/main">
              <a:ext uri="{FF2B5EF4-FFF2-40B4-BE49-F238E27FC236}">
                <a16:creationId xmlns:a16="http://schemas.microsoft.com/office/drawing/2014/main" id="{CC6AC5E3-A37C-42DC-A7E8-D8B2C5126099}"/>
              </a:ext>
            </a:extLst>
          </p:cNvPr>
          <p:cNvSpPr>
            <a:spLocks xmlns:a="http://schemas.openxmlformats.org/drawingml/2006/main" noGrp="1"/>
          </p:cNvSpPr>
          <p:nvPr/>
        </p:nvSpPr>
        <p:spPr>
          <a:xfrm xmlns:a="http://schemas.openxmlformats.org/drawingml/2006/main">
            <a:off x="800100" y="2609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crop test 고쳐줘</a:t>
            </a:r>
          </a:p>
        </p:txBody>
      </p:sp>
      <p:sp>
        <p:nvSpPr>
          <p:cNvPr id="12" name="+">
            <a:extLst xmlns:a="http://schemas.openxmlformats.org/drawingml/2006/main">
              <a:ext uri="{FF2B5EF4-FFF2-40B4-BE49-F238E27FC236}">
                <a16:creationId xmlns:a16="http://schemas.microsoft.com/office/drawing/2014/main" id="{F85CF31E-0046-4D8F-861F-EF898386D3FA}"/>
              </a:ext>
            </a:extLst>
          </p:cNvPr>
          <p:cNvSpPr>
            <a:spLocks xmlns:a="http://schemas.openxmlformats.org/drawingml/2006/main" noGrp="1"/>
          </p:cNvSpPr>
          <p:nvPr/>
        </p:nvSpPr>
        <p:spPr>
          <a:xfrm xmlns:a="http://schemas.openxmlformats.org/drawingml/2006/main">
            <a:off x="781050" y="32385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13" name="">
            <a:extLst xmlns:a="http://schemas.openxmlformats.org/drawingml/2006/main">
              <a:ext uri="{FF2B5EF4-FFF2-40B4-BE49-F238E27FC236}">
                <a16:creationId xmlns:a16="http://schemas.microsoft.com/office/drawing/2014/main" id="{D163C509-8941-4D9C-8CC2-D9C694BB9598}"/>
              </a:ext>
            </a:extLst>
          </p:cNvPr>
          <p:cNvSpPr>
            <a:spLocks xmlns:a="http://schemas.openxmlformats.org/drawingml/2006/main" noGrp="1"/>
          </p:cNvSpPr>
          <p:nvPr/>
        </p:nvSpPr>
        <p:spPr>
          <a:xfrm xmlns:a="http://schemas.openxmlformats.org/drawingml/2006/main">
            <a:off x="4391025" y="321945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006EA6F3-2C84-4309-B8CD-1AC27D1106A1}"/>
              </a:ext>
            </a:extLst>
          </p:cNvPr>
          <p:cNvSpPr>
            <a:spLocks xmlns:a="http://schemas.openxmlformats.org/drawingml/2006/main" noGrp="1"/>
          </p:cNvSpPr>
          <p:nvPr/>
        </p:nvSpPr>
        <p:spPr>
          <a:xfrm xmlns:a="http://schemas.openxmlformats.org/drawingml/2006/main">
            <a:off x="4391025" y="32099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pic>
        <p:nvPicPr>
          <p:cNvPr id="15" name="">
            <a:extLst xmlns:a="http://schemas.openxmlformats.org/drawingml/2006/main">
              <a:ext uri="{FF2B5EF4-FFF2-40B4-BE49-F238E27FC236}">
                <a16:creationId xmlns:a16="http://schemas.microsoft.com/office/drawing/2014/main" id="{E0A6C92C-E236-4766-BDBC-4B71CDF0C447}"/>
              </a:ext>
            </a:extLst>
          </p:cNvPr>
          <p:cNvPicPr>
            <a:picLocks xmlns:a="http://schemas.openxmlformats.org/drawingml/2006/main" noChangeAspect="1"/>
          </p:cNvPicPr>
          <p:nvPr/>
        </p:nvPicPr>
        <p:blipFill>
          <a:blip xmlns:r="http://schemas.openxmlformats.org/officeDocument/2006/relationships" xmlns:a="http://schemas.openxmlformats.org/drawingml/2006/main" r:embed="Re76915ec341b4b38"/>
          <a:stretch xmlns:a="http://schemas.openxmlformats.org/drawingml/2006/main"/>
        </p:blipFill>
        <p:spPr>
          <a:xfrm xmlns:a="http://schemas.openxmlformats.org/drawingml/2006/main">
            <a:off x="1587500" y="3609975"/>
            <a:ext cx="1778000" cy="1333500"/>
          </a:xfrm>
          <a:prstGeom xmlns:a="http://schemas.openxmlformats.org/drawingml/2006/main" prst="rect">
            <a:avLst/>
          </a:prstGeom>
        </p:spPr>
      </p:pic>
      <p:sp>
        <p:nvSpPr>
          <p:cNvPr id="16" name="같은 AI Agent · 같은 요청">
            <a:extLst xmlns:a="http://schemas.openxmlformats.org/drawingml/2006/main">
              <a:ext uri="{FF2B5EF4-FFF2-40B4-BE49-F238E27FC236}">
                <a16:creationId xmlns:a16="http://schemas.microsoft.com/office/drawing/2014/main" id="{B44E5024-6C03-4297-B80F-1A6F983F2E81}"/>
              </a:ext>
            </a:extLst>
          </p:cNvPr>
          <p:cNvSpPr>
            <a:spLocks xmlns:a="http://schemas.openxmlformats.org/drawingml/2006/main" noGrp="1"/>
          </p:cNvSpPr>
          <p:nvPr/>
        </p:nvSpPr>
        <p:spPr>
          <a:xfrm xmlns:a="http://schemas.openxmlformats.org/drawingml/2006/main">
            <a:off x="609600" y="491490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0B6172"/>
                </a:solidFill>
                <a:latin typeface="Malgun Gothic"/>
                <a:ea typeface="Malgun Gothic"/>
                <a:cs typeface="Malgun Gothic"/>
              </a:defRPr>
            </a:defPPr>
            <a:lvl1pPr algn="ctr">
              <a:defRPr sz="1875" b="1">
                <a:solidFill>
                  <a:srgbClr val="0B6172"/>
                </a:solidFill>
                <a:latin typeface="Malgun Gothic"/>
                <a:ea typeface="Malgun Gothic"/>
                <a:cs typeface="Malgun Gothic"/>
              </a:defRPr>
            </a:lvl1pPr>
            <a:lvl2pPr algn="ctr">
              <a:defRPr sz="1875" b="1">
                <a:solidFill>
                  <a:srgbClr val="0B6172"/>
                </a:solidFill>
                <a:latin typeface="Malgun Gothic"/>
                <a:ea typeface="Malgun Gothic"/>
                <a:cs typeface="Malgun Gothic"/>
              </a:defRPr>
            </a:lvl2pPr>
            <a:lvl3pPr algn="ctr">
              <a:defRPr sz="1875" b="1">
                <a:solidFill>
                  <a:srgbClr val="0B6172"/>
                </a:solidFill>
                <a:latin typeface="Malgun Gothic"/>
                <a:ea typeface="Malgun Gothic"/>
                <a:cs typeface="Malgun Gothic"/>
              </a:defRPr>
            </a:lvl3pPr>
            <a:lvl4pPr algn="ctr">
              <a:defRPr sz="1875" b="1">
                <a:solidFill>
                  <a:srgbClr val="0B6172"/>
                </a:solidFill>
                <a:latin typeface="Malgun Gothic"/>
                <a:ea typeface="Malgun Gothic"/>
                <a:cs typeface="Malgun Gothic"/>
              </a:defRPr>
            </a:lvl4pPr>
            <a:lvl5pPr algn="ctr">
              <a:defRPr sz="1875" b="1">
                <a:solidFill>
                  <a:srgbClr val="0B6172"/>
                </a:solidFill>
                <a:latin typeface="Malgun Gothic"/>
                <a:ea typeface="Malgun Gothic"/>
                <a:cs typeface="Malgun Gothic"/>
              </a:defRPr>
            </a:lvl5pPr>
            <a:lvl6pPr algn="ctr">
              <a:defRPr sz="1875" b="1">
                <a:solidFill>
                  <a:srgbClr val="0B6172"/>
                </a:solidFill>
                <a:latin typeface="Malgun Gothic"/>
                <a:ea typeface="Malgun Gothic"/>
                <a:cs typeface="Malgun Gothic"/>
              </a:defRPr>
            </a:lvl6pPr>
            <a:lvl7pPr algn="ctr">
              <a:defRPr sz="1875" b="1">
                <a:solidFill>
                  <a:srgbClr val="0B6172"/>
                </a:solidFill>
                <a:latin typeface="Malgun Gothic"/>
                <a:ea typeface="Malgun Gothic"/>
                <a:cs typeface="Malgun Gothic"/>
              </a:defRPr>
            </a:lvl7pPr>
            <a:lvl8pPr algn="ctr">
              <a:defRPr sz="1875" b="1">
                <a:solidFill>
                  <a:srgbClr val="0B6172"/>
                </a:solidFill>
                <a:latin typeface="Malgun Gothic"/>
                <a:ea typeface="Malgun Gothic"/>
                <a:cs typeface="Malgun Gothic"/>
              </a:defRPr>
            </a:lvl8pPr>
            <a:lvl9pPr algn="ctr">
              <a:defRPr sz="1875" b="1">
                <a:solidFill>
                  <a:srgbClr val="0B6172"/>
                </a:solidFill>
                <a:latin typeface="Malgun Gothic"/>
                <a:ea typeface="Malgun Gothic"/>
                <a:cs typeface="Malgun Gothic"/>
              </a:defRPr>
            </a:lvl9pPr>
          </a:lstStyle>
          <a:p xmlns:a="http://schemas.openxmlformats.org/drawingml/2006/main">
            <a:pPr algn="ctr">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같은 AI Agent · 같은 요청</a:t>
            </a:r>
          </a:p>
        </p:txBody>
      </p:sp>
      <p:sp>
        <p:nvSpPr>
          <p:cNvPr id="17" name="">
            <a:extLst xmlns:a="http://schemas.openxmlformats.org/drawingml/2006/main">
              <a:ext uri="{FF2B5EF4-FFF2-40B4-BE49-F238E27FC236}">
                <a16:creationId xmlns:a16="http://schemas.microsoft.com/office/drawing/2014/main" id="{480E7092-8D24-424E-BED7-3DA22A2B52FE}"/>
              </a:ext>
            </a:extLst>
          </p:cNvPr>
          <p:cNvSpPr>
            <a:spLocks xmlns:a="http://schemas.openxmlformats.org/drawingml/2006/main" noGrp="1"/>
          </p:cNvSpPr>
          <p:nvPr/>
        </p:nvSpPr>
        <p:spPr>
          <a:xfrm xmlns:a="http://schemas.openxmlformats.org/drawingml/2006/main">
            <a:off x="4029075" y="4000500"/>
            <a:ext cx="838200" cy="20955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8" name="어느 경로를 원하는가?">
            <a:extLst xmlns:a="http://schemas.openxmlformats.org/drawingml/2006/main">
              <a:ext uri="{FF2B5EF4-FFF2-40B4-BE49-F238E27FC236}">
                <a16:creationId xmlns:a16="http://schemas.microsoft.com/office/drawing/2014/main" id="{9294D4DB-3E1D-46E1-BEC0-9BF1A3A720C6}"/>
              </a:ext>
            </a:extLst>
          </p:cNvPr>
          <p:cNvSpPr>
            <a:spLocks xmlns:a="http://schemas.openxmlformats.org/drawingml/2006/main" noGrp="1"/>
          </p:cNvSpPr>
          <p:nvPr/>
        </p:nvSpPr>
        <p:spPr>
          <a:xfrm xmlns:a="http://schemas.openxmlformats.org/drawingml/2006/main">
            <a:off x="5410200" y="1895475"/>
            <a:ext cx="6172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어느 경로를 원하는가?</a:t>
            </a:r>
          </a:p>
        </p:txBody>
      </p:sp>
      <p:sp>
        <p:nvSpPr>
          <p:cNvPr id="19" name="">
            <a:extLst xmlns:a="http://schemas.openxmlformats.org/drawingml/2006/main">
              <a:ext uri="{FF2B5EF4-FFF2-40B4-BE49-F238E27FC236}">
                <a16:creationId xmlns:a16="http://schemas.microsoft.com/office/drawing/2014/main" id="{6A4C7667-8839-409B-B4F7-36A958DF5A33}"/>
              </a:ext>
            </a:extLst>
          </p:cNvPr>
          <p:cNvSpPr>
            <a:spLocks xmlns:a="http://schemas.openxmlformats.org/drawingml/2006/main" noGrp="1"/>
          </p:cNvSpPr>
          <p:nvPr/>
        </p:nvSpPr>
        <p:spPr>
          <a:xfrm xmlns:a="http://schemas.openxmlformats.org/drawingml/2006/main">
            <a:off x="5343525" y="4019550"/>
            <a:ext cx="133350" cy="1333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0" name="Possible interpretation A">
            <a:extLst xmlns:a="http://schemas.openxmlformats.org/drawingml/2006/main">
              <a:ext uri="{FF2B5EF4-FFF2-40B4-BE49-F238E27FC236}">
                <a16:creationId xmlns:a16="http://schemas.microsoft.com/office/drawing/2014/main" id="{1511B909-A1FC-4D48-935E-6258E4DB20F5}"/>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0"/>
                  <a:pt x="1047750" y="0"/>
                </a:cubicBezTo>
                <a:lnTo>
                  <a:pt x="6057900" y="0"/>
                </a:lnTo>
              </a:path>
            </a:pathLst>
          </a:custGeom>
          <a:noFill xmlns:a="http://schemas.openxmlformats.org/drawingml/2006/main"/>
          <a:ln xmlns:a="http://schemas.openxmlformats.org/drawingml/2006/main" w="19050">
            <a:solidFill>
              <a:srgbClr val="4D5A68"/>
            </a:solidFill>
            <a:prstDash val="solid"/>
          </a:ln>
        </p:spPr>
      </p:sp>
      <p:sp>
        <p:nvSpPr>
          <p:cNvPr id="21" name="">
            <a:extLst xmlns:a="http://schemas.openxmlformats.org/drawingml/2006/main">
              <a:ext uri="{FF2B5EF4-FFF2-40B4-BE49-F238E27FC236}">
                <a16:creationId xmlns:a16="http://schemas.microsoft.com/office/drawing/2014/main" id="{1F068A09-9AEF-462B-9B95-ADF0B2338A19}"/>
              </a:ext>
            </a:extLst>
          </p:cNvPr>
          <p:cNvSpPr>
            <a:spLocks xmlns:a="http://schemas.openxmlformats.org/drawingml/2006/main" noGrp="1"/>
          </p:cNvSpPr>
          <p:nvPr/>
        </p:nvSpPr>
        <p:spPr>
          <a:xfrm xmlns:a="http://schemas.openxmlformats.org/drawingml/2006/main">
            <a:off x="11439525" y="31337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22" name="A">
            <a:extLst xmlns:a="http://schemas.openxmlformats.org/drawingml/2006/main">
              <a:ext uri="{FF2B5EF4-FFF2-40B4-BE49-F238E27FC236}">
                <a16:creationId xmlns:a16="http://schemas.microsoft.com/office/drawing/2014/main" id="{DF13A076-43AD-4AA8-9FB9-2A98AB21CB4A}"/>
              </a:ext>
            </a:extLst>
          </p:cNvPr>
          <p:cNvSpPr>
            <a:spLocks xmlns:a="http://schemas.openxmlformats.org/drawingml/2006/main" noGrp="1"/>
          </p:cNvSpPr>
          <p:nvPr/>
        </p:nvSpPr>
        <p:spPr>
          <a:xfrm xmlns:a="http://schemas.openxmlformats.org/drawingml/2006/main">
            <a:off x="6543675" y="25336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A</a:t>
            </a:r>
          </a:p>
        </p:txBody>
      </p:sp>
      <p:sp>
        <p:nvSpPr>
          <p:cNvPr id="23" name="테스트를 바꿀까?">
            <a:extLst xmlns:a="http://schemas.openxmlformats.org/drawingml/2006/main">
              <a:ext uri="{FF2B5EF4-FFF2-40B4-BE49-F238E27FC236}">
                <a16:creationId xmlns:a16="http://schemas.microsoft.com/office/drawing/2014/main" id="{B99CE614-0CE2-4D6E-88D4-8C80A2116952}"/>
              </a:ext>
            </a:extLst>
          </p:cNvPr>
          <p:cNvSpPr>
            <a:spLocks xmlns:a="http://schemas.openxmlformats.org/drawingml/2006/main" noGrp="1"/>
          </p:cNvSpPr>
          <p:nvPr/>
        </p:nvSpPr>
        <p:spPr>
          <a:xfrm xmlns:a="http://schemas.openxmlformats.org/drawingml/2006/main">
            <a:off x="6915150" y="24669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테스트를 바꿀까?</a:t>
            </a:r>
          </a:p>
        </p:txBody>
      </p:sp>
      <p:sp>
        <p:nvSpPr>
          <p:cNvPr id="24" name="기대값을 수정하는 해석">
            <a:extLst xmlns:a="http://schemas.openxmlformats.org/drawingml/2006/main">
              <a:ext uri="{FF2B5EF4-FFF2-40B4-BE49-F238E27FC236}">
                <a16:creationId xmlns:a16="http://schemas.microsoft.com/office/drawing/2014/main" id="{EE3645B9-C95E-4546-84FF-02618B717CD3}"/>
              </a:ext>
            </a:extLst>
          </p:cNvPr>
          <p:cNvSpPr>
            <a:spLocks xmlns:a="http://schemas.openxmlformats.org/drawingml/2006/main" noGrp="1"/>
          </p:cNvSpPr>
          <p:nvPr/>
        </p:nvSpPr>
        <p:spPr>
          <a:xfrm xmlns:a="http://schemas.openxmlformats.org/drawingml/2006/main">
            <a:off x="6915150" y="28384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기대값을 수정하는 해석</a:t>
            </a:r>
          </a:p>
        </p:txBody>
      </p:sp>
      <p:sp>
        <p:nvSpPr>
          <p:cNvPr id="25" name="Possible interpretation B">
            <a:extLst xmlns:a="http://schemas.openxmlformats.org/drawingml/2006/main">
              <a:ext uri="{FF2B5EF4-FFF2-40B4-BE49-F238E27FC236}">
                <a16:creationId xmlns:a16="http://schemas.microsoft.com/office/drawing/2014/main" id="{1DF0DDD4-9F45-4EC9-AF24-CC76C3A370E3}"/>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914400"/>
                  <a:pt x="1047750" y="914400"/>
                </a:cubicBezTo>
                <a:lnTo>
                  <a:pt x="6057900" y="914400"/>
                </a:lnTo>
              </a:path>
            </a:pathLst>
          </a:custGeom>
          <a:noFill xmlns:a="http://schemas.openxmlformats.org/drawingml/2006/main"/>
          <a:ln xmlns:a="http://schemas.openxmlformats.org/drawingml/2006/main" w="19050">
            <a:solidFill>
              <a:srgbClr val="4D5A68"/>
            </a:solidFill>
            <a:prstDash val="solid"/>
          </a:ln>
        </p:spPr>
      </p:sp>
      <p:sp>
        <p:nvSpPr>
          <p:cNvPr id="26" name="">
            <a:extLst xmlns:a="http://schemas.openxmlformats.org/drawingml/2006/main">
              <a:ext uri="{FF2B5EF4-FFF2-40B4-BE49-F238E27FC236}">
                <a16:creationId xmlns:a16="http://schemas.microsoft.com/office/drawing/2014/main" id="{6BBFCE3B-D374-429A-902E-479D2CED6BCC}"/>
              </a:ext>
            </a:extLst>
          </p:cNvPr>
          <p:cNvSpPr>
            <a:spLocks xmlns:a="http://schemas.openxmlformats.org/drawingml/2006/main" noGrp="1"/>
          </p:cNvSpPr>
          <p:nvPr/>
        </p:nvSpPr>
        <p:spPr>
          <a:xfrm xmlns:a="http://schemas.openxmlformats.org/drawingml/2006/main">
            <a:off x="11439525" y="40481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27" name="B">
            <a:extLst xmlns:a="http://schemas.openxmlformats.org/drawingml/2006/main">
              <a:ext uri="{FF2B5EF4-FFF2-40B4-BE49-F238E27FC236}">
                <a16:creationId xmlns:a16="http://schemas.microsoft.com/office/drawing/2014/main" id="{4359392C-3B0A-43D7-BFA7-F3866B0807CF}"/>
              </a:ext>
            </a:extLst>
          </p:cNvPr>
          <p:cNvSpPr>
            <a:spLocks xmlns:a="http://schemas.openxmlformats.org/drawingml/2006/main" noGrp="1"/>
          </p:cNvSpPr>
          <p:nvPr/>
        </p:nvSpPr>
        <p:spPr>
          <a:xfrm xmlns:a="http://schemas.openxmlformats.org/drawingml/2006/main">
            <a:off x="6543675" y="34480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B</a:t>
            </a:r>
          </a:p>
        </p:txBody>
      </p:sp>
      <p:sp>
        <p:nvSpPr>
          <p:cNvPr id="28" name="구현을 바꿀까?">
            <a:extLst xmlns:a="http://schemas.openxmlformats.org/drawingml/2006/main">
              <a:ext uri="{FF2B5EF4-FFF2-40B4-BE49-F238E27FC236}">
                <a16:creationId xmlns:a16="http://schemas.microsoft.com/office/drawing/2014/main" id="{9E3BB8C6-1CEF-4C1C-AA13-DA0AD18715FB}"/>
              </a:ext>
            </a:extLst>
          </p:cNvPr>
          <p:cNvSpPr>
            <a:spLocks xmlns:a="http://schemas.openxmlformats.org/drawingml/2006/main" noGrp="1"/>
          </p:cNvSpPr>
          <p:nvPr/>
        </p:nvSpPr>
        <p:spPr>
          <a:xfrm xmlns:a="http://schemas.openxmlformats.org/drawingml/2006/main">
            <a:off x="6915150" y="33813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구현을 바꿀까?</a:t>
            </a:r>
          </a:p>
        </p:txBody>
      </p:sp>
      <p:sp>
        <p:nvSpPr>
          <p:cNvPr id="29" name="동작을 명세에 맞추는 해석">
            <a:extLst xmlns:a="http://schemas.openxmlformats.org/drawingml/2006/main">
              <a:ext uri="{FF2B5EF4-FFF2-40B4-BE49-F238E27FC236}">
                <a16:creationId xmlns:a16="http://schemas.microsoft.com/office/drawing/2014/main" id="{16D0672C-A52D-47D5-8043-5F71DA1C26BE}"/>
              </a:ext>
            </a:extLst>
          </p:cNvPr>
          <p:cNvSpPr>
            <a:spLocks xmlns:a="http://schemas.openxmlformats.org/drawingml/2006/main" noGrp="1"/>
          </p:cNvSpPr>
          <p:nvPr/>
        </p:nvSpPr>
        <p:spPr>
          <a:xfrm xmlns:a="http://schemas.openxmlformats.org/drawingml/2006/main">
            <a:off x="6915150" y="37528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동작을 명세에 맞추는 해석</a:t>
            </a:r>
          </a:p>
        </p:txBody>
      </p:sp>
      <p:sp>
        <p:nvSpPr>
          <p:cNvPr id="30" name="Possible interpretation C">
            <a:extLst xmlns:a="http://schemas.openxmlformats.org/drawingml/2006/main">
              <a:ext uri="{FF2B5EF4-FFF2-40B4-BE49-F238E27FC236}">
                <a16:creationId xmlns:a16="http://schemas.microsoft.com/office/drawing/2014/main" id="{062E5D53-2993-41AA-B240-A64B8AA3E758}"/>
              </a:ext>
            </a:extLst>
          </p:cNvPr>
          <p:cNvSpPr>
            <a:spLocks xmlns:a="http://schemas.openxmlformats.org/drawingml/2006/main" noGrp="1"/>
          </p:cNvSpPr>
          <p:nvPr/>
        </p:nvSpPr>
        <p:spPr>
          <a:xfrm xmlns:a="http://schemas.openxmlformats.org/drawingml/2006/main">
            <a:off x="5410200" y="3171825"/>
            <a:ext cx="6172200" cy="1828800"/>
          </a:xfrm>
          <a:custGeom xmlns:a="http://schemas.openxmlformats.org/drawingml/2006/main">
            <a:pathLst>
              <a:path w="6172200" h="1828800">
                <a:moveTo>
                  <a:pt x="0" y="914400"/>
                </a:moveTo>
                <a:cubicBezTo>
                  <a:pt x="495300" y="914400"/>
                  <a:pt x="428625" y="1828800"/>
                  <a:pt x="1047750" y="1828800"/>
                </a:cubicBezTo>
                <a:lnTo>
                  <a:pt x="6057900" y="1828800"/>
                </a:lnTo>
              </a:path>
            </a:pathLst>
          </a:custGeom>
          <a:noFill xmlns:a="http://schemas.openxmlformats.org/drawingml/2006/main"/>
          <a:ln xmlns:a="http://schemas.openxmlformats.org/drawingml/2006/main" w="19050">
            <a:solidFill>
              <a:srgbClr val="4D5A68"/>
            </a:solidFill>
            <a:prstDash val="solid"/>
          </a:ln>
        </p:spPr>
      </p:sp>
      <p:sp>
        <p:nvSpPr>
          <p:cNvPr id="31" name="">
            <a:extLst xmlns:a="http://schemas.openxmlformats.org/drawingml/2006/main">
              <a:ext uri="{FF2B5EF4-FFF2-40B4-BE49-F238E27FC236}">
                <a16:creationId xmlns:a16="http://schemas.microsoft.com/office/drawing/2014/main" id="{DA3F7FEB-66D2-44C6-A67C-7B4381AADE9C}"/>
              </a:ext>
            </a:extLst>
          </p:cNvPr>
          <p:cNvSpPr>
            <a:spLocks xmlns:a="http://schemas.openxmlformats.org/drawingml/2006/main" noGrp="1"/>
          </p:cNvSpPr>
          <p:nvPr/>
        </p:nvSpPr>
        <p:spPr>
          <a:xfrm xmlns:a="http://schemas.openxmlformats.org/drawingml/2006/main">
            <a:off x="11439525" y="4962525"/>
            <a:ext cx="76200" cy="76200"/>
          </a:xfrm>
          <a:prstGeom xmlns:a="http://schemas.openxmlformats.org/drawingml/2006/main" prst="ellipse">
            <a:avLst/>
          </a:prstGeom>
          <a:solidFill xmlns:a="http://schemas.openxmlformats.org/drawingml/2006/main">
            <a:srgbClr val="4D5A68"/>
          </a:solidFill>
          <a:ln xmlns:a="http://schemas.openxmlformats.org/drawingml/2006/main" w="0">
            <a:noFill/>
          </a:ln>
        </p:spPr>
      </p:sp>
      <p:sp>
        <p:nvSpPr>
          <p:cNvPr id="32" name="C">
            <a:extLst xmlns:a="http://schemas.openxmlformats.org/drawingml/2006/main">
              <a:ext uri="{FF2B5EF4-FFF2-40B4-BE49-F238E27FC236}">
                <a16:creationId xmlns:a16="http://schemas.microsoft.com/office/drawing/2014/main" id="{090D257A-9EA8-4AB4-8099-B1ABE1B56BAA}"/>
              </a:ext>
            </a:extLst>
          </p:cNvPr>
          <p:cNvSpPr>
            <a:spLocks xmlns:a="http://schemas.openxmlformats.org/drawingml/2006/main" noGrp="1"/>
          </p:cNvSpPr>
          <p:nvPr/>
        </p:nvSpPr>
        <p:spPr>
          <a:xfrm xmlns:a="http://schemas.openxmlformats.org/drawingml/2006/main">
            <a:off x="6543675" y="4362450"/>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4D5A68"/>
                </a:solidFill>
                <a:latin typeface="Malgun Gothic"/>
                <a:ea typeface="Malgun Gothic"/>
                <a:cs typeface="Malgun Gothic"/>
              </a:defRPr>
            </a:defPPr>
            <a:lvl1pPr algn="l">
              <a:defRPr sz="1575" b="1">
                <a:solidFill>
                  <a:srgbClr val="4D5A68"/>
                </a:solidFill>
                <a:latin typeface="Malgun Gothic"/>
                <a:ea typeface="Malgun Gothic"/>
                <a:cs typeface="Malgun Gothic"/>
              </a:defRPr>
            </a:lvl1pPr>
            <a:lvl2pPr algn="l">
              <a:defRPr sz="1575" b="1">
                <a:solidFill>
                  <a:srgbClr val="4D5A68"/>
                </a:solidFill>
                <a:latin typeface="Malgun Gothic"/>
                <a:ea typeface="Malgun Gothic"/>
                <a:cs typeface="Malgun Gothic"/>
              </a:defRPr>
            </a:lvl2pPr>
            <a:lvl3pPr algn="l">
              <a:defRPr sz="1575" b="1">
                <a:solidFill>
                  <a:srgbClr val="4D5A68"/>
                </a:solidFill>
                <a:latin typeface="Malgun Gothic"/>
                <a:ea typeface="Malgun Gothic"/>
                <a:cs typeface="Malgun Gothic"/>
              </a:defRPr>
            </a:lvl3pPr>
            <a:lvl4pPr algn="l">
              <a:defRPr sz="1575" b="1">
                <a:solidFill>
                  <a:srgbClr val="4D5A68"/>
                </a:solidFill>
                <a:latin typeface="Malgun Gothic"/>
                <a:ea typeface="Malgun Gothic"/>
                <a:cs typeface="Malgun Gothic"/>
              </a:defRPr>
            </a:lvl4pPr>
            <a:lvl5pPr algn="l">
              <a:defRPr sz="1575" b="1">
                <a:solidFill>
                  <a:srgbClr val="4D5A68"/>
                </a:solidFill>
                <a:latin typeface="Malgun Gothic"/>
                <a:ea typeface="Malgun Gothic"/>
                <a:cs typeface="Malgun Gothic"/>
              </a:defRPr>
            </a:lvl5pPr>
            <a:lvl6pPr algn="l">
              <a:defRPr sz="1575" b="1">
                <a:solidFill>
                  <a:srgbClr val="4D5A68"/>
                </a:solidFill>
                <a:latin typeface="Malgun Gothic"/>
                <a:ea typeface="Malgun Gothic"/>
                <a:cs typeface="Malgun Gothic"/>
              </a:defRPr>
            </a:lvl6pPr>
            <a:lvl7pPr algn="l">
              <a:defRPr sz="1575" b="1">
                <a:solidFill>
                  <a:srgbClr val="4D5A68"/>
                </a:solidFill>
                <a:latin typeface="Malgun Gothic"/>
                <a:ea typeface="Malgun Gothic"/>
                <a:cs typeface="Malgun Gothic"/>
              </a:defRPr>
            </a:lvl7pPr>
            <a:lvl8pPr algn="l">
              <a:defRPr sz="1575" b="1">
                <a:solidFill>
                  <a:srgbClr val="4D5A68"/>
                </a:solidFill>
                <a:latin typeface="Malgun Gothic"/>
                <a:ea typeface="Malgun Gothic"/>
                <a:cs typeface="Malgun Gothic"/>
              </a:defRPr>
            </a:lvl8pPr>
            <a:lvl9pPr algn="l">
              <a:defRPr sz="1575" b="1">
                <a:solidFill>
                  <a:srgbClr val="4D5A68"/>
                </a:solidFill>
                <a:latin typeface="Malgun Gothic"/>
                <a:ea typeface="Malgun Gothic"/>
                <a:cs typeface="Malgun Gothic"/>
              </a:defRPr>
            </a:lvl9pPr>
          </a:lstStyle>
          <a:p xmlns:a="http://schemas.openxmlformats.org/drawingml/2006/main">
            <a:pPr algn="l">
              <a:defRPr sz="1575" b="1">
                <a:solidFill>
                  <a:srgbClr val="4D5A68"/>
                </a:solidFill>
                <a:latin typeface="Malgun Gothic"/>
                <a:ea typeface="Malgun Gothic"/>
                <a:cs typeface="Malgun Gothic"/>
              </a:defRPr>
            </a:pPr>
            <a:r>
              <a:rPr sz="1575" b="1">
                <a:solidFill>
                  <a:srgbClr val="4D5A68"/>
                </a:solidFill>
                <a:latin typeface="Malgun Gothic"/>
                <a:ea typeface="Malgun Gothic"/>
                <a:cs typeface="Malgun Gothic"/>
              </a:rPr>
              <a:t>C</a:t>
            </a:r>
          </a:p>
        </p:txBody>
      </p:sp>
      <p:sp>
        <p:nvSpPr>
          <p:cNvPr id="33" name="먼저 물어볼까?">
            <a:extLst xmlns:a="http://schemas.openxmlformats.org/drawingml/2006/main">
              <a:ext uri="{FF2B5EF4-FFF2-40B4-BE49-F238E27FC236}">
                <a16:creationId xmlns:a16="http://schemas.microsoft.com/office/drawing/2014/main" id="{BB3AD13B-F1FF-4F86-9255-34AA59144DFF}"/>
              </a:ext>
            </a:extLst>
          </p:cNvPr>
          <p:cNvSpPr>
            <a:spLocks xmlns:a="http://schemas.openxmlformats.org/drawingml/2006/main" noGrp="1"/>
          </p:cNvSpPr>
          <p:nvPr/>
        </p:nvSpPr>
        <p:spPr>
          <a:xfrm xmlns:a="http://schemas.openxmlformats.org/drawingml/2006/main">
            <a:off x="6915150" y="4295775"/>
            <a:ext cx="4667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4D5A68"/>
                </a:solidFill>
                <a:latin typeface="Malgun Gothic"/>
                <a:ea typeface="Malgun Gothic"/>
                <a:cs typeface="Malgun Gothic"/>
              </a:defRPr>
            </a:defPPr>
            <a:lvl1pPr algn="l">
              <a:defRPr sz="2175" b="1">
                <a:solidFill>
                  <a:srgbClr val="4D5A68"/>
                </a:solidFill>
                <a:latin typeface="Malgun Gothic"/>
                <a:ea typeface="Malgun Gothic"/>
                <a:cs typeface="Malgun Gothic"/>
              </a:defRPr>
            </a:lvl1pPr>
            <a:lvl2pPr algn="l">
              <a:defRPr sz="2175" b="1">
                <a:solidFill>
                  <a:srgbClr val="4D5A68"/>
                </a:solidFill>
                <a:latin typeface="Malgun Gothic"/>
                <a:ea typeface="Malgun Gothic"/>
                <a:cs typeface="Malgun Gothic"/>
              </a:defRPr>
            </a:lvl2pPr>
            <a:lvl3pPr algn="l">
              <a:defRPr sz="2175" b="1">
                <a:solidFill>
                  <a:srgbClr val="4D5A68"/>
                </a:solidFill>
                <a:latin typeface="Malgun Gothic"/>
                <a:ea typeface="Malgun Gothic"/>
                <a:cs typeface="Malgun Gothic"/>
              </a:defRPr>
            </a:lvl3pPr>
            <a:lvl4pPr algn="l">
              <a:defRPr sz="2175" b="1">
                <a:solidFill>
                  <a:srgbClr val="4D5A68"/>
                </a:solidFill>
                <a:latin typeface="Malgun Gothic"/>
                <a:ea typeface="Malgun Gothic"/>
                <a:cs typeface="Malgun Gothic"/>
              </a:defRPr>
            </a:lvl4pPr>
            <a:lvl5pPr algn="l">
              <a:defRPr sz="2175" b="1">
                <a:solidFill>
                  <a:srgbClr val="4D5A68"/>
                </a:solidFill>
                <a:latin typeface="Malgun Gothic"/>
                <a:ea typeface="Malgun Gothic"/>
                <a:cs typeface="Malgun Gothic"/>
              </a:defRPr>
            </a:lvl5pPr>
            <a:lvl6pPr algn="l">
              <a:defRPr sz="2175" b="1">
                <a:solidFill>
                  <a:srgbClr val="4D5A68"/>
                </a:solidFill>
                <a:latin typeface="Malgun Gothic"/>
                <a:ea typeface="Malgun Gothic"/>
                <a:cs typeface="Malgun Gothic"/>
              </a:defRPr>
            </a:lvl6pPr>
            <a:lvl7pPr algn="l">
              <a:defRPr sz="2175" b="1">
                <a:solidFill>
                  <a:srgbClr val="4D5A68"/>
                </a:solidFill>
                <a:latin typeface="Malgun Gothic"/>
                <a:ea typeface="Malgun Gothic"/>
                <a:cs typeface="Malgun Gothic"/>
              </a:defRPr>
            </a:lvl7pPr>
            <a:lvl8pPr algn="l">
              <a:defRPr sz="2175" b="1">
                <a:solidFill>
                  <a:srgbClr val="4D5A68"/>
                </a:solidFill>
                <a:latin typeface="Malgun Gothic"/>
                <a:ea typeface="Malgun Gothic"/>
                <a:cs typeface="Malgun Gothic"/>
              </a:defRPr>
            </a:lvl8pPr>
            <a:lvl9pPr algn="l">
              <a:defRPr sz="2175" b="1">
                <a:solidFill>
                  <a:srgbClr val="4D5A68"/>
                </a:solidFill>
                <a:latin typeface="Malgun Gothic"/>
                <a:ea typeface="Malgun Gothic"/>
                <a:cs typeface="Malgun Gothic"/>
              </a:defRPr>
            </a:lvl9pPr>
          </a:lstStyle>
          <a:p xmlns:a="http://schemas.openxmlformats.org/drawingml/2006/main">
            <a:pPr algn="l">
              <a:defRPr sz="2175" b="1">
                <a:solidFill>
                  <a:srgbClr val="4D5A68"/>
                </a:solidFill>
                <a:latin typeface="Malgun Gothic"/>
                <a:ea typeface="Malgun Gothic"/>
                <a:cs typeface="Malgun Gothic"/>
              </a:defRPr>
            </a:pPr>
            <a:r>
              <a:rPr sz="2175" b="1">
                <a:solidFill>
                  <a:srgbClr val="4D5A68"/>
                </a:solidFill>
                <a:latin typeface="Malgun Gothic"/>
                <a:ea typeface="Malgun Gothic"/>
                <a:cs typeface="Malgun Gothic"/>
              </a:rPr>
              <a:t>먼저 물어볼까?</a:t>
            </a:r>
          </a:p>
        </p:txBody>
      </p:sp>
      <p:sp>
        <p:nvSpPr>
          <p:cNvPr id="34" name="의도를 확인한 뒤 진행">
            <a:extLst xmlns:a="http://schemas.openxmlformats.org/drawingml/2006/main">
              <a:ext uri="{FF2B5EF4-FFF2-40B4-BE49-F238E27FC236}">
                <a16:creationId xmlns:a16="http://schemas.microsoft.com/office/drawing/2014/main" id="{B4F841C5-8C49-49B3-A94B-326C1E932659}"/>
              </a:ext>
            </a:extLst>
          </p:cNvPr>
          <p:cNvSpPr>
            <a:spLocks xmlns:a="http://schemas.openxmlformats.org/drawingml/2006/main" noGrp="1"/>
          </p:cNvSpPr>
          <p:nvPr/>
        </p:nvSpPr>
        <p:spPr>
          <a:xfrm xmlns:a="http://schemas.openxmlformats.org/drawingml/2006/main">
            <a:off x="6915150" y="4667250"/>
            <a:ext cx="466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4D5A68"/>
                </a:solidFill>
                <a:latin typeface="Malgun Gothic"/>
                <a:ea typeface="Malgun Gothic"/>
                <a:cs typeface="Malgun Gothic"/>
              </a:defRPr>
            </a:defPPr>
            <a:lvl1pPr algn="l">
              <a:defRPr sz="1650" b="0">
                <a:solidFill>
                  <a:srgbClr val="4D5A68"/>
                </a:solidFill>
                <a:latin typeface="Malgun Gothic"/>
                <a:ea typeface="Malgun Gothic"/>
                <a:cs typeface="Malgun Gothic"/>
              </a:defRPr>
            </a:lvl1pPr>
            <a:lvl2pPr algn="l">
              <a:defRPr sz="1650" b="0">
                <a:solidFill>
                  <a:srgbClr val="4D5A68"/>
                </a:solidFill>
                <a:latin typeface="Malgun Gothic"/>
                <a:ea typeface="Malgun Gothic"/>
                <a:cs typeface="Malgun Gothic"/>
              </a:defRPr>
            </a:lvl2pPr>
            <a:lvl3pPr algn="l">
              <a:defRPr sz="1650" b="0">
                <a:solidFill>
                  <a:srgbClr val="4D5A68"/>
                </a:solidFill>
                <a:latin typeface="Malgun Gothic"/>
                <a:ea typeface="Malgun Gothic"/>
                <a:cs typeface="Malgun Gothic"/>
              </a:defRPr>
            </a:lvl3pPr>
            <a:lvl4pPr algn="l">
              <a:defRPr sz="1650" b="0">
                <a:solidFill>
                  <a:srgbClr val="4D5A68"/>
                </a:solidFill>
                <a:latin typeface="Malgun Gothic"/>
                <a:ea typeface="Malgun Gothic"/>
                <a:cs typeface="Malgun Gothic"/>
              </a:defRPr>
            </a:lvl4pPr>
            <a:lvl5pPr algn="l">
              <a:defRPr sz="1650" b="0">
                <a:solidFill>
                  <a:srgbClr val="4D5A68"/>
                </a:solidFill>
                <a:latin typeface="Malgun Gothic"/>
                <a:ea typeface="Malgun Gothic"/>
                <a:cs typeface="Malgun Gothic"/>
              </a:defRPr>
            </a:lvl5pPr>
            <a:lvl6pPr algn="l">
              <a:defRPr sz="1650" b="0">
                <a:solidFill>
                  <a:srgbClr val="4D5A68"/>
                </a:solidFill>
                <a:latin typeface="Malgun Gothic"/>
                <a:ea typeface="Malgun Gothic"/>
                <a:cs typeface="Malgun Gothic"/>
              </a:defRPr>
            </a:lvl6pPr>
            <a:lvl7pPr algn="l">
              <a:defRPr sz="1650" b="0">
                <a:solidFill>
                  <a:srgbClr val="4D5A68"/>
                </a:solidFill>
                <a:latin typeface="Malgun Gothic"/>
                <a:ea typeface="Malgun Gothic"/>
                <a:cs typeface="Malgun Gothic"/>
              </a:defRPr>
            </a:lvl7pPr>
            <a:lvl8pPr algn="l">
              <a:defRPr sz="1650" b="0">
                <a:solidFill>
                  <a:srgbClr val="4D5A68"/>
                </a:solidFill>
                <a:latin typeface="Malgun Gothic"/>
                <a:ea typeface="Malgun Gothic"/>
                <a:cs typeface="Malgun Gothic"/>
              </a:defRPr>
            </a:lvl8pPr>
            <a:lvl9pPr algn="l">
              <a:defRPr sz="1650" b="0">
                <a:solidFill>
                  <a:srgbClr val="4D5A68"/>
                </a:solidFill>
                <a:latin typeface="Malgun Gothic"/>
                <a:ea typeface="Malgun Gothic"/>
                <a:cs typeface="Malgun Gothic"/>
              </a:defRPr>
            </a:lvl9pPr>
          </a:lstStyle>
          <a:p xmlns:a="http://schemas.openxmlformats.org/drawingml/2006/main">
            <a:pPr algn="l">
              <a:defRPr sz="1650" b="0">
                <a:solidFill>
                  <a:srgbClr val="4D5A68"/>
                </a:solidFill>
                <a:latin typeface="Malgun Gothic"/>
                <a:ea typeface="Malgun Gothic"/>
                <a:cs typeface="Malgun Gothic"/>
              </a:defRPr>
            </a:pPr>
            <a:r>
              <a:rPr sz="1650" b="0">
                <a:solidFill>
                  <a:srgbClr val="4D5A68"/>
                </a:solidFill>
                <a:latin typeface="Malgun Gothic"/>
                <a:ea typeface="Malgun Gothic"/>
                <a:cs typeface="Malgun Gothic"/>
              </a:rPr>
              <a:t>의도를 확인한 뒤 진행</a:t>
            </a:r>
          </a:p>
        </p:txBody>
      </p:sp>
      <p:sp>
        <p:nvSpPr>
          <p:cNvPr id="35" name="아직 정해지지 않은 정보">
            <a:extLst xmlns:a="http://schemas.openxmlformats.org/drawingml/2006/main">
              <a:ext uri="{FF2B5EF4-FFF2-40B4-BE49-F238E27FC236}">
                <a16:creationId xmlns:a16="http://schemas.microsoft.com/office/drawing/2014/main" id="{6582AB03-148B-406B-B7DB-67A136A3E35D}"/>
              </a:ext>
            </a:extLst>
          </p:cNvPr>
          <p:cNvSpPr>
            <a:spLocks xmlns:a="http://schemas.openxmlformats.org/drawingml/2006/main" noGrp="1"/>
          </p:cNvSpPr>
          <p:nvPr/>
        </p:nvSpPr>
        <p:spPr>
          <a:xfrm xmlns:a="http://schemas.openxmlformats.org/drawingml/2006/main">
            <a:off x="609600" y="5219700"/>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아직 정해지지 않은 정보</a:t>
            </a:r>
          </a:p>
        </p:txBody>
      </p:sp>
      <p:sp>
        <p:nvSpPr>
          <p:cNvPr id="36" name="목표의 세부 ?">
            <a:extLst xmlns:a="http://schemas.openxmlformats.org/drawingml/2006/main">
              <a:ext uri="{FF2B5EF4-FFF2-40B4-BE49-F238E27FC236}">
                <a16:creationId xmlns:a16="http://schemas.microsoft.com/office/drawing/2014/main" id="{8845B4B0-8175-4F80-BA92-81BBFE6C3BA9}"/>
              </a:ext>
            </a:extLst>
          </p:cNvPr>
          <p:cNvSpPr>
            <a:spLocks xmlns:a="http://schemas.openxmlformats.org/drawingml/2006/main" noGrp="1"/>
          </p:cNvSpPr>
          <p:nvPr/>
        </p:nvSpPr>
        <p:spPr>
          <a:xfrm xmlns:a="http://schemas.openxmlformats.org/drawingml/2006/main">
            <a:off x="6096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목표의 세부 ?</a:t>
            </a:r>
          </a:p>
        </p:txBody>
      </p:sp>
      <p:sp>
        <p:nvSpPr>
          <p:cNvPr id="37" name="보존 조건 ?">
            <a:extLst xmlns:a="http://schemas.openxmlformats.org/drawingml/2006/main">
              <a:ext uri="{FF2B5EF4-FFF2-40B4-BE49-F238E27FC236}">
                <a16:creationId xmlns:a16="http://schemas.microsoft.com/office/drawing/2014/main" id="{D1F662FF-6EBD-494E-BE2F-852B65A95879}"/>
              </a:ext>
            </a:extLst>
          </p:cNvPr>
          <p:cNvSpPr>
            <a:spLocks xmlns:a="http://schemas.openxmlformats.org/drawingml/2006/main" noGrp="1"/>
          </p:cNvSpPr>
          <p:nvPr/>
        </p:nvSpPr>
        <p:spPr>
          <a:xfrm xmlns:a="http://schemas.openxmlformats.org/drawingml/2006/main">
            <a:off x="283845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보존 조건 ?</a:t>
            </a:r>
          </a:p>
        </p:txBody>
      </p:sp>
      <p:sp>
        <p:nvSpPr>
          <p:cNvPr id="38" name="수정 범위 ?">
            <a:extLst xmlns:a="http://schemas.openxmlformats.org/drawingml/2006/main">
              <a:ext uri="{FF2B5EF4-FFF2-40B4-BE49-F238E27FC236}">
                <a16:creationId xmlns:a16="http://schemas.microsoft.com/office/drawing/2014/main" id="{D1B089DE-9A2D-4393-8805-F0AC7C28AEBA}"/>
              </a:ext>
            </a:extLst>
          </p:cNvPr>
          <p:cNvSpPr>
            <a:spLocks xmlns:a="http://schemas.openxmlformats.org/drawingml/2006/main" noGrp="1"/>
          </p:cNvSpPr>
          <p:nvPr/>
        </p:nvSpPr>
        <p:spPr>
          <a:xfrm xmlns:a="http://schemas.openxmlformats.org/drawingml/2006/main">
            <a:off x="50673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수정 범위 ?</a:t>
            </a:r>
          </a:p>
        </p:txBody>
      </p:sp>
      <p:sp>
        <p:nvSpPr>
          <p:cNvPr id="39" name="확인 근거 ?">
            <a:extLst xmlns:a="http://schemas.openxmlformats.org/drawingml/2006/main">
              <a:ext uri="{FF2B5EF4-FFF2-40B4-BE49-F238E27FC236}">
                <a16:creationId xmlns:a16="http://schemas.microsoft.com/office/drawing/2014/main" id="{84CF35FC-86BA-41E5-92E1-D0C5A6CF511D}"/>
              </a:ext>
            </a:extLst>
          </p:cNvPr>
          <p:cNvSpPr>
            <a:spLocks xmlns:a="http://schemas.openxmlformats.org/drawingml/2006/main" noGrp="1"/>
          </p:cNvSpPr>
          <p:nvPr/>
        </p:nvSpPr>
        <p:spPr>
          <a:xfrm xmlns:a="http://schemas.openxmlformats.org/drawingml/2006/main">
            <a:off x="729615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확인 근거 ?</a:t>
            </a:r>
          </a:p>
        </p:txBody>
      </p:sp>
      <p:sp>
        <p:nvSpPr>
          <p:cNvPr id="40" name="완료 조건 ?">
            <a:extLst xmlns:a="http://schemas.openxmlformats.org/drawingml/2006/main">
              <a:ext uri="{FF2B5EF4-FFF2-40B4-BE49-F238E27FC236}">
                <a16:creationId xmlns:a16="http://schemas.microsoft.com/office/drawing/2014/main" id="{E9189271-4DF1-4516-86F7-60BC62764D92}"/>
              </a:ext>
            </a:extLst>
          </p:cNvPr>
          <p:cNvSpPr>
            <a:spLocks xmlns:a="http://schemas.openxmlformats.org/drawingml/2006/main" noGrp="1"/>
          </p:cNvSpPr>
          <p:nvPr/>
        </p:nvSpPr>
        <p:spPr>
          <a:xfrm xmlns:a="http://schemas.openxmlformats.org/drawingml/2006/main">
            <a:off x="9525000" y="54959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17212B"/>
                </a:solidFill>
                <a:latin typeface="Malgun Gothic"/>
                <a:ea typeface="Malgun Gothic"/>
                <a:cs typeface="Malgun Gothic"/>
              </a:defRPr>
            </a:defPPr>
            <a:lvl1pPr algn="l">
              <a:defRPr sz="1800" b="0">
                <a:solidFill>
                  <a:srgbClr val="17212B"/>
                </a:solidFill>
                <a:latin typeface="Malgun Gothic"/>
                <a:ea typeface="Malgun Gothic"/>
                <a:cs typeface="Malgun Gothic"/>
              </a:defRPr>
            </a:lvl1pPr>
            <a:lvl2pPr algn="l">
              <a:defRPr sz="1800" b="0">
                <a:solidFill>
                  <a:srgbClr val="17212B"/>
                </a:solidFill>
                <a:latin typeface="Malgun Gothic"/>
                <a:ea typeface="Malgun Gothic"/>
                <a:cs typeface="Malgun Gothic"/>
              </a:defRPr>
            </a:lvl2pPr>
            <a:lvl3pPr algn="l">
              <a:defRPr sz="1800" b="0">
                <a:solidFill>
                  <a:srgbClr val="17212B"/>
                </a:solidFill>
                <a:latin typeface="Malgun Gothic"/>
                <a:ea typeface="Malgun Gothic"/>
                <a:cs typeface="Malgun Gothic"/>
              </a:defRPr>
            </a:lvl3pPr>
            <a:lvl4pPr algn="l">
              <a:defRPr sz="1800" b="0">
                <a:solidFill>
                  <a:srgbClr val="17212B"/>
                </a:solidFill>
                <a:latin typeface="Malgun Gothic"/>
                <a:ea typeface="Malgun Gothic"/>
                <a:cs typeface="Malgun Gothic"/>
              </a:defRPr>
            </a:lvl4pPr>
            <a:lvl5pPr algn="l">
              <a:defRPr sz="1800" b="0">
                <a:solidFill>
                  <a:srgbClr val="17212B"/>
                </a:solidFill>
                <a:latin typeface="Malgun Gothic"/>
                <a:ea typeface="Malgun Gothic"/>
                <a:cs typeface="Malgun Gothic"/>
              </a:defRPr>
            </a:lvl5pPr>
            <a:lvl6pPr algn="l">
              <a:defRPr sz="1800" b="0">
                <a:solidFill>
                  <a:srgbClr val="17212B"/>
                </a:solidFill>
                <a:latin typeface="Malgun Gothic"/>
                <a:ea typeface="Malgun Gothic"/>
                <a:cs typeface="Malgun Gothic"/>
              </a:defRPr>
            </a:lvl6pPr>
            <a:lvl7pPr algn="l">
              <a:defRPr sz="1800" b="0">
                <a:solidFill>
                  <a:srgbClr val="17212B"/>
                </a:solidFill>
                <a:latin typeface="Malgun Gothic"/>
                <a:ea typeface="Malgun Gothic"/>
                <a:cs typeface="Malgun Gothic"/>
              </a:defRPr>
            </a:lvl7pPr>
            <a:lvl8pPr algn="l">
              <a:defRPr sz="1800" b="0">
                <a:solidFill>
                  <a:srgbClr val="17212B"/>
                </a:solidFill>
                <a:latin typeface="Malgun Gothic"/>
                <a:ea typeface="Malgun Gothic"/>
                <a:cs typeface="Malgun Gothic"/>
              </a:defRPr>
            </a:lvl8pPr>
            <a:lvl9pPr algn="l">
              <a:defRPr sz="1800" b="0">
                <a:solidFill>
                  <a:srgbClr val="17212B"/>
                </a:solidFill>
                <a:latin typeface="Malgun Gothic"/>
                <a:ea typeface="Malgun Gothic"/>
                <a:cs typeface="Malgun Gothic"/>
              </a:defRPr>
            </a:lvl9pPr>
          </a:lstStyle>
          <a:p xmlns:a="http://schemas.openxmlformats.org/drawingml/2006/main">
            <a:pPr algn="l">
              <a:defRPr sz="1800" b="0">
                <a:solidFill>
                  <a:srgbClr val="17212B"/>
                </a:solidFill>
                <a:latin typeface="Malgun Gothic"/>
                <a:ea typeface="Malgun Gothic"/>
                <a:cs typeface="Malgun Gothic"/>
              </a:defRPr>
            </a:pPr>
            <a:r>
              <a:rPr sz="1800" b="0">
                <a:solidFill>
                  <a:srgbClr val="17212B"/>
                </a:solidFill>
                <a:latin typeface="Malgun Gothic"/>
                <a:ea typeface="Malgun Gothic"/>
                <a:cs typeface="Malgun Gothic"/>
              </a:rPr>
              <a:t>완료 조건 ?</a:t>
            </a:r>
          </a:p>
        </p:txBody>
      </p:sp>
      <p:sp>
        <p:nvSpPr>
          <p:cNvPr id="41" name="Legacy module connection">
            <a:extLst xmlns:a="http://schemas.openxmlformats.org/drawingml/2006/main">
              <a:ext uri="{FF2B5EF4-FFF2-40B4-BE49-F238E27FC236}">
                <a16:creationId xmlns:a16="http://schemas.microsoft.com/office/drawing/2014/main" id="{332EAE8B-A9F4-4324-9EF0-21FDAEBA855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117183418"/>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6" name="ACT 1 · 빠진 정보를 채운 같은 요청">
            <a:extLst xmlns:a="http://schemas.openxmlformats.org/drawingml/2006/main">
              <a:ext uri="{FF2B5EF4-FFF2-40B4-BE49-F238E27FC236}">
                <a16:creationId xmlns:a16="http://schemas.microsoft.com/office/drawing/2014/main" id="{AD1683BF-7187-45F9-9EDF-3DFE8132E9D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빠진 정보를 채운 같은 요청</a:t>
            </a:r>
          </a:p>
        </p:txBody>
      </p:sp>
      <p:sp>
        <p:nvSpPr>
          <p:cNvPr id="2" name="S17">
            <a:extLst xmlns:a="http://schemas.openxmlformats.org/drawingml/2006/main">
              <a:ext uri="{FF2B5EF4-FFF2-40B4-BE49-F238E27FC236}">
                <a16:creationId xmlns:a16="http://schemas.microsoft.com/office/drawing/2014/main" id="{4843E732-8F27-40C1-8CF1-54797BA45E5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S17</a:t>
            </a:r>
          </a:p>
        </p:txBody>
      </p:sp>
      <p:sp>
        <p:nvSpPr>
          <p:cNvPr id="3" name="원하는 작업 경로를 Prompt에 담는다">
            <a:extLst xmlns:a="http://schemas.openxmlformats.org/drawingml/2006/main">
              <a:ext uri="{FF2B5EF4-FFF2-40B4-BE49-F238E27FC236}">
                <a16:creationId xmlns:a16="http://schemas.microsoft.com/office/drawing/2014/main" id="{1DBB5CD2-2389-4CB1-8317-8C725E342815}"/>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원하는 작업 경로를 Prompt에 담는다</a:t>
            </a:r>
          </a:p>
        </p:txBody>
      </p:sp>
      <p:sp>
        <p:nvSpPr>
          <p:cNvPr id="4" name="">
            <a:extLst xmlns:a="http://schemas.openxmlformats.org/drawingml/2006/main">
              <a:ext uri="{FF2B5EF4-FFF2-40B4-BE49-F238E27FC236}">
                <a16:creationId xmlns:a16="http://schemas.microsoft.com/office/drawing/2014/main" id="{AF14A929-356F-4995-8EE9-4D4FD5E59C23}"/>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Prompt와 목표 경로 · TRIAL-002의 실제 요청·실행 결과가 아님">
            <a:extLst xmlns:a="http://schemas.openxmlformats.org/drawingml/2006/main">
              <a:ext uri="{FF2B5EF4-FFF2-40B4-BE49-F238E27FC236}">
                <a16:creationId xmlns:a16="http://schemas.microsoft.com/office/drawing/2014/main" id="{0AF4EEFC-09F2-4334-B27C-02C158C110C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Prompt와 목표 경로 · TRIAL-002의 실제 요청·실행 결과가 아님</a:t>
            </a:r>
          </a:p>
        </p:txBody>
      </p:sp>
      <p:sp>
        <p:nvSpPr>
          <p:cNvPr id="6" name="의도한 경로 표시는 실제 선택·정확성·성공을 보장하지 않습니다. 변경 뒤 검증은 계속 필요합니다.">
            <a:extLst xmlns:a="http://schemas.openxmlformats.org/drawingml/2006/main">
              <a:ext uri="{FF2B5EF4-FFF2-40B4-BE49-F238E27FC236}">
                <a16:creationId xmlns:a16="http://schemas.microsoft.com/office/drawing/2014/main" id="{4D32BD85-6F0A-460D-8230-296CA4E0816F}"/>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의도한 경로 표시는 실제 선택·정확성·성공을 보장하지 않습니다. 변경 뒤 검증은 계속 필요합니다.</a:t>
            </a:r>
          </a:p>
        </p:txBody>
      </p:sp>
      <p:sp>
        <p:nvSpPr>
          <p:cNvPr id="7" name="">
            <a:extLst xmlns:a="http://schemas.openxmlformats.org/drawingml/2006/main">
              <a:ext uri="{FF2B5EF4-FFF2-40B4-BE49-F238E27FC236}">
                <a16:creationId xmlns:a16="http://schemas.microsoft.com/office/drawing/2014/main" id="{534E07B8-D48A-4D7C-B4B2-4A9E4714A84B}"/>
              </a:ext>
            </a:extLst>
          </p:cNvPr>
          <p:cNvSpPr>
            <a:spLocks xmlns:a="http://schemas.openxmlformats.org/drawingml/2006/main" noGrp="1"/>
          </p:cNvSpPr>
          <p:nvPr/>
        </p:nvSpPr>
        <p:spPr>
          <a:xfrm xmlns:a="http://schemas.openxmlformats.org/drawingml/2006/main">
            <a:off x="609600" y="1962150"/>
            <a:ext cx="5238750" cy="3162300"/>
          </a:xfrm>
          <a:prstGeom xmlns:a="http://schemas.openxmlformats.org/drawingml/2006/main" prst="roundRect">
            <a:avLst>
              <a:gd name="adj" fmla="val 3614"/>
            </a:avLst>
          </a:prstGeom>
          <a:solidFill xmlns:a="http://schemas.openxmlformats.org/drawingml/2006/main">
            <a:srgbClr val="FFFFFF"/>
          </a:solidFill>
          <a:ln xmlns:a="http://schemas.openxmlformats.org/drawingml/2006/main" w="14288">
            <a:solidFill>
              <a:srgbClr val="C7D0DA"/>
            </a:solidFill>
            <a:prstDash val="solid"/>
          </a:ln>
        </p:spPr>
      </p:sp>
      <p:sp>
        <p:nvSpPr>
          <p:cNvPr id="8" name="요청 입력 · 교육용 재구성">
            <a:extLst xmlns:a="http://schemas.openxmlformats.org/drawingml/2006/main">
              <a:ext uri="{FF2B5EF4-FFF2-40B4-BE49-F238E27FC236}">
                <a16:creationId xmlns:a16="http://schemas.microsoft.com/office/drawing/2014/main" id="{606D2423-913A-40D6-90C0-0602A52FA797}"/>
              </a:ext>
            </a:extLst>
          </p:cNvPr>
          <p:cNvSpPr>
            <a:spLocks xmlns:a="http://schemas.openxmlformats.org/drawingml/2006/main" noGrp="1"/>
          </p:cNvSpPr>
          <p:nvPr/>
        </p:nvSpPr>
        <p:spPr>
          <a:xfrm xmlns:a="http://schemas.openxmlformats.org/drawingml/2006/main">
            <a:off x="781050" y="2057400"/>
            <a:ext cx="4895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요청 입력 · 교육용 재구성</a:t>
            </a:r>
          </a:p>
        </p:txBody>
      </p:sp>
      <p:sp>
        <p:nvSpPr>
          <p:cNvPr id="9" name="">
            <a:extLst xmlns:a="http://schemas.openxmlformats.org/drawingml/2006/main">
              <a:ext uri="{FF2B5EF4-FFF2-40B4-BE49-F238E27FC236}">
                <a16:creationId xmlns:a16="http://schemas.microsoft.com/office/drawing/2014/main" id="{F3C59917-CC2F-44BC-A7E4-A8C4542A18D4}"/>
              </a:ext>
            </a:extLst>
          </p:cNvPr>
          <p:cNvSpPr>
            <a:spLocks xmlns:a="http://schemas.openxmlformats.org/drawingml/2006/main" noGrp="1"/>
          </p:cNvSpPr>
          <p:nvPr/>
        </p:nvSpPr>
        <p:spPr>
          <a:xfrm xmlns:a="http://schemas.openxmlformats.org/drawingml/2006/main">
            <a:off x="781050" y="2409825"/>
            <a:ext cx="4895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crop test 고쳐줘">
            <a:extLst xmlns:a="http://schemas.openxmlformats.org/drawingml/2006/main">
              <a:ext uri="{FF2B5EF4-FFF2-40B4-BE49-F238E27FC236}">
                <a16:creationId xmlns:a16="http://schemas.microsoft.com/office/drawing/2014/main" id="{F50B4807-C0CC-4421-9F17-8570EAFD46E2}"/>
              </a:ext>
            </a:extLst>
          </p:cNvPr>
          <p:cNvSpPr>
            <a:spLocks xmlns:a="http://schemas.openxmlformats.org/drawingml/2006/main" noGrp="1"/>
          </p:cNvSpPr>
          <p:nvPr/>
        </p:nvSpPr>
        <p:spPr>
          <a:xfrm xmlns:a="http://schemas.openxmlformats.org/drawingml/2006/main">
            <a:off x="800100" y="2505075"/>
            <a:ext cx="4857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crop test 고쳐줘</a:t>
            </a:r>
          </a:p>
        </p:txBody>
      </p:sp>
      <p:sp>
        <p:nvSpPr>
          <p:cNvPr id="11" name="목표">
            <a:extLst xmlns:a="http://schemas.openxmlformats.org/drawingml/2006/main">
              <a:ext uri="{FF2B5EF4-FFF2-40B4-BE49-F238E27FC236}">
                <a16:creationId xmlns:a16="http://schemas.microsoft.com/office/drawing/2014/main" id="{231F2C22-54B3-4BC8-852A-83FF968B5A9C}"/>
              </a:ext>
            </a:extLst>
          </p:cNvPr>
          <p:cNvSpPr>
            <a:spLocks xmlns:a="http://schemas.openxmlformats.org/drawingml/2006/main" noGrp="1"/>
          </p:cNvSpPr>
          <p:nvPr/>
        </p:nvSpPr>
        <p:spPr>
          <a:xfrm xmlns:a="http://schemas.openxmlformats.org/drawingml/2006/main">
            <a:off x="800100" y="287655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목표</a:t>
            </a:r>
          </a:p>
        </p:txBody>
      </p:sp>
      <p:sp>
        <p:nvSpPr>
          <p:cNvPr id="12" name="crop(1, 3) → 열 1·2, 폭 2">
            <a:extLst xmlns:a="http://schemas.openxmlformats.org/drawingml/2006/main">
              <a:ext uri="{FF2B5EF4-FFF2-40B4-BE49-F238E27FC236}">
                <a16:creationId xmlns:a16="http://schemas.microsoft.com/office/drawing/2014/main" id="{2E038AC8-81B8-4DCC-8EB9-6E27D80CE353}"/>
              </a:ext>
            </a:extLst>
          </p:cNvPr>
          <p:cNvSpPr>
            <a:spLocks xmlns:a="http://schemas.openxmlformats.org/drawingml/2006/main" noGrp="1"/>
          </p:cNvSpPr>
          <p:nvPr/>
        </p:nvSpPr>
        <p:spPr>
          <a:xfrm xmlns:a="http://schemas.openxmlformats.org/drawingml/2006/main">
            <a:off x="1504950" y="287655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crop(1, 3) → 열 1·2, 폭 2</a:t>
            </a:r>
          </a:p>
        </p:txBody>
      </p:sp>
      <p:sp>
        <p:nvSpPr>
          <p:cNvPr id="13" name="보존">
            <a:extLst xmlns:a="http://schemas.openxmlformats.org/drawingml/2006/main">
              <a:ext uri="{FF2B5EF4-FFF2-40B4-BE49-F238E27FC236}">
                <a16:creationId xmlns:a16="http://schemas.microsoft.com/office/drawing/2014/main" id="{01B36167-7B3B-49B9-A6D5-EDE6B4625EBE}"/>
              </a:ext>
            </a:extLst>
          </p:cNvPr>
          <p:cNvSpPr>
            <a:spLocks xmlns:a="http://schemas.openxmlformats.org/drawingml/2006/main" noGrp="1"/>
          </p:cNvSpPr>
          <p:nvPr/>
        </p:nvSpPr>
        <p:spPr>
          <a:xfrm xmlns:a="http://schemas.openxmlformats.org/drawingml/2006/main">
            <a:off x="800100" y="32004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보존</a:t>
            </a:r>
          </a:p>
        </p:txBody>
      </p:sp>
      <p:sp>
        <p:nvSpPr>
          <p:cNvPr id="14" name="끝 좌표 제외 명세·테스트 기대값">
            <a:extLst xmlns:a="http://schemas.openxmlformats.org/drawingml/2006/main">
              <a:ext uri="{FF2B5EF4-FFF2-40B4-BE49-F238E27FC236}">
                <a16:creationId xmlns:a16="http://schemas.microsoft.com/office/drawing/2014/main" id="{7BCC727E-CFEF-4BB1-99B8-EE480B9AE23E}"/>
              </a:ext>
            </a:extLst>
          </p:cNvPr>
          <p:cNvSpPr>
            <a:spLocks xmlns:a="http://schemas.openxmlformats.org/drawingml/2006/main" noGrp="1"/>
          </p:cNvSpPr>
          <p:nvPr/>
        </p:nvSpPr>
        <p:spPr>
          <a:xfrm xmlns:a="http://schemas.openxmlformats.org/drawingml/2006/main">
            <a:off x="1504950" y="320040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끝 좌표 제외 명세·테스트 기대값</a:t>
            </a:r>
          </a:p>
        </p:txBody>
      </p:sp>
      <p:sp>
        <p:nvSpPr>
          <p:cNvPr id="15" name="범위">
            <a:extLst xmlns:a="http://schemas.openxmlformats.org/drawingml/2006/main">
              <a:ext uri="{FF2B5EF4-FFF2-40B4-BE49-F238E27FC236}">
                <a16:creationId xmlns:a16="http://schemas.microsoft.com/office/drawing/2014/main" id="{F569AE59-AA8F-416A-BB64-9D510A933AD5}"/>
              </a:ext>
            </a:extLst>
          </p:cNvPr>
          <p:cNvSpPr>
            <a:spLocks xmlns:a="http://schemas.openxmlformats.org/drawingml/2006/main" noGrp="1"/>
          </p:cNvSpPr>
          <p:nvPr/>
        </p:nvSpPr>
        <p:spPr>
          <a:xfrm xmlns:a="http://schemas.openxmlformats.org/drawingml/2006/main">
            <a:off x="800100" y="352425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범위</a:t>
            </a:r>
          </a:p>
        </p:txBody>
      </p:sp>
      <p:sp>
        <p:nvSpPr>
          <p:cNvPr id="16" name="crop 구현만 최소 수정">
            <a:extLst xmlns:a="http://schemas.openxmlformats.org/drawingml/2006/main">
              <a:ext uri="{FF2B5EF4-FFF2-40B4-BE49-F238E27FC236}">
                <a16:creationId xmlns:a16="http://schemas.microsoft.com/office/drawing/2014/main" id="{ED554008-A567-4784-918C-7E4197383225}"/>
              </a:ext>
            </a:extLst>
          </p:cNvPr>
          <p:cNvSpPr>
            <a:spLocks xmlns:a="http://schemas.openxmlformats.org/drawingml/2006/main" noGrp="1"/>
          </p:cNvSpPr>
          <p:nvPr/>
        </p:nvSpPr>
        <p:spPr>
          <a:xfrm xmlns:a="http://schemas.openxmlformats.org/drawingml/2006/main">
            <a:off x="1504950" y="352425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 구현만 최소 수정</a:t>
            </a:r>
          </a:p>
        </p:txBody>
      </p:sp>
      <p:sp>
        <p:nvSpPr>
          <p:cNvPr id="17" name="확인">
            <a:extLst xmlns:a="http://schemas.openxmlformats.org/drawingml/2006/main">
              <a:ext uri="{FF2B5EF4-FFF2-40B4-BE49-F238E27FC236}">
                <a16:creationId xmlns:a16="http://schemas.microsoft.com/office/drawing/2014/main" id="{00027CF7-B60C-4406-9EBC-6B13018B9C0F}"/>
              </a:ext>
            </a:extLst>
          </p:cNvPr>
          <p:cNvSpPr>
            <a:spLocks xmlns:a="http://schemas.openxmlformats.org/drawingml/2006/main" noGrp="1"/>
          </p:cNvSpPr>
          <p:nvPr/>
        </p:nvSpPr>
        <p:spPr>
          <a:xfrm xmlns:a="http://schemas.openxmlformats.org/drawingml/2006/main">
            <a:off x="800100" y="38481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확인</a:t>
            </a:r>
          </a:p>
        </p:txBody>
      </p:sp>
      <p:sp>
        <p:nvSpPr>
          <p:cNvPr id="18" name="crop 관련 테스트만·프로젝트 전체 테스트&#10;CLI 샘플 실행·변경 내용 확인">
            <a:extLst xmlns:a="http://schemas.openxmlformats.org/drawingml/2006/main">
              <a:ext uri="{FF2B5EF4-FFF2-40B4-BE49-F238E27FC236}">
                <a16:creationId xmlns:a16="http://schemas.microsoft.com/office/drawing/2014/main" id="{F1A9322B-E103-48B7-A11B-A153829F380E}"/>
              </a:ext>
            </a:extLst>
          </p:cNvPr>
          <p:cNvSpPr>
            <a:spLocks xmlns:a="http://schemas.openxmlformats.org/drawingml/2006/main" noGrp="1"/>
          </p:cNvSpPr>
          <p:nvPr/>
        </p:nvSpPr>
        <p:spPr>
          <a:xfrm xmlns:a="http://schemas.openxmlformats.org/drawingml/2006/main">
            <a:off x="1504950" y="3848100"/>
            <a:ext cx="41529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crop 관련 테스트만·프로젝트 전체 테스트</a:t>
            </a:r>
          </a:p>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CLI 샘플 실행·변경 내용 확인</a:t>
            </a:r>
          </a:p>
        </p:txBody>
      </p:sp>
      <p:sp>
        <p:nvSpPr>
          <p:cNvPr id="19" name="완료">
            <a:extLst xmlns:a="http://schemas.openxmlformats.org/drawingml/2006/main">
              <a:ext uri="{FF2B5EF4-FFF2-40B4-BE49-F238E27FC236}">
                <a16:creationId xmlns:a16="http://schemas.microsoft.com/office/drawing/2014/main" id="{51BC0F0B-9B4A-42AF-8CAD-F1A9F91A4C70}"/>
              </a:ext>
            </a:extLst>
          </p:cNvPr>
          <p:cNvSpPr>
            <a:spLocks xmlns:a="http://schemas.openxmlformats.org/drawingml/2006/main" noGrp="1"/>
          </p:cNvSpPr>
          <p:nvPr/>
        </p:nvSpPr>
        <p:spPr>
          <a:xfrm xmlns:a="http://schemas.openxmlformats.org/drawingml/2006/main">
            <a:off x="800100" y="4419600"/>
            <a:ext cx="6286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완료</a:t>
            </a:r>
          </a:p>
        </p:txBody>
      </p:sp>
      <p:sp>
        <p:nvSpPr>
          <p:cNvPr id="20" name="결과·검증·미확인 사항 보고">
            <a:extLst xmlns:a="http://schemas.openxmlformats.org/drawingml/2006/main">
              <a:ext uri="{FF2B5EF4-FFF2-40B4-BE49-F238E27FC236}">
                <a16:creationId xmlns:a16="http://schemas.microsoft.com/office/drawing/2014/main" id="{74DCB9B1-91D9-452D-A0A7-7DF70E995780}"/>
              </a:ext>
            </a:extLst>
          </p:cNvPr>
          <p:cNvSpPr>
            <a:spLocks xmlns:a="http://schemas.openxmlformats.org/drawingml/2006/main" noGrp="1"/>
          </p:cNvSpPr>
          <p:nvPr/>
        </p:nvSpPr>
        <p:spPr>
          <a:xfrm xmlns:a="http://schemas.openxmlformats.org/drawingml/2006/main">
            <a:off x="1504950" y="4419600"/>
            <a:ext cx="41529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17212B"/>
                </a:solidFill>
                <a:latin typeface="Malgun Gothic"/>
                <a:ea typeface="Malgun Gothic"/>
                <a:cs typeface="Malgun Gothic"/>
              </a:defRPr>
            </a:defPPr>
            <a:lvl1pPr algn="l">
              <a:defRPr sz="1725" b="0">
                <a:solidFill>
                  <a:srgbClr val="17212B"/>
                </a:solidFill>
                <a:latin typeface="Malgun Gothic"/>
                <a:ea typeface="Malgun Gothic"/>
                <a:cs typeface="Malgun Gothic"/>
              </a:defRPr>
            </a:lvl1pPr>
            <a:lvl2pPr algn="l">
              <a:defRPr sz="1725" b="0">
                <a:solidFill>
                  <a:srgbClr val="17212B"/>
                </a:solidFill>
                <a:latin typeface="Malgun Gothic"/>
                <a:ea typeface="Malgun Gothic"/>
                <a:cs typeface="Malgun Gothic"/>
              </a:defRPr>
            </a:lvl2pPr>
            <a:lvl3pPr algn="l">
              <a:defRPr sz="1725" b="0">
                <a:solidFill>
                  <a:srgbClr val="17212B"/>
                </a:solidFill>
                <a:latin typeface="Malgun Gothic"/>
                <a:ea typeface="Malgun Gothic"/>
                <a:cs typeface="Malgun Gothic"/>
              </a:defRPr>
            </a:lvl3pPr>
            <a:lvl4pPr algn="l">
              <a:defRPr sz="1725" b="0">
                <a:solidFill>
                  <a:srgbClr val="17212B"/>
                </a:solidFill>
                <a:latin typeface="Malgun Gothic"/>
                <a:ea typeface="Malgun Gothic"/>
                <a:cs typeface="Malgun Gothic"/>
              </a:defRPr>
            </a:lvl4pPr>
            <a:lvl5pPr algn="l">
              <a:defRPr sz="1725" b="0">
                <a:solidFill>
                  <a:srgbClr val="17212B"/>
                </a:solidFill>
                <a:latin typeface="Malgun Gothic"/>
                <a:ea typeface="Malgun Gothic"/>
                <a:cs typeface="Malgun Gothic"/>
              </a:defRPr>
            </a:lvl5pPr>
            <a:lvl6pPr algn="l">
              <a:defRPr sz="1725" b="0">
                <a:solidFill>
                  <a:srgbClr val="17212B"/>
                </a:solidFill>
                <a:latin typeface="Malgun Gothic"/>
                <a:ea typeface="Malgun Gothic"/>
                <a:cs typeface="Malgun Gothic"/>
              </a:defRPr>
            </a:lvl6pPr>
            <a:lvl7pPr algn="l">
              <a:defRPr sz="1725" b="0">
                <a:solidFill>
                  <a:srgbClr val="17212B"/>
                </a:solidFill>
                <a:latin typeface="Malgun Gothic"/>
                <a:ea typeface="Malgun Gothic"/>
                <a:cs typeface="Malgun Gothic"/>
              </a:defRPr>
            </a:lvl7pPr>
            <a:lvl8pPr algn="l">
              <a:defRPr sz="1725" b="0">
                <a:solidFill>
                  <a:srgbClr val="17212B"/>
                </a:solidFill>
                <a:latin typeface="Malgun Gothic"/>
                <a:ea typeface="Malgun Gothic"/>
                <a:cs typeface="Malgun Gothic"/>
              </a:defRPr>
            </a:lvl8pPr>
            <a:lvl9pPr algn="l">
              <a:defRPr sz="1725" b="0">
                <a:solidFill>
                  <a:srgbClr val="17212B"/>
                </a:solidFill>
                <a:latin typeface="Malgun Gothic"/>
                <a:ea typeface="Malgun Gothic"/>
                <a:cs typeface="Malgun Gothic"/>
              </a:defRPr>
            </a:lvl9pPr>
          </a:lstStyle>
          <a:p xmlns:a="http://schemas.openxmlformats.org/drawingml/2006/main">
            <a:pPr algn="l">
              <a:defRPr sz="1725" b="0">
                <a:solidFill>
                  <a:srgbClr val="17212B"/>
                </a:solidFill>
                <a:latin typeface="Malgun Gothic"/>
                <a:ea typeface="Malgun Gothic"/>
                <a:cs typeface="Malgun Gothic"/>
              </a:defRPr>
            </a:pPr>
            <a:r>
              <a:rPr sz="1725" b="0">
                <a:solidFill>
                  <a:srgbClr val="17212B"/>
                </a:solidFill>
                <a:latin typeface="Malgun Gothic"/>
                <a:ea typeface="Malgun Gothic"/>
                <a:cs typeface="Malgun Gothic"/>
              </a:rPr>
              <a:t>결과·검증·미확인 사항 보고</a:t>
            </a:r>
          </a:p>
        </p:txBody>
      </p:sp>
      <p:sp>
        <p:nvSpPr>
          <p:cNvPr id="21" name="+">
            <a:extLst xmlns:a="http://schemas.openxmlformats.org/drawingml/2006/main">
              <a:ext uri="{FF2B5EF4-FFF2-40B4-BE49-F238E27FC236}">
                <a16:creationId xmlns:a16="http://schemas.microsoft.com/office/drawing/2014/main" id="{516D6BF8-5D78-4F1A-AD0B-3813FF93D8D1}"/>
              </a:ext>
            </a:extLst>
          </p:cNvPr>
          <p:cNvSpPr>
            <a:spLocks xmlns:a="http://schemas.openxmlformats.org/drawingml/2006/main" noGrp="1"/>
          </p:cNvSpPr>
          <p:nvPr/>
        </p:nvSpPr>
        <p:spPr>
          <a:xfrm xmlns:a="http://schemas.openxmlformats.org/drawingml/2006/main">
            <a:off x="781050" y="4800600"/>
            <a:ext cx="2667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a:t>
            </a:r>
          </a:p>
        </p:txBody>
      </p:sp>
      <p:sp>
        <p:nvSpPr>
          <p:cNvPr id="22" name="">
            <a:extLst xmlns:a="http://schemas.openxmlformats.org/drawingml/2006/main">
              <a:ext uri="{FF2B5EF4-FFF2-40B4-BE49-F238E27FC236}">
                <a16:creationId xmlns:a16="http://schemas.microsoft.com/office/drawing/2014/main" id="{ECEC517B-A462-4706-B461-6AF04707DBEF}"/>
              </a:ext>
            </a:extLst>
          </p:cNvPr>
          <p:cNvSpPr>
            <a:spLocks xmlns:a="http://schemas.openxmlformats.org/drawingml/2006/main" noGrp="1"/>
          </p:cNvSpPr>
          <p:nvPr/>
        </p:nvSpPr>
        <p:spPr>
          <a:xfrm xmlns:a="http://schemas.openxmlformats.org/drawingml/2006/main">
            <a:off x="5438775" y="4781550"/>
            <a:ext cx="238125" cy="238125"/>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ACD6FC5-01EA-4670-BE94-090D80EA89FC}"/>
              </a:ext>
            </a:extLst>
          </p:cNvPr>
          <p:cNvSpPr>
            <a:spLocks xmlns:a="http://schemas.openxmlformats.org/drawingml/2006/main" noGrp="1"/>
          </p:cNvSpPr>
          <p:nvPr/>
        </p:nvSpPr>
        <p:spPr>
          <a:xfrm xmlns:a="http://schemas.openxmlformats.org/drawingml/2006/main">
            <a:off x="5438775" y="4772025"/>
            <a:ext cx="238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650" b="1">
                <a:solidFill>
                  <a:srgbClr val="FFFFFF"/>
                </a:solidFill>
                <a:latin typeface="Malgun Gothic"/>
                <a:ea typeface="Malgun Gothic"/>
                <a:cs typeface="Malgun Gothic"/>
              </a:defRPr>
            </a:defPPr>
            <a:lvl1pPr algn="ctr">
              <a:defRPr sz="1650" b="1">
                <a:solidFill>
                  <a:srgbClr val="FFFFFF"/>
                </a:solidFill>
                <a:latin typeface="Malgun Gothic"/>
                <a:ea typeface="Malgun Gothic"/>
                <a:cs typeface="Malgun Gothic"/>
              </a:defRPr>
            </a:lvl1pPr>
            <a:lvl2pPr algn="ctr">
              <a:defRPr sz="1650" b="1">
                <a:solidFill>
                  <a:srgbClr val="FFFFFF"/>
                </a:solidFill>
                <a:latin typeface="Malgun Gothic"/>
                <a:ea typeface="Malgun Gothic"/>
                <a:cs typeface="Malgun Gothic"/>
              </a:defRPr>
            </a:lvl2pPr>
            <a:lvl3pPr algn="ctr">
              <a:defRPr sz="1650" b="1">
                <a:solidFill>
                  <a:srgbClr val="FFFFFF"/>
                </a:solidFill>
                <a:latin typeface="Malgun Gothic"/>
                <a:ea typeface="Malgun Gothic"/>
                <a:cs typeface="Malgun Gothic"/>
              </a:defRPr>
            </a:lvl3pPr>
            <a:lvl4pPr algn="ctr">
              <a:defRPr sz="1650" b="1">
                <a:solidFill>
                  <a:srgbClr val="FFFFFF"/>
                </a:solidFill>
                <a:latin typeface="Malgun Gothic"/>
                <a:ea typeface="Malgun Gothic"/>
                <a:cs typeface="Malgun Gothic"/>
              </a:defRPr>
            </a:lvl4pPr>
            <a:lvl5pPr algn="ctr">
              <a:defRPr sz="1650" b="1">
                <a:solidFill>
                  <a:srgbClr val="FFFFFF"/>
                </a:solidFill>
                <a:latin typeface="Malgun Gothic"/>
                <a:ea typeface="Malgun Gothic"/>
                <a:cs typeface="Malgun Gothic"/>
              </a:defRPr>
            </a:lvl5pPr>
            <a:lvl6pPr algn="ctr">
              <a:defRPr sz="1650" b="1">
                <a:solidFill>
                  <a:srgbClr val="FFFFFF"/>
                </a:solidFill>
                <a:latin typeface="Malgun Gothic"/>
                <a:ea typeface="Malgun Gothic"/>
                <a:cs typeface="Malgun Gothic"/>
              </a:defRPr>
            </a:lvl6pPr>
            <a:lvl7pPr algn="ctr">
              <a:defRPr sz="1650" b="1">
                <a:solidFill>
                  <a:srgbClr val="FFFFFF"/>
                </a:solidFill>
                <a:latin typeface="Malgun Gothic"/>
                <a:ea typeface="Malgun Gothic"/>
                <a:cs typeface="Malgun Gothic"/>
              </a:defRPr>
            </a:lvl7pPr>
            <a:lvl8pPr algn="ctr">
              <a:defRPr sz="1650" b="1">
                <a:solidFill>
                  <a:srgbClr val="FFFFFF"/>
                </a:solidFill>
                <a:latin typeface="Malgun Gothic"/>
                <a:ea typeface="Malgun Gothic"/>
                <a:cs typeface="Malgun Gothic"/>
              </a:defRPr>
            </a:lvl8pPr>
            <a:lvl9pPr algn="ctr">
              <a:defRPr sz="1650" b="1">
                <a:solidFill>
                  <a:srgbClr val="FFFFFF"/>
                </a:solidFill>
                <a:latin typeface="Malgun Gothic"/>
                <a:ea typeface="Malgun Gothic"/>
                <a:cs typeface="Malgun Gothic"/>
              </a:defRPr>
            </a:lvl9pPr>
          </a:lstStyle>
          <a:p xmlns:a="http://schemas.openxmlformats.org/drawingml/2006/main">
            <a:pPr algn="ctr">
              <a:defRPr sz="1650" b="1">
                <a:solidFill>
                  <a:srgbClr val="FFFFFF"/>
                </a:solidFill>
                <a:latin typeface="Malgun Gothic"/>
                <a:ea typeface="Malgun Gothic"/>
                <a:cs typeface="Malgun Gothic"/>
              </a:defRPr>
            </a:pPr>
            <a:r>
              <a:rPr sz="1650" b="1">
                <a:solidFill>
                  <a:srgbClr val="FFFFFF"/>
                </a:solidFill>
                <a:latin typeface="Malgun Gothic"/>
                <a:ea typeface="Malgun Gothic"/>
                <a:cs typeface="Malgun Gothic"/>
              </a:rPr>
              <a:t>↑</a:t>
            </a:r>
          </a:p>
        </p:txBody>
      </p:sp>
      <p:sp>
        <p:nvSpPr>
          <p:cNvPr id="24" name="사람이 원하는 경로를 명시">
            <a:extLst xmlns:a="http://schemas.openxmlformats.org/drawingml/2006/main">
              <a:ext uri="{FF2B5EF4-FFF2-40B4-BE49-F238E27FC236}">
                <a16:creationId xmlns:a16="http://schemas.microsoft.com/office/drawing/2014/main" id="{3F5FC635-AB46-4828-ADE2-F9F5E83E264E}"/>
              </a:ext>
            </a:extLst>
          </p:cNvPr>
          <p:cNvSpPr>
            <a:spLocks xmlns:a="http://schemas.openxmlformats.org/drawingml/2006/main" noGrp="1"/>
          </p:cNvSpPr>
          <p:nvPr/>
        </p:nvSpPr>
        <p:spPr>
          <a:xfrm xmlns:a="http://schemas.openxmlformats.org/drawingml/2006/main">
            <a:off x="6210300" y="1666875"/>
            <a:ext cx="53721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사람이 원하는 경로를 명시</a:t>
            </a:r>
          </a:p>
        </p:txBody>
      </p:sp>
      <p:pic>
        <p:nvPicPr>
          <p:cNvPr id="25" name="">
            <a:extLst xmlns:a="http://schemas.openxmlformats.org/drawingml/2006/main">
              <a:ext uri="{FF2B5EF4-FFF2-40B4-BE49-F238E27FC236}">
                <a16:creationId xmlns:a16="http://schemas.microsoft.com/office/drawing/2014/main" id="{51BD9930-F7F4-400C-BC56-F46141E41A86}"/>
              </a:ext>
            </a:extLst>
          </p:cNvPr>
          <p:cNvPicPr>
            <a:picLocks xmlns:a="http://schemas.openxmlformats.org/drawingml/2006/main" noChangeAspect="1"/>
          </p:cNvPicPr>
          <p:nvPr/>
        </p:nvPicPr>
        <p:blipFill>
          <a:blip xmlns:r="http://schemas.openxmlformats.org/officeDocument/2006/relationships" xmlns:a="http://schemas.openxmlformats.org/drawingml/2006/main" r:embed="Rb511f83475a54735"/>
          <a:stretch xmlns:a="http://schemas.openxmlformats.org/drawingml/2006/main"/>
        </p:blipFill>
        <p:spPr>
          <a:xfrm xmlns:a="http://schemas.openxmlformats.org/drawingml/2006/main">
            <a:off x="6067425" y="2038350"/>
            <a:ext cx="1447800" cy="1085850"/>
          </a:xfrm>
          <a:prstGeom xmlns:a="http://schemas.openxmlformats.org/drawingml/2006/main" prst="rect">
            <a:avLst/>
          </a:prstGeom>
        </p:spPr>
      </p:pic>
      <p:sp>
        <p:nvSpPr>
          <p:cNvPr id="26" name="">
            <a:extLst xmlns:a="http://schemas.openxmlformats.org/drawingml/2006/main">
              <a:ext uri="{FF2B5EF4-FFF2-40B4-BE49-F238E27FC236}">
                <a16:creationId xmlns:a16="http://schemas.microsoft.com/office/drawing/2014/main" id="{F7A27340-D38A-47B1-873C-6408FBF5D056}"/>
              </a:ext>
            </a:extLst>
          </p:cNvPr>
          <p:cNvSpPr>
            <a:spLocks xmlns:a="http://schemas.openxmlformats.org/drawingml/2006/main" noGrp="1"/>
          </p:cNvSpPr>
          <p:nvPr/>
        </p:nvSpPr>
        <p:spPr>
          <a:xfrm xmlns:a="http://schemas.openxmlformats.org/drawingml/2006/main">
            <a:off x="5934075" y="3857625"/>
            <a:ext cx="323850" cy="20002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F9FC877-D43A-4FB2-B05B-37E73F80ECA0}"/>
              </a:ext>
            </a:extLst>
          </p:cNvPr>
          <p:cNvSpPr>
            <a:spLocks xmlns:a="http://schemas.openxmlformats.org/drawingml/2006/main" noGrp="1"/>
          </p:cNvSpPr>
          <p:nvPr/>
        </p:nvSpPr>
        <p:spPr>
          <a:xfrm xmlns:a="http://schemas.openxmlformats.org/drawingml/2006/main">
            <a:off x="6400800" y="4010025"/>
            <a:ext cx="133350" cy="13335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28" name="Possible interpretation A">
            <a:extLst xmlns:a="http://schemas.openxmlformats.org/drawingml/2006/main">
              <a:ext uri="{FF2B5EF4-FFF2-40B4-BE49-F238E27FC236}">
                <a16:creationId xmlns:a16="http://schemas.microsoft.com/office/drawing/2014/main" id="{21BFFF0C-B9A5-415C-91AF-6C542EE7D100}"/>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0"/>
                  <a:pt x="1047750" y="0"/>
                </a:cubicBezTo>
                <a:lnTo>
                  <a:pt x="5000625" y="0"/>
                </a:lnTo>
              </a:path>
            </a:pathLst>
          </a:custGeom>
          <a:noFill xmlns:a="http://schemas.openxmlformats.org/drawingml/2006/main"/>
          <a:ln xmlns:a="http://schemas.openxmlformats.org/drawingml/2006/main" w="19050">
            <a:solidFill>
              <a:srgbClr val="78848F"/>
            </a:solidFill>
            <a:prstDash val="dash"/>
          </a:ln>
        </p:spPr>
      </p:sp>
      <p:sp>
        <p:nvSpPr>
          <p:cNvPr id="29" name="">
            <a:extLst xmlns:a="http://schemas.openxmlformats.org/drawingml/2006/main">
              <a:ext uri="{FF2B5EF4-FFF2-40B4-BE49-F238E27FC236}">
                <a16:creationId xmlns:a16="http://schemas.microsoft.com/office/drawing/2014/main" id="{B6AEA4A3-2104-4F35-91E4-DC8B38FCFE75}"/>
              </a:ext>
            </a:extLst>
          </p:cNvPr>
          <p:cNvSpPr>
            <a:spLocks xmlns:a="http://schemas.openxmlformats.org/drawingml/2006/main" noGrp="1"/>
          </p:cNvSpPr>
          <p:nvPr/>
        </p:nvSpPr>
        <p:spPr>
          <a:xfrm xmlns:a="http://schemas.openxmlformats.org/drawingml/2006/main">
            <a:off x="11439525" y="3219450"/>
            <a:ext cx="76200" cy="76200"/>
          </a:xfrm>
          <a:prstGeom xmlns:a="http://schemas.openxmlformats.org/drawingml/2006/main" prst="ellipse">
            <a:avLst/>
          </a:prstGeom>
          <a:solidFill xmlns:a="http://schemas.openxmlformats.org/drawingml/2006/main">
            <a:srgbClr val="78848F"/>
          </a:solidFill>
          <a:ln xmlns:a="http://schemas.openxmlformats.org/drawingml/2006/main" w="0">
            <a:noFill/>
          </a:ln>
        </p:spPr>
      </p:sp>
      <p:sp>
        <p:nvSpPr>
          <p:cNvPr id="30" name="A">
            <a:extLst xmlns:a="http://schemas.openxmlformats.org/drawingml/2006/main">
              <a:ext uri="{FF2B5EF4-FFF2-40B4-BE49-F238E27FC236}">
                <a16:creationId xmlns:a16="http://schemas.microsoft.com/office/drawing/2014/main" id="{28F9A901-8455-428A-91D4-34F6B3B3AFF5}"/>
              </a:ext>
            </a:extLst>
          </p:cNvPr>
          <p:cNvSpPr>
            <a:spLocks xmlns:a="http://schemas.openxmlformats.org/drawingml/2006/main" noGrp="1"/>
          </p:cNvSpPr>
          <p:nvPr/>
        </p:nvSpPr>
        <p:spPr>
          <a:xfrm xmlns:a="http://schemas.openxmlformats.org/drawingml/2006/main">
            <a:off x="7600950" y="26193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78848F"/>
                </a:solidFill>
                <a:latin typeface="Malgun Gothic"/>
                <a:ea typeface="Malgun Gothic"/>
                <a:cs typeface="Malgun Gothic"/>
              </a:defRPr>
            </a:defPPr>
            <a:lvl1pPr algn="l">
              <a:defRPr sz="1575" b="1">
                <a:solidFill>
                  <a:srgbClr val="78848F"/>
                </a:solidFill>
                <a:latin typeface="Malgun Gothic"/>
                <a:ea typeface="Malgun Gothic"/>
                <a:cs typeface="Malgun Gothic"/>
              </a:defRPr>
            </a:lvl1pPr>
            <a:lvl2pPr algn="l">
              <a:defRPr sz="1575" b="1">
                <a:solidFill>
                  <a:srgbClr val="78848F"/>
                </a:solidFill>
                <a:latin typeface="Malgun Gothic"/>
                <a:ea typeface="Malgun Gothic"/>
                <a:cs typeface="Malgun Gothic"/>
              </a:defRPr>
            </a:lvl2pPr>
            <a:lvl3pPr algn="l">
              <a:defRPr sz="1575" b="1">
                <a:solidFill>
                  <a:srgbClr val="78848F"/>
                </a:solidFill>
                <a:latin typeface="Malgun Gothic"/>
                <a:ea typeface="Malgun Gothic"/>
                <a:cs typeface="Malgun Gothic"/>
              </a:defRPr>
            </a:lvl3pPr>
            <a:lvl4pPr algn="l">
              <a:defRPr sz="1575" b="1">
                <a:solidFill>
                  <a:srgbClr val="78848F"/>
                </a:solidFill>
                <a:latin typeface="Malgun Gothic"/>
                <a:ea typeface="Malgun Gothic"/>
                <a:cs typeface="Malgun Gothic"/>
              </a:defRPr>
            </a:lvl4pPr>
            <a:lvl5pPr algn="l">
              <a:defRPr sz="1575" b="1">
                <a:solidFill>
                  <a:srgbClr val="78848F"/>
                </a:solidFill>
                <a:latin typeface="Malgun Gothic"/>
                <a:ea typeface="Malgun Gothic"/>
                <a:cs typeface="Malgun Gothic"/>
              </a:defRPr>
            </a:lvl5pPr>
            <a:lvl6pPr algn="l">
              <a:defRPr sz="1575" b="1">
                <a:solidFill>
                  <a:srgbClr val="78848F"/>
                </a:solidFill>
                <a:latin typeface="Malgun Gothic"/>
                <a:ea typeface="Malgun Gothic"/>
                <a:cs typeface="Malgun Gothic"/>
              </a:defRPr>
            </a:lvl6pPr>
            <a:lvl7pPr algn="l">
              <a:defRPr sz="1575" b="1">
                <a:solidFill>
                  <a:srgbClr val="78848F"/>
                </a:solidFill>
                <a:latin typeface="Malgun Gothic"/>
                <a:ea typeface="Malgun Gothic"/>
                <a:cs typeface="Malgun Gothic"/>
              </a:defRPr>
            </a:lvl7pPr>
            <a:lvl8pPr algn="l">
              <a:defRPr sz="1575" b="1">
                <a:solidFill>
                  <a:srgbClr val="78848F"/>
                </a:solidFill>
                <a:latin typeface="Malgun Gothic"/>
                <a:ea typeface="Malgun Gothic"/>
                <a:cs typeface="Malgun Gothic"/>
              </a:defRPr>
            </a:lvl8pPr>
            <a:lvl9pPr algn="l">
              <a:defRPr sz="1575" b="1">
                <a:solidFill>
                  <a:srgbClr val="78848F"/>
                </a:solidFill>
                <a:latin typeface="Malgun Gothic"/>
                <a:ea typeface="Malgun Gothic"/>
                <a:cs typeface="Malgun Gothic"/>
              </a:defRPr>
            </a:lvl9pPr>
          </a:lstStyle>
          <a:p xmlns:a="http://schemas.openxmlformats.org/drawingml/2006/main">
            <a:pPr algn="l">
              <a:defRPr sz="1575" b="1">
                <a:solidFill>
                  <a:srgbClr val="78848F"/>
                </a:solidFill>
                <a:latin typeface="Malgun Gothic"/>
                <a:ea typeface="Malgun Gothic"/>
                <a:cs typeface="Malgun Gothic"/>
              </a:defRPr>
            </a:pPr>
            <a:r>
              <a:rPr sz="1575" b="1">
                <a:solidFill>
                  <a:srgbClr val="78848F"/>
                </a:solidFill>
                <a:latin typeface="Malgun Gothic"/>
                <a:ea typeface="Malgun Gothic"/>
                <a:cs typeface="Malgun Gothic"/>
              </a:rPr>
              <a:t>A</a:t>
            </a:r>
          </a:p>
        </p:txBody>
      </p:sp>
      <p:sp>
        <p:nvSpPr>
          <p:cNvPr id="31" name="테스트 기대값 변경">
            <a:extLst xmlns:a="http://schemas.openxmlformats.org/drawingml/2006/main">
              <a:ext uri="{FF2B5EF4-FFF2-40B4-BE49-F238E27FC236}">
                <a16:creationId xmlns:a16="http://schemas.microsoft.com/office/drawing/2014/main" id="{BCA3456F-EEAF-4FB6-BFD2-6DDC0C1784AC}"/>
              </a:ext>
            </a:extLst>
          </p:cNvPr>
          <p:cNvSpPr>
            <a:spLocks xmlns:a="http://schemas.openxmlformats.org/drawingml/2006/main" noGrp="1"/>
          </p:cNvSpPr>
          <p:nvPr/>
        </p:nvSpPr>
        <p:spPr>
          <a:xfrm xmlns:a="http://schemas.openxmlformats.org/drawingml/2006/main">
            <a:off x="7972425" y="255270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78848F"/>
                </a:solidFill>
                <a:latin typeface="Malgun Gothic"/>
                <a:ea typeface="Malgun Gothic"/>
                <a:cs typeface="Malgun Gothic"/>
              </a:defRPr>
            </a:defPPr>
            <a:lvl1pPr algn="l">
              <a:defRPr sz="2175" b="1">
                <a:solidFill>
                  <a:srgbClr val="78848F"/>
                </a:solidFill>
                <a:latin typeface="Malgun Gothic"/>
                <a:ea typeface="Malgun Gothic"/>
                <a:cs typeface="Malgun Gothic"/>
              </a:defRPr>
            </a:lvl1pPr>
            <a:lvl2pPr algn="l">
              <a:defRPr sz="2175" b="1">
                <a:solidFill>
                  <a:srgbClr val="78848F"/>
                </a:solidFill>
                <a:latin typeface="Malgun Gothic"/>
                <a:ea typeface="Malgun Gothic"/>
                <a:cs typeface="Malgun Gothic"/>
              </a:defRPr>
            </a:lvl2pPr>
            <a:lvl3pPr algn="l">
              <a:defRPr sz="2175" b="1">
                <a:solidFill>
                  <a:srgbClr val="78848F"/>
                </a:solidFill>
                <a:latin typeface="Malgun Gothic"/>
                <a:ea typeface="Malgun Gothic"/>
                <a:cs typeface="Malgun Gothic"/>
              </a:defRPr>
            </a:lvl3pPr>
            <a:lvl4pPr algn="l">
              <a:defRPr sz="2175" b="1">
                <a:solidFill>
                  <a:srgbClr val="78848F"/>
                </a:solidFill>
                <a:latin typeface="Malgun Gothic"/>
                <a:ea typeface="Malgun Gothic"/>
                <a:cs typeface="Malgun Gothic"/>
              </a:defRPr>
            </a:lvl4pPr>
            <a:lvl5pPr algn="l">
              <a:defRPr sz="2175" b="1">
                <a:solidFill>
                  <a:srgbClr val="78848F"/>
                </a:solidFill>
                <a:latin typeface="Malgun Gothic"/>
                <a:ea typeface="Malgun Gothic"/>
                <a:cs typeface="Malgun Gothic"/>
              </a:defRPr>
            </a:lvl5pPr>
            <a:lvl6pPr algn="l">
              <a:defRPr sz="2175" b="1">
                <a:solidFill>
                  <a:srgbClr val="78848F"/>
                </a:solidFill>
                <a:latin typeface="Malgun Gothic"/>
                <a:ea typeface="Malgun Gothic"/>
                <a:cs typeface="Malgun Gothic"/>
              </a:defRPr>
            </a:lvl6pPr>
            <a:lvl7pPr algn="l">
              <a:defRPr sz="2175" b="1">
                <a:solidFill>
                  <a:srgbClr val="78848F"/>
                </a:solidFill>
                <a:latin typeface="Malgun Gothic"/>
                <a:ea typeface="Malgun Gothic"/>
                <a:cs typeface="Malgun Gothic"/>
              </a:defRPr>
            </a:lvl7pPr>
            <a:lvl8pPr algn="l">
              <a:defRPr sz="2175" b="1">
                <a:solidFill>
                  <a:srgbClr val="78848F"/>
                </a:solidFill>
                <a:latin typeface="Malgun Gothic"/>
                <a:ea typeface="Malgun Gothic"/>
                <a:cs typeface="Malgun Gothic"/>
              </a:defRPr>
            </a:lvl8pPr>
            <a:lvl9pPr algn="l">
              <a:defRPr sz="2175" b="1">
                <a:solidFill>
                  <a:srgbClr val="78848F"/>
                </a:solidFill>
                <a:latin typeface="Malgun Gothic"/>
                <a:ea typeface="Malgun Gothic"/>
                <a:cs typeface="Malgun Gothic"/>
              </a:defRPr>
            </a:lvl9pPr>
          </a:lstStyle>
          <a:p xmlns:a="http://schemas.openxmlformats.org/drawingml/2006/main">
            <a:pPr algn="l">
              <a:defRPr sz="2175" b="1">
                <a:solidFill>
                  <a:srgbClr val="78848F"/>
                </a:solidFill>
                <a:latin typeface="Malgun Gothic"/>
                <a:ea typeface="Malgun Gothic"/>
                <a:cs typeface="Malgun Gothic"/>
              </a:defRPr>
            </a:pPr>
            <a:r>
              <a:rPr sz="2175" b="1">
                <a:solidFill>
                  <a:srgbClr val="78848F"/>
                </a:solidFill>
                <a:latin typeface="Malgun Gothic"/>
                <a:ea typeface="Malgun Gothic"/>
                <a:cs typeface="Malgun Gothic"/>
              </a:rPr>
              <a:t>테스트 기대값 변경</a:t>
            </a:r>
          </a:p>
        </p:txBody>
      </p:sp>
      <p:sp>
        <p:nvSpPr>
          <p:cNvPr id="32" name="보존 조건과 맞지 않음">
            <a:extLst xmlns:a="http://schemas.openxmlformats.org/drawingml/2006/main">
              <a:ext uri="{FF2B5EF4-FFF2-40B4-BE49-F238E27FC236}">
                <a16:creationId xmlns:a16="http://schemas.microsoft.com/office/drawing/2014/main" id="{C3652B5A-09C5-4E9D-9BD3-72995AFC8AE0}"/>
              </a:ext>
            </a:extLst>
          </p:cNvPr>
          <p:cNvSpPr>
            <a:spLocks xmlns:a="http://schemas.openxmlformats.org/drawingml/2006/main" noGrp="1"/>
          </p:cNvSpPr>
          <p:nvPr/>
        </p:nvSpPr>
        <p:spPr>
          <a:xfrm xmlns:a="http://schemas.openxmlformats.org/drawingml/2006/main">
            <a:off x="7972425" y="292417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78848F"/>
                </a:solidFill>
                <a:latin typeface="Malgun Gothic"/>
                <a:ea typeface="Malgun Gothic"/>
                <a:cs typeface="Malgun Gothic"/>
              </a:defRPr>
            </a:defPPr>
            <a:lvl1pPr algn="l">
              <a:defRPr sz="1650" b="0">
                <a:solidFill>
                  <a:srgbClr val="78848F"/>
                </a:solidFill>
                <a:latin typeface="Malgun Gothic"/>
                <a:ea typeface="Malgun Gothic"/>
                <a:cs typeface="Malgun Gothic"/>
              </a:defRPr>
            </a:lvl1pPr>
            <a:lvl2pPr algn="l">
              <a:defRPr sz="1650" b="0">
                <a:solidFill>
                  <a:srgbClr val="78848F"/>
                </a:solidFill>
                <a:latin typeface="Malgun Gothic"/>
                <a:ea typeface="Malgun Gothic"/>
                <a:cs typeface="Malgun Gothic"/>
              </a:defRPr>
            </a:lvl2pPr>
            <a:lvl3pPr algn="l">
              <a:defRPr sz="1650" b="0">
                <a:solidFill>
                  <a:srgbClr val="78848F"/>
                </a:solidFill>
                <a:latin typeface="Malgun Gothic"/>
                <a:ea typeface="Malgun Gothic"/>
                <a:cs typeface="Malgun Gothic"/>
              </a:defRPr>
            </a:lvl3pPr>
            <a:lvl4pPr algn="l">
              <a:defRPr sz="1650" b="0">
                <a:solidFill>
                  <a:srgbClr val="78848F"/>
                </a:solidFill>
                <a:latin typeface="Malgun Gothic"/>
                <a:ea typeface="Malgun Gothic"/>
                <a:cs typeface="Malgun Gothic"/>
              </a:defRPr>
            </a:lvl4pPr>
            <a:lvl5pPr algn="l">
              <a:defRPr sz="1650" b="0">
                <a:solidFill>
                  <a:srgbClr val="78848F"/>
                </a:solidFill>
                <a:latin typeface="Malgun Gothic"/>
                <a:ea typeface="Malgun Gothic"/>
                <a:cs typeface="Malgun Gothic"/>
              </a:defRPr>
            </a:lvl5pPr>
            <a:lvl6pPr algn="l">
              <a:defRPr sz="1650" b="0">
                <a:solidFill>
                  <a:srgbClr val="78848F"/>
                </a:solidFill>
                <a:latin typeface="Malgun Gothic"/>
                <a:ea typeface="Malgun Gothic"/>
                <a:cs typeface="Malgun Gothic"/>
              </a:defRPr>
            </a:lvl6pPr>
            <a:lvl7pPr algn="l">
              <a:defRPr sz="1650" b="0">
                <a:solidFill>
                  <a:srgbClr val="78848F"/>
                </a:solidFill>
                <a:latin typeface="Malgun Gothic"/>
                <a:ea typeface="Malgun Gothic"/>
                <a:cs typeface="Malgun Gothic"/>
              </a:defRPr>
            </a:lvl7pPr>
            <a:lvl8pPr algn="l">
              <a:defRPr sz="1650" b="0">
                <a:solidFill>
                  <a:srgbClr val="78848F"/>
                </a:solidFill>
                <a:latin typeface="Malgun Gothic"/>
                <a:ea typeface="Malgun Gothic"/>
                <a:cs typeface="Malgun Gothic"/>
              </a:defRPr>
            </a:lvl8pPr>
            <a:lvl9pPr algn="l">
              <a:defRPr sz="1650" b="0">
                <a:solidFill>
                  <a:srgbClr val="78848F"/>
                </a:solidFill>
                <a:latin typeface="Malgun Gothic"/>
                <a:ea typeface="Malgun Gothic"/>
                <a:cs typeface="Malgun Gothic"/>
              </a:defRPr>
            </a:lvl9pPr>
          </a:lstStyle>
          <a:p xmlns:a="http://schemas.openxmlformats.org/drawingml/2006/main">
            <a:pPr algn="l">
              <a:defRPr sz="1650" b="0">
                <a:solidFill>
                  <a:srgbClr val="78848F"/>
                </a:solidFill>
                <a:latin typeface="Malgun Gothic"/>
                <a:ea typeface="Malgun Gothic"/>
                <a:cs typeface="Malgun Gothic"/>
              </a:defRPr>
            </a:pPr>
            <a:r>
              <a:rPr sz="1650" b="0">
                <a:solidFill>
                  <a:srgbClr val="78848F"/>
                </a:solidFill>
                <a:latin typeface="Malgun Gothic"/>
                <a:ea typeface="Malgun Gothic"/>
                <a:cs typeface="Malgun Gothic"/>
              </a:rPr>
              <a:t>보존 조건과 맞지 않음</a:t>
            </a:r>
          </a:p>
        </p:txBody>
      </p:sp>
      <p:sp>
        <p:nvSpPr>
          <p:cNvPr id="33" name="Possible interpretation B">
            <a:extLst xmlns:a="http://schemas.openxmlformats.org/drawingml/2006/main">
              <a:ext uri="{FF2B5EF4-FFF2-40B4-BE49-F238E27FC236}">
                <a16:creationId xmlns:a16="http://schemas.microsoft.com/office/drawing/2014/main" id="{BEAFACAA-FC12-469A-AEFB-154EFE3CA8F4}"/>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819150"/>
                  <a:pt x="1047750" y="819150"/>
                </a:cubicBezTo>
                <a:lnTo>
                  <a:pt x="5000625" y="819150"/>
                </a:lnTo>
              </a:path>
            </a:pathLst>
          </a:custGeom>
          <a:noFill xmlns:a="http://schemas.openxmlformats.org/drawingml/2006/main"/>
          <a:ln xmlns:a="http://schemas.openxmlformats.org/drawingml/2006/main" w="38100">
            <a:solidFill>
              <a:srgbClr val="0B6172"/>
            </a:solidFill>
            <a:prstDash val="solid"/>
          </a:ln>
        </p:spPr>
      </p:sp>
      <p:sp>
        <p:nvSpPr>
          <p:cNvPr id="34" name="">
            <a:extLst xmlns:a="http://schemas.openxmlformats.org/drawingml/2006/main">
              <a:ext uri="{FF2B5EF4-FFF2-40B4-BE49-F238E27FC236}">
                <a16:creationId xmlns:a16="http://schemas.microsoft.com/office/drawing/2014/main" id="{7A7F0CD6-13E6-478D-BC09-EC03AB1585B7}"/>
              </a:ext>
            </a:extLst>
          </p:cNvPr>
          <p:cNvSpPr>
            <a:spLocks xmlns:a="http://schemas.openxmlformats.org/drawingml/2006/main" noGrp="1"/>
          </p:cNvSpPr>
          <p:nvPr/>
        </p:nvSpPr>
        <p:spPr>
          <a:xfrm xmlns:a="http://schemas.openxmlformats.org/drawingml/2006/main">
            <a:off x="11439525" y="4038600"/>
            <a:ext cx="76200" cy="76200"/>
          </a:xfrm>
          <a:prstGeom xmlns:a="http://schemas.openxmlformats.org/drawingml/2006/main" prst="ellipse">
            <a:avLst/>
          </a:prstGeom>
          <a:solidFill xmlns:a="http://schemas.openxmlformats.org/drawingml/2006/main">
            <a:srgbClr val="0B6172"/>
          </a:solidFill>
          <a:ln xmlns:a="http://schemas.openxmlformats.org/drawingml/2006/main" w="0">
            <a:noFill/>
          </a:ln>
        </p:spPr>
      </p:sp>
      <p:sp>
        <p:nvSpPr>
          <p:cNvPr id="35" name="B">
            <a:extLst xmlns:a="http://schemas.openxmlformats.org/drawingml/2006/main">
              <a:ext uri="{FF2B5EF4-FFF2-40B4-BE49-F238E27FC236}">
                <a16:creationId xmlns:a16="http://schemas.microsoft.com/office/drawing/2014/main" id="{FF67691B-E022-4362-9898-1C49AD093B39}"/>
              </a:ext>
            </a:extLst>
          </p:cNvPr>
          <p:cNvSpPr>
            <a:spLocks xmlns:a="http://schemas.openxmlformats.org/drawingml/2006/main" noGrp="1"/>
          </p:cNvSpPr>
          <p:nvPr/>
        </p:nvSpPr>
        <p:spPr>
          <a:xfrm xmlns:a="http://schemas.openxmlformats.org/drawingml/2006/main">
            <a:off x="7600950" y="343852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0B6172"/>
                </a:solidFill>
                <a:latin typeface="Malgun Gothic"/>
                <a:ea typeface="Malgun Gothic"/>
                <a:cs typeface="Malgun Gothic"/>
              </a:defRPr>
            </a:defPPr>
            <a:lvl1pPr algn="l">
              <a:defRPr sz="1575" b="1">
                <a:solidFill>
                  <a:srgbClr val="0B6172"/>
                </a:solidFill>
                <a:latin typeface="Malgun Gothic"/>
                <a:ea typeface="Malgun Gothic"/>
                <a:cs typeface="Malgun Gothic"/>
              </a:defRPr>
            </a:lvl1pPr>
            <a:lvl2pPr algn="l">
              <a:defRPr sz="1575" b="1">
                <a:solidFill>
                  <a:srgbClr val="0B6172"/>
                </a:solidFill>
                <a:latin typeface="Malgun Gothic"/>
                <a:ea typeface="Malgun Gothic"/>
                <a:cs typeface="Malgun Gothic"/>
              </a:defRPr>
            </a:lvl2pPr>
            <a:lvl3pPr algn="l">
              <a:defRPr sz="1575" b="1">
                <a:solidFill>
                  <a:srgbClr val="0B6172"/>
                </a:solidFill>
                <a:latin typeface="Malgun Gothic"/>
                <a:ea typeface="Malgun Gothic"/>
                <a:cs typeface="Malgun Gothic"/>
              </a:defRPr>
            </a:lvl3pPr>
            <a:lvl4pPr algn="l">
              <a:defRPr sz="1575" b="1">
                <a:solidFill>
                  <a:srgbClr val="0B6172"/>
                </a:solidFill>
                <a:latin typeface="Malgun Gothic"/>
                <a:ea typeface="Malgun Gothic"/>
                <a:cs typeface="Malgun Gothic"/>
              </a:defRPr>
            </a:lvl4pPr>
            <a:lvl5pPr algn="l">
              <a:defRPr sz="1575" b="1">
                <a:solidFill>
                  <a:srgbClr val="0B6172"/>
                </a:solidFill>
                <a:latin typeface="Malgun Gothic"/>
                <a:ea typeface="Malgun Gothic"/>
                <a:cs typeface="Malgun Gothic"/>
              </a:defRPr>
            </a:lvl5pPr>
            <a:lvl6pPr algn="l">
              <a:defRPr sz="1575" b="1">
                <a:solidFill>
                  <a:srgbClr val="0B6172"/>
                </a:solidFill>
                <a:latin typeface="Malgun Gothic"/>
                <a:ea typeface="Malgun Gothic"/>
                <a:cs typeface="Malgun Gothic"/>
              </a:defRPr>
            </a:lvl6pPr>
            <a:lvl7pPr algn="l">
              <a:defRPr sz="1575" b="1">
                <a:solidFill>
                  <a:srgbClr val="0B6172"/>
                </a:solidFill>
                <a:latin typeface="Malgun Gothic"/>
                <a:ea typeface="Malgun Gothic"/>
                <a:cs typeface="Malgun Gothic"/>
              </a:defRPr>
            </a:lvl7pPr>
            <a:lvl8pPr algn="l">
              <a:defRPr sz="1575" b="1">
                <a:solidFill>
                  <a:srgbClr val="0B6172"/>
                </a:solidFill>
                <a:latin typeface="Malgun Gothic"/>
                <a:ea typeface="Malgun Gothic"/>
                <a:cs typeface="Malgun Gothic"/>
              </a:defRPr>
            </a:lvl8pPr>
            <a:lvl9pPr algn="l">
              <a:defRPr sz="1575" b="1">
                <a:solidFill>
                  <a:srgbClr val="0B6172"/>
                </a:solidFill>
                <a:latin typeface="Malgun Gothic"/>
                <a:ea typeface="Malgun Gothic"/>
                <a:cs typeface="Malgun Gothic"/>
              </a:defRPr>
            </a:lvl9pPr>
          </a:lstStyle>
          <a:p xmlns:a="http://schemas.openxmlformats.org/drawingml/2006/main">
            <a:pPr algn="l">
              <a:defRPr sz="1575" b="1">
                <a:solidFill>
                  <a:srgbClr val="0B6172"/>
                </a:solidFill>
                <a:latin typeface="Malgun Gothic"/>
                <a:ea typeface="Malgun Gothic"/>
                <a:cs typeface="Malgun Gothic"/>
              </a:defRPr>
            </a:pPr>
            <a:r>
              <a:rPr sz="1575" b="1">
                <a:solidFill>
                  <a:srgbClr val="0B6172"/>
                </a:solidFill>
                <a:latin typeface="Malgun Gothic"/>
                <a:ea typeface="Malgun Gothic"/>
                <a:cs typeface="Malgun Gothic"/>
              </a:rPr>
              <a:t>B</a:t>
            </a:r>
          </a:p>
        </p:txBody>
      </p:sp>
      <p:sp>
        <p:nvSpPr>
          <p:cNvPr id="36" name="crop 구현 최소 수정">
            <a:extLst xmlns:a="http://schemas.openxmlformats.org/drawingml/2006/main">
              <a:ext uri="{FF2B5EF4-FFF2-40B4-BE49-F238E27FC236}">
                <a16:creationId xmlns:a16="http://schemas.microsoft.com/office/drawing/2014/main" id="{60ED9286-8D5D-4BB3-8F2A-0B435A9EEABC}"/>
              </a:ext>
            </a:extLst>
          </p:cNvPr>
          <p:cNvSpPr>
            <a:spLocks xmlns:a="http://schemas.openxmlformats.org/drawingml/2006/main" noGrp="1"/>
          </p:cNvSpPr>
          <p:nvPr/>
        </p:nvSpPr>
        <p:spPr>
          <a:xfrm xmlns:a="http://schemas.openxmlformats.org/drawingml/2006/main">
            <a:off x="7972425" y="337185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0B6172"/>
                </a:solidFill>
                <a:latin typeface="Malgun Gothic"/>
                <a:ea typeface="Malgun Gothic"/>
                <a:cs typeface="Malgun Gothic"/>
              </a:defRPr>
            </a:defPPr>
            <a:lvl1pPr algn="l">
              <a:defRPr sz="2175" b="1">
                <a:solidFill>
                  <a:srgbClr val="0B6172"/>
                </a:solidFill>
                <a:latin typeface="Malgun Gothic"/>
                <a:ea typeface="Malgun Gothic"/>
                <a:cs typeface="Malgun Gothic"/>
              </a:defRPr>
            </a:lvl1pPr>
            <a:lvl2pPr algn="l">
              <a:defRPr sz="2175" b="1">
                <a:solidFill>
                  <a:srgbClr val="0B6172"/>
                </a:solidFill>
                <a:latin typeface="Malgun Gothic"/>
                <a:ea typeface="Malgun Gothic"/>
                <a:cs typeface="Malgun Gothic"/>
              </a:defRPr>
            </a:lvl2pPr>
            <a:lvl3pPr algn="l">
              <a:defRPr sz="2175" b="1">
                <a:solidFill>
                  <a:srgbClr val="0B6172"/>
                </a:solidFill>
                <a:latin typeface="Malgun Gothic"/>
                <a:ea typeface="Malgun Gothic"/>
                <a:cs typeface="Malgun Gothic"/>
              </a:defRPr>
            </a:lvl3pPr>
            <a:lvl4pPr algn="l">
              <a:defRPr sz="2175" b="1">
                <a:solidFill>
                  <a:srgbClr val="0B6172"/>
                </a:solidFill>
                <a:latin typeface="Malgun Gothic"/>
                <a:ea typeface="Malgun Gothic"/>
                <a:cs typeface="Malgun Gothic"/>
              </a:defRPr>
            </a:lvl4pPr>
            <a:lvl5pPr algn="l">
              <a:defRPr sz="2175" b="1">
                <a:solidFill>
                  <a:srgbClr val="0B6172"/>
                </a:solidFill>
                <a:latin typeface="Malgun Gothic"/>
                <a:ea typeface="Malgun Gothic"/>
                <a:cs typeface="Malgun Gothic"/>
              </a:defRPr>
            </a:lvl5pPr>
            <a:lvl6pPr algn="l">
              <a:defRPr sz="2175" b="1">
                <a:solidFill>
                  <a:srgbClr val="0B6172"/>
                </a:solidFill>
                <a:latin typeface="Malgun Gothic"/>
                <a:ea typeface="Malgun Gothic"/>
                <a:cs typeface="Malgun Gothic"/>
              </a:defRPr>
            </a:lvl6pPr>
            <a:lvl7pPr algn="l">
              <a:defRPr sz="2175" b="1">
                <a:solidFill>
                  <a:srgbClr val="0B6172"/>
                </a:solidFill>
                <a:latin typeface="Malgun Gothic"/>
                <a:ea typeface="Malgun Gothic"/>
                <a:cs typeface="Malgun Gothic"/>
              </a:defRPr>
            </a:lvl7pPr>
            <a:lvl8pPr algn="l">
              <a:defRPr sz="2175" b="1">
                <a:solidFill>
                  <a:srgbClr val="0B6172"/>
                </a:solidFill>
                <a:latin typeface="Malgun Gothic"/>
                <a:ea typeface="Malgun Gothic"/>
                <a:cs typeface="Malgun Gothic"/>
              </a:defRPr>
            </a:lvl8pPr>
            <a:lvl9pPr algn="l">
              <a:defRPr sz="2175" b="1">
                <a:solidFill>
                  <a:srgbClr val="0B6172"/>
                </a:solidFill>
                <a:latin typeface="Malgun Gothic"/>
                <a:ea typeface="Malgun Gothic"/>
                <a:cs typeface="Malgun Gothic"/>
              </a:defRPr>
            </a:lvl9pPr>
          </a:lstStyle>
          <a:p xmlns:a="http://schemas.openxmlformats.org/drawingml/2006/main">
            <a:pPr algn="l">
              <a:defRPr sz="2175" b="1">
                <a:solidFill>
                  <a:srgbClr val="0B6172"/>
                </a:solidFill>
                <a:latin typeface="Malgun Gothic"/>
                <a:ea typeface="Malgun Gothic"/>
                <a:cs typeface="Malgun Gothic"/>
              </a:defRPr>
            </a:pPr>
            <a:r>
              <a:rPr sz="2175" b="1">
                <a:solidFill>
                  <a:srgbClr val="0B6172"/>
                </a:solidFill>
                <a:latin typeface="Malgun Gothic"/>
                <a:ea typeface="Malgun Gothic"/>
                <a:cs typeface="Malgun Gothic"/>
              </a:rPr>
              <a:t>crop 구현 최소 수정</a:t>
            </a:r>
          </a:p>
        </p:txBody>
      </p:sp>
      <p:sp>
        <p:nvSpPr>
          <p:cNvPr id="37" name="사람이 명시한 목표 경로">
            <a:extLst xmlns:a="http://schemas.openxmlformats.org/drawingml/2006/main">
              <a:ext uri="{FF2B5EF4-FFF2-40B4-BE49-F238E27FC236}">
                <a16:creationId xmlns:a16="http://schemas.microsoft.com/office/drawing/2014/main" id="{C2321A06-A1F1-4A7B-9EED-30A58521E294}"/>
              </a:ext>
            </a:extLst>
          </p:cNvPr>
          <p:cNvSpPr>
            <a:spLocks xmlns:a="http://schemas.openxmlformats.org/drawingml/2006/main" noGrp="1"/>
          </p:cNvSpPr>
          <p:nvPr/>
        </p:nvSpPr>
        <p:spPr>
          <a:xfrm xmlns:a="http://schemas.openxmlformats.org/drawingml/2006/main">
            <a:off x="7972425" y="374332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B6172"/>
                </a:solidFill>
                <a:latin typeface="Malgun Gothic"/>
                <a:ea typeface="Malgun Gothic"/>
                <a:cs typeface="Malgun Gothic"/>
              </a:defRPr>
            </a:defPPr>
            <a:lvl1pPr algn="l">
              <a:defRPr sz="1650" b="0">
                <a:solidFill>
                  <a:srgbClr val="0B6172"/>
                </a:solidFill>
                <a:latin typeface="Malgun Gothic"/>
                <a:ea typeface="Malgun Gothic"/>
                <a:cs typeface="Malgun Gothic"/>
              </a:defRPr>
            </a:lvl1pPr>
            <a:lvl2pPr algn="l">
              <a:defRPr sz="1650" b="0">
                <a:solidFill>
                  <a:srgbClr val="0B6172"/>
                </a:solidFill>
                <a:latin typeface="Malgun Gothic"/>
                <a:ea typeface="Malgun Gothic"/>
                <a:cs typeface="Malgun Gothic"/>
              </a:defRPr>
            </a:lvl2pPr>
            <a:lvl3pPr algn="l">
              <a:defRPr sz="1650" b="0">
                <a:solidFill>
                  <a:srgbClr val="0B6172"/>
                </a:solidFill>
                <a:latin typeface="Malgun Gothic"/>
                <a:ea typeface="Malgun Gothic"/>
                <a:cs typeface="Malgun Gothic"/>
              </a:defRPr>
            </a:lvl3pPr>
            <a:lvl4pPr algn="l">
              <a:defRPr sz="1650" b="0">
                <a:solidFill>
                  <a:srgbClr val="0B6172"/>
                </a:solidFill>
                <a:latin typeface="Malgun Gothic"/>
                <a:ea typeface="Malgun Gothic"/>
                <a:cs typeface="Malgun Gothic"/>
              </a:defRPr>
            </a:lvl4pPr>
            <a:lvl5pPr algn="l">
              <a:defRPr sz="1650" b="0">
                <a:solidFill>
                  <a:srgbClr val="0B6172"/>
                </a:solidFill>
                <a:latin typeface="Malgun Gothic"/>
                <a:ea typeface="Malgun Gothic"/>
                <a:cs typeface="Malgun Gothic"/>
              </a:defRPr>
            </a:lvl5pPr>
            <a:lvl6pPr algn="l">
              <a:defRPr sz="1650" b="0">
                <a:solidFill>
                  <a:srgbClr val="0B6172"/>
                </a:solidFill>
                <a:latin typeface="Malgun Gothic"/>
                <a:ea typeface="Malgun Gothic"/>
                <a:cs typeface="Malgun Gothic"/>
              </a:defRPr>
            </a:lvl6pPr>
            <a:lvl7pPr algn="l">
              <a:defRPr sz="1650" b="0">
                <a:solidFill>
                  <a:srgbClr val="0B6172"/>
                </a:solidFill>
                <a:latin typeface="Malgun Gothic"/>
                <a:ea typeface="Malgun Gothic"/>
                <a:cs typeface="Malgun Gothic"/>
              </a:defRPr>
            </a:lvl7pPr>
            <a:lvl8pPr algn="l">
              <a:defRPr sz="1650" b="0">
                <a:solidFill>
                  <a:srgbClr val="0B6172"/>
                </a:solidFill>
                <a:latin typeface="Malgun Gothic"/>
                <a:ea typeface="Malgun Gothic"/>
                <a:cs typeface="Malgun Gothic"/>
              </a:defRPr>
            </a:lvl8pPr>
            <a:lvl9pPr algn="l">
              <a:defRPr sz="1650" b="0">
                <a:solidFill>
                  <a:srgbClr val="0B6172"/>
                </a:solidFill>
                <a:latin typeface="Malgun Gothic"/>
                <a:ea typeface="Malgun Gothic"/>
                <a:cs typeface="Malgun Gothic"/>
              </a:defRPr>
            </a:lvl9pPr>
          </a:lstStyle>
          <a:p xmlns:a="http://schemas.openxmlformats.org/drawingml/2006/main">
            <a:pPr algn="l">
              <a:defRPr sz="1650" b="0">
                <a:solidFill>
                  <a:srgbClr val="0B6172"/>
                </a:solidFill>
                <a:latin typeface="Malgun Gothic"/>
                <a:ea typeface="Malgun Gothic"/>
                <a:cs typeface="Malgun Gothic"/>
              </a:defRPr>
            </a:pPr>
            <a:r>
              <a:rPr sz="1650" b="0">
                <a:solidFill>
                  <a:srgbClr val="0B6172"/>
                </a:solidFill>
                <a:latin typeface="Malgun Gothic"/>
                <a:ea typeface="Malgun Gothic"/>
                <a:cs typeface="Malgun Gothic"/>
              </a:rPr>
              <a:t>사람이 명시한 목표 경로</a:t>
            </a:r>
          </a:p>
        </p:txBody>
      </p:sp>
      <p:sp>
        <p:nvSpPr>
          <p:cNvPr id="38" name="Possible interpretation C">
            <a:extLst xmlns:a="http://schemas.openxmlformats.org/drawingml/2006/main">
              <a:ext uri="{FF2B5EF4-FFF2-40B4-BE49-F238E27FC236}">
                <a16:creationId xmlns:a16="http://schemas.microsoft.com/office/drawing/2014/main" id="{5DA212A2-458B-42E2-AF0E-DE8D16D50453}"/>
              </a:ext>
            </a:extLst>
          </p:cNvPr>
          <p:cNvSpPr>
            <a:spLocks xmlns:a="http://schemas.openxmlformats.org/drawingml/2006/main" noGrp="1"/>
          </p:cNvSpPr>
          <p:nvPr/>
        </p:nvSpPr>
        <p:spPr>
          <a:xfrm xmlns:a="http://schemas.openxmlformats.org/drawingml/2006/main">
            <a:off x="6467475" y="3257550"/>
            <a:ext cx="5114925" cy="1638300"/>
          </a:xfrm>
          <a:custGeom xmlns:a="http://schemas.openxmlformats.org/drawingml/2006/main">
            <a:pathLst>
              <a:path w="5114925" h="1638300">
                <a:moveTo>
                  <a:pt x="0" y="819150"/>
                </a:moveTo>
                <a:cubicBezTo>
                  <a:pt x="495300" y="819150"/>
                  <a:pt x="428625" y="1638300"/>
                  <a:pt x="1047750" y="1638300"/>
                </a:cubicBezTo>
                <a:lnTo>
                  <a:pt x="5000625" y="1638300"/>
                </a:lnTo>
              </a:path>
            </a:pathLst>
          </a:custGeom>
          <a:noFill xmlns:a="http://schemas.openxmlformats.org/drawingml/2006/main"/>
          <a:ln xmlns:a="http://schemas.openxmlformats.org/drawingml/2006/main" w="19050">
            <a:solidFill>
              <a:srgbClr val="78848F"/>
            </a:solidFill>
            <a:prstDash val="dash"/>
          </a:ln>
        </p:spPr>
      </p:sp>
      <p:sp>
        <p:nvSpPr>
          <p:cNvPr id="39" name="">
            <a:extLst xmlns:a="http://schemas.openxmlformats.org/drawingml/2006/main">
              <a:ext uri="{FF2B5EF4-FFF2-40B4-BE49-F238E27FC236}">
                <a16:creationId xmlns:a16="http://schemas.microsoft.com/office/drawing/2014/main" id="{CF732A3F-2C3E-4894-925D-3B27E64F651C}"/>
              </a:ext>
            </a:extLst>
          </p:cNvPr>
          <p:cNvSpPr>
            <a:spLocks xmlns:a="http://schemas.openxmlformats.org/drawingml/2006/main" noGrp="1"/>
          </p:cNvSpPr>
          <p:nvPr/>
        </p:nvSpPr>
        <p:spPr>
          <a:xfrm xmlns:a="http://schemas.openxmlformats.org/drawingml/2006/main">
            <a:off x="11439525" y="4857750"/>
            <a:ext cx="76200" cy="76200"/>
          </a:xfrm>
          <a:prstGeom xmlns:a="http://schemas.openxmlformats.org/drawingml/2006/main" prst="ellipse">
            <a:avLst/>
          </a:prstGeom>
          <a:solidFill xmlns:a="http://schemas.openxmlformats.org/drawingml/2006/main">
            <a:srgbClr val="78848F"/>
          </a:solidFill>
          <a:ln xmlns:a="http://schemas.openxmlformats.org/drawingml/2006/main" w="0">
            <a:noFill/>
          </a:ln>
        </p:spPr>
      </p:sp>
      <p:sp>
        <p:nvSpPr>
          <p:cNvPr id="40" name="C">
            <a:extLst xmlns:a="http://schemas.openxmlformats.org/drawingml/2006/main">
              <a:ext uri="{FF2B5EF4-FFF2-40B4-BE49-F238E27FC236}">
                <a16:creationId xmlns:a16="http://schemas.microsoft.com/office/drawing/2014/main" id="{094E6F56-6844-4048-9A36-5C0AED684855}"/>
              </a:ext>
            </a:extLst>
          </p:cNvPr>
          <p:cNvSpPr>
            <a:spLocks xmlns:a="http://schemas.openxmlformats.org/drawingml/2006/main" noGrp="1"/>
          </p:cNvSpPr>
          <p:nvPr/>
        </p:nvSpPr>
        <p:spPr>
          <a:xfrm xmlns:a="http://schemas.openxmlformats.org/drawingml/2006/main">
            <a:off x="7600950" y="4257675"/>
            <a:ext cx="28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1">
                <a:solidFill>
                  <a:srgbClr val="78848F"/>
                </a:solidFill>
                <a:latin typeface="Malgun Gothic"/>
                <a:ea typeface="Malgun Gothic"/>
                <a:cs typeface="Malgun Gothic"/>
              </a:defRPr>
            </a:defPPr>
            <a:lvl1pPr algn="l">
              <a:defRPr sz="1575" b="1">
                <a:solidFill>
                  <a:srgbClr val="78848F"/>
                </a:solidFill>
                <a:latin typeface="Malgun Gothic"/>
                <a:ea typeface="Malgun Gothic"/>
                <a:cs typeface="Malgun Gothic"/>
              </a:defRPr>
            </a:lvl1pPr>
            <a:lvl2pPr algn="l">
              <a:defRPr sz="1575" b="1">
                <a:solidFill>
                  <a:srgbClr val="78848F"/>
                </a:solidFill>
                <a:latin typeface="Malgun Gothic"/>
                <a:ea typeface="Malgun Gothic"/>
                <a:cs typeface="Malgun Gothic"/>
              </a:defRPr>
            </a:lvl2pPr>
            <a:lvl3pPr algn="l">
              <a:defRPr sz="1575" b="1">
                <a:solidFill>
                  <a:srgbClr val="78848F"/>
                </a:solidFill>
                <a:latin typeface="Malgun Gothic"/>
                <a:ea typeface="Malgun Gothic"/>
                <a:cs typeface="Malgun Gothic"/>
              </a:defRPr>
            </a:lvl3pPr>
            <a:lvl4pPr algn="l">
              <a:defRPr sz="1575" b="1">
                <a:solidFill>
                  <a:srgbClr val="78848F"/>
                </a:solidFill>
                <a:latin typeface="Malgun Gothic"/>
                <a:ea typeface="Malgun Gothic"/>
                <a:cs typeface="Malgun Gothic"/>
              </a:defRPr>
            </a:lvl4pPr>
            <a:lvl5pPr algn="l">
              <a:defRPr sz="1575" b="1">
                <a:solidFill>
                  <a:srgbClr val="78848F"/>
                </a:solidFill>
                <a:latin typeface="Malgun Gothic"/>
                <a:ea typeface="Malgun Gothic"/>
                <a:cs typeface="Malgun Gothic"/>
              </a:defRPr>
            </a:lvl5pPr>
            <a:lvl6pPr algn="l">
              <a:defRPr sz="1575" b="1">
                <a:solidFill>
                  <a:srgbClr val="78848F"/>
                </a:solidFill>
                <a:latin typeface="Malgun Gothic"/>
                <a:ea typeface="Malgun Gothic"/>
                <a:cs typeface="Malgun Gothic"/>
              </a:defRPr>
            </a:lvl6pPr>
            <a:lvl7pPr algn="l">
              <a:defRPr sz="1575" b="1">
                <a:solidFill>
                  <a:srgbClr val="78848F"/>
                </a:solidFill>
                <a:latin typeface="Malgun Gothic"/>
                <a:ea typeface="Malgun Gothic"/>
                <a:cs typeface="Malgun Gothic"/>
              </a:defRPr>
            </a:lvl7pPr>
            <a:lvl8pPr algn="l">
              <a:defRPr sz="1575" b="1">
                <a:solidFill>
                  <a:srgbClr val="78848F"/>
                </a:solidFill>
                <a:latin typeface="Malgun Gothic"/>
                <a:ea typeface="Malgun Gothic"/>
                <a:cs typeface="Malgun Gothic"/>
              </a:defRPr>
            </a:lvl8pPr>
            <a:lvl9pPr algn="l">
              <a:defRPr sz="1575" b="1">
                <a:solidFill>
                  <a:srgbClr val="78848F"/>
                </a:solidFill>
                <a:latin typeface="Malgun Gothic"/>
                <a:ea typeface="Malgun Gothic"/>
                <a:cs typeface="Malgun Gothic"/>
              </a:defRPr>
            </a:lvl9pPr>
          </a:lstStyle>
          <a:p xmlns:a="http://schemas.openxmlformats.org/drawingml/2006/main">
            <a:pPr algn="l">
              <a:defRPr sz="1575" b="1">
                <a:solidFill>
                  <a:srgbClr val="78848F"/>
                </a:solidFill>
                <a:latin typeface="Malgun Gothic"/>
                <a:ea typeface="Malgun Gothic"/>
                <a:cs typeface="Malgun Gothic"/>
              </a:defRPr>
            </a:pPr>
            <a:r>
              <a:rPr sz="1575" b="1">
                <a:solidFill>
                  <a:srgbClr val="78848F"/>
                </a:solidFill>
                <a:latin typeface="Malgun Gothic"/>
                <a:ea typeface="Malgun Gothic"/>
                <a:cs typeface="Malgun Gothic"/>
              </a:rPr>
              <a:t>C</a:t>
            </a:r>
          </a:p>
        </p:txBody>
      </p:sp>
      <p:sp>
        <p:nvSpPr>
          <p:cNvPr id="41" name="추가 질문 후 진행">
            <a:extLst xmlns:a="http://schemas.openxmlformats.org/drawingml/2006/main">
              <a:ext uri="{FF2B5EF4-FFF2-40B4-BE49-F238E27FC236}">
                <a16:creationId xmlns:a16="http://schemas.microsoft.com/office/drawing/2014/main" id="{0E544006-3456-491E-89D2-5D32043DAD7B}"/>
              </a:ext>
            </a:extLst>
          </p:cNvPr>
          <p:cNvSpPr>
            <a:spLocks xmlns:a="http://schemas.openxmlformats.org/drawingml/2006/main" noGrp="1"/>
          </p:cNvSpPr>
          <p:nvPr/>
        </p:nvSpPr>
        <p:spPr>
          <a:xfrm xmlns:a="http://schemas.openxmlformats.org/drawingml/2006/main">
            <a:off x="7972425" y="4191000"/>
            <a:ext cx="36099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78848F"/>
                </a:solidFill>
                <a:latin typeface="Malgun Gothic"/>
                <a:ea typeface="Malgun Gothic"/>
                <a:cs typeface="Malgun Gothic"/>
              </a:defRPr>
            </a:defPPr>
            <a:lvl1pPr algn="l">
              <a:defRPr sz="2175" b="1">
                <a:solidFill>
                  <a:srgbClr val="78848F"/>
                </a:solidFill>
                <a:latin typeface="Malgun Gothic"/>
                <a:ea typeface="Malgun Gothic"/>
                <a:cs typeface="Malgun Gothic"/>
              </a:defRPr>
            </a:lvl1pPr>
            <a:lvl2pPr algn="l">
              <a:defRPr sz="2175" b="1">
                <a:solidFill>
                  <a:srgbClr val="78848F"/>
                </a:solidFill>
                <a:latin typeface="Malgun Gothic"/>
                <a:ea typeface="Malgun Gothic"/>
                <a:cs typeface="Malgun Gothic"/>
              </a:defRPr>
            </a:lvl2pPr>
            <a:lvl3pPr algn="l">
              <a:defRPr sz="2175" b="1">
                <a:solidFill>
                  <a:srgbClr val="78848F"/>
                </a:solidFill>
                <a:latin typeface="Malgun Gothic"/>
                <a:ea typeface="Malgun Gothic"/>
                <a:cs typeface="Malgun Gothic"/>
              </a:defRPr>
            </a:lvl3pPr>
            <a:lvl4pPr algn="l">
              <a:defRPr sz="2175" b="1">
                <a:solidFill>
                  <a:srgbClr val="78848F"/>
                </a:solidFill>
                <a:latin typeface="Malgun Gothic"/>
                <a:ea typeface="Malgun Gothic"/>
                <a:cs typeface="Malgun Gothic"/>
              </a:defRPr>
            </a:lvl4pPr>
            <a:lvl5pPr algn="l">
              <a:defRPr sz="2175" b="1">
                <a:solidFill>
                  <a:srgbClr val="78848F"/>
                </a:solidFill>
                <a:latin typeface="Malgun Gothic"/>
                <a:ea typeface="Malgun Gothic"/>
                <a:cs typeface="Malgun Gothic"/>
              </a:defRPr>
            </a:lvl5pPr>
            <a:lvl6pPr algn="l">
              <a:defRPr sz="2175" b="1">
                <a:solidFill>
                  <a:srgbClr val="78848F"/>
                </a:solidFill>
                <a:latin typeface="Malgun Gothic"/>
                <a:ea typeface="Malgun Gothic"/>
                <a:cs typeface="Malgun Gothic"/>
              </a:defRPr>
            </a:lvl6pPr>
            <a:lvl7pPr algn="l">
              <a:defRPr sz="2175" b="1">
                <a:solidFill>
                  <a:srgbClr val="78848F"/>
                </a:solidFill>
                <a:latin typeface="Malgun Gothic"/>
                <a:ea typeface="Malgun Gothic"/>
                <a:cs typeface="Malgun Gothic"/>
              </a:defRPr>
            </a:lvl7pPr>
            <a:lvl8pPr algn="l">
              <a:defRPr sz="2175" b="1">
                <a:solidFill>
                  <a:srgbClr val="78848F"/>
                </a:solidFill>
                <a:latin typeface="Malgun Gothic"/>
                <a:ea typeface="Malgun Gothic"/>
                <a:cs typeface="Malgun Gothic"/>
              </a:defRPr>
            </a:lvl8pPr>
            <a:lvl9pPr algn="l">
              <a:defRPr sz="2175" b="1">
                <a:solidFill>
                  <a:srgbClr val="78848F"/>
                </a:solidFill>
                <a:latin typeface="Malgun Gothic"/>
                <a:ea typeface="Malgun Gothic"/>
                <a:cs typeface="Malgun Gothic"/>
              </a:defRPr>
            </a:lvl9pPr>
          </a:lstStyle>
          <a:p xmlns:a="http://schemas.openxmlformats.org/drawingml/2006/main">
            <a:pPr algn="l">
              <a:defRPr sz="2175" b="1">
                <a:solidFill>
                  <a:srgbClr val="78848F"/>
                </a:solidFill>
                <a:latin typeface="Malgun Gothic"/>
                <a:ea typeface="Malgun Gothic"/>
                <a:cs typeface="Malgun Gothic"/>
              </a:defRPr>
            </a:pPr>
            <a:r>
              <a:rPr sz="2175" b="1">
                <a:solidFill>
                  <a:srgbClr val="78848F"/>
                </a:solidFill>
                <a:latin typeface="Malgun Gothic"/>
                <a:ea typeface="Malgun Gothic"/>
                <a:cs typeface="Malgun Gothic"/>
              </a:rPr>
              <a:t>추가 질문 후 진행</a:t>
            </a:r>
          </a:p>
        </p:txBody>
      </p:sp>
      <p:sp>
        <p:nvSpPr>
          <p:cNvPr id="42" name="필요한 정보가 남으면 확인">
            <a:extLst xmlns:a="http://schemas.openxmlformats.org/drawingml/2006/main">
              <a:ext uri="{FF2B5EF4-FFF2-40B4-BE49-F238E27FC236}">
                <a16:creationId xmlns:a16="http://schemas.microsoft.com/office/drawing/2014/main" id="{7C42A403-C6D8-4329-8FDF-081C795462C2}"/>
              </a:ext>
            </a:extLst>
          </p:cNvPr>
          <p:cNvSpPr>
            <a:spLocks xmlns:a="http://schemas.openxmlformats.org/drawingml/2006/main" noGrp="1"/>
          </p:cNvSpPr>
          <p:nvPr/>
        </p:nvSpPr>
        <p:spPr>
          <a:xfrm xmlns:a="http://schemas.openxmlformats.org/drawingml/2006/main">
            <a:off x="7972425" y="4562475"/>
            <a:ext cx="36099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78848F"/>
                </a:solidFill>
                <a:latin typeface="Malgun Gothic"/>
                <a:ea typeface="Malgun Gothic"/>
                <a:cs typeface="Malgun Gothic"/>
              </a:defRPr>
            </a:defPPr>
            <a:lvl1pPr algn="l">
              <a:defRPr sz="1650" b="0">
                <a:solidFill>
                  <a:srgbClr val="78848F"/>
                </a:solidFill>
                <a:latin typeface="Malgun Gothic"/>
                <a:ea typeface="Malgun Gothic"/>
                <a:cs typeface="Malgun Gothic"/>
              </a:defRPr>
            </a:lvl1pPr>
            <a:lvl2pPr algn="l">
              <a:defRPr sz="1650" b="0">
                <a:solidFill>
                  <a:srgbClr val="78848F"/>
                </a:solidFill>
                <a:latin typeface="Malgun Gothic"/>
                <a:ea typeface="Malgun Gothic"/>
                <a:cs typeface="Malgun Gothic"/>
              </a:defRPr>
            </a:lvl2pPr>
            <a:lvl3pPr algn="l">
              <a:defRPr sz="1650" b="0">
                <a:solidFill>
                  <a:srgbClr val="78848F"/>
                </a:solidFill>
                <a:latin typeface="Malgun Gothic"/>
                <a:ea typeface="Malgun Gothic"/>
                <a:cs typeface="Malgun Gothic"/>
              </a:defRPr>
            </a:lvl3pPr>
            <a:lvl4pPr algn="l">
              <a:defRPr sz="1650" b="0">
                <a:solidFill>
                  <a:srgbClr val="78848F"/>
                </a:solidFill>
                <a:latin typeface="Malgun Gothic"/>
                <a:ea typeface="Malgun Gothic"/>
                <a:cs typeface="Malgun Gothic"/>
              </a:defRPr>
            </a:lvl4pPr>
            <a:lvl5pPr algn="l">
              <a:defRPr sz="1650" b="0">
                <a:solidFill>
                  <a:srgbClr val="78848F"/>
                </a:solidFill>
                <a:latin typeface="Malgun Gothic"/>
                <a:ea typeface="Malgun Gothic"/>
                <a:cs typeface="Malgun Gothic"/>
              </a:defRPr>
            </a:lvl5pPr>
            <a:lvl6pPr algn="l">
              <a:defRPr sz="1650" b="0">
                <a:solidFill>
                  <a:srgbClr val="78848F"/>
                </a:solidFill>
                <a:latin typeface="Malgun Gothic"/>
                <a:ea typeface="Malgun Gothic"/>
                <a:cs typeface="Malgun Gothic"/>
              </a:defRPr>
            </a:lvl6pPr>
            <a:lvl7pPr algn="l">
              <a:defRPr sz="1650" b="0">
                <a:solidFill>
                  <a:srgbClr val="78848F"/>
                </a:solidFill>
                <a:latin typeface="Malgun Gothic"/>
                <a:ea typeface="Malgun Gothic"/>
                <a:cs typeface="Malgun Gothic"/>
              </a:defRPr>
            </a:lvl7pPr>
            <a:lvl8pPr algn="l">
              <a:defRPr sz="1650" b="0">
                <a:solidFill>
                  <a:srgbClr val="78848F"/>
                </a:solidFill>
                <a:latin typeface="Malgun Gothic"/>
                <a:ea typeface="Malgun Gothic"/>
                <a:cs typeface="Malgun Gothic"/>
              </a:defRPr>
            </a:lvl8pPr>
            <a:lvl9pPr algn="l">
              <a:defRPr sz="1650" b="0">
                <a:solidFill>
                  <a:srgbClr val="78848F"/>
                </a:solidFill>
                <a:latin typeface="Malgun Gothic"/>
                <a:ea typeface="Malgun Gothic"/>
                <a:cs typeface="Malgun Gothic"/>
              </a:defRPr>
            </a:lvl9pPr>
          </a:lstStyle>
          <a:p xmlns:a="http://schemas.openxmlformats.org/drawingml/2006/main">
            <a:pPr algn="l">
              <a:defRPr sz="1650" b="0">
                <a:solidFill>
                  <a:srgbClr val="78848F"/>
                </a:solidFill>
                <a:latin typeface="Malgun Gothic"/>
                <a:ea typeface="Malgun Gothic"/>
                <a:cs typeface="Malgun Gothic"/>
              </a:defRPr>
            </a:pPr>
            <a:r>
              <a:rPr sz="1650" b="0">
                <a:solidFill>
                  <a:srgbClr val="78848F"/>
                </a:solidFill>
                <a:latin typeface="Malgun Gothic"/>
                <a:ea typeface="Malgun Gothic"/>
                <a:cs typeface="Malgun Gothic"/>
              </a:rPr>
              <a:t>필요한 정보가 남으면 확인</a:t>
            </a:r>
          </a:p>
        </p:txBody>
      </p:sp>
      <p:sp>
        <p:nvSpPr>
          <p:cNvPr id="43" name="">
            <a:extLst xmlns:a="http://schemas.openxmlformats.org/drawingml/2006/main">
              <a:ext uri="{FF2B5EF4-FFF2-40B4-BE49-F238E27FC236}">
                <a16:creationId xmlns:a16="http://schemas.microsoft.com/office/drawing/2014/main" id="{E8A69E17-BEEA-482D-BAC5-69C91EB32475}"/>
              </a:ext>
            </a:extLst>
          </p:cNvPr>
          <p:cNvSpPr>
            <a:spLocks xmlns:a="http://schemas.openxmlformats.org/drawingml/2006/main" noGrp="1"/>
          </p:cNvSpPr>
          <p:nvPr/>
        </p:nvSpPr>
        <p:spPr>
          <a:xfrm xmlns:a="http://schemas.openxmlformats.org/drawingml/2006/main">
            <a:off x="609600" y="5238750"/>
            <a:ext cx="10972800" cy="409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44" name="원하는 변화·조건·완료 근거를 요청에 담는다.">
            <a:extLst xmlns:a="http://schemas.openxmlformats.org/drawingml/2006/main">
              <a:ext uri="{FF2B5EF4-FFF2-40B4-BE49-F238E27FC236}">
                <a16:creationId xmlns:a16="http://schemas.microsoft.com/office/drawing/2014/main" id="{C2C63F81-8B52-44D8-A427-63C24D693159}"/>
              </a:ext>
            </a:extLst>
          </p:cNvPr>
          <p:cNvSpPr>
            <a:spLocks xmlns:a="http://schemas.openxmlformats.org/drawingml/2006/main" noGrp="1"/>
          </p:cNvSpPr>
          <p:nvPr/>
        </p:nvSpPr>
        <p:spPr>
          <a:xfrm xmlns:a="http://schemas.openxmlformats.org/drawingml/2006/main">
            <a:off x="762000" y="5267325"/>
            <a:ext cx="10668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원하는 변화·조건·완료 근거를 요청에 담는다.</a:t>
            </a:r>
          </a:p>
        </p:txBody>
      </p:sp>
      <p:sp>
        <p:nvSpPr>
          <p:cNvPr id="45" name="Legacy module connection">
            <a:extLst xmlns:a="http://schemas.openxmlformats.org/drawingml/2006/main">
              <a:ext uri="{FF2B5EF4-FFF2-40B4-BE49-F238E27FC236}">
                <a16:creationId xmlns:a16="http://schemas.microsoft.com/office/drawing/2014/main" id="{CB501E59-593F-4255-B8B9-5104FAFAF40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2095714343"/>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을 보내기 전의 질문">
            <a:extLst xmlns:a="http://schemas.openxmlformats.org/drawingml/2006/main">
              <a:ext uri="{FF2B5EF4-FFF2-40B4-BE49-F238E27FC236}">
                <a16:creationId xmlns:a16="http://schemas.microsoft.com/office/drawing/2014/main" id="{0E6BF136-326E-4868-9F59-6A1BFFF30996}"/>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요청을 보내기 전의 질문</a:t>
            </a:r>
          </a:p>
        </p:txBody>
      </p:sp>
      <p:sp>
        <p:nvSpPr>
          <p:cNvPr id="2" name="S18">
            <a:extLst xmlns:a="http://schemas.openxmlformats.org/drawingml/2006/main">
              <a:ext uri="{FF2B5EF4-FFF2-40B4-BE49-F238E27FC236}">
                <a16:creationId xmlns:a16="http://schemas.microsoft.com/office/drawing/2014/main" id="{E542A7FE-1A3C-4EF1-B5A1-2E20394ACE3E}"/>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S18</a:t>
            </a:r>
          </a:p>
        </p:txBody>
      </p:sp>
      <p:sp>
        <p:nvSpPr>
          <p:cNvPr id="3" name="개발자가 정해야 하는 경계">
            <a:extLst xmlns:a="http://schemas.openxmlformats.org/drawingml/2006/main">
              <a:ext uri="{FF2B5EF4-FFF2-40B4-BE49-F238E27FC236}">
                <a16:creationId xmlns:a16="http://schemas.microsoft.com/office/drawing/2014/main" id="{D3ED8791-0AB6-4DD5-AC70-A6D3C6D6F52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개발자가 정해야 하는 경계</a:t>
            </a:r>
          </a:p>
        </p:txBody>
      </p:sp>
      <p:sp>
        <p:nvSpPr>
          <p:cNvPr id="4" name="">
            <a:extLst xmlns:a="http://schemas.openxmlformats.org/drawingml/2006/main">
              <a:ext uri="{FF2B5EF4-FFF2-40B4-BE49-F238E27FC236}">
                <a16:creationId xmlns:a16="http://schemas.microsoft.com/office/drawing/2014/main" id="{87C1F6EF-9DA1-43E9-9246-F6976CCCC46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이 과정의 질문 틀 · 정답을 제시하는 분류 시험이 아님">
            <a:extLst xmlns:a="http://schemas.openxmlformats.org/drawingml/2006/main">
              <a:ext uri="{FF2B5EF4-FFF2-40B4-BE49-F238E27FC236}">
                <a16:creationId xmlns:a16="http://schemas.microsoft.com/office/drawing/2014/main" id="{E7A05632-1EB8-4010-873F-B057C9680B7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이 과정의 질문 틀 · 정답을 제시하는 분류 시험이 아님</a:t>
            </a:r>
          </a:p>
        </p:txBody>
      </p:sp>
      <p:sp>
        <p:nvSpPr>
          <p:cNvPr id="6" name="마지막 1분은 익숙한 작업 하나를 조용히 떠올려 보세요.">
            <a:extLst xmlns:a="http://schemas.openxmlformats.org/drawingml/2006/main">
              <a:ext uri="{FF2B5EF4-FFF2-40B4-BE49-F238E27FC236}">
                <a16:creationId xmlns:a16="http://schemas.microsoft.com/office/drawing/2014/main" id="{F27848A5-C9E6-4B82-8E65-7EAC60308432}"/>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마지막 1분은 익숙한 작업 하나를 조용히 떠올려 보세요.</a:t>
            </a:r>
          </a:p>
        </p:txBody>
      </p:sp>
      <p:sp>
        <p:nvSpPr>
          <p:cNvPr id="7" name="이번 작업에서 사람이 정할 질문은?">
            <a:extLst xmlns:a="http://schemas.openxmlformats.org/drawingml/2006/main">
              <a:ext uri="{FF2B5EF4-FFF2-40B4-BE49-F238E27FC236}">
                <a16:creationId xmlns:a16="http://schemas.microsoft.com/office/drawing/2014/main" id="{44FE6F01-C41C-4702-B58D-16C8524BE478}"/>
              </a:ext>
            </a:extLst>
          </p:cNvPr>
          <p:cNvSpPr>
            <a:spLocks xmlns:a="http://schemas.openxmlformats.org/drawingml/2006/main" noGrp="1"/>
          </p:cNvSpPr>
          <p:nvPr/>
        </p:nvSpPr>
        <p:spPr>
          <a:xfrm xmlns:a="http://schemas.openxmlformats.org/drawingml/2006/main">
            <a:off x="609600" y="19907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4D5A68"/>
                </a:solidFill>
                <a:latin typeface="Malgun Gothic"/>
                <a:ea typeface="Malgun Gothic"/>
                <a:cs typeface="Malgun Gothic"/>
              </a:defRPr>
            </a:defPPr>
            <a:lvl1pPr algn="l">
              <a:defRPr sz="2325" b="0">
                <a:solidFill>
                  <a:srgbClr val="4D5A68"/>
                </a:solidFill>
                <a:latin typeface="Malgun Gothic"/>
                <a:ea typeface="Malgun Gothic"/>
                <a:cs typeface="Malgun Gothic"/>
              </a:defRPr>
            </a:lvl1pPr>
            <a:lvl2pPr algn="l">
              <a:defRPr sz="2325" b="0">
                <a:solidFill>
                  <a:srgbClr val="4D5A68"/>
                </a:solidFill>
                <a:latin typeface="Malgun Gothic"/>
                <a:ea typeface="Malgun Gothic"/>
                <a:cs typeface="Malgun Gothic"/>
              </a:defRPr>
            </a:lvl2pPr>
            <a:lvl3pPr algn="l">
              <a:defRPr sz="2325" b="0">
                <a:solidFill>
                  <a:srgbClr val="4D5A68"/>
                </a:solidFill>
                <a:latin typeface="Malgun Gothic"/>
                <a:ea typeface="Malgun Gothic"/>
                <a:cs typeface="Malgun Gothic"/>
              </a:defRPr>
            </a:lvl3pPr>
            <a:lvl4pPr algn="l">
              <a:defRPr sz="2325" b="0">
                <a:solidFill>
                  <a:srgbClr val="4D5A68"/>
                </a:solidFill>
                <a:latin typeface="Malgun Gothic"/>
                <a:ea typeface="Malgun Gothic"/>
                <a:cs typeface="Malgun Gothic"/>
              </a:defRPr>
            </a:lvl4pPr>
            <a:lvl5pPr algn="l">
              <a:defRPr sz="2325" b="0">
                <a:solidFill>
                  <a:srgbClr val="4D5A68"/>
                </a:solidFill>
                <a:latin typeface="Malgun Gothic"/>
                <a:ea typeface="Malgun Gothic"/>
                <a:cs typeface="Malgun Gothic"/>
              </a:defRPr>
            </a:lvl5pPr>
            <a:lvl6pPr algn="l">
              <a:defRPr sz="2325" b="0">
                <a:solidFill>
                  <a:srgbClr val="4D5A68"/>
                </a:solidFill>
                <a:latin typeface="Malgun Gothic"/>
                <a:ea typeface="Malgun Gothic"/>
                <a:cs typeface="Malgun Gothic"/>
              </a:defRPr>
            </a:lvl6pPr>
            <a:lvl7pPr algn="l">
              <a:defRPr sz="2325" b="0">
                <a:solidFill>
                  <a:srgbClr val="4D5A68"/>
                </a:solidFill>
                <a:latin typeface="Malgun Gothic"/>
                <a:ea typeface="Malgun Gothic"/>
                <a:cs typeface="Malgun Gothic"/>
              </a:defRPr>
            </a:lvl7pPr>
            <a:lvl8pPr algn="l">
              <a:defRPr sz="2325" b="0">
                <a:solidFill>
                  <a:srgbClr val="4D5A68"/>
                </a:solidFill>
                <a:latin typeface="Malgun Gothic"/>
                <a:ea typeface="Malgun Gothic"/>
                <a:cs typeface="Malgun Gothic"/>
              </a:defRPr>
            </a:lvl8pPr>
            <a:lvl9pPr algn="l">
              <a:defRPr sz="2325" b="0">
                <a:solidFill>
                  <a:srgbClr val="4D5A68"/>
                </a:solidFill>
                <a:latin typeface="Malgun Gothic"/>
                <a:ea typeface="Malgun Gothic"/>
                <a:cs typeface="Malgun Gothic"/>
              </a:defRPr>
            </a:lvl9pPr>
          </a:lstStyle>
          <a:p xmlns:a="http://schemas.openxmlformats.org/drawingml/2006/main">
            <a:pPr algn="l">
              <a:defRPr sz="2325" b="0">
                <a:solidFill>
                  <a:srgbClr val="4D5A68"/>
                </a:solidFill>
                <a:latin typeface="Malgun Gothic"/>
                <a:ea typeface="Malgun Gothic"/>
                <a:cs typeface="Malgun Gothic"/>
              </a:defRPr>
            </a:pPr>
            <a:r>
              <a:rPr sz="2325" b="0">
                <a:solidFill>
                  <a:srgbClr val="4D5A68"/>
                </a:solidFill>
                <a:latin typeface="Malgun Gothic"/>
                <a:ea typeface="Malgun Gothic"/>
                <a:cs typeface="Malgun Gothic"/>
              </a:rPr>
              <a:t>이번 작업에서 사람이 정할 질문은?</a:t>
            </a:r>
          </a:p>
        </p:txBody>
      </p:sp>
      <p:sp>
        <p:nvSpPr>
          <p:cNvPr id="8" name="01">
            <a:extLst xmlns:a="http://schemas.openxmlformats.org/drawingml/2006/main">
              <a:ext uri="{FF2B5EF4-FFF2-40B4-BE49-F238E27FC236}">
                <a16:creationId xmlns:a16="http://schemas.microsoft.com/office/drawing/2014/main" id="{35695C3B-E1CC-452B-85C4-1D1578B111BF}"/>
              </a:ext>
            </a:extLst>
          </p:cNvPr>
          <p:cNvSpPr>
            <a:spLocks xmlns:a="http://schemas.openxmlformats.org/drawingml/2006/main" noGrp="1"/>
          </p:cNvSpPr>
          <p:nvPr/>
        </p:nvSpPr>
        <p:spPr>
          <a:xfrm xmlns:a="http://schemas.openxmlformats.org/drawingml/2006/main">
            <a:off x="609600" y="26765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01</a:t>
            </a:r>
          </a:p>
        </p:txBody>
      </p:sp>
      <p:sp>
        <p:nvSpPr>
          <p:cNvPr id="9" name="무엇을 바꿀까?">
            <a:extLst xmlns:a="http://schemas.openxmlformats.org/drawingml/2006/main">
              <a:ext uri="{FF2B5EF4-FFF2-40B4-BE49-F238E27FC236}">
                <a16:creationId xmlns:a16="http://schemas.microsoft.com/office/drawing/2014/main" id="{106A9CAF-E6D7-4FCB-8A19-E25FEBF11D5E}"/>
              </a:ext>
            </a:extLst>
          </p:cNvPr>
          <p:cNvSpPr>
            <a:spLocks xmlns:a="http://schemas.openxmlformats.org/drawingml/2006/main" noGrp="1"/>
          </p:cNvSpPr>
          <p:nvPr/>
        </p:nvSpPr>
        <p:spPr>
          <a:xfrm xmlns:a="http://schemas.openxmlformats.org/drawingml/2006/main">
            <a:off x="1323975" y="26765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무엇을 바꿀까?</a:t>
            </a:r>
          </a:p>
        </p:txBody>
      </p:sp>
      <p:sp>
        <p:nvSpPr>
          <p:cNvPr id="10" name="">
            <a:extLst xmlns:a="http://schemas.openxmlformats.org/drawingml/2006/main">
              <a:ext uri="{FF2B5EF4-FFF2-40B4-BE49-F238E27FC236}">
                <a16:creationId xmlns:a16="http://schemas.microsoft.com/office/drawing/2014/main" id="{8E95B2BA-059A-4D6D-956D-69A690B180DC}"/>
              </a:ext>
            </a:extLst>
          </p:cNvPr>
          <p:cNvSpPr>
            <a:spLocks xmlns:a="http://schemas.openxmlformats.org/drawingml/2006/main" noGrp="1"/>
          </p:cNvSpPr>
          <p:nvPr/>
        </p:nvSpPr>
        <p:spPr>
          <a:xfrm xmlns:a="http://schemas.openxmlformats.org/drawingml/2006/main">
            <a:off x="1323975" y="33242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02">
            <a:extLst xmlns:a="http://schemas.openxmlformats.org/drawingml/2006/main">
              <a:ext uri="{FF2B5EF4-FFF2-40B4-BE49-F238E27FC236}">
                <a16:creationId xmlns:a16="http://schemas.microsoft.com/office/drawing/2014/main" id="{000C0135-B0FC-4829-B267-90B548A5F2C8}"/>
              </a:ext>
            </a:extLst>
          </p:cNvPr>
          <p:cNvSpPr>
            <a:spLocks xmlns:a="http://schemas.openxmlformats.org/drawingml/2006/main" noGrp="1"/>
          </p:cNvSpPr>
          <p:nvPr/>
        </p:nvSpPr>
        <p:spPr>
          <a:xfrm xmlns:a="http://schemas.openxmlformats.org/drawingml/2006/main">
            <a:off x="6438900" y="26765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02</a:t>
            </a:r>
          </a:p>
        </p:txBody>
      </p:sp>
      <p:sp>
        <p:nvSpPr>
          <p:cNvPr id="12" name="무엇을 유지할까?">
            <a:extLst xmlns:a="http://schemas.openxmlformats.org/drawingml/2006/main">
              <a:ext uri="{FF2B5EF4-FFF2-40B4-BE49-F238E27FC236}">
                <a16:creationId xmlns:a16="http://schemas.microsoft.com/office/drawing/2014/main" id="{DC7AE16A-B481-40DB-86DF-E7B10B12BD64}"/>
              </a:ext>
            </a:extLst>
          </p:cNvPr>
          <p:cNvSpPr>
            <a:spLocks xmlns:a="http://schemas.openxmlformats.org/drawingml/2006/main" noGrp="1"/>
          </p:cNvSpPr>
          <p:nvPr/>
        </p:nvSpPr>
        <p:spPr>
          <a:xfrm xmlns:a="http://schemas.openxmlformats.org/drawingml/2006/main">
            <a:off x="7153275" y="26765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무엇을 유지할까?</a:t>
            </a:r>
          </a:p>
        </p:txBody>
      </p:sp>
      <p:sp>
        <p:nvSpPr>
          <p:cNvPr id="13" name="">
            <a:extLst xmlns:a="http://schemas.openxmlformats.org/drawingml/2006/main">
              <a:ext uri="{FF2B5EF4-FFF2-40B4-BE49-F238E27FC236}">
                <a16:creationId xmlns:a16="http://schemas.microsoft.com/office/drawing/2014/main" id="{D4C631FF-D236-4F0F-8BBD-26905952AA66}"/>
              </a:ext>
            </a:extLst>
          </p:cNvPr>
          <p:cNvSpPr>
            <a:spLocks xmlns:a="http://schemas.openxmlformats.org/drawingml/2006/main" noGrp="1"/>
          </p:cNvSpPr>
          <p:nvPr/>
        </p:nvSpPr>
        <p:spPr>
          <a:xfrm xmlns:a="http://schemas.openxmlformats.org/drawingml/2006/main">
            <a:off x="7153275" y="33242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03">
            <a:extLst xmlns:a="http://schemas.openxmlformats.org/drawingml/2006/main">
              <a:ext uri="{FF2B5EF4-FFF2-40B4-BE49-F238E27FC236}">
                <a16:creationId xmlns:a16="http://schemas.microsoft.com/office/drawing/2014/main" id="{FD6A77F0-0806-4D78-B512-5BE811A42DBE}"/>
              </a:ext>
            </a:extLst>
          </p:cNvPr>
          <p:cNvSpPr>
            <a:spLocks xmlns:a="http://schemas.openxmlformats.org/drawingml/2006/main" noGrp="1"/>
          </p:cNvSpPr>
          <p:nvPr/>
        </p:nvSpPr>
        <p:spPr>
          <a:xfrm xmlns:a="http://schemas.openxmlformats.org/drawingml/2006/main">
            <a:off x="609600" y="37052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03</a:t>
            </a:r>
          </a:p>
        </p:txBody>
      </p:sp>
      <p:sp>
        <p:nvSpPr>
          <p:cNvPr id="15" name="어디까지 바꿔도 될까?">
            <a:extLst xmlns:a="http://schemas.openxmlformats.org/drawingml/2006/main">
              <a:ext uri="{FF2B5EF4-FFF2-40B4-BE49-F238E27FC236}">
                <a16:creationId xmlns:a16="http://schemas.microsoft.com/office/drawing/2014/main" id="{03D9F91B-AD2D-401B-9BDF-85F2818E77CA}"/>
              </a:ext>
            </a:extLst>
          </p:cNvPr>
          <p:cNvSpPr>
            <a:spLocks xmlns:a="http://schemas.openxmlformats.org/drawingml/2006/main" noGrp="1"/>
          </p:cNvSpPr>
          <p:nvPr/>
        </p:nvSpPr>
        <p:spPr>
          <a:xfrm xmlns:a="http://schemas.openxmlformats.org/drawingml/2006/main">
            <a:off x="1323975" y="37052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어디까지 바꿔도 될까?</a:t>
            </a:r>
          </a:p>
        </p:txBody>
      </p:sp>
      <p:sp>
        <p:nvSpPr>
          <p:cNvPr id="16" name="">
            <a:extLst xmlns:a="http://schemas.openxmlformats.org/drawingml/2006/main">
              <a:ext uri="{FF2B5EF4-FFF2-40B4-BE49-F238E27FC236}">
                <a16:creationId xmlns:a16="http://schemas.microsoft.com/office/drawing/2014/main" id="{B9A03F4A-E084-4BBB-9766-3CF38CCBFFBE}"/>
              </a:ext>
            </a:extLst>
          </p:cNvPr>
          <p:cNvSpPr>
            <a:spLocks xmlns:a="http://schemas.openxmlformats.org/drawingml/2006/main" noGrp="1"/>
          </p:cNvSpPr>
          <p:nvPr/>
        </p:nvSpPr>
        <p:spPr>
          <a:xfrm xmlns:a="http://schemas.openxmlformats.org/drawingml/2006/main">
            <a:off x="1323975" y="43529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04">
            <a:extLst xmlns:a="http://schemas.openxmlformats.org/drawingml/2006/main">
              <a:ext uri="{FF2B5EF4-FFF2-40B4-BE49-F238E27FC236}">
                <a16:creationId xmlns:a16="http://schemas.microsoft.com/office/drawing/2014/main" id="{897053C7-230E-4121-83E9-B629042F4E06}"/>
              </a:ext>
            </a:extLst>
          </p:cNvPr>
          <p:cNvSpPr>
            <a:spLocks xmlns:a="http://schemas.openxmlformats.org/drawingml/2006/main" noGrp="1"/>
          </p:cNvSpPr>
          <p:nvPr/>
        </p:nvSpPr>
        <p:spPr>
          <a:xfrm xmlns:a="http://schemas.openxmlformats.org/drawingml/2006/main">
            <a:off x="6438900" y="3705225"/>
            <a:ext cx="619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04</a:t>
            </a:r>
          </a:p>
        </p:txBody>
      </p:sp>
      <p:sp>
        <p:nvSpPr>
          <p:cNvPr id="18" name="무슨 근거로 확인할까?">
            <a:extLst xmlns:a="http://schemas.openxmlformats.org/drawingml/2006/main">
              <a:ext uri="{FF2B5EF4-FFF2-40B4-BE49-F238E27FC236}">
                <a16:creationId xmlns:a16="http://schemas.microsoft.com/office/drawing/2014/main" id="{9A461E38-10D0-42A2-B1C4-86B821837486}"/>
              </a:ext>
            </a:extLst>
          </p:cNvPr>
          <p:cNvSpPr>
            <a:spLocks xmlns:a="http://schemas.openxmlformats.org/drawingml/2006/main" noGrp="1"/>
          </p:cNvSpPr>
          <p:nvPr/>
        </p:nvSpPr>
        <p:spPr>
          <a:xfrm xmlns:a="http://schemas.openxmlformats.org/drawingml/2006/main">
            <a:off x="7153275" y="3705225"/>
            <a:ext cx="44291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무슨 근거로 확인할까?</a:t>
            </a:r>
          </a:p>
        </p:txBody>
      </p:sp>
      <p:sp>
        <p:nvSpPr>
          <p:cNvPr id="19" name="">
            <a:extLst xmlns:a="http://schemas.openxmlformats.org/drawingml/2006/main">
              <a:ext uri="{FF2B5EF4-FFF2-40B4-BE49-F238E27FC236}">
                <a16:creationId xmlns:a16="http://schemas.microsoft.com/office/drawing/2014/main" id="{C679EF2D-203B-4B41-AEE4-396630DDD573}"/>
              </a:ext>
            </a:extLst>
          </p:cNvPr>
          <p:cNvSpPr>
            <a:spLocks xmlns:a="http://schemas.openxmlformats.org/drawingml/2006/main" noGrp="1"/>
          </p:cNvSpPr>
          <p:nvPr/>
        </p:nvSpPr>
        <p:spPr>
          <a:xfrm xmlns:a="http://schemas.openxmlformats.org/drawingml/2006/main">
            <a:off x="7153275" y="4352925"/>
            <a:ext cx="4429125"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
            <a:extLst xmlns:a="http://schemas.openxmlformats.org/drawingml/2006/main">
              <a:ext uri="{FF2B5EF4-FFF2-40B4-BE49-F238E27FC236}">
                <a16:creationId xmlns:a16="http://schemas.microsoft.com/office/drawing/2014/main" id="{5090CDEF-4782-4559-BB32-60BD7F951CE1}"/>
              </a:ext>
            </a:extLst>
          </p:cNvPr>
          <p:cNvSpPr>
            <a:spLocks xmlns:a="http://schemas.openxmlformats.org/drawingml/2006/main" noGrp="1"/>
          </p:cNvSpPr>
          <p:nvPr/>
        </p:nvSpPr>
        <p:spPr>
          <a:xfrm xmlns:a="http://schemas.openxmlformats.org/drawingml/2006/main">
            <a:off x="609600" y="4914900"/>
            <a:ext cx="10972800" cy="6762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1" name="05">
            <a:extLst xmlns:a="http://schemas.openxmlformats.org/drawingml/2006/main">
              <a:ext uri="{FF2B5EF4-FFF2-40B4-BE49-F238E27FC236}">
                <a16:creationId xmlns:a16="http://schemas.microsoft.com/office/drawing/2014/main" id="{6C0D0587-19AA-4543-A146-8B89FAA3E522}"/>
              </a:ext>
            </a:extLst>
          </p:cNvPr>
          <p:cNvSpPr>
            <a:spLocks xmlns:a="http://schemas.openxmlformats.org/drawingml/2006/main" noGrp="1"/>
          </p:cNvSpPr>
          <p:nvPr/>
        </p:nvSpPr>
        <p:spPr>
          <a:xfrm xmlns:a="http://schemas.openxmlformats.org/drawingml/2006/main">
            <a:off x="800100" y="50482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05</a:t>
            </a:r>
          </a:p>
        </p:txBody>
      </p:sp>
      <p:sp>
        <p:nvSpPr>
          <p:cNvPr id="22" name="언제 완료라고 할까?">
            <a:extLst xmlns:a="http://schemas.openxmlformats.org/drawingml/2006/main">
              <a:ext uri="{FF2B5EF4-FFF2-40B4-BE49-F238E27FC236}">
                <a16:creationId xmlns:a16="http://schemas.microsoft.com/office/drawing/2014/main" id="{4940F032-ADFA-47BD-B72E-2865F2C5B0E3}"/>
              </a:ext>
            </a:extLst>
          </p:cNvPr>
          <p:cNvSpPr>
            <a:spLocks xmlns:a="http://schemas.openxmlformats.org/drawingml/2006/main" noGrp="1"/>
          </p:cNvSpPr>
          <p:nvPr/>
        </p:nvSpPr>
        <p:spPr>
          <a:xfrm xmlns:a="http://schemas.openxmlformats.org/drawingml/2006/main">
            <a:off x="1609725" y="5000625"/>
            <a:ext cx="97440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언제 완료라고 할까?</a:t>
            </a:r>
          </a:p>
        </p:txBody>
      </p:sp>
      <p:sp>
        <p:nvSpPr>
          <p:cNvPr id="23" name="Legacy module connection">
            <a:extLst xmlns:a="http://schemas.openxmlformats.org/drawingml/2006/main">
              <a:ext uri="{FF2B5EF4-FFF2-40B4-BE49-F238E27FC236}">
                <a16:creationId xmlns:a16="http://schemas.microsoft.com/office/drawing/2014/main" id="{0FE2498E-EA85-4464-A5AB-8F807645A3E6}"/>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M4</a:t>
            </a:r>
          </a:p>
        </p:txBody>
      </p:sp>
    </p:spTree>
    <p:extLst>
      <p:ext uri="{BB962C8B-B14F-4D97-AF65-F5344CB8AC3E}">
        <p14:creationId xmlns:p14="http://schemas.microsoft.com/office/powerpoint/2010/main" val="1093812990"/>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ACT 1 · 작업을 구체화하는 틀">
            <a:extLst xmlns:a="http://schemas.openxmlformats.org/drawingml/2006/main">
              <a:ext uri="{FF2B5EF4-FFF2-40B4-BE49-F238E27FC236}">
                <a16:creationId xmlns:a16="http://schemas.microsoft.com/office/drawing/2014/main" id="{932B53E7-4EA9-46A9-B4CC-024DAF71A25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작업을 구체화하는 틀</a:t>
            </a:r>
          </a:p>
        </p:txBody>
      </p:sp>
      <p:sp>
        <p:nvSpPr>
          <p:cNvPr id="2" name="S19">
            <a:extLst xmlns:a="http://schemas.openxmlformats.org/drawingml/2006/main">
              <a:ext uri="{FF2B5EF4-FFF2-40B4-BE49-F238E27FC236}">
                <a16:creationId xmlns:a16="http://schemas.microsoft.com/office/drawing/2014/main" id="{C2BAC70A-42C0-41B2-83CF-9CF3FF6A1B3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S19</a:t>
            </a:r>
          </a:p>
        </p:txBody>
      </p:sp>
      <p:sp>
        <p:nvSpPr>
          <p:cNvPr id="3" name="Task Specification의 다섯 책임">
            <a:extLst xmlns:a="http://schemas.openxmlformats.org/drawingml/2006/main">
              <a:ext uri="{FF2B5EF4-FFF2-40B4-BE49-F238E27FC236}">
                <a16:creationId xmlns:a16="http://schemas.microsoft.com/office/drawing/2014/main" id="{5BAA87B7-EAF5-4D36-AA97-86610A3FB0D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Task Specification의 다섯 책임</a:t>
            </a:r>
          </a:p>
        </p:txBody>
      </p:sp>
      <p:sp>
        <p:nvSpPr>
          <p:cNvPr id="4" name="">
            <a:extLst xmlns:a="http://schemas.openxmlformats.org/drawingml/2006/main">
              <a:ext uri="{FF2B5EF4-FFF2-40B4-BE49-F238E27FC236}">
                <a16:creationId xmlns:a16="http://schemas.microsoft.com/office/drawing/2014/main" id="{821AA476-C4F7-4941-BBD0-3ECA2E7EAA6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이 과정의 교육 모델 · 공식 OpenAI 분류나 모든 작업에 대한 법칙이 아님">
            <a:extLst xmlns:a="http://schemas.openxmlformats.org/drawingml/2006/main">
              <a:ext uri="{FF2B5EF4-FFF2-40B4-BE49-F238E27FC236}">
                <a16:creationId xmlns:a16="http://schemas.microsoft.com/office/drawing/2014/main" id="{71ED703A-6D19-48D7-BAEB-C858CC4754CC}"/>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이 과정의 교육 모델 · 공식 OpenAI 분류나 모든 작업에 대한 법칙이 아님</a:t>
            </a:r>
          </a:p>
        </p:txBody>
      </p:sp>
      <p:sp>
        <p:nvSpPr>
          <p:cNvPr id="6" name="저장소에서 확인할 사실은 조사하게 하고, 사람이 정할 목표·제약·완료 기준은 요청에 담습니다.">
            <a:extLst xmlns:a="http://schemas.openxmlformats.org/drawingml/2006/main">
              <a:ext uri="{FF2B5EF4-FFF2-40B4-BE49-F238E27FC236}">
                <a16:creationId xmlns:a16="http://schemas.microsoft.com/office/drawing/2014/main" id="{F4B64A45-D278-413A-B3CD-73D9CFE5BDC4}"/>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저장소에서 확인할 사실은 조사하게 하고, 사람이 정할 목표·제약·완료 기준은 요청에 담습니다.</a:t>
            </a:r>
          </a:p>
        </p:txBody>
      </p:sp>
      <p:sp>
        <p:nvSpPr>
          <p:cNvPr id="7" name="앞의 질문을, 요청 문장의 다섯 항목으로 정리한다">
            <a:extLst xmlns:a="http://schemas.openxmlformats.org/drawingml/2006/main">
              <a:ext uri="{FF2B5EF4-FFF2-40B4-BE49-F238E27FC236}">
                <a16:creationId xmlns:a16="http://schemas.microsoft.com/office/drawing/2014/main" id="{AA6EB1E7-DDFD-47EF-99D4-AEBF6E4A1637}"/>
              </a:ext>
            </a:extLst>
          </p:cNvPr>
          <p:cNvSpPr>
            <a:spLocks xmlns:a="http://schemas.openxmlformats.org/drawingml/2006/main" noGrp="1"/>
          </p:cNvSpPr>
          <p:nvPr/>
        </p:nvSpPr>
        <p:spPr>
          <a:xfrm xmlns:a="http://schemas.openxmlformats.org/drawingml/2006/main">
            <a:off x="609600" y="156210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4D5A68"/>
                </a:solidFill>
                <a:latin typeface="Malgun Gothic"/>
                <a:ea typeface="Malgun Gothic"/>
                <a:cs typeface="Malgun Gothic"/>
              </a:defRPr>
            </a:defPPr>
            <a:lvl1pPr algn="l">
              <a:defRPr sz="1725" b="0">
                <a:solidFill>
                  <a:srgbClr val="4D5A68"/>
                </a:solidFill>
                <a:latin typeface="Malgun Gothic"/>
                <a:ea typeface="Malgun Gothic"/>
                <a:cs typeface="Malgun Gothic"/>
              </a:defRPr>
            </a:lvl1pPr>
            <a:lvl2pPr algn="l">
              <a:defRPr sz="1725" b="0">
                <a:solidFill>
                  <a:srgbClr val="4D5A68"/>
                </a:solidFill>
                <a:latin typeface="Malgun Gothic"/>
                <a:ea typeface="Malgun Gothic"/>
                <a:cs typeface="Malgun Gothic"/>
              </a:defRPr>
            </a:lvl2pPr>
            <a:lvl3pPr algn="l">
              <a:defRPr sz="1725" b="0">
                <a:solidFill>
                  <a:srgbClr val="4D5A68"/>
                </a:solidFill>
                <a:latin typeface="Malgun Gothic"/>
                <a:ea typeface="Malgun Gothic"/>
                <a:cs typeface="Malgun Gothic"/>
              </a:defRPr>
            </a:lvl3pPr>
            <a:lvl4pPr algn="l">
              <a:defRPr sz="1725" b="0">
                <a:solidFill>
                  <a:srgbClr val="4D5A68"/>
                </a:solidFill>
                <a:latin typeface="Malgun Gothic"/>
                <a:ea typeface="Malgun Gothic"/>
                <a:cs typeface="Malgun Gothic"/>
              </a:defRPr>
            </a:lvl4pPr>
            <a:lvl5pPr algn="l">
              <a:defRPr sz="1725" b="0">
                <a:solidFill>
                  <a:srgbClr val="4D5A68"/>
                </a:solidFill>
                <a:latin typeface="Malgun Gothic"/>
                <a:ea typeface="Malgun Gothic"/>
                <a:cs typeface="Malgun Gothic"/>
              </a:defRPr>
            </a:lvl5pPr>
            <a:lvl6pPr algn="l">
              <a:defRPr sz="1725" b="0">
                <a:solidFill>
                  <a:srgbClr val="4D5A68"/>
                </a:solidFill>
                <a:latin typeface="Malgun Gothic"/>
                <a:ea typeface="Malgun Gothic"/>
                <a:cs typeface="Malgun Gothic"/>
              </a:defRPr>
            </a:lvl6pPr>
            <a:lvl7pPr algn="l">
              <a:defRPr sz="1725" b="0">
                <a:solidFill>
                  <a:srgbClr val="4D5A68"/>
                </a:solidFill>
                <a:latin typeface="Malgun Gothic"/>
                <a:ea typeface="Malgun Gothic"/>
                <a:cs typeface="Malgun Gothic"/>
              </a:defRPr>
            </a:lvl7pPr>
            <a:lvl8pPr algn="l">
              <a:defRPr sz="1725" b="0">
                <a:solidFill>
                  <a:srgbClr val="4D5A68"/>
                </a:solidFill>
                <a:latin typeface="Malgun Gothic"/>
                <a:ea typeface="Malgun Gothic"/>
                <a:cs typeface="Malgun Gothic"/>
              </a:defRPr>
            </a:lvl8pPr>
            <a:lvl9pPr algn="l">
              <a:defRPr sz="1725" b="0">
                <a:solidFill>
                  <a:srgbClr val="4D5A68"/>
                </a:solidFill>
                <a:latin typeface="Malgun Gothic"/>
                <a:ea typeface="Malgun Gothic"/>
                <a:cs typeface="Malgun Gothic"/>
              </a:defRPr>
            </a:lvl9pPr>
          </a:lstStyle>
          <a:p xmlns:a="http://schemas.openxmlformats.org/drawingml/2006/main">
            <a:pPr algn="l">
              <a:defRPr sz="1725" b="0">
                <a:solidFill>
                  <a:srgbClr val="4D5A68"/>
                </a:solidFill>
                <a:latin typeface="Malgun Gothic"/>
                <a:ea typeface="Malgun Gothic"/>
                <a:cs typeface="Malgun Gothic"/>
              </a:defRPr>
            </a:pPr>
            <a:r>
              <a:rPr sz="1725" b="0">
                <a:solidFill>
                  <a:srgbClr val="4D5A68"/>
                </a:solidFill>
                <a:latin typeface="Malgun Gothic"/>
                <a:ea typeface="Malgun Gothic"/>
                <a:cs typeface="Malgun Gothic"/>
              </a:rPr>
              <a:t>앞의 질문을, 요청 문장의 다섯 항목으로 정리한다</a:t>
            </a:r>
          </a:p>
        </p:txBody>
      </p:sp>
      <p:sp>
        <p:nvSpPr>
          <p:cNvPr id="8" name="">
            <a:extLst xmlns:a="http://schemas.openxmlformats.org/drawingml/2006/main">
              <a:ext uri="{FF2B5EF4-FFF2-40B4-BE49-F238E27FC236}">
                <a16:creationId xmlns:a16="http://schemas.microsoft.com/office/drawing/2014/main" id="{7EF091E5-54A2-4B12-86C7-0D47E0E9CC3A}"/>
              </a:ext>
            </a:extLst>
          </p:cNvPr>
          <p:cNvSpPr>
            <a:spLocks xmlns:a="http://schemas.openxmlformats.org/drawingml/2006/main" noGrp="1"/>
          </p:cNvSpPr>
          <p:nvPr/>
        </p:nvSpPr>
        <p:spPr>
          <a:xfrm xmlns:a="http://schemas.openxmlformats.org/drawingml/2006/main">
            <a:off x="609600" y="1943100"/>
            <a:ext cx="10972800" cy="3695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9" name="">
            <a:extLst xmlns:a="http://schemas.openxmlformats.org/drawingml/2006/main">
              <a:ext uri="{FF2B5EF4-FFF2-40B4-BE49-F238E27FC236}">
                <a16:creationId xmlns:a16="http://schemas.microsoft.com/office/drawing/2014/main" id="{FD9ACD4F-6A2C-418B-B3B4-9195E325AB15}"/>
              </a:ext>
            </a:extLst>
          </p:cNvPr>
          <p:cNvSpPr>
            <a:spLocks xmlns:a="http://schemas.openxmlformats.org/drawingml/2006/main" noGrp="1"/>
          </p:cNvSpPr>
          <p:nvPr/>
        </p:nvSpPr>
        <p:spPr>
          <a:xfrm xmlns:a="http://schemas.openxmlformats.org/drawingml/2006/main">
            <a:off x="609600" y="1943100"/>
            <a:ext cx="3067050" cy="36957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0" name="하나의&#10;Task&#10;Specification">
            <a:extLst xmlns:a="http://schemas.openxmlformats.org/drawingml/2006/main">
              <a:ext uri="{FF2B5EF4-FFF2-40B4-BE49-F238E27FC236}">
                <a16:creationId xmlns:a16="http://schemas.microsoft.com/office/drawing/2014/main" id="{92B6FE1D-742E-4A33-A640-30CE654E3D0F}"/>
              </a:ext>
            </a:extLst>
          </p:cNvPr>
          <p:cNvSpPr>
            <a:spLocks xmlns:a="http://schemas.openxmlformats.org/drawingml/2006/main" noGrp="1"/>
          </p:cNvSpPr>
          <p:nvPr/>
        </p:nvSpPr>
        <p:spPr>
          <a:xfrm xmlns:a="http://schemas.openxmlformats.org/drawingml/2006/main">
            <a:off x="838200" y="2552700"/>
            <a:ext cx="26098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0B6172"/>
                </a:solidFill>
                <a:latin typeface="Malgun Gothic"/>
                <a:ea typeface="Malgun Gothic"/>
                <a:cs typeface="Malgun Gothic"/>
              </a:defRPr>
            </a:defPPr>
            <a:lvl1pPr algn="l">
              <a:defRPr sz="2700" b="1">
                <a:solidFill>
                  <a:srgbClr val="0B6172"/>
                </a:solidFill>
                <a:latin typeface="Malgun Gothic"/>
                <a:ea typeface="Malgun Gothic"/>
                <a:cs typeface="Malgun Gothic"/>
              </a:defRPr>
            </a:lvl1pPr>
            <a:lvl2pPr algn="l">
              <a:defRPr sz="2700" b="1">
                <a:solidFill>
                  <a:srgbClr val="0B6172"/>
                </a:solidFill>
                <a:latin typeface="Malgun Gothic"/>
                <a:ea typeface="Malgun Gothic"/>
                <a:cs typeface="Malgun Gothic"/>
              </a:defRPr>
            </a:lvl2pPr>
            <a:lvl3pPr algn="l">
              <a:defRPr sz="2700" b="1">
                <a:solidFill>
                  <a:srgbClr val="0B6172"/>
                </a:solidFill>
                <a:latin typeface="Malgun Gothic"/>
                <a:ea typeface="Malgun Gothic"/>
                <a:cs typeface="Malgun Gothic"/>
              </a:defRPr>
            </a:lvl3pPr>
            <a:lvl4pPr algn="l">
              <a:defRPr sz="2700" b="1">
                <a:solidFill>
                  <a:srgbClr val="0B6172"/>
                </a:solidFill>
                <a:latin typeface="Malgun Gothic"/>
                <a:ea typeface="Malgun Gothic"/>
                <a:cs typeface="Malgun Gothic"/>
              </a:defRPr>
            </a:lvl4pPr>
            <a:lvl5pPr algn="l">
              <a:defRPr sz="2700" b="1">
                <a:solidFill>
                  <a:srgbClr val="0B6172"/>
                </a:solidFill>
                <a:latin typeface="Malgun Gothic"/>
                <a:ea typeface="Malgun Gothic"/>
                <a:cs typeface="Malgun Gothic"/>
              </a:defRPr>
            </a:lvl5pPr>
            <a:lvl6pPr algn="l">
              <a:defRPr sz="2700" b="1">
                <a:solidFill>
                  <a:srgbClr val="0B6172"/>
                </a:solidFill>
                <a:latin typeface="Malgun Gothic"/>
                <a:ea typeface="Malgun Gothic"/>
                <a:cs typeface="Malgun Gothic"/>
              </a:defRPr>
            </a:lvl6pPr>
            <a:lvl7pPr algn="l">
              <a:defRPr sz="2700" b="1">
                <a:solidFill>
                  <a:srgbClr val="0B6172"/>
                </a:solidFill>
                <a:latin typeface="Malgun Gothic"/>
                <a:ea typeface="Malgun Gothic"/>
                <a:cs typeface="Malgun Gothic"/>
              </a:defRPr>
            </a:lvl7pPr>
            <a:lvl8pPr algn="l">
              <a:defRPr sz="2700" b="1">
                <a:solidFill>
                  <a:srgbClr val="0B6172"/>
                </a:solidFill>
                <a:latin typeface="Malgun Gothic"/>
                <a:ea typeface="Malgun Gothic"/>
                <a:cs typeface="Malgun Gothic"/>
              </a:defRPr>
            </a:lvl8pPr>
            <a:lvl9pPr algn="l">
              <a:defRPr sz="2700" b="1">
                <a:solidFill>
                  <a:srgbClr val="0B6172"/>
                </a:solidFill>
                <a:latin typeface="Malgun Gothic"/>
                <a:ea typeface="Malgun Gothic"/>
                <a:cs typeface="Malgun Gothic"/>
              </a:defRPr>
            </a:lvl9pPr>
          </a:lstStyle>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하나의</a:t>
            </a:r>
          </a:p>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Task</a:t>
            </a:r>
          </a:p>
          <a:p xmlns:a="http://schemas.openxmlformats.org/drawingml/2006/main">
            <a:pPr algn="l">
              <a:defRPr sz="2700" b="1">
                <a:solidFill>
                  <a:srgbClr val="0B6172"/>
                </a:solidFill>
                <a:latin typeface="Malgun Gothic"/>
                <a:ea typeface="Malgun Gothic"/>
                <a:cs typeface="Malgun Gothic"/>
              </a:defRPr>
            </a:pPr>
            <a:r>
              <a:rPr sz="2700" b="1">
                <a:solidFill>
                  <a:srgbClr val="0B6172"/>
                </a:solidFill>
                <a:latin typeface="Malgun Gothic"/>
                <a:ea typeface="Malgun Gothic"/>
                <a:cs typeface="Malgun Gothic"/>
              </a:rPr>
              <a:t>Specification</a:t>
            </a:r>
          </a:p>
        </p:txBody>
      </p:sp>
      <p:sp>
        <p:nvSpPr>
          <p:cNvPr id="11" name="목표 · Goal">
            <a:extLst xmlns:a="http://schemas.openxmlformats.org/drawingml/2006/main">
              <a:ext uri="{FF2B5EF4-FFF2-40B4-BE49-F238E27FC236}">
                <a16:creationId xmlns:a16="http://schemas.microsoft.com/office/drawing/2014/main" id="{F0C5FA23-0E7F-4475-934F-6E25FDA48FEC}"/>
              </a:ext>
            </a:extLst>
          </p:cNvPr>
          <p:cNvSpPr>
            <a:spLocks xmlns:a="http://schemas.openxmlformats.org/drawingml/2006/main" noGrp="1"/>
          </p:cNvSpPr>
          <p:nvPr/>
        </p:nvSpPr>
        <p:spPr>
          <a:xfrm xmlns:a="http://schemas.openxmlformats.org/drawingml/2006/main">
            <a:off x="3962400" y="20764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목표 · Goal</a:t>
            </a:r>
          </a:p>
        </p:txBody>
      </p:sp>
      <p:sp>
        <p:nvSpPr>
          <p:cNvPr id="12" name="원하는 결과·우선순위">
            <a:extLst xmlns:a="http://schemas.openxmlformats.org/drawingml/2006/main">
              <a:ext uri="{FF2B5EF4-FFF2-40B4-BE49-F238E27FC236}">
                <a16:creationId xmlns:a16="http://schemas.microsoft.com/office/drawing/2014/main" id="{28566DF3-B245-45F6-ACDD-E25C3124F724}"/>
              </a:ext>
            </a:extLst>
          </p:cNvPr>
          <p:cNvSpPr>
            <a:spLocks xmlns:a="http://schemas.openxmlformats.org/drawingml/2006/main" noGrp="1"/>
          </p:cNvSpPr>
          <p:nvPr/>
        </p:nvSpPr>
        <p:spPr>
          <a:xfrm xmlns:a="http://schemas.openxmlformats.org/drawingml/2006/main">
            <a:off x="7191375" y="20764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원하는 결과·우선순위</a:t>
            </a:r>
          </a:p>
        </p:txBody>
      </p:sp>
      <p:sp>
        <p:nvSpPr>
          <p:cNvPr id="13" name="">
            <a:extLst xmlns:a="http://schemas.openxmlformats.org/drawingml/2006/main">
              <a:ext uri="{FF2B5EF4-FFF2-40B4-BE49-F238E27FC236}">
                <a16:creationId xmlns:a16="http://schemas.microsoft.com/office/drawing/2014/main" id="{2B212DF8-A7B3-43D6-9A52-A34AE1473A5E}"/>
              </a:ext>
            </a:extLst>
          </p:cNvPr>
          <p:cNvSpPr>
            <a:spLocks xmlns:a="http://schemas.openxmlformats.org/drawingml/2006/main" noGrp="1"/>
          </p:cNvSpPr>
          <p:nvPr/>
        </p:nvSpPr>
        <p:spPr>
          <a:xfrm xmlns:a="http://schemas.openxmlformats.org/drawingml/2006/main">
            <a:off x="3962400" y="26193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맥락 · Context">
            <a:extLst xmlns:a="http://schemas.openxmlformats.org/drawingml/2006/main">
              <a:ext uri="{FF2B5EF4-FFF2-40B4-BE49-F238E27FC236}">
                <a16:creationId xmlns:a16="http://schemas.microsoft.com/office/drawing/2014/main" id="{5D66947C-D9F6-47F0-90F3-871A4427970C}"/>
              </a:ext>
            </a:extLst>
          </p:cNvPr>
          <p:cNvSpPr>
            <a:spLocks xmlns:a="http://schemas.openxmlformats.org/drawingml/2006/main" noGrp="1"/>
          </p:cNvSpPr>
          <p:nvPr/>
        </p:nvSpPr>
        <p:spPr>
          <a:xfrm xmlns:a="http://schemas.openxmlformats.org/drawingml/2006/main">
            <a:off x="3962400" y="27622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맥락 · Context</a:t>
            </a:r>
          </a:p>
        </p:txBody>
      </p:sp>
      <p:sp>
        <p:nvSpPr>
          <p:cNvPr id="15" name="저장소에서 조사할 사실">
            <a:extLst xmlns:a="http://schemas.openxmlformats.org/drawingml/2006/main">
              <a:ext uri="{FF2B5EF4-FFF2-40B4-BE49-F238E27FC236}">
                <a16:creationId xmlns:a16="http://schemas.microsoft.com/office/drawing/2014/main" id="{39E0BB1D-8175-4287-AAB6-6960443B6E10}"/>
              </a:ext>
            </a:extLst>
          </p:cNvPr>
          <p:cNvSpPr>
            <a:spLocks xmlns:a="http://schemas.openxmlformats.org/drawingml/2006/main" noGrp="1"/>
          </p:cNvSpPr>
          <p:nvPr/>
        </p:nvSpPr>
        <p:spPr>
          <a:xfrm xmlns:a="http://schemas.openxmlformats.org/drawingml/2006/main">
            <a:off x="7191375" y="27622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저장소에서 조사할 사실</a:t>
            </a:r>
          </a:p>
        </p:txBody>
      </p:sp>
      <p:sp>
        <p:nvSpPr>
          <p:cNvPr id="16" name="">
            <a:extLst xmlns:a="http://schemas.openxmlformats.org/drawingml/2006/main">
              <a:ext uri="{FF2B5EF4-FFF2-40B4-BE49-F238E27FC236}">
                <a16:creationId xmlns:a16="http://schemas.microsoft.com/office/drawing/2014/main" id="{C875F696-890C-41A6-9C21-E1F374FAD58A}"/>
              </a:ext>
            </a:extLst>
          </p:cNvPr>
          <p:cNvSpPr>
            <a:spLocks xmlns:a="http://schemas.openxmlformats.org/drawingml/2006/main" noGrp="1"/>
          </p:cNvSpPr>
          <p:nvPr/>
        </p:nvSpPr>
        <p:spPr>
          <a:xfrm xmlns:a="http://schemas.openxmlformats.org/drawingml/2006/main">
            <a:off x="3962400" y="33051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제약 · Constraints">
            <a:extLst xmlns:a="http://schemas.openxmlformats.org/drawingml/2006/main">
              <a:ext uri="{FF2B5EF4-FFF2-40B4-BE49-F238E27FC236}">
                <a16:creationId xmlns:a16="http://schemas.microsoft.com/office/drawing/2014/main" id="{070E471F-C9D2-4650-A749-4CFF937A5A65}"/>
              </a:ext>
            </a:extLst>
          </p:cNvPr>
          <p:cNvSpPr>
            <a:spLocks xmlns:a="http://schemas.openxmlformats.org/drawingml/2006/main" noGrp="1"/>
          </p:cNvSpPr>
          <p:nvPr/>
        </p:nvSpPr>
        <p:spPr>
          <a:xfrm xmlns:a="http://schemas.openxmlformats.org/drawingml/2006/main">
            <a:off x="3962400" y="34480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제약 · Constraints</a:t>
            </a:r>
          </a:p>
        </p:txBody>
      </p:sp>
      <p:sp>
        <p:nvSpPr>
          <p:cNvPr id="18" name="지킬 동작·변경 범위">
            <a:extLst xmlns:a="http://schemas.openxmlformats.org/drawingml/2006/main">
              <a:ext uri="{FF2B5EF4-FFF2-40B4-BE49-F238E27FC236}">
                <a16:creationId xmlns:a16="http://schemas.microsoft.com/office/drawing/2014/main" id="{44D33AAE-959B-4BBB-92B1-76CA672614D3}"/>
              </a:ext>
            </a:extLst>
          </p:cNvPr>
          <p:cNvSpPr>
            <a:spLocks xmlns:a="http://schemas.openxmlformats.org/drawingml/2006/main" noGrp="1"/>
          </p:cNvSpPr>
          <p:nvPr/>
        </p:nvSpPr>
        <p:spPr>
          <a:xfrm xmlns:a="http://schemas.openxmlformats.org/drawingml/2006/main">
            <a:off x="7191375" y="34480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지킬 동작·변경 범위</a:t>
            </a:r>
          </a:p>
        </p:txBody>
      </p:sp>
      <p:sp>
        <p:nvSpPr>
          <p:cNvPr id="19" name="">
            <a:extLst xmlns:a="http://schemas.openxmlformats.org/drawingml/2006/main">
              <a:ext uri="{FF2B5EF4-FFF2-40B4-BE49-F238E27FC236}">
                <a16:creationId xmlns:a16="http://schemas.microsoft.com/office/drawing/2014/main" id="{7AC92629-7CCD-4BC8-82A6-7FEECDF394BA}"/>
              </a:ext>
            </a:extLst>
          </p:cNvPr>
          <p:cNvSpPr>
            <a:spLocks xmlns:a="http://schemas.openxmlformats.org/drawingml/2006/main" noGrp="1"/>
          </p:cNvSpPr>
          <p:nvPr/>
        </p:nvSpPr>
        <p:spPr>
          <a:xfrm xmlns:a="http://schemas.openxmlformats.org/drawingml/2006/main">
            <a:off x="3962400" y="39909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과정 · Process">
            <a:extLst xmlns:a="http://schemas.openxmlformats.org/drawingml/2006/main">
              <a:ext uri="{FF2B5EF4-FFF2-40B4-BE49-F238E27FC236}">
                <a16:creationId xmlns:a16="http://schemas.microsoft.com/office/drawing/2014/main" id="{53AD8298-F9A1-4BBF-86C3-CA2477056D08}"/>
              </a:ext>
            </a:extLst>
          </p:cNvPr>
          <p:cNvSpPr>
            <a:spLocks xmlns:a="http://schemas.openxmlformats.org/drawingml/2006/main" noGrp="1"/>
          </p:cNvSpPr>
          <p:nvPr/>
        </p:nvSpPr>
        <p:spPr>
          <a:xfrm xmlns:a="http://schemas.openxmlformats.org/drawingml/2006/main">
            <a:off x="3962400" y="41338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과정 · Process</a:t>
            </a:r>
          </a:p>
        </p:txBody>
      </p:sp>
      <p:sp>
        <p:nvSpPr>
          <p:cNvPr id="21" name="요청할 작업 순서·경계">
            <a:extLst xmlns:a="http://schemas.openxmlformats.org/drawingml/2006/main">
              <a:ext uri="{FF2B5EF4-FFF2-40B4-BE49-F238E27FC236}">
                <a16:creationId xmlns:a16="http://schemas.microsoft.com/office/drawing/2014/main" id="{7232277C-57E1-4616-9670-C65C9C289469}"/>
              </a:ext>
            </a:extLst>
          </p:cNvPr>
          <p:cNvSpPr>
            <a:spLocks xmlns:a="http://schemas.openxmlformats.org/drawingml/2006/main" noGrp="1"/>
          </p:cNvSpPr>
          <p:nvPr/>
        </p:nvSpPr>
        <p:spPr>
          <a:xfrm xmlns:a="http://schemas.openxmlformats.org/drawingml/2006/main">
            <a:off x="7191375" y="41338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요청할 작업 순서·경계</a:t>
            </a:r>
          </a:p>
        </p:txBody>
      </p:sp>
      <p:sp>
        <p:nvSpPr>
          <p:cNvPr id="22" name="">
            <a:extLst xmlns:a="http://schemas.openxmlformats.org/drawingml/2006/main">
              <a:ext uri="{FF2B5EF4-FFF2-40B4-BE49-F238E27FC236}">
                <a16:creationId xmlns:a16="http://schemas.microsoft.com/office/drawing/2014/main" id="{982F17FD-B972-4E1F-B229-92AA0C847BD2}"/>
              </a:ext>
            </a:extLst>
          </p:cNvPr>
          <p:cNvSpPr>
            <a:spLocks xmlns:a="http://schemas.openxmlformats.org/drawingml/2006/main" noGrp="1"/>
          </p:cNvSpPr>
          <p:nvPr/>
        </p:nvSpPr>
        <p:spPr>
          <a:xfrm xmlns:a="http://schemas.openxmlformats.org/drawingml/2006/main">
            <a:off x="3962400" y="4676775"/>
            <a:ext cx="73914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검증 · Verification">
            <a:extLst xmlns:a="http://schemas.openxmlformats.org/drawingml/2006/main">
              <a:ext uri="{FF2B5EF4-FFF2-40B4-BE49-F238E27FC236}">
                <a16:creationId xmlns:a16="http://schemas.microsoft.com/office/drawing/2014/main" id="{00C4D9C6-183D-49A0-AECF-43C5160CE5FC}"/>
              </a:ext>
            </a:extLst>
          </p:cNvPr>
          <p:cNvSpPr>
            <a:spLocks xmlns:a="http://schemas.openxmlformats.org/drawingml/2006/main" noGrp="1"/>
          </p:cNvSpPr>
          <p:nvPr/>
        </p:nvSpPr>
        <p:spPr>
          <a:xfrm xmlns:a="http://schemas.openxmlformats.org/drawingml/2006/main">
            <a:off x="3962400" y="4819650"/>
            <a:ext cx="2971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검증 · Verification</a:t>
            </a:r>
          </a:p>
        </p:txBody>
      </p:sp>
      <p:sp>
        <p:nvSpPr>
          <p:cNvPr id="24" name="요청할 확인·보고 내용">
            <a:extLst xmlns:a="http://schemas.openxmlformats.org/drawingml/2006/main">
              <a:ext uri="{FF2B5EF4-FFF2-40B4-BE49-F238E27FC236}">
                <a16:creationId xmlns:a16="http://schemas.microsoft.com/office/drawing/2014/main" id="{3059A7E9-16B8-43A5-918F-D91D34F261BE}"/>
              </a:ext>
            </a:extLst>
          </p:cNvPr>
          <p:cNvSpPr>
            <a:spLocks xmlns:a="http://schemas.openxmlformats.org/drawingml/2006/main" noGrp="1"/>
          </p:cNvSpPr>
          <p:nvPr/>
        </p:nvSpPr>
        <p:spPr>
          <a:xfrm xmlns:a="http://schemas.openxmlformats.org/drawingml/2006/main">
            <a:off x="7191375" y="4819650"/>
            <a:ext cx="4162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요청할 확인·보고 내용</a:t>
            </a:r>
          </a:p>
        </p:txBody>
      </p:sp>
      <p:sp>
        <p:nvSpPr>
          <p:cNvPr id="25" name="Legacy module connection">
            <a:extLst xmlns:a="http://schemas.openxmlformats.org/drawingml/2006/main">
              <a:ext uri="{FF2B5EF4-FFF2-40B4-BE49-F238E27FC236}">
                <a16:creationId xmlns:a16="http://schemas.microsoft.com/office/drawing/2014/main" id="{15A1E31A-83EB-42F9-AEDD-77250E6913D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2136349060"/>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0" name="ACT 1 · 다섯 항목을 실제 요청 문장으로">
            <a:extLst xmlns:a="http://schemas.openxmlformats.org/drawingml/2006/main">
              <a:ext uri="{FF2B5EF4-FFF2-40B4-BE49-F238E27FC236}">
                <a16:creationId xmlns:a16="http://schemas.microsoft.com/office/drawing/2014/main" id="{C801C3C6-80F9-4F52-B847-743AB7F6024B}"/>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다섯 항목을 실제 요청 문장으로</a:t>
            </a:r>
          </a:p>
        </p:txBody>
      </p:sp>
      <p:sp>
        <p:nvSpPr>
          <p:cNvPr id="2" name="S20">
            <a:extLst xmlns:a="http://schemas.openxmlformats.org/drawingml/2006/main">
              <a:ext uri="{FF2B5EF4-FFF2-40B4-BE49-F238E27FC236}">
                <a16:creationId xmlns:a16="http://schemas.microsoft.com/office/drawing/2014/main" id="{A37E5C75-CBBF-4913-B1FA-F98BEF3FE79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S20</a:t>
            </a:r>
          </a:p>
        </p:txBody>
      </p:sp>
      <p:sp>
        <p:nvSpPr>
          <p:cNvPr id="3" name="더 긴 Prompt보다 분명한 경계">
            <a:extLst xmlns:a="http://schemas.openxmlformats.org/drawingml/2006/main">
              <a:ext uri="{FF2B5EF4-FFF2-40B4-BE49-F238E27FC236}">
                <a16:creationId xmlns:a16="http://schemas.microsoft.com/office/drawing/2014/main" id="{EF07B098-C98C-411A-8990-71C7059BDCAD}"/>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더 긴 Prompt보다 분명한 경계</a:t>
            </a:r>
          </a:p>
        </p:txBody>
      </p:sp>
      <p:sp>
        <p:nvSpPr>
          <p:cNvPr id="4" name="">
            <a:extLst xmlns:a="http://schemas.openxmlformats.org/drawingml/2006/main">
              <a:ext uri="{FF2B5EF4-FFF2-40B4-BE49-F238E27FC236}">
                <a16:creationId xmlns:a16="http://schemas.microsoft.com/office/drawing/2014/main" id="{F6CE3214-5B7B-425E-8BC7-E609ADED13D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Before / After · 실제 Trial Prompt나 우월성 비교 실험이 아님">
            <a:extLst xmlns:a="http://schemas.openxmlformats.org/drawingml/2006/main">
              <a:ext uri="{FF2B5EF4-FFF2-40B4-BE49-F238E27FC236}">
                <a16:creationId xmlns:a16="http://schemas.microsoft.com/office/drawing/2014/main" id="{99F2C197-326B-4C00-A809-B9789E16659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Before / After · 실제 Trial Prompt나 우월성 비교 실험이 아님</a:t>
            </a:r>
          </a:p>
        </p:txBody>
      </p:sp>
      <p:sp>
        <p:nvSpPr>
          <p:cNvPr id="6" name="완료 조건과 C++ 적용은 교육용 예시입니다. 특정 Windows·빌드 환경을 검증한 것은 아닙니다.">
            <a:extLst xmlns:a="http://schemas.openxmlformats.org/drawingml/2006/main">
              <a:ext uri="{FF2B5EF4-FFF2-40B4-BE49-F238E27FC236}">
                <a16:creationId xmlns:a16="http://schemas.microsoft.com/office/drawing/2014/main" id="{3476280E-E795-4E90-9157-B617C3BB095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완료 조건과 C++ 적용은 교육용 예시입니다. 특정 Windows·빌드 환경을 검증한 것은 아닙니다.</a:t>
            </a:r>
          </a:p>
        </p:txBody>
      </p:sp>
      <p:sp>
        <p:nvSpPr>
          <p:cNvPr id="7" name="처음 요청">
            <a:extLst xmlns:a="http://schemas.openxmlformats.org/drawingml/2006/main">
              <a:ext uri="{FF2B5EF4-FFF2-40B4-BE49-F238E27FC236}">
                <a16:creationId xmlns:a16="http://schemas.microsoft.com/office/drawing/2014/main" id="{B0FD637C-5A8D-4934-87D3-04EF6C9606B5}"/>
              </a:ext>
            </a:extLst>
          </p:cNvPr>
          <p:cNvSpPr>
            <a:spLocks xmlns:a="http://schemas.openxmlformats.org/drawingml/2006/main" noGrp="1"/>
          </p:cNvSpPr>
          <p:nvPr/>
        </p:nvSpPr>
        <p:spPr>
          <a:xfrm xmlns:a="http://schemas.openxmlformats.org/drawingml/2006/main">
            <a:off x="609600" y="1990725"/>
            <a:ext cx="2819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4D5A68"/>
                </a:solidFill>
                <a:latin typeface="Malgun Gothic"/>
                <a:ea typeface="Malgun Gothic"/>
                <a:cs typeface="Malgun Gothic"/>
              </a:defRPr>
            </a:defPPr>
            <a:lvl1pPr algn="l">
              <a:defRPr sz="2025" b="1">
                <a:solidFill>
                  <a:srgbClr val="4D5A68"/>
                </a:solidFill>
                <a:latin typeface="Malgun Gothic"/>
                <a:ea typeface="Malgun Gothic"/>
                <a:cs typeface="Malgun Gothic"/>
              </a:defRPr>
            </a:lvl1pPr>
            <a:lvl2pPr algn="l">
              <a:defRPr sz="2025" b="1">
                <a:solidFill>
                  <a:srgbClr val="4D5A68"/>
                </a:solidFill>
                <a:latin typeface="Malgun Gothic"/>
                <a:ea typeface="Malgun Gothic"/>
                <a:cs typeface="Malgun Gothic"/>
              </a:defRPr>
            </a:lvl2pPr>
            <a:lvl3pPr algn="l">
              <a:defRPr sz="2025" b="1">
                <a:solidFill>
                  <a:srgbClr val="4D5A68"/>
                </a:solidFill>
                <a:latin typeface="Malgun Gothic"/>
                <a:ea typeface="Malgun Gothic"/>
                <a:cs typeface="Malgun Gothic"/>
              </a:defRPr>
            </a:lvl3pPr>
            <a:lvl4pPr algn="l">
              <a:defRPr sz="2025" b="1">
                <a:solidFill>
                  <a:srgbClr val="4D5A68"/>
                </a:solidFill>
                <a:latin typeface="Malgun Gothic"/>
                <a:ea typeface="Malgun Gothic"/>
                <a:cs typeface="Malgun Gothic"/>
              </a:defRPr>
            </a:lvl4pPr>
            <a:lvl5pPr algn="l">
              <a:defRPr sz="2025" b="1">
                <a:solidFill>
                  <a:srgbClr val="4D5A68"/>
                </a:solidFill>
                <a:latin typeface="Malgun Gothic"/>
                <a:ea typeface="Malgun Gothic"/>
                <a:cs typeface="Malgun Gothic"/>
              </a:defRPr>
            </a:lvl5pPr>
            <a:lvl6pPr algn="l">
              <a:defRPr sz="2025" b="1">
                <a:solidFill>
                  <a:srgbClr val="4D5A68"/>
                </a:solidFill>
                <a:latin typeface="Malgun Gothic"/>
                <a:ea typeface="Malgun Gothic"/>
                <a:cs typeface="Malgun Gothic"/>
              </a:defRPr>
            </a:lvl6pPr>
            <a:lvl7pPr algn="l">
              <a:defRPr sz="2025" b="1">
                <a:solidFill>
                  <a:srgbClr val="4D5A68"/>
                </a:solidFill>
                <a:latin typeface="Malgun Gothic"/>
                <a:ea typeface="Malgun Gothic"/>
                <a:cs typeface="Malgun Gothic"/>
              </a:defRPr>
            </a:lvl7pPr>
            <a:lvl8pPr algn="l">
              <a:defRPr sz="2025" b="1">
                <a:solidFill>
                  <a:srgbClr val="4D5A68"/>
                </a:solidFill>
                <a:latin typeface="Malgun Gothic"/>
                <a:ea typeface="Malgun Gothic"/>
                <a:cs typeface="Malgun Gothic"/>
              </a:defRPr>
            </a:lvl8pPr>
            <a:lvl9pPr algn="l">
              <a:defRPr sz="2025" b="1">
                <a:solidFill>
                  <a:srgbClr val="4D5A68"/>
                </a:solidFill>
                <a:latin typeface="Malgun Gothic"/>
                <a:ea typeface="Malgun Gothic"/>
                <a:cs typeface="Malgun Gothic"/>
              </a:defRPr>
            </a:lvl9pPr>
          </a:lstStyle>
          <a:p xmlns:a="http://schemas.openxmlformats.org/drawingml/2006/main">
            <a:pPr algn="l">
              <a:defRPr sz="2025" b="1">
                <a:solidFill>
                  <a:srgbClr val="4D5A68"/>
                </a:solidFill>
                <a:latin typeface="Malgun Gothic"/>
                <a:ea typeface="Malgun Gothic"/>
                <a:cs typeface="Malgun Gothic"/>
              </a:defRPr>
            </a:pPr>
            <a:r>
              <a:rPr sz="2025" b="1">
                <a:solidFill>
                  <a:srgbClr val="4D5A68"/>
                </a:solidFill>
                <a:latin typeface="Malgun Gothic"/>
                <a:ea typeface="Malgun Gothic"/>
                <a:cs typeface="Malgun Gothic"/>
              </a:rPr>
              <a:t>처음 요청</a:t>
            </a:r>
          </a:p>
        </p:txBody>
      </p:sp>
      <p:sp>
        <p:nvSpPr>
          <p:cNvPr id="8" name="“crop test&#10;고쳐줘.”">
            <a:extLst xmlns:a="http://schemas.openxmlformats.org/drawingml/2006/main">
              <a:ext uri="{FF2B5EF4-FFF2-40B4-BE49-F238E27FC236}">
                <a16:creationId xmlns:a16="http://schemas.microsoft.com/office/drawing/2014/main" id="{DE1046E1-A9BD-4853-B238-DB46B9C70BC9}"/>
              </a:ext>
            </a:extLst>
          </p:cNvPr>
          <p:cNvSpPr>
            <a:spLocks xmlns:a="http://schemas.openxmlformats.org/drawingml/2006/main" noGrp="1"/>
          </p:cNvSpPr>
          <p:nvPr/>
        </p:nvSpPr>
        <p:spPr>
          <a:xfrm xmlns:a="http://schemas.openxmlformats.org/drawingml/2006/main">
            <a:off x="609600" y="2686050"/>
            <a:ext cx="27813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75" b="1">
                <a:solidFill>
                  <a:srgbClr val="17212B"/>
                </a:solidFill>
                <a:latin typeface="Malgun Gothic"/>
                <a:ea typeface="Malgun Gothic"/>
                <a:cs typeface="Malgun Gothic"/>
              </a:defRPr>
            </a:defPPr>
            <a:lvl1pPr algn="l">
              <a:defRPr sz="3075" b="1">
                <a:solidFill>
                  <a:srgbClr val="17212B"/>
                </a:solidFill>
                <a:latin typeface="Malgun Gothic"/>
                <a:ea typeface="Malgun Gothic"/>
                <a:cs typeface="Malgun Gothic"/>
              </a:defRPr>
            </a:lvl1pPr>
            <a:lvl2pPr algn="l">
              <a:defRPr sz="3075" b="1">
                <a:solidFill>
                  <a:srgbClr val="17212B"/>
                </a:solidFill>
                <a:latin typeface="Malgun Gothic"/>
                <a:ea typeface="Malgun Gothic"/>
                <a:cs typeface="Malgun Gothic"/>
              </a:defRPr>
            </a:lvl2pPr>
            <a:lvl3pPr algn="l">
              <a:defRPr sz="3075" b="1">
                <a:solidFill>
                  <a:srgbClr val="17212B"/>
                </a:solidFill>
                <a:latin typeface="Malgun Gothic"/>
                <a:ea typeface="Malgun Gothic"/>
                <a:cs typeface="Malgun Gothic"/>
              </a:defRPr>
            </a:lvl3pPr>
            <a:lvl4pPr algn="l">
              <a:defRPr sz="3075" b="1">
                <a:solidFill>
                  <a:srgbClr val="17212B"/>
                </a:solidFill>
                <a:latin typeface="Malgun Gothic"/>
                <a:ea typeface="Malgun Gothic"/>
                <a:cs typeface="Malgun Gothic"/>
              </a:defRPr>
            </a:lvl4pPr>
            <a:lvl5pPr algn="l">
              <a:defRPr sz="3075" b="1">
                <a:solidFill>
                  <a:srgbClr val="17212B"/>
                </a:solidFill>
                <a:latin typeface="Malgun Gothic"/>
                <a:ea typeface="Malgun Gothic"/>
                <a:cs typeface="Malgun Gothic"/>
              </a:defRPr>
            </a:lvl5pPr>
            <a:lvl6pPr algn="l">
              <a:defRPr sz="3075" b="1">
                <a:solidFill>
                  <a:srgbClr val="17212B"/>
                </a:solidFill>
                <a:latin typeface="Malgun Gothic"/>
                <a:ea typeface="Malgun Gothic"/>
                <a:cs typeface="Malgun Gothic"/>
              </a:defRPr>
            </a:lvl6pPr>
            <a:lvl7pPr algn="l">
              <a:defRPr sz="3075" b="1">
                <a:solidFill>
                  <a:srgbClr val="17212B"/>
                </a:solidFill>
                <a:latin typeface="Malgun Gothic"/>
                <a:ea typeface="Malgun Gothic"/>
                <a:cs typeface="Malgun Gothic"/>
              </a:defRPr>
            </a:lvl7pPr>
            <a:lvl8pPr algn="l">
              <a:defRPr sz="3075" b="1">
                <a:solidFill>
                  <a:srgbClr val="17212B"/>
                </a:solidFill>
                <a:latin typeface="Malgun Gothic"/>
                <a:ea typeface="Malgun Gothic"/>
                <a:cs typeface="Malgun Gothic"/>
              </a:defRPr>
            </a:lvl8pPr>
            <a:lvl9pPr algn="l">
              <a:defRPr sz="3075" b="1">
                <a:solidFill>
                  <a:srgbClr val="17212B"/>
                </a:solidFill>
                <a:latin typeface="Malgun Gothic"/>
                <a:ea typeface="Malgun Gothic"/>
                <a:cs typeface="Malgun Gothic"/>
              </a:defRPr>
            </a:lvl9pPr>
          </a:lstStyle>
          <a:p xmlns:a="http://schemas.openxmlformats.org/drawingml/2006/main">
            <a:pPr algn="l">
              <a:defRPr sz="3075" b="1">
                <a:solidFill>
                  <a:srgbClr val="17212B"/>
                </a:solidFill>
                <a:latin typeface="Malgun Gothic"/>
                <a:ea typeface="Malgun Gothic"/>
                <a:cs typeface="Malgun Gothic"/>
              </a:defRPr>
            </a:pPr>
            <a:r>
              <a:rPr sz="3075" b="1">
                <a:solidFill>
                  <a:srgbClr val="17212B"/>
                </a:solidFill>
                <a:latin typeface="Malgun Gothic"/>
                <a:ea typeface="Malgun Gothic"/>
                <a:cs typeface="Malgun Gothic"/>
              </a:rPr>
              <a:t>“crop test</a:t>
            </a:r>
          </a:p>
          <a:p xmlns:a="http://schemas.openxmlformats.org/drawingml/2006/main">
            <a:pPr algn="l">
              <a:defRPr sz="3075" b="1">
                <a:solidFill>
                  <a:srgbClr val="17212B"/>
                </a:solidFill>
                <a:latin typeface="Malgun Gothic"/>
                <a:ea typeface="Malgun Gothic"/>
                <a:cs typeface="Malgun Gothic"/>
              </a:defRPr>
            </a:pPr>
            <a:r>
              <a:rPr sz="3075" b="1">
                <a:solidFill>
                  <a:srgbClr val="17212B"/>
                </a:solidFill>
                <a:latin typeface="Malgun Gothic"/>
                <a:ea typeface="Malgun Gothic"/>
                <a:cs typeface="Malgun Gothic"/>
              </a:rPr>
              <a:t>고쳐줘.”</a:t>
            </a:r>
          </a:p>
        </p:txBody>
      </p:sp>
      <p:sp>
        <p:nvSpPr>
          <p:cNvPr id="9" name="">
            <a:extLst xmlns:a="http://schemas.openxmlformats.org/drawingml/2006/main">
              <a:ext uri="{FF2B5EF4-FFF2-40B4-BE49-F238E27FC236}">
                <a16:creationId xmlns:a16="http://schemas.microsoft.com/office/drawing/2014/main" id="{E42771FC-A0DC-4E93-972A-0D5D57C6D114}"/>
              </a:ext>
            </a:extLst>
          </p:cNvPr>
          <p:cNvSpPr>
            <a:spLocks xmlns:a="http://schemas.openxmlformats.org/drawingml/2006/main" noGrp="1"/>
          </p:cNvSpPr>
          <p:nvPr/>
        </p:nvSpPr>
        <p:spPr>
          <a:xfrm xmlns:a="http://schemas.openxmlformats.org/drawingml/2006/main">
            <a:off x="3609975" y="3295650"/>
            <a:ext cx="438150" cy="2571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0" name="요청에 담은 문장">
            <a:extLst xmlns:a="http://schemas.openxmlformats.org/drawingml/2006/main">
              <a:ext uri="{FF2B5EF4-FFF2-40B4-BE49-F238E27FC236}">
                <a16:creationId xmlns:a16="http://schemas.microsoft.com/office/drawing/2014/main" id="{58DEC16A-A360-4391-9AA7-CDD2B2774D0D}"/>
              </a:ext>
            </a:extLst>
          </p:cNvPr>
          <p:cNvSpPr>
            <a:spLocks xmlns:a="http://schemas.openxmlformats.org/drawingml/2006/main" noGrp="1"/>
          </p:cNvSpPr>
          <p:nvPr/>
        </p:nvSpPr>
        <p:spPr>
          <a:xfrm xmlns:a="http://schemas.openxmlformats.org/drawingml/2006/main">
            <a:off x="4438650" y="1990725"/>
            <a:ext cx="7143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요청에 담은 문장</a:t>
            </a:r>
          </a:p>
        </p:txBody>
      </p:sp>
      <p:sp>
        <p:nvSpPr>
          <p:cNvPr id="11" name="">
            <a:extLst xmlns:a="http://schemas.openxmlformats.org/drawingml/2006/main">
              <a:ext uri="{FF2B5EF4-FFF2-40B4-BE49-F238E27FC236}">
                <a16:creationId xmlns:a16="http://schemas.microsoft.com/office/drawing/2014/main" id="{1F4EF1B9-4221-41F1-8E20-03F9590236F1}"/>
              </a:ext>
            </a:extLst>
          </p:cNvPr>
          <p:cNvSpPr>
            <a:spLocks xmlns:a="http://schemas.openxmlformats.org/drawingml/2006/main" noGrp="1"/>
          </p:cNvSpPr>
          <p:nvPr/>
        </p:nvSpPr>
        <p:spPr>
          <a:xfrm xmlns:a="http://schemas.openxmlformats.org/drawingml/2006/main">
            <a:off x="4438650" y="237172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2" name="목표">
            <a:extLst xmlns:a="http://schemas.openxmlformats.org/drawingml/2006/main">
              <a:ext uri="{FF2B5EF4-FFF2-40B4-BE49-F238E27FC236}">
                <a16:creationId xmlns:a16="http://schemas.microsoft.com/office/drawing/2014/main" id="{026DF3EE-E8FA-4DE5-8A6E-A89E0E8545B2}"/>
              </a:ext>
            </a:extLst>
          </p:cNvPr>
          <p:cNvSpPr>
            <a:spLocks xmlns:a="http://schemas.openxmlformats.org/drawingml/2006/main" noGrp="1"/>
          </p:cNvSpPr>
          <p:nvPr/>
        </p:nvSpPr>
        <p:spPr>
          <a:xfrm xmlns:a="http://schemas.openxmlformats.org/drawingml/2006/main">
            <a:off x="4438650" y="241935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목표</a:t>
            </a:r>
          </a:p>
        </p:txBody>
      </p:sp>
      <p:sp>
        <p:nvSpPr>
          <p:cNvPr id="13" name="crop 경계 실패를 조사하고 고쳐줘.">
            <a:extLst xmlns:a="http://schemas.openxmlformats.org/drawingml/2006/main">
              <a:ext uri="{FF2B5EF4-FFF2-40B4-BE49-F238E27FC236}">
                <a16:creationId xmlns:a16="http://schemas.microsoft.com/office/drawing/2014/main" id="{6BF4C97A-E0F5-4B24-BAA7-4DA350FD5375}"/>
              </a:ext>
            </a:extLst>
          </p:cNvPr>
          <p:cNvSpPr>
            <a:spLocks xmlns:a="http://schemas.openxmlformats.org/drawingml/2006/main" noGrp="1"/>
          </p:cNvSpPr>
          <p:nvPr/>
        </p:nvSpPr>
        <p:spPr>
          <a:xfrm xmlns:a="http://schemas.openxmlformats.org/drawingml/2006/main">
            <a:off x="5962650" y="2419350"/>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경계 실패를 조사하고 고쳐줘.</a:t>
            </a:r>
          </a:p>
        </p:txBody>
      </p:sp>
      <p:sp>
        <p:nvSpPr>
          <p:cNvPr id="14" name="">
            <a:extLst xmlns:a="http://schemas.openxmlformats.org/drawingml/2006/main">
              <a:ext uri="{FF2B5EF4-FFF2-40B4-BE49-F238E27FC236}">
                <a16:creationId xmlns:a16="http://schemas.microsoft.com/office/drawing/2014/main" id="{A649CD11-2CCD-4D2B-8BB3-313EAD2962B1}"/>
              </a:ext>
            </a:extLst>
          </p:cNvPr>
          <p:cNvSpPr>
            <a:spLocks xmlns:a="http://schemas.openxmlformats.org/drawingml/2006/main" noGrp="1"/>
          </p:cNvSpPr>
          <p:nvPr/>
        </p:nvSpPr>
        <p:spPr>
          <a:xfrm xmlns:a="http://schemas.openxmlformats.org/drawingml/2006/main">
            <a:off x="4438650" y="2800350"/>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맥락">
            <a:extLst xmlns:a="http://schemas.openxmlformats.org/drawingml/2006/main">
              <a:ext uri="{FF2B5EF4-FFF2-40B4-BE49-F238E27FC236}">
                <a16:creationId xmlns:a16="http://schemas.microsoft.com/office/drawing/2014/main" id="{41DDD698-08A6-45B6-A89A-E75DFEAB4F3C}"/>
              </a:ext>
            </a:extLst>
          </p:cNvPr>
          <p:cNvSpPr>
            <a:spLocks xmlns:a="http://schemas.openxmlformats.org/drawingml/2006/main" noGrp="1"/>
          </p:cNvSpPr>
          <p:nvPr/>
        </p:nvSpPr>
        <p:spPr>
          <a:xfrm xmlns:a="http://schemas.openxmlformats.org/drawingml/2006/main">
            <a:off x="4438650" y="2847975"/>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맥락</a:t>
            </a:r>
          </a:p>
        </p:txBody>
      </p:sp>
      <p:sp>
        <p:nvSpPr>
          <p:cNvPr id="16" name="실패 테스트·관련 코드는 저장소에서 찾아줘.">
            <a:extLst xmlns:a="http://schemas.openxmlformats.org/drawingml/2006/main">
              <a:ext uri="{FF2B5EF4-FFF2-40B4-BE49-F238E27FC236}">
                <a16:creationId xmlns:a16="http://schemas.microsoft.com/office/drawing/2014/main" id="{414A389C-64E3-4932-A5CA-35DE865DA1DD}"/>
              </a:ext>
            </a:extLst>
          </p:cNvPr>
          <p:cNvSpPr>
            <a:spLocks xmlns:a="http://schemas.openxmlformats.org/drawingml/2006/main" noGrp="1"/>
          </p:cNvSpPr>
          <p:nvPr/>
        </p:nvSpPr>
        <p:spPr>
          <a:xfrm xmlns:a="http://schemas.openxmlformats.org/drawingml/2006/main">
            <a:off x="5962650" y="2847975"/>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실패 테스트·관련 코드는 저장소에서 찾아줘.</a:t>
            </a:r>
          </a:p>
        </p:txBody>
      </p:sp>
      <p:sp>
        <p:nvSpPr>
          <p:cNvPr id="17" name="">
            <a:extLst xmlns:a="http://schemas.openxmlformats.org/drawingml/2006/main">
              <a:ext uri="{FF2B5EF4-FFF2-40B4-BE49-F238E27FC236}">
                <a16:creationId xmlns:a16="http://schemas.microsoft.com/office/drawing/2014/main" id="{3A6DA0D4-B660-4390-87AA-F560E7419BE3}"/>
              </a:ext>
            </a:extLst>
          </p:cNvPr>
          <p:cNvSpPr>
            <a:spLocks xmlns:a="http://schemas.openxmlformats.org/drawingml/2006/main" noGrp="1"/>
          </p:cNvSpPr>
          <p:nvPr/>
        </p:nvSpPr>
        <p:spPr>
          <a:xfrm xmlns:a="http://schemas.openxmlformats.org/drawingml/2006/main">
            <a:off x="4438650" y="322897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제약">
            <a:extLst xmlns:a="http://schemas.openxmlformats.org/drawingml/2006/main">
              <a:ext uri="{FF2B5EF4-FFF2-40B4-BE49-F238E27FC236}">
                <a16:creationId xmlns:a16="http://schemas.microsoft.com/office/drawing/2014/main" id="{01AB9079-83BD-479E-9801-63C24605BC96}"/>
              </a:ext>
            </a:extLst>
          </p:cNvPr>
          <p:cNvSpPr>
            <a:spLocks xmlns:a="http://schemas.openxmlformats.org/drawingml/2006/main" noGrp="1"/>
          </p:cNvSpPr>
          <p:nvPr/>
        </p:nvSpPr>
        <p:spPr>
          <a:xfrm xmlns:a="http://schemas.openxmlformats.org/drawingml/2006/main">
            <a:off x="4438650" y="327660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제약</a:t>
            </a:r>
          </a:p>
        </p:txBody>
      </p:sp>
      <p:sp>
        <p:nvSpPr>
          <p:cNvPr id="19" name="끝 좌표 제외 명세·기존 API·의존성을 지켜줘.">
            <a:extLst xmlns:a="http://schemas.openxmlformats.org/drawingml/2006/main">
              <a:ext uri="{FF2B5EF4-FFF2-40B4-BE49-F238E27FC236}">
                <a16:creationId xmlns:a16="http://schemas.microsoft.com/office/drawing/2014/main" id="{E8432686-3387-4CE7-B1FF-497A84AE8134}"/>
              </a:ext>
            </a:extLst>
          </p:cNvPr>
          <p:cNvSpPr>
            <a:spLocks xmlns:a="http://schemas.openxmlformats.org/drawingml/2006/main" noGrp="1"/>
          </p:cNvSpPr>
          <p:nvPr/>
        </p:nvSpPr>
        <p:spPr>
          <a:xfrm xmlns:a="http://schemas.openxmlformats.org/drawingml/2006/main">
            <a:off x="5962650" y="3276600"/>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끝 좌표 제외 명세·기존 API·의존성을 지켜줘.</a:t>
            </a:r>
          </a:p>
        </p:txBody>
      </p:sp>
      <p:sp>
        <p:nvSpPr>
          <p:cNvPr id="20" name="">
            <a:extLst xmlns:a="http://schemas.openxmlformats.org/drawingml/2006/main">
              <a:ext uri="{FF2B5EF4-FFF2-40B4-BE49-F238E27FC236}">
                <a16:creationId xmlns:a16="http://schemas.microsoft.com/office/drawing/2014/main" id="{A41142FC-9C69-49FC-8263-2C7026A049EB}"/>
              </a:ext>
            </a:extLst>
          </p:cNvPr>
          <p:cNvSpPr>
            <a:spLocks xmlns:a="http://schemas.openxmlformats.org/drawingml/2006/main" noGrp="1"/>
          </p:cNvSpPr>
          <p:nvPr/>
        </p:nvSpPr>
        <p:spPr>
          <a:xfrm xmlns:a="http://schemas.openxmlformats.org/drawingml/2006/main">
            <a:off x="4438650" y="3657600"/>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1" name="과정">
            <a:extLst xmlns:a="http://schemas.openxmlformats.org/drawingml/2006/main">
              <a:ext uri="{FF2B5EF4-FFF2-40B4-BE49-F238E27FC236}">
                <a16:creationId xmlns:a16="http://schemas.microsoft.com/office/drawing/2014/main" id="{7B14DB74-116E-414E-91FB-99DBD8787D7C}"/>
              </a:ext>
            </a:extLst>
          </p:cNvPr>
          <p:cNvSpPr>
            <a:spLocks xmlns:a="http://schemas.openxmlformats.org/drawingml/2006/main" noGrp="1"/>
          </p:cNvSpPr>
          <p:nvPr/>
        </p:nvSpPr>
        <p:spPr>
          <a:xfrm xmlns:a="http://schemas.openxmlformats.org/drawingml/2006/main">
            <a:off x="4438650" y="3705225"/>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과정</a:t>
            </a:r>
          </a:p>
        </p:txBody>
      </p:sp>
      <p:sp>
        <p:nvSpPr>
          <p:cNvPr id="22" name="재현·조사 뒤 계획을 알리고 최소 수정해줘.">
            <a:extLst xmlns:a="http://schemas.openxmlformats.org/drawingml/2006/main">
              <a:ext uri="{FF2B5EF4-FFF2-40B4-BE49-F238E27FC236}">
                <a16:creationId xmlns:a16="http://schemas.microsoft.com/office/drawing/2014/main" id="{E70B6BFB-9F7A-4897-9701-DCD5F7E94865}"/>
              </a:ext>
            </a:extLst>
          </p:cNvPr>
          <p:cNvSpPr>
            <a:spLocks xmlns:a="http://schemas.openxmlformats.org/drawingml/2006/main" noGrp="1"/>
          </p:cNvSpPr>
          <p:nvPr/>
        </p:nvSpPr>
        <p:spPr>
          <a:xfrm xmlns:a="http://schemas.openxmlformats.org/drawingml/2006/main">
            <a:off x="5962650" y="3705225"/>
            <a:ext cx="5619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재현·조사 뒤 계획을 알리고 최소 수정해줘.</a:t>
            </a:r>
          </a:p>
        </p:txBody>
      </p:sp>
      <p:sp>
        <p:nvSpPr>
          <p:cNvPr id="23" name="">
            <a:extLst xmlns:a="http://schemas.openxmlformats.org/drawingml/2006/main">
              <a:ext uri="{FF2B5EF4-FFF2-40B4-BE49-F238E27FC236}">
                <a16:creationId xmlns:a16="http://schemas.microsoft.com/office/drawing/2014/main" id="{91405235-7B9B-4901-84BB-5C42365D35FC}"/>
              </a:ext>
            </a:extLst>
          </p:cNvPr>
          <p:cNvSpPr>
            <a:spLocks xmlns:a="http://schemas.openxmlformats.org/drawingml/2006/main" noGrp="1"/>
          </p:cNvSpPr>
          <p:nvPr/>
        </p:nvSpPr>
        <p:spPr>
          <a:xfrm xmlns:a="http://schemas.openxmlformats.org/drawingml/2006/main">
            <a:off x="4438650" y="4086225"/>
            <a:ext cx="71437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4" name="검증">
            <a:extLst xmlns:a="http://schemas.openxmlformats.org/drawingml/2006/main">
              <a:ext uri="{FF2B5EF4-FFF2-40B4-BE49-F238E27FC236}">
                <a16:creationId xmlns:a16="http://schemas.microsoft.com/office/drawing/2014/main" id="{29C80381-6C03-4AF9-8D0F-799D6056BB6D}"/>
              </a:ext>
            </a:extLst>
          </p:cNvPr>
          <p:cNvSpPr>
            <a:spLocks xmlns:a="http://schemas.openxmlformats.org/drawingml/2006/main" noGrp="1"/>
          </p:cNvSpPr>
          <p:nvPr/>
        </p:nvSpPr>
        <p:spPr>
          <a:xfrm xmlns:a="http://schemas.openxmlformats.org/drawingml/2006/main">
            <a:off x="4438650" y="4133850"/>
            <a:ext cx="1390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검증</a:t>
            </a:r>
          </a:p>
        </p:txBody>
      </p:sp>
      <p:sp>
        <p:nvSpPr>
          <p:cNvPr id="25" name="crop 관련·전체 테스트를 실행해줘.&#10;CLI 샘플(가능하면)·변경 확인도 보고해줘.">
            <a:extLst xmlns:a="http://schemas.openxmlformats.org/drawingml/2006/main">
              <a:ext uri="{FF2B5EF4-FFF2-40B4-BE49-F238E27FC236}">
                <a16:creationId xmlns:a16="http://schemas.microsoft.com/office/drawing/2014/main" id="{64537334-2057-4339-94D9-83246DF32B0F}"/>
              </a:ext>
            </a:extLst>
          </p:cNvPr>
          <p:cNvSpPr>
            <a:spLocks xmlns:a="http://schemas.openxmlformats.org/drawingml/2006/main" noGrp="1"/>
          </p:cNvSpPr>
          <p:nvPr/>
        </p:nvSpPr>
        <p:spPr>
          <a:xfrm xmlns:a="http://schemas.openxmlformats.org/drawingml/2006/main">
            <a:off x="5962650" y="4133850"/>
            <a:ext cx="5619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crop 관련·전체 테스트를 실행해줘.</a:t>
            </a:r>
          </a:p>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CLI 샘플(가능하면)·변경 확인도 보고해줘.</a:t>
            </a:r>
          </a:p>
        </p:txBody>
      </p:sp>
      <p:sp>
        <p:nvSpPr>
          <p:cNvPr id="26" name="">
            <a:extLst xmlns:a="http://schemas.openxmlformats.org/drawingml/2006/main">
              <a:ext uri="{FF2B5EF4-FFF2-40B4-BE49-F238E27FC236}">
                <a16:creationId xmlns:a16="http://schemas.microsoft.com/office/drawing/2014/main" id="{1B0CEFDB-7E51-484C-BCCB-66C858FB6D10}"/>
              </a:ext>
            </a:extLst>
          </p:cNvPr>
          <p:cNvSpPr>
            <a:spLocks xmlns:a="http://schemas.openxmlformats.org/drawingml/2006/main" noGrp="1"/>
          </p:cNvSpPr>
          <p:nvPr/>
        </p:nvSpPr>
        <p:spPr>
          <a:xfrm xmlns:a="http://schemas.openxmlformats.org/drawingml/2006/main">
            <a:off x="609600" y="4857750"/>
            <a:ext cx="1097280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7" name="완료 조건 예 · 4열 입력의 crop 1 3 → 원본 열 1·2, 폭 2">
            <a:extLst xmlns:a="http://schemas.openxmlformats.org/drawingml/2006/main">
              <a:ext uri="{FF2B5EF4-FFF2-40B4-BE49-F238E27FC236}">
                <a16:creationId xmlns:a16="http://schemas.microsoft.com/office/drawing/2014/main" id="{853F17D2-A4C5-4761-A65C-D881F53E825D}"/>
              </a:ext>
            </a:extLst>
          </p:cNvPr>
          <p:cNvSpPr>
            <a:spLocks xmlns:a="http://schemas.openxmlformats.org/drawingml/2006/main" noGrp="1"/>
          </p:cNvSpPr>
          <p:nvPr/>
        </p:nvSpPr>
        <p:spPr>
          <a:xfrm xmlns:a="http://schemas.openxmlformats.org/drawingml/2006/main">
            <a:off x="762000" y="4914900"/>
            <a:ext cx="10668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완료 조건 예 · 4열 입력의 crop 1 3 → 원본 열 1·2, 폭 2</a:t>
            </a:r>
          </a:p>
        </p:txBody>
      </p:sp>
      <p:sp>
        <p:nvSpPr>
          <p:cNvPr id="28" name="C++에도: 출력·API/ABI 보존 범위와 Release 검증 조건을 먼저 정한다.">
            <a:extLst xmlns:a="http://schemas.openxmlformats.org/drawingml/2006/main">
              <a:ext uri="{FF2B5EF4-FFF2-40B4-BE49-F238E27FC236}">
                <a16:creationId xmlns:a16="http://schemas.microsoft.com/office/drawing/2014/main" id="{B77323B9-228C-4324-BF02-91BA3612D657}"/>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4D5A68"/>
                </a:solidFill>
                <a:latin typeface="Malgun Gothic"/>
                <a:ea typeface="Malgun Gothic"/>
                <a:cs typeface="Malgun Gothic"/>
              </a:defRPr>
            </a:defPPr>
            <a:lvl1pPr algn="l">
              <a:defRPr sz="1875" b="0">
                <a:solidFill>
                  <a:srgbClr val="4D5A68"/>
                </a:solidFill>
                <a:latin typeface="Malgun Gothic"/>
                <a:ea typeface="Malgun Gothic"/>
                <a:cs typeface="Malgun Gothic"/>
              </a:defRPr>
            </a:lvl1pPr>
            <a:lvl2pPr algn="l">
              <a:defRPr sz="1875" b="0">
                <a:solidFill>
                  <a:srgbClr val="4D5A68"/>
                </a:solidFill>
                <a:latin typeface="Malgun Gothic"/>
                <a:ea typeface="Malgun Gothic"/>
                <a:cs typeface="Malgun Gothic"/>
              </a:defRPr>
            </a:lvl2pPr>
            <a:lvl3pPr algn="l">
              <a:defRPr sz="1875" b="0">
                <a:solidFill>
                  <a:srgbClr val="4D5A68"/>
                </a:solidFill>
                <a:latin typeface="Malgun Gothic"/>
                <a:ea typeface="Malgun Gothic"/>
                <a:cs typeface="Malgun Gothic"/>
              </a:defRPr>
            </a:lvl3pPr>
            <a:lvl4pPr algn="l">
              <a:defRPr sz="1875" b="0">
                <a:solidFill>
                  <a:srgbClr val="4D5A68"/>
                </a:solidFill>
                <a:latin typeface="Malgun Gothic"/>
                <a:ea typeface="Malgun Gothic"/>
                <a:cs typeface="Malgun Gothic"/>
              </a:defRPr>
            </a:lvl4pPr>
            <a:lvl5pPr algn="l">
              <a:defRPr sz="1875" b="0">
                <a:solidFill>
                  <a:srgbClr val="4D5A68"/>
                </a:solidFill>
                <a:latin typeface="Malgun Gothic"/>
                <a:ea typeface="Malgun Gothic"/>
                <a:cs typeface="Malgun Gothic"/>
              </a:defRPr>
            </a:lvl5pPr>
            <a:lvl6pPr algn="l">
              <a:defRPr sz="1875" b="0">
                <a:solidFill>
                  <a:srgbClr val="4D5A68"/>
                </a:solidFill>
                <a:latin typeface="Malgun Gothic"/>
                <a:ea typeface="Malgun Gothic"/>
                <a:cs typeface="Malgun Gothic"/>
              </a:defRPr>
            </a:lvl6pPr>
            <a:lvl7pPr algn="l">
              <a:defRPr sz="1875" b="0">
                <a:solidFill>
                  <a:srgbClr val="4D5A68"/>
                </a:solidFill>
                <a:latin typeface="Malgun Gothic"/>
                <a:ea typeface="Malgun Gothic"/>
                <a:cs typeface="Malgun Gothic"/>
              </a:defRPr>
            </a:lvl7pPr>
            <a:lvl8pPr algn="l">
              <a:defRPr sz="1875" b="0">
                <a:solidFill>
                  <a:srgbClr val="4D5A68"/>
                </a:solidFill>
                <a:latin typeface="Malgun Gothic"/>
                <a:ea typeface="Malgun Gothic"/>
                <a:cs typeface="Malgun Gothic"/>
              </a:defRPr>
            </a:lvl8pPr>
            <a:lvl9pPr algn="l">
              <a:defRPr sz="1875" b="0">
                <a:solidFill>
                  <a:srgbClr val="4D5A68"/>
                </a:solidFill>
                <a:latin typeface="Malgun Gothic"/>
                <a:ea typeface="Malgun Gothic"/>
                <a:cs typeface="Malgun Gothic"/>
              </a:defRPr>
            </a:lvl9pPr>
          </a:lstStyle>
          <a:p xmlns:a="http://schemas.openxmlformats.org/drawingml/2006/main">
            <a:pPr algn="l">
              <a:defRPr sz="1875" b="0">
                <a:solidFill>
                  <a:srgbClr val="4D5A68"/>
                </a:solidFill>
                <a:latin typeface="Malgun Gothic"/>
                <a:ea typeface="Malgun Gothic"/>
                <a:cs typeface="Malgun Gothic"/>
              </a:defRPr>
            </a:pPr>
            <a:r>
              <a:rPr sz="1875" b="0">
                <a:solidFill>
                  <a:srgbClr val="4D5A68"/>
                </a:solidFill>
                <a:latin typeface="Malgun Gothic"/>
                <a:ea typeface="Malgun Gothic"/>
                <a:cs typeface="Malgun Gothic"/>
              </a:rPr>
              <a:t>C++에도: 출력·API/ABI 보존 범위와 Release 검증 조건을 먼저 정한다.</a:t>
            </a:r>
          </a:p>
        </p:txBody>
      </p:sp>
      <p:sp>
        <p:nvSpPr>
          <p:cNvPr id="29" name="Legacy module connection">
            <a:extLst xmlns:a="http://schemas.openxmlformats.org/drawingml/2006/main">
              <a:ext uri="{FF2B5EF4-FFF2-40B4-BE49-F238E27FC236}">
                <a16:creationId xmlns:a16="http://schemas.microsoft.com/office/drawing/2014/main" id="{CA2B8B00-624A-4F13-9A3F-9EFF60A9ACB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 · M4 · M6</a:t>
            </a:r>
          </a:p>
        </p:txBody>
      </p:sp>
    </p:spTree>
    <p:extLst>
      <p:ext uri="{BB962C8B-B14F-4D97-AF65-F5344CB8AC3E}">
        <p14:creationId xmlns:p14="http://schemas.microsoft.com/office/powerpoint/2010/main" val="851253017"/>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35" name="ACT 1 · 실제 요청과 관찰된 행동의 대응">
            <a:extLst xmlns:a="http://schemas.openxmlformats.org/drawingml/2006/main">
              <a:ext uri="{FF2B5EF4-FFF2-40B4-BE49-F238E27FC236}">
                <a16:creationId xmlns:a16="http://schemas.microsoft.com/office/drawing/2014/main" id="{6983E3E3-BEAA-4593-A76D-71B237E3C69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실제 요청과 관찰된 행동의 대응</a:t>
            </a:r>
          </a:p>
        </p:txBody>
      </p:sp>
      <p:sp>
        <p:nvSpPr>
          <p:cNvPr id="2" name="S21">
            <a:extLst xmlns:a="http://schemas.openxmlformats.org/drawingml/2006/main">
              <a:ext uri="{FF2B5EF4-FFF2-40B4-BE49-F238E27FC236}">
                <a16:creationId xmlns:a16="http://schemas.microsoft.com/office/drawing/2014/main" id="{3905F70A-00F1-4742-922B-DFB25E3F896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S21</a:t>
            </a:r>
          </a:p>
        </p:txBody>
      </p:sp>
      <p:sp>
        <p:nvSpPr>
          <p:cNvPr id="3" name="요청한 과정은 기록에도 남았을까?">
            <a:extLst xmlns:a="http://schemas.openxmlformats.org/drawingml/2006/main">
              <a:ext uri="{FF2B5EF4-FFF2-40B4-BE49-F238E27FC236}">
                <a16:creationId xmlns:a16="http://schemas.microsoft.com/office/drawing/2014/main" id="{34FF73AC-71A7-4E65-85DF-568062F4213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요청한 과정은 기록에도 남았을까?</a:t>
            </a:r>
          </a:p>
        </p:txBody>
      </p:sp>
      <p:sp>
        <p:nvSpPr>
          <p:cNvPr id="4" name="">
            <a:extLst xmlns:a="http://schemas.openxmlformats.org/drawingml/2006/main">
              <a:ext uri="{FF2B5EF4-FFF2-40B4-BE49-F238E27FC236}">
                <a16:creationId xmlns:a16="http://schemas.microsoft.com/office/drawing/2014/main" id="{8419F697-4799-479D-8F19-0D9BF6B5862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 요청 발췌·번역 / 관찰 기록 요약 · 2026-09-28 · Codex CLI 0.1">
            <a:extLst xmlns:a="http://schemas.openxmlformats.org/drawingml/2006/main">
              <a:ext uri="{FF2B5EF4-FFF2-40B4-BE49-F238E27FC236}">
                <a16:creationId xmlns:a16="http://schemas.microsoft.com/office/drawing/2014/main" id="{8C6C538F-9983-4C01-B1C1-4B8569ECF724}"/>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 요청 발췌·번역 / 관찰 기록 요약 · 2026-09-28 · Codex CLI 0.154.0</a:t>
            </a:r>
          </a:p>
        </p:txBody>
      </p:sp>
      <p:sp>
        <p:nvSpPr>
          <p:cNvPr id="6" name="원문 로그 캡처 아님 · S20 예시의 실행 결과 아님 · 단일 CLI 관찰이며 Prompt 단독 효과는 미">
            <a:extLst xmlns:a="http://schemas.openxmlformats.org/drawingml/2006/main">
              <a:ext uri="{FF2B5EF4-FFF2-40B4-BE49-F238E27FC236}">
                <a16:creationId xmlns:a16="http://schemas.microsoft.com/office/drawing/2014/main" id="{BF140D41-B00E-4868-95C7-930FD18D0C45}"/>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원문 로그 캡처 아님 · </a:t>
            </a:r>
            <a:r>
              <a:rPr sz="1425" b="0">
                <a:solidFill>
                  <a:srgbClr val="4D5A68"/>
                </a:solidFill>
                <a:latin typeface="Malgun Gothic"/>
                <a:ea typeface="Malgun Gothic"/>
                <a:cs typeface="Malgun Gothic"/>
              </a:rPr>
              <a:t>S20</a:t>
            </a:r>
            <a:r>
              <a:rPr sz="1425" b="0">
                <a:solidFill>
                  <a:srgbClr val="4D5A68"/>
                </a:solidFill>
                <a:latin typeface="Malgun Gothic"/>
                <a:ea typeface="Malgun Gothic"/>
                <a:cs typeface="Malgun Gothic"/>
              </a:rPr>
              <a:t> 예시의 실행 결과 아님 · 단일 CLI 관찰이며 Prompt 단독 효과는 미입증</a:t>
            </a:r>
          </a:p>
        </p:txBody>
      </p:sp>
      <p:sp>
        <p:nvSpPr>
          <p:cNvPr id="7" name="">
            <a:extLst xmlns:a="http://schemas.openxmlformats.org/drawingml/2006/main">
              <a:ext uri="{FF2B5EF4-FFF2-40B4-BE49-F238E27FC236}">
                <a16:creationId xmlns:a16="http://schemas.microsoft.com/office/drawing/2014/main" id="{E390B366-C4AC-4971-8B40-97E175637B34}"/>
              </a:ext>
            </a:extLst>
          </p:cNvPr>
          <p:cNvSpPr>
            <a:spLocks xmlns:a="http://schemas.openxmlformats.org/drawingml/2006/main" noGrp="1"/>
          </p:cNvSpPr>
          <p:nvPr/>
        </p:nvSpPr>
        <p:spPr>
          <a:xfrm xmlns:a="http://schemas.openxmlformats.org/drawingml/2006/main">
            <a:off x="609600" y="1657350"/>
            <a:ext cx="5200650" cy="3505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8" name="">
            <a:extLst xmlns:a="http://schemas.openxmlformats.org/drawingml/2006/main">
              <a:ext uri="{FF2B5EF4-FFF2-40B4-BE49-F238E27FC236}">
                <a16:creationId xmlns:a16="http://schemas.microsoft.com/office/drawing/2014/main" id="{C2733C98-BB0B-4E4E-8583-FED47383B850}"/>
              </a:ext>
            </a:extLst>
          </p:cNvPr>
          <p:cNvSpPr>
            <a:spLocks xmlns:a="http://schemas.openxmlformats.org/drawingml/2006/main" noGrp="1"/>
          </p:cNvSpPr>
          <p:nvPr/>
        </p:nvSpPr>
        <p:spPr>
          <a:xfrm xmlns:a="http://schemas.openxmlformats.org/drawingml/2006/main">
            <a:off x="6153150" y="1657350"/>
            <a:ext cx="5429250" cy="3505200"/>
          </a:xfrm>
          <a:prstGeom xmlns:a="http://schemas.openxmlformats.org/drawingml/2006/main" prst="rect">
            <a:avLst/>
          </a:prstGeom>
          <a:solidFill xmlns:a="http://schemas.openxmlformats.org/drawingml/2006/main">
            <a:srgbClr val="E0EFF0"/>
          </a:solidFill>
          <a:ln xmlns:a="http://schemas.openxmlformats.org/drawingml/2006/main" w="9525">
            <a:solidFill>
              <a:srgbClr val="C7D0DA"/>
            </a:solidFill>
            <a:prstDash val="solid"/>
          </a:ln>
        </p:spPr>
      </p:sp>
      <p:sp>
        <p:nvSpPr>
          <p:cNvPr id="9" name="실제로 보낸 요청 · 발췌·번역">
            <a:extLst xmlns:a="http://schemas.openxmlformats.org/drawingml/2006/main">
              <a:ext uri="{FF2B5EF4-FFF2-40B4-BE49-F238E27FC236}">
                <a16:creationId xmlns:a16="http://schemas.microsoft.com/office/drawing/2014/main" id="{502D9F29-E17E-4572-8523-8535CB4A3140}"/>
              </a:ext>
            </a:extLst>
          </p:cNvPr>
          <p:cNvSpPr>
            <a:spLocks xmlns:a="http://schemas.openxmlformats.org/drawingml/2006/main" noGrp="1"/>
          </p:cNvSpPr>
          <p:nvPr/>
        </p:nvSpPr>
        <p:spPr>
          <a:xfrm xmlns:a="http://schemas.openxmlformats.org/drawingml/2006/main">
            <a:off x="800100" y="1752600"/>
            <a:ext cx="4819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17212B"/>
                </a:solidFill>
                <a:latin typeface="Malgun Gothic"/>
                <a:ea typeface="Malgun Gothic"/>
                <a:cs typeface="Malgun Gothic"/>
              </a:defRPr>
            </a:defPPr>
            <a:lvl1pPr algn="l">
              <a:defRPr sz="1950" b="1">
                <a:solidFill>
                  <a:srgbClr val="17212B"/>
                </a:solidFill>
                <a:latin typeface="Malgun Gothic"/>
                <a:ea typeface="Malgun Gothic"/>
                <a:cs typeface="Malgun Gothic"/>
              </a:defRPr>
            </a:lvl1pPr>
            <a:lvl2pPr algn="l">
              <a:defRPr sz="1950" b="1">
                <a:solidFill>
                  <a:srgbClr val="17212B"/>
                </a:solidFill>
                <a:latin typeface="Malgun Gothic"/>
                <a:ea typeface="Malgun Gothic"/>
                <a:cs typeface="Malgun Gothic"/>
              </a:defRPr>
            </a:lvl2pPr>
            <a:lvl3pPr algn="l">
              <a:defRPr sz="1950" b="1">
                <a:solidFill>
                  <a:srgbClr val="17212B"/>
                </a:solidFill>
                <a:latin typeface="Malgun Gothic"/>
                <a:ea typeface="Malgun Gothic"/>
                <a:cs typeface="Malgun Gothic"/>
              </a:defRPr>
            </a:lvl3pPr>
            <a:lvl4pPr algn="l">
              <a:defRPr sz="1950" b="1">
                <a:solidFill>
                  <a:srgbClr val="17212B"/>
                </a:solidFill>
                <a:latin typeface="Malgun Gothic"/>
                <a:ea typeface="Malgun Gothic"/>
                <a:cs typeface="Malgun Gothic"/>
              </a:defRPr>
            </a:lvl4pPr>
            <a:lvl5pPr algn="l">
              <a:defRPr sz="1950" b="1">
                <a:solidFill>
                  <a:srgbClr val="17212B"/>
                </a:solidFill>
                <a:latin typeface="Malgun Gothic"/>
                <a:ea typeface="Malgun Gothic"/>
                <a:cs typeface="Malgun Gothic"/>
              </a:defRPr>
            </a:lvl5pPr>
            <a:lvl6pPr algn="l">
              <a:defRPr sz="1950" b="1">
                <a:solidFill>
                  <a:srgbClr val="17212B"/>
                </a:solidFill>
                <a:latin typeface="Malgun Gothic"/>
                <a:ea typeface="Malgun Gothic"/>
                <a:cs typeface="Malgun Gothic"/>
              </a:defRPr>
            </a:lvl6pPr>
            <a:lvl7pPr algn="l">
              <a:defRPr sz="1950" b="1">
                <a:solidFill>
                  <a:srgbClr val="17212B"/>
                </a:solidFill>
                <a:latin typeface="Malgun Gothic"/>
                <a:ea typeface="Malgun Gothic"/>
                <a:cs typeface="Malgun Gothic"/>
              </a:defRPr>
            </a:lvl7pPr>
            <a:lvl8pPr algn="l">
              <a:defRPr sz="1950" b="1">
                <a:solidFill>
                  <a:srgbClr val="17212B"/>
                </a:solidFill>
                <a:latin typeface="Malgun Gothic"/>
                <a:ea typeface="Malgun Gothic"/>
                <a:cs typeface="Malgun Gothic"/>
              </a:defRPr>
            </a:lvl8pPr>
            <a:lvl9pPr algn="l">
              <a:defRPr sz="1950" b="1">
                <a:solidFill>
                  <a:srgbClr val="17212B"/>
                </a:solidFill>
                <a:latin typeface="Malgun Gothic"/>
                <a:ea typeface="Malgun Gothic"/>
                <a:cs typeface="Malgun Gothic"/>
              </a:defRPr>
            </a:lvl9pPr>
          </a:lstStyle>
          <a:p xmlns:a="http://schemas.openxmlformats.org/drawingml/2006/main">
            <a:pPr algn="l">
              <a:defRPr sz="1950" b="1">
                <a:solidFill>
                  <a:srgbClr val="17212B"/>
                </a:solidFill>
                <a:latin typeface="Malgun Gothic"/>
                <a:ea typeface="Malgun Gothic"/>
                <a:cs typeface="Malgun Gothic"/>
              </a:defRPr>
            </a:pPr>
            <a:r>
              <a:rPr sz="1950" b="1">
                <a:solidFill>
                  <a:srgbClr val="17212B"/>
                </a:solidFill>
                <a:latin typeface="Malgun Gothic"/>
                <a:ea typeface="Malgun Gothic"/>
                <a:cs typeface="Malgun Gothic"/>
              </a:rPr>
              <a:t>실제로 보낸 요청 · 발췌·번역</a:t>
            </a:r>
          </a:p>
        </p:txBody>
      </p:sp>
      <p:sp>
        <p:nvSpPr>
          <p:cNvPr id="10" name="관찰된 행동 · 기록 요약">
            <a:extLst xmlns:a="http://schemas.openxmlformats.org/drawingml/2006/main">
              <a:ext uri="{FF2B5EF4-FFF2-40B4-BE49-F238E27FC236}">
                <a16:creationId xmlns:a16="http://schemas.microsoft.com/office/drawing/2014/main" id="{AAA393C0-248B-4591-A2A1-C448030E0122}"/>
              </a:ext>
            </a:extLst>
          </p:cNvPr>
          <p:cNvSpPr>
            <a:spLocks xmlns:a="http://schemas.openxmlformats.org/drawingml/2006/main" noGrp="1"/>
          </p:cNvSpPr>
          <p:nvPr/>
        </p:nvSpPr>
        <p:spPr>
          <a:xfrm xmlns:a="http://schemas.openxmlformats.org/drawingml/2006/main">
            <a:off x="6343650" y="1752600"/>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관찰된 행동 · 기록 요약</a:t>
            </a:r>
          </a:p>
        </p:txBody>
      </p:sp>
      <p:sp>
        <p:nvSpPr>
          <p:cNvPr id="11" name="과정에 관한 핵심 지시 세 가지">
            <a:extLst xmlns:a="http://schemas.openxmlformats.org/drawingml/2006/main">
              <a:ext uri="{FF2B5EF4-FFF2-40B4-BE49-F238E27FC236}">
                <a16:creationId xmlns:a16="http://schemas.microsoft.com/office/drawing/2014/main" id="{7115434C-0F42-414C-B7F7-72DDD712C325}"/>
              </a:ext>
            </a:extLst>
          </p:cNvPr>
          <p:cNvSpPr>
            <a:spLocks xmlns:a="http://schemas.openxmlformats.org/drawingml/2006/main" noGrp="1"/>
          </p:cNvSpPr>
          <p:nvPr/>
        </p:nvSpPr>
        <p:spPr>
          <a:xfrm xmlns:a="http://schemas.openxmlformats.org/drawingml/2006/main">
            <a:off x="800100" y="2076450"/>
            <a:ext cx="48196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과정에 관한 핵심 지시 세 가지</a:t>
            </a:r>
          </a:p>
        </p:txBody>
      </p:sp>
      <p:sp>
        <p:nvSpPr>
          <p:cNvPr id="12" name="기록 요약과 대상 코드의 식별자를 대조">
            <a:extLst xmlns:a="http://schemas.openxmlformats.org/drawingml/2006/main">
              <a:ext uri="{FF2B5EF4-FFF2-40B4-BE49-F238E27FC236}">
                <a16:creationId xmlns:a16="http://schemas.microsoft.com/office/drawing/2014/main" id="{EB77CE18-360A-46A4-80B8-C2982A92E397}"/>
              </a:ext>
            </a:extLst>
          </p:cNvPr>
          <p:cNvSpPr>
            <a:spLocks xmlns:a="http://schemas.openxmlformats.org/drawingml/2006/main" noGrp="1"/>
          </p:cNvSpPr>
          <p:nvPr/>
        </p:nvSpPr>
        <p:spPr>
          <a:xfrm xmlns:a="http://schemas.openxmlformats.org/drawingml/2006/main">
            <a:off x="6343650" y="207645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00" b="0">
                <a:solidFill>
                  <a:srgbClr val="4D5A68"/>
                </a:solidFill>
                <a:latin typeface="Malgun Gothic"/>
                <a:ea typeface="Malgun Gothic"/>
                <a:cs typeface="Malgun Gothic"/>
              </a:defRPr>
            </a:defPPr>
            <a:lvl1pPr algn="l">
              <a:defRPr sz="1500" b="0">
                <a:solidFill>
                  <a:srgbClr val="4D5A68"/>
                </a:solidFill>
                <a:latin typeface="Malgun Gothic"/>
                <a:ea typeface="Malgun Gothic"/>
                <a:cs typeface="Malgun Gothic"/>
              </a:defRPr>
            </a:lvl1pPr>
            <a:lvl2pPr algn="l">
              <a:defRPr sz="1500" b="0">
                <a:solidFill>
                  <a:srgbClr val="4D5A68"/>
                </a:solidFill>
                <a:latin typeface="Malgun Gothic"/>
                <a:ea typeface="Malgun Gothic"/>
                <a:cs typeface="Malgun Gothic"/>
              </a:defRPr>
            </a:lvl2pPr>
            <a:lvl3pPr algn="l">
              <a:defRPr sz="1500" b="0">
                <a:solidFill>
                  <a:srgbClr val="4D5A68"/>
                </a:solidFill>
                <a:latin typeface="Malgun Gothic"/>
                <a:ea typeface="Malgun Gothic"/>
                <a:cs typeface="Malgun Gothic"/>
              </a:defRPr>
            </a:lvl3pPr>
            <a:lvl4pPr algn="l">
              <a:defRPr sz="1500" b="0">
                <a:solidFill>
                  <a:srgbClr val="4D5A68"/>
                </a:solidFill>
                <a:latin typeface="Malgun Gothic"/>
                <a:ea typeface="Malgun Gothic"/>
                <a:cs typeface="Malgun Gothic"/>
              </a:defRPr>
            </a:lvl4pPr>
            <a:lvl5pPr algn="l">
              <a:defRPr sz="1500" b="0">
                <a:solidFill>
                  <a:srgbClr val="4D5A68"/>
                </a:solidFill>
                <a:latin typeface="Malgun Gothic"/>
                <a:ea typeface="Malgun Gothic"/>
                <a:cs typeface="Malgun Gothic"/>
              </a:defRPr>
            </a:lvl5pPr>
            <a:lvl6pPr algn="l">
              <a:defRPr sz="1500" b="0">
                <a:solidFill>
                  <a:srgbClr val="4D5A68"/>
                </a:solidFill>
                <a:latin typeface="Malgun Gothic"/>
                <a:ea typeface="Malgun Gothic"/>
                <a:cs typeface="Malgun Gothic"/>
              </a:defRPr>
            </a:lvl6pPr>
            <a:lvl7pPr algn="l">
              <a:defRPr sz="1500" b="0">
                <a:solidFill>
                  <a:srgbClr val="4D5A68"/>
                </a:solidFill>
                <a:latin typeface="Malgun Gothic"/>
                <a:ea typeface="Malgun Gothic"/>
                <a:cs typeface="Malgun Gothic"/>
              </a:defRPr>
            </a:lvl7pPr>
            <a:lvl8pPr algn="l">
              <a:defRPr sz="1500" b="0">
                <a:solidFill>
                  <a:srgbClr val="4D5A68"/>
                </a:solidFill>
                <a:latin typeface="Malgun Gothic"/>
                <a:ea typeface="Malgun Gothic"/>
                <a:cs typeface="Malgun Gothic"/>
              </a:defRPr>
            </a:lvl8pPr>
            <a:lvl9pPr algn="l">
              <a:defRPr sz="1500" b="0">
                <a:solidFill>
                  <a:srgbClr val="4D5A68"/>
                </a:solidFill>
                <a:latin typeface="Malgun Gothic"/>
                <a:ea typeface="Malgun Gothic"/>
                <a:cs typeface="Malgun Gothic"/>
              </a:defRPr>
            </a:lvl9pPr>
          </a:lstStyle>
          <a:p xmlns:a="http://schemas.openxmlformats.org/drawingml/2006/main">
            <a:pPr algn="l">
              <a:defRPr sz="1500" b="0">
                <a:solidFill>
                  <a:srgbClr val="4D5A68"/>
                </a:solidFill>
                <a:latin typeface="Malgun Gothic"/>
                <a:ea typeface="Malgun Gothic"/>
                <a:cs typeface="Malgun Gothic"/>
              </a:defRPr>
            </a:pPr>
            <a:r>
              <a:rPr sz="1500" b="0">
                <a:solidFill>
                  <a:srgbClr val="4D5A68"/>
                </a:solidFill>
                <a:latin typeface="Malgun Gothic"/>
                <a:ea typeface="Malgun Gothic"/>
                <a:cs typeface="Malgun Gothic"/>
              </a:rPr>
              <a:t>기록 요약과 대상 코드의 식별자를 대조</a:t>
            </a:r>
          </a:p>
        </p:txBody>
      </p:sp>
      <p:sp>
        <p:nvSpPr>
          <p:cNvPr id="13" name="01">
            <a:extLst xmlns:a="http://schemas.openxmlformats.org/drawingml/2006/main">
              <a:ext uri="{FF2B5EF4-FFF2-40B4-BE49-F238E27FC236}">
                <a16:creationId xmlns:a16="http://schemas.microsoft.com/office/drawing/2014/main" id="{55FBC571-6F31-44F9-B1C5-D102052C37D4}"/>
              </a:ext>
            </a:extLst>
          </p:cNvPr>
          <p:cNvSpPr>
            <a:spLocks xmlns:a="http://schemas.openxmlformats.org/drawingml/2006/main" noGrp="1"/>
          </p:cNvSpPr>
          <p:nvPr/>
        </p:nvSpPr>
        <p:spPr>
          <a:xfrm xmlns:a="http://schemas.openxmlformats.org/drawingml/2006/main">
            <a:off x="800100" y="24193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a:t>
            </a:r>
          </a:p>
        </p:txBody>
      </p:sp>
      <p:sp>
        <p:nvSpPr>
          <p:cNvPr id="14" name="먼저 현재 실패를&#10;재현해줘.">
            <a:extLst xmlns:a="http://schemas.openxmlformats.org/drawingml/2006/main">
              <a:ext uri="{FF2B5EF4-FFF2-40B4-BE49-F238E27FC236}">
                <a16:creationId xmlns:a16="http://schemas.microsoft.com/office/drawing/2014/main" id="{EBEC9730-63F2-45B0-9582-963D0684ACA3}"/>
              </a:ext>
            </a:extLst>
          </p:cNvPr>
          <p:cNvSpPr>
            <a:spLocks xmlns:a="http://schemas.openxmlformats.org/drawingml/2006/main" noGrp="1"/>
          </p:cNvSpPr>
          <p:nvPr/>
        </p:nvSpPr>
        <p:spPr>
          <a:xfrm xmlns:a="http://schemas.openxmlformats.org/drawingml/2006/main">
            <a:off x="1257300" y="24098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먼저 현재 실패를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재현해줘.</a:t>
            </a:r>
          </a:p>
        </p:txBody>
      </p:sp>
      <p:sp>
        <p:nvSpPr>
          <p:cNvPr id="15" name="01">
            <a:extLst xmlns:a="http://schemas.openxmlformats.org/drawingml/2006/main">
              <a:ext uri="{FF2B5EF4-FFF2-40B4-BE49-F238E27FC236}">
                <a16:creationId xmlns:a16="http://schemas.microsoft.com/office/drawing/2014/main" id="{2BB26690-93C4-4761-B878-3AC26B66C015}"/>
              </a:ext>
            </a:extLst>
          </p:cNvPr>
          <p:cNvSpPr>
            <a:spLocks xmlns:a="http://schemas.openxmlformats.org/drawingml/2006/main" noGrp="1"/>
          </p:cNvSpPr>
          <p:nvPr/>
        </p:nvSpPr>
        <p:spPr>
          <a:xfrm xmlns:a="http://schemas.openxmlformats.org/drawingml/2006/main">
            <a:off x="6343650" y="24193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01</a:t>
            </a:r>
          </a:p>
        </p:txBody>
      </p:sp>
      <p:sp>
        <p:nvSpPr>
          <p:cNvPr id="16" name="">
            <a:extLst xmlns:a="http://schemas.openxmlformats.org/drawingml/2006/main">
              <a:ext uri="{FF2B5EF4-FFF2-40B4-BE49-F238E27FC236}">
                <a16:creationId xmlns:a16="http://schemas.microsoft.com/office/drawing/2014/main" id="{3D83EE2D-6F7A-4F61-999E-56A2EB5D1AA2}"/>
              </a:ext>
            </a:extLst>
          </p:cNvPr>
          <p:cNvSpPr>
            <a:spLocks xmlns:a="http://schemas.openxmlformats.org/drawingml/2006/main" noGrp="1"/>
          </p:cNvSpPr>
          <p:nvPr/>
        </p:nvSpPr>
        <p:spPr>
          <a:xfrm xmlns:a="http://schemas.openxmlformats.org/drawingml/2006/main">
            <a:off x="800100" y="3209925"/>
            <a:ext cx="4819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
            <a:extLst xmlns:a="http://schemas.openxmlformats.org/drawingml/2006/main">
              <a:ext uri="{FF2B5EF4-FFF2-40B4-BE49-F238E27FC236}">
                <a16:creationId xmlns:a16="http://schemas.microsoft.com/office/drawing/2014/main" id="{7CB989D5-BD52-4645-9CE5-CA181026006C}"/>
              </a:ext>
            </a:extLst>
          </p:cNvPr>
          <p:cNvSpPr>
            <a:spLocks xmlns:a="http://schemas.openxmlformats.org/drawingml/2006/main" noGrp="1"/>
          </p:cNvSpPr>
          <p:nvPr/>
        </p:nvSpPr>
        <p:spPr>
          <a:xfrm xmlns:a="http://schemas.openxmlformats.org/drawingml/2006/main">
            <a:off x="6343650" y="3209925"/>
            <a:ext cx="50482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8" name="02">
            <a:extLst xmlns:a="http://schemas.openxmlformats.org/drawingml/2006/main">
              <a:ext uri="{FF2B5EF4-FFF2-40B4-BE49-F238E27FC236}">
                <a16:creationId xmlns:a16="http://schemas.microsoft.com/office/drawing/2014/main" id="{DBAC745C-4D5F-4EF9-92A0-A6E93E04D512}"/>
              </a:ext>
            </a:extLst>
          </p:cNvPr>
          <p:cNvSpPr>
            <a:spLocks xmlns:a="http://schemas.openxmlformats.org/drawingml/2006/main" noGrp="1"/>
          </p:cNvSpPr>
          <p:nvPr/>
        </p:nvSpPr>
        <p:spPr>
          <a:xfrm xmlns:a="http://schemas.openxmlformats.org/drawingml/2006/main">
            <a:off x="800100" y="33718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a:t>
            </a:r>
          </a:p>
        </p:txBody>
      </p:sp>
      <p:sp>
        <p:nvSpPr>
          <p:cNvPr id="19" name="관련 구현과 호출 경로를&#10;조사해줘.">
            <a:extLst xmlns:a="http://schemas.openxmlformats.org/drawingml/2006/main">
              <a:ext uri="{FF2B5EF4-FFF2-40B4-BE49-F238E27FC236}">
                <a16:creationId xmlns:a16="http://schemas.microsoft.com/office/drawing/2014/main" id="{3C91F815-1D5F-4E8C-9E70-B13F40937C35}"/>
              </a:ext>
            </a:extLst>
          </p:cNvPr>
          <p:cNvSpPr>
            <a:spLocks xmlns:a="http://schemas.openxmlformats.org/drawingml/2006/main" noGrp="1"/>
          </p:cNvSpPr>
          <p:nvPr/>
        </p:nvSpPr>
        <p:spPr>
          <a:xfrm xmlns:a="http://schemas.openxmlformats.org/drawingml/2006/main">
            <a:off x="1257300" y="33623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관련 구현과 호출 경로를</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조사해줘.</a:t>
            </a:r>
          </a:p>
        </p:txBody>
      </p:sp>
      <p:sp>
        <p:nvSpPr>
          <p:cNvPr id="20" name="02">
            <a:extLst xmlns:a="http://schemas.openxmlformats.org/drawingml/2006/main">
              <a:ext uri="{FF2B5EF4-FFF2-40B4-BE49-F238E27FC236}">
                <a16:creationId xmlns:a16="http://schemas.microsoft.com/office/drawing/2014/main" id="{47570693-5454-4B3F-A478-0489C299EB8F}"/>
              </a:ext>
            </a:extLst>
          </p:cNvPr>
          <p:cNvSpPr>
            <a:spLocks xmlns:a="http://schemas.openxmlformats.org/drawingml/2006/main" noGrp="1"/>
          </p:cNvSpPr>
          <p:nvPr/>
        </p:nvSpPr>
        <p:spPr>
          <a:xfrm xmlns:a="http://schemas.openxmlformats.org/drawingml/2006/main">
            <a:off x="6343650" y="33718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02</a:t>
            </a:r>
          </a:p>
        </p:txBody>
      </p:sp>
      <p:sp>
        <p:nvSpPr>
          <p:cNvPr id="21" name="">
            <a:extLst xmlns:a="http://schemas.openxmlformats.org/drawingml/2006/main">
              <a:ext uri="{FF2B5EF4-FFF2-40B4-BE49-F238E27FC236}">
                <a16:creationId xmlns:a16="http://schemas.microsoft.com/office/drawing/2014/main" id="{6423BE17-413D-4A2B-802D-0ABC0869B624}"/>
              </a:ext>
            </a:extLst>
          </p:cNvPr>
          <p:cNvSpPr>
            <a:spLocks xmlns:a="http://schemas.openxmlformats.org/drawingml/2006/main" noGrp="1"/>
          </p:cNvSpPr>
          <p:nvPr/>
        </p:nvSpPr>
        <p:spPr>
          <a:xfrm xmlns:a="http://schemas.openxmlformats.org/drawingml/2006/main">
            <a:off x="800100" y="4162425"/>
            <a:ext cx="48196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
            <a:extLst xmlns:a="http://schemas.openxmlformats.org/drawingml/2006/main">
              <a:ext uri="{FF2B5EF4-FFF2-40B4-BE49-F238E27FC236}">
                <a16:creationId xmlns:a16="http://schemas.microsoft.com/office/drawing/2014/main" id="{24AAFA43-285C-40C9-A613-4E0C8B1FBA92}"/>
              </a:ext>
            </a:extLst>
          </p:cNvPr>
          <p:cNvSpPr>
            <a:spLocks xmlns:a="http://schemas.openxmlformats.org/drawingml/2006/main" noGrp="1"/>
          </p:cNvSpPr>
          <p:nvPr/>
        </p:nvSpPr>
        <p:spPr>
          <a:xfrm xmlns:a="http://schemas.openxmlformats.org/drawingml/2006/main">
            <a:off x="6343650" y="4162425"/>
            <a:ext cx="50482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03">
            <a:extLst xmlns:a="http://schemas.openxmlformats.org/drawingml/2006/main">
              <a:ext uri="{FF2B5EF4-FFF2-40B4-BE49-F238E27FC236}">
                <a16:creationId xmlns:a16="http://schemas.microsoft.com/office/drawing/2014/main" id="{B3A16693-74F7-412C-B53F-6EA74BACA1E0}"/>
              </a:ext>
            </a:extLst>
          </p:cNvPr>
          <p:cNvSpPr>
            <a:spLocks xmlns:a="http://schemas.openxmlformats.org/drawingml/2006/main" noGrp="1"/>
          </p:cNvSpPr>
          <p:nvPr/>
        </p:nvSpPr>
        <p:spPr>
          <a:xfrm xmlns:a="http://schemas.openxmlformats.org/drawingml/2006/main">
            <a:off x="800100" y="4324350"/>
            <a:ext cx="3429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a:t>
            </a:r>
          </a:p>
        </p:txBody>
      </p:sp>
      <p:sp>
        <p:nvSpPr>
          <p:cNvPr id="24" name="수정 전 짧은 계획을 알리고,&#10;승인 대기 없이 계속해줘.">
            <a:extLst xmlns:a="http://schemas.openxmlformats.org/drawingml/2006/main">
              <a:ext uri="{FF2B5EF4-FFF2-40B4-BE49-F238E27FC236}">
                <a16:creationId xmlns:a16="http://schemas.microsoft.com/office/drawing/2014/main" id="{79904604-6AEC-4C30-A064-C34E4B9A02BF}"/>
              </a:ext>
            </a:extLst>
          </p:cNvPr>
          <p:cNvSpPr>
            <a:spLocks xmlns:a="http://schemas.openxmlformats.org/drawingml/2006/main" noGrp="1"/>
          </p:cNvSpPr>
          <p:nvPr/>
        </p:nvSpPr>
        <p:spPr>
          <a:xfrm xmlns:a="http://schemas.openxmlformats.org/drawingml/2006/main">
            <a:off x="1257300" y="4314825"/>
            <a:ext cx="43624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수정 전 짧은 계획을 알리고,</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승인 대기 없이 계속해줘.</a:t>
            </a:r>
          </a:p>
        </p:txBody>
      </p:sp>
      <p:sp>
        <p:nvSpPr>
          <p:cNvPr id="25" name="03">
            <a:extLst xmlns:a="http://schemas.openxmlformats.org/drawingml/2006/main">
              <a:ext uri="{FF2B5EF4-FFF2-40B4-BE49-F238E27FC236}">
                <a16:creationId xmlns:a16="http://schemas.microsoft.com/office/drawing/2014/main" id="{161F01D9-310A-40D0-A4FE-5BFB57B93B63}"/>
              </a:ext>
            </a:extLst>
          </p:cNvPr>
          <p:cNvSpPr>
            <a:spLocks xmlns:a="http://schemas.openxmlformats.org/drawingml/2006/main" noGrp="1"/>
          </p:cNvSpPr>
          <p:nvPr/>
        </p:nvSpPr>
        <p:spPr>
          <a:xfrm xmlns:a="http://schemas.openxmlformats.org/drawingml/2006/main">
            <a:off x="6343650" y="4324350"/>
            <a:ext cx="295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03</a:t>
            </a:r>
          </a:p>
        </p:txBody>
      </p:sp>
      <p:sp>
        <p:nvSpPr>
          <p:cNvPr id="26" name="실패한 crop 테스트를 찾아 재현">
            <a:extLst xmlns:a="http://schemas.openxmlformats.org/drawingml/2006/main">
              <a:ext uri="{FF2B5EF4-FFF2-40B4-BE49-F238E27FC236}">
                <a16:creationId xmlns:a16="http://schemas.microsoft.com/office/drawing/2014/main" id="{79507BE2-37BB-419D-BEA4-BEFB19CE6544}"/>
              </a:ext>
            </a:extLst>
          </p:cNvPr>
          <p:cNvSpPr>
            <a:spLocks xmlns:a="http://schemas.openxmlformats.org/drawingml/2006/main" noGrp="1"/>
          </p:cNvSpPr>
          <p:nvPr/>
        </p:nvSpPr>
        <p:spPr>
          <a:xfrm xmlns:a="http://schemas.openxmlformats.org/drawingml/2006/main">
            <a:off x="6762750" y="2419350"/>
            <a:ext cx="4629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실패한 crop 테스트를 찾아 재현</a:t>
            </a:r>
          </a:p>
        </p:txBody>
      </p:sp>
      <p:sp>
        <p:nvSpPr>
          <p:cNvPr id="27" name="test_crop_excludes_end_coordinate">
            <a:extLst xmlns:a="http://schemas.openxmlformats.org/drawingml/2006/main">
              <a:ext uri="{FF2B5EF4-FFF2-40B4-BE49-F238E27FC236}">
                <a16:creationId xmlns:a16="http://schemas.microsoft.com/office/drawing/2014/main" id="{DADC04A8-7848-4300-8432-0F58FFA700D9}"/>
              </a:ext>
            </a:extLst>
          </p:cNvPr>
          <p:cNvSpPr>
            <a:spLocks xmlns:a="http://schemas.openxmlformats.org/drawingml/2006/main" noGrp="1"/>
          </p:cNvSpPr>
          <p:nvPr/>
        </p:nvSpPr>
        <p:spPr>
          <a:xfrm xmlns:a="http://schemas.openxmlformats.org/drawingml/2006/main">
            <a:off x="6762750" y="28003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test_crop_excludes_end_coordinate</a:t>
            </a:r>
          </a:p>
        </p:txBody>
      </p:sp>
      <p:sp>
        <p:nvSpPr>
          <p:cNvPr id="28" name="cli.main · pipeline.process_image">
            <a:extLst xmlns:a="http://schemas.openxmlformats.org/drawingml/2006/main">
              <a:ext uri="{FF2B5EF4-FFF2-40B4-BE49-F238E27FC236}">
                <a16:creationId xmlns:a16="http://schemas.microsoft.com/office/drawing/2014/main" id="{872D58D7-8CFC-42CD-8DA1-811DEA3262D9}"/>
              </a:ext>
            </a:extLst>
          </p:cNvPr>
          <p:cNvSpPr>
            <a:spLocks xmlns:a="http://schemas.openxmlformats.org/drawingml/2006/main" noGrp="1"/>
          </p:cNvSpPr>
          <p:nvPr/>
        </p:nvSpPr>
        <p:spPr>
          <a:xfrm xmlns:a="http://schemas.openxmlformats.org/drawingml/2006/main">
            <a:off x="6762750" y="3371850"/>
            <a:ext cx="4629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17212B"/>
                </a:solidFill>
                <a:latin typeface="Consolas"/>
                <a:ea typeface="Consolas"/>
                <a:cs typeface="Consolas"/>
              </a:defRPr>
            </a:defPPr>
            <a:lvl1pPr algn="l">
              <a:defRPr sz="1800" b="1">
                <a:solidFill>
                  <a:srgbClr val="17212B"/>
                </a:solidFill>
                <a:latin typeface="Consolas"/>
                <a:ea typeface="Consolas"/>
                <a:cs typeface="Consolas"/>
              </a:defRPr>
            </a:lvl1pPr>
            <a:lvl2pPr algn="l">
              <a:defRPr sz="1800" b="1">
                <a:solidFill>
                  <a:srgbClr val="17212B"/>
                </a:solidFill>
                <a:latin typeface="Consolas"/>
                <a:ea typeface="Consolas"/>
                <a:cs typeface="Consolas"/>
              </a:defRPr>
            </a:lvl2pPr>
            <a:lvl3pPr algn="l">
              <a:defRPr sz="1800" b="1">
                <a:solidFill>
                  <a:srgbClr val="17212B"/>
                </a:solidFill>
                <a:latin typeface="Consolas"/>
                <a:ea typeface="Consolas"/>
                <a:cs typeface="Consolas"/>
              </a:defRPr>
            </a:lvl3pPr>
            <a:lvl4pPr algn="l">
              <a:defRPr sz="1800" b="1">
                <a:solidFill>
                  <a:srgbClr val="17212B"/>
                </a:solidFill>
                <a:latin typeface="Consolas"/>
                <a:ea typeface="Consolas"/>
                <a:cs typeface="Consolas"/>
              </a:defRPr>
            </a:lvl4pPr>
            <a:lvl5pPr algn="l">
              <a:defRPr sz="1800" b="1">
                <a:solidFill>
                  <a:srgbClr val="17212B"/>
                </a:solidFill>
                <a:latin typeface="Consolas"/>
                <a:ea typeface="Consolas"/>
                <a:cs typeface="Consolas"/>
              </a:defRPr>
            </a:lvl5pPr>
            <a:lvl6pPr algn="l">
              <a:defRPr sz="1800" b="1">
                <a:solidFill>
                  <a:srgbClr val="17212B"/>
                </a:solidFill>
                <a:latin typeface="Consolas"/>
                <a:ea typeface="Consolas"/>
                <a:cs typeface="Consolas"/>
              </a:defRPr>
            </a:lvl6pPr>
            <a:lvl7pPr algn="l">
              <a:defRPr sz="1800" b="1">
                <a:solidFill>
                  <a:srgbClr val="17212B"/>
                </a:solidFill>
                <a:latin typeface="Consolas"/>
                <a:ea typeface="Consolas"/>
                <a:cs typeface="Consolas"/>
              </a:defRPr>
            </a:lvl7pPr>
            <a:lvl8pPr algn="l">
              <a:defRPr sz="1800" b="1">
                <a:solidFill>
                  <a:srgbClr val="17212B"/>
                </a:solidFill>
                <a:latin typeface="Consolas"/>
                <a:ea typeface="Consolas"/>
                <a:cs typeface="Consolas"/>
              </a:defRPr>
            </a:lvl8pPr>
            <a:lvl9pPr algn="l">
              <a:defRPr sz="1800" b="1">
                <a:solidFill>
                  <a:srgbClr val="17212B"/>
                </a:solidFill>
                <a:latin typeface="Consolas"/>
                <a:ea typeface="Consolas"/>
                <a:cs typeface="Consolas"/>
              </a:defRPr>
            </a:lvl9pPr>
          </a:lstStyle>
          <a:p xmlns:a="http://schemas.openxmlformats.org/drawingml/2006/main">
            <a:pPr algn="l">
              <a:defRPr sz="1800" b="1">
                <a:solidFill>
                  <a:srgbClr val="17212B"/>
                </a:solidFill>
                <a:latin typeface="Consolas"/>
                <a:ea typeface="Consolas"/>
                <a:cs typeface="Consolas"/>
              </a:defRPr>
            </a:pPr>
            <a:r>
              <a:rPr sz="1800" b="1">
                <a:solidFill>
                  <a:srgbClr val="17212B"/>
                </a:solidFill>
                <a:latin typeface="Consolas"/>
                <a:ea typeface="Consolas"/>
                <a:cs typeface="Consolas"/>
              </a:rPr>
              <a:t>cli.main · pipeline.process_image</a:t>
            </a:r>
          </a:p>
        </p:txBody>
      </p:sp>
      <p:sp>
        <p:nvSpPr>
          <p:cNvPr id="29" name="transform.crop까지 제품 호출 경로 확인">
            <a:extLst xmlns:a="http://schemas.openxmlformats.org/drawingml/2006/main">
              <a:ext uri="{FF2B5EF4-FFF2-40B4-BE49-F238E27FC236}">
                <a16:creationId xmlns:a16="http://schemas.microsoft.com/office/drawing/2014/main" id="{975C5CF1-6256-4D17-BB35-E9D76504EFAB}"/>
              </a:ext>
            </a:extLst>
          </p:cNvPr>
          <p:cNvSpPr>
            <a:spLocks xmlns:a="http://schemas.openxmlformats.org/drawingml/2006/main" noGrp="1"/>
          </p:cNvSpPr>
          <p:nvPr/>
        </p:nvSpPr>
        <p:spPr>
          <a:xfrm xmlns:a="http://schemas.openxmlformats.org/drawingml/2006/main">
            <a:off x="6762750" y="37528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transform.crop까지 제품 호출 경로 확인</a:t>
            </a:r>
          </a:p>
        </p:txBody>
      </p:sp>
      <p:sp>
        <p:nvSpPr>
          <p:cNvPr id="30" name="파일 수정 이벤트보다 먼저 계획 보고">
            <a:extLst xmlns:a="http://schemas.openxmlformats.org/drawingml/2006/main">
              <a:ext uri="{FF2B5EF4-FFF2-40B4-BE49-F238E27FC236}">
                <a16:creationId xmlns:a16="http://schemas.microsoft.com/office/drawing/2014/main" id="{42FC7AED-A6A2-4C95-8EFA-53CBBCF8139E}"/>
              </a:ext>
            </a:extLst>
          </p:cNvPr>
          <p:cNvSpPr>
            <a:spLocks xmlns:a="http://schemas.openxmlformats.org/drawingml/2006/main" noGrp="1"/>
          </p:cNvSpPr>
          <p:nvPr/>
        </p:nvSpPr>
        <p:spPr>
          <a:xfrm xmlns:a="http://schemas.openxmlformats.org/drawingml/2006/main">
            <a:off x="6762750" y="4324350"/>
            <a:ext cx="4629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파일 수정 이벤트보다 먼저 계획 보고</a:t>
            </a:r>
          </a:p>
        </p:txBody>
      </p:sp>
      <p:sp>
        <p:nvSpPr>
          <p:cNvPr id="31" name="끝 좌표 명세·기존 Test·API 보존 계획">
            <a:extLst xmlns:a="http://schemas.openxmlformats.org/drawingml/2006/main">
              <a:ext uri="{FF2B5EF4-FFF2-40B4-BE49-F238E27FC236}">
                <a16:creationId xmlns:a16="http://schemas.microsoft.com/office/drawing/2014/main" id="{B57CA6BD-3F64-48BC-9BD8-C12756012390}"/>
              </a:ext>
            </a:extLst>
          </p:cNvPr>
          <p:cNvSpPr>
            <a:spLocks xmlns:a="http://schemas.openxmlformats.org/drawingml/2006/main" noGrp="1"/>
          </p:cNvSpPr>
          <p:nvPr/>
        </p:nvSpPr>
        <p:spPr>
          <a:xfrm xmlns:a="http://schemas.openxmlformats.org/drawingml/2006/main">
            <a:off x="6762750" y="4705350"/>
            <a:ext cx="4629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Malgun Gothic"/>
                <a:ea typeface="Malgun Gothic"/>
                <a:cs typeface="Malgun Gothic"/>
              </a:defRPr>
            </a:defPPr>
            <a:lvl1pPr algn="l">
              <a:defRPr sz="1800" b="0">
                <a:solidFill>
                  <a:srgbClr val="4D5A68"/>
                </a:solidFill>
                <a:latin typeface="Malgun Gothic"/>
                <a:ea typeface="Malgun Gothic"/>
                <a:cs typeface="Malgun Gothic"/>
              </a:defRPr>
            </a:lvl1pPr>
            <a:lvl2pPr algn="l">
              <a:defRPr sz="1800" b="0">
                <a:solidFill>
                  <a:srgbClr val="4D5A68"/>
                </a:solidFill>
                <a:latin typeface="Malgun Gothic"/>
                <a:ea typeface="Malgun Gothic"/>
                <a:cs typeface="Malgun Gothic"/>
              </a:defRPr>
            </a:lvl2pPr>
            <a:lvl3pPr algn="l">
              <a:defRPr sz="1800" b="0">
                <a:solidFill>
                  <a:srgbClr val="4D5A68"/>
                </a:solidFill>
                <a:latin typeface="Malgun Gothic"/>
                <a:ea typeface="Malgun Gothic"/>
                <a:cs typeface="Malgun Gothic"/>
              </a:defRPr>
            </a:lvl3pPr>
            <a:lvl4pPr algn="l">
              <a:defRPr sz="1800" b="0">
                <a:solidFill>
                  <a:srgbClr val="4D5A68"/>
                </a:solidFill>
                <a:latin typeface="Malgun Gothic"/>
                <a:ea typeface="Malgun Gothic"/>
                <a:cs typeface="Malgun Gothic"/>
              </a:defRPr>
            </a:lvl4pPr>
            <a:lvl5pPr algn="l">
              <a:defRPr sz="1800" b="0">
                <a:solidFill>
                  <a:srgbClr val="4D5A68"/>
                </a:solidFill>
                <a:latin typeface="Malgun Gothic"/>
                <a:ea typeface="Malgun Gothic"/>
                <a:cs typeface="Malgun Gothic"/>
              </a:defRPr>
            </a:lvl5pPr>
            <a:lvl6pPr algn="l">
              <a:defRPr sz="1800" b="0">
                <a:solidFill>
                  <a:srgbClr val="4D5A68"/>
                </a:solidFill>
                <a:latin typeface="Malgun Gothic"/>
                <a:ea typeface="Malgun Gothic"/>
                <a:cs typeface="Malgun Gothic"/>
              </a:defRPr>
            </a:lvl6pPr>
            <a:lvl7pPr algn="l">
              <a:defRPr sz="1800" b="0">
                <a:solidFill>
                  <a:srgbClr val="4D5A68"/>
                </a:solidFill>
                <a:latin typeface="Malgun Gothic"/>
                <a:ea typeface="Malgun Gothic"/>
                <a:cs typeface="Malgun Gothic"/>
              </a:defRPr>
            </a:lvl7pPr>
            <a:lvl8pPr algn="l">
              <a:defRPr sz="1800" b="0">
                <a:solidFill>
                  <a:srgbClr val="4D5A68"/>
                </a:solidFill>
                <a:latin typeface="Malgun Gothic"/>
                <a:ea typeface="Malgun Gothic"/>
                <a:cs typeface="Malgun Gothic"/>
              </a:defRPr>
            </a:lvl8pPr>
            <a:lvl9pPr algn="l">
              <a:defRPr sz="1800" b="0">
                <a:solidFill>
                  <a:srgbClr val="4D5A68"/>
                </a:solidFill>
                <a:latin typeface="Malgun Gothic"/>
                <a:ea typeface="Malgun Gothic"/>
                <a:cs typeface="Malgun Gothic"/>
              </a:defRPr>
            </a:lvl9pPr>
          </a:lstStyle>
          <a:p xmlns:a="http://schemas.openxmlformats.org/drawingml/2006/main">
            <a:pPr algn="l">
              <a:defRPr sz="1800" b="0">
                <a:solidFill>
                  <a:srgbClr val="4D5A68"/>
                </a:solidFill>
                <a:latin typeface="Malgun Gothic"/>
                <a:ea typeface="Malgun Gothic"/>
                <a:cs typeface="Malgun Gothic"/>
              </a:defRPr>
            </a:pPr>
            <a:r>
              <a:rPr sz="1800" b="0">
                <a:solidFill>
                  <a:srgbClr val="4D5A68"/>
                </a:solidFill>
                <a:latin typeface="Malgun Gothic"/>
                <a:ea typeface="Malgun Gothic"/>
                <a:cs typeface="Malgun Gothic"/>
              </a:rPr>
              <a:t>끝 좌표 명세·기존 Test·API 보존 계획</a:t>
            </a:r>
          </a:p>
        </p:txBody>
      </p:sp>
      <p:sp>
        <p:nvSpPr>
          <p:cNvPr id="32" name="04 최소 수정 내용  ·  S22">
            <a:extLst xmlns:a="http://schemas.openxmlformats.org/drawingml/2006/main">
              <a:ext uri="{FF2B5EF4-FFF2-40B4-BE49-F238E27FC236}">
                <a16:creationId xmlns:a16="http://schemas.microsoft.com/office/drawing/2014/main" id="{EF4D597F-F4D8-42EF-828E-740FB2E84860}"/>
              </a:ext>
            </a:extLst>
          </p:cNvPr>
          <p:cNvSpPr>
            <a:spLocks xmlns:a="http://schemas.openxmlformats.org/drawingml/2006/main" noGrp="1"/>
          </p:cNvSpPr>
          <p:nvPr/>
        </p:nvSpPr>
        <p:spPr>
          <a:xfrm xmlns:a="http://schemas.openxmlformats.org/drawingml/2006/main">
            <a:off x="609600" y="5324475"/>
            <a:ext cx="52006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04 최소 수정 내용  ·  </a:t>
            </a:r>
            <a:r>
              <a:rPr sz="2025" b="1">
                <a:solidFill>
                  <a:srgbClr val="0B6172"/>
                </a:solidFill>
                <a:latin typeface="Malgun Gothic"/>
                <a:ea typeface="Malgun Gothic"/>
                <a:cs typeface="Malgun Gothic"/>
              </a:rPr>
              <a:t>S22</a:t>
            </a:r>
          </a:p>
        </p:txBody>
      </p:sp>
      <p:sp>
        <p:nvSpPr>
          <p:cNvPr id="33" name="05 확인·보고 결과  ·  S23">
            <a:extLst xmlns:a="http://schemas.openxmlformats.org/drawingml/2006/main">
              <a:ext uri="{FF2B5EF4-FFF2-40B4-BE49-F238E27FC236}">
                <a16:creationId xmlns:a16="http://schemas.microsoft.com/office/drawing/2014/main" id="{5ACDAC6B-FB48-4981-8EC7-B05008F5C683}"/>
              </a:ext>
            </a:extLst>
          </p:cNvPr>
          <p:cNvSpPr>
            <a:spLocks xmlns:a="http://schemas.openxmlformats.org/drawingml/2006/main" noGrp="1"/>
          </p:cNvSpPr>
          <p:nvPr/>
        </p:nvSpPr>
        <p:spPr>
          <a:xfrm xmlns:a="http://schemas.openxmlformats.org/drawingml/2006/main">
            <a:off x="6153150" y="5324475"/>
            <a:ext cx="54292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05 확인·보고 결과  ·  </a:t>
            </a:r>
            <a:r>
              <a:rPr sz="2025" b="1">
                <a:solidFill>
                  <a:srgbClr val="0B6172"/>
                </a:solidFill>
                <a:latin typeface="Malgun Gothic"/>
                <a:ea typeface="Malgun Gothic"/>
                <a:cs typeface="Malgun Gothic"/>
              </a:rPr>
              <a:t>S23</a:t>
            </a:r>
          </a:p>
        </p:txBody>
      </p:sp>
      <p:sp>
        <p:nvSpPr>
          <p:cNvPr id="34" name="Legacy module connection">
            <a:extLst xmlns:a="http://schemas.openxmlformats.org/drawingml/2006/main">
              <a:ext uri="{FF2B5EF4-FFF2-40B4-BE49-F238E27FC236}">
                <a16:creationId xmlns:a16="http://schemas.microsoft.com/office/drawing/2014/main" id="{75C711D3-8F88-420F-91D4-7301DC43FE88}"/>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81398018"/>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0" name="ACT 1 · 요청한 보존 조건과 최소 변경을 대조">
            <a:extLst xmlns:a="http://schemas.openxmlformats.org/drawingml/2006/main">
              <a:ext uri="{FF2B5EF4-FFF2-40B4-BE49-F238E27FC236}">
                <a16:creationId xmlns:a16="http://schemas.microsoft.com/office/drawing/2014/main" id="{53F998D7-E3DD-4D57-946C-37CF3DCA692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요청한 보존 조건과 최소 변경을 대조</a:t>
            </a:r>
          </a:p>
        </p:txBody>
      </p:sp>
      <p:sp>
        <p:nvSpPr>
          <p:cNvPr id="2" name="S22">
            <a:extLst xmlns:a="http://schemas.openxmlformats.org/drawingml/2006/main">
              <a:ext uri="{FF2B5EF4-FFF2-40B4-BE49-F238E27FC236}">
                <a16:creationId xmlns:a16="http://schemas.microsoft.com/office/drawing/2014/main" id="{E08C0992-3C7F-4D61-90C8-4449764C78F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S22</a:t>
            </a:r>
          </a:p>
        </p:txBody>
      </p:sp>
      <p:sp>
        <p:nvSpPr>
          <p:cNvPr id="3" name="조사에서 한 줄 변경까지">
            <a:extLst xmlns:a="http://schemas.openxmlformats.org/drawingml/2006/main">
              <a:ext uri="{FF2B5EF4-FFF2-40B4-BE49-F238E27FC236}">
                <a16:creationId xmlns:a16="http://schemas.microsoft.com/office/drawing/2014/main" id="{3E717140-A4E5-4FCE-8C9A-02AA8E1C8A4C}"/>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조사에서 한 줄 변경까지</a:t>
            </a:r>
          </a:p>
        </p:txBody>
      </p:sp>
      <p:sp>
        <p:nvSpPr>
          <p:cNvPr id="4" name="">
            <a:extLst xmlns:a="http://schemas.openxmlformats.org/drawingml/2006/main">
              <a:ext uri="{FF2B5EF4-FFF2-40B4-BE49-F238E27FC236}">
                <a16:creationId xmlns:a16="http://schemas.microsoft.com/office/drawing/2014/main" id="{B00A2691-25EF-466A-9CEE-DDB29E6646A4}"/>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 STATE-00 → STATE-00-FIXED · 실제 diff를 재구성한 도식">
            <a:extLst xmlns:a="http://schemas.openxmlformats.org/drawingml/2006/main">
              <a:ext uri="{FF2B5EF4-FFF2-40B4-BE49-F238E27FC236}">
                <a16:creationId xmlns:a16="http://schemas.microsoft.com/office/drawing/2014/main" id="{717AC08C-104C-47A6-8C41-F660AFD09D7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 STATE-00 → STATE-00-FIXED · 실제 diff를 재구성한 도식</a:t>
            </a:r>
          </a:p>
        </p:txBody>
      </p:sp>
      <p:sp>
        <p:nvSpPr>
          <p:cNvPr id="6" name="src/graypipe/transform.py · 단일 CLI 기록 · 실제 터미널 화면이 아님">
            <a:extLst xmlns:a="http://schemas.openxmlformats.org/drawingml/2006/main">
              <a:ext uri="{FF2B5EF4-FFF2-40B4-BE49-F238E27FC236}">
                <a16:creationId xmlns:a16="http://schemas.microsoft.com/office/drawing/2014/main" id="{C201CC3C-630E-4968-8F71-78269A13F268}"/>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src/graypipe/transform.py · 단일 CLI 기록 · 실제 터미널 화면이 아님</a:t>
            </a:r>
          </a:p>
        </p:txBody>
      </p:sp>
      <p:sp>
        <p:nvSpPr>
          <p:cNvPr id="7" name="요청한 02 조사 · 03 계획 · 04 최소 수정">
            <a:extLst xmlns:a="http://schemas.openxmlformats.org/drawingml/2006/main">
              <a:ext uri="{FF2B5EF4-FFF2-40B4-BE49-F238E27FC236}">
                <a16:creationId xmlns:a16="http://schemas.microsoft.com/office/drawing/2014/main" id="{96982940-4774-41C9-B1F5-1F07285FF1F8}"/>
              </a:ext>
            </a:extLst>
          </p:cNvPr>
          <p:cNvSpPr>
            <a:spLocks xmlns:a="http://schemas.openxmlformats.org/drawingml/2006/main" noGrp="1"/>
          </p:cNvSpPr>
          <p:nvPr/>
        </p:nvSpPr>
        <p:spPr>
          <a:xfrm xmlns:a="http://schemas.openxmlformats.org/drawingml/2006/main">
            <a:off x="609600" y="21336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요청한 02 조사 · 03 계획 · 04 최소 수정</a:t>
            </a:r>
          </a:p>
        </p:txBody>
      </p:sp>
      <p:sp>
        <p:nvSpPr>
          <p:cNvPr id="8" name="끝 좌표를 제외하는 명세: [x_start, x_end)">
            <a:extLst xmlns:a="http://schemas.openxmlformats.org/drawingml/2006/main">
              <a:ext uri="{FF2B5EF4-FFF2-40B4-BE49-F238E27FC236}">
                <a16:creationId xmlns:a16="http://schemas.microsoft.com/office/drawing/2014/main" id="{F9A33FF4-0842-4FFF-9772-EF6FA65B06CD}"/>
              </a:ext>
            </a:extLst>
          </p:cNvPr>
          <p:cNvSpPr>
            <a:spLocks xmlns:a="http://schemas.openxmlformats.org/drawingml/2006/main" noGrp="1"/>
          </p:cNvSpPr>
          <p:nvPr/>
        </p:nvSpPr>
        <p:spPr>
          <a:xfrm xmlns:a="http://schemas.openxmlformats.org/drawingml/2006/main">
            <a:off x="609600" y="278130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끝 좌표를 제외하는 명세: [x_start, x_end)</a:t>
            </a:r>
          </a:p>
        </p:txBody>
      </p:sp>
      <p:sp>
        <p:nvSpPr>
          <p:cNvPr id="9" name="">
            <a:extLst xmlns:a="http://schemas.openxmlformats.org/drawingml/2006/main">
              <a:ext uri="{FF2B5EF4-FFF2-40B4-BE49-F238E27FC236}">
                <a16:creationId xmlns:a16="http://schemas.microsoft.com/office/drawing/2014/main" id="{A84D4543-73F2-4316-877D-2BCCB4A86065}"/>
              </a:ext>
            </a:extLst>
          </p:cNvPr>
          <p:cNvSpPr>
            <a:spLocks xmlns:a="http://schemas.openxmlformats.org/drawingml/2006/main" noGrp="1"/>
          </p:cNvSpPr>
          <p:nvPr/>
        </p:nvSpPr>
        <p:spPr>
          <a:xfrm xmlns:a="http://schemas.openxmlformats.org/drawingml/2006/main">
            <a:off x="609600" y="3533775"/>
            <a:ext cx="5200650" cy="1171575"/>
          </a:xfrm>
          <a:prstGeom xmlns:a="http://schemas.openxmlformats.org/drawingml/2006/main" prst="rect">
            <a:avLst/>
          </a:prstGeom>
          <a:solidFill xmlns:a="http://schemas.openxmlformats.org/drawingml/2006/main">
            <a:srgbClr val="FBE4D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A59B38B-F9CB-4DDA-B9A7-7788E4287FCB}"/>
              </a:ext>
            </a:extLst>
          </p:cNvPr>
          <p:cNvSpPr>
            <a:spLocks xmlns:a="http://schemas.openxmlformats.org/drawingml/2006/main" noGrp="1"/>
          </p:cNvSpPr>
          <p:nvPr/>
        </p:nvSpPr>
        <p:spPr>
          <a:xfrm xmlns:a="http://schemas.openxmlformats.org/drawingml/2006/main">
            <a:off x="6381750" y="3533775"/>
            <a:ext cx="5200650" cy="117157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1" name="변경 전">
            <a:extLst xmlns:a="http://schemas.openxmlformats.org/drawingml/2006/main">
              <a:ext uri="{FF2B5EF4-FFF2-40B4-BE49-F238E27FC236}">
                <a16:creationId xmlns:a16="http://schemas.microsoft.com/office/drawing/2014/main" id="{6DF60F0A-A213-4E10-9B19-68F0ADB0C9C9}"/>
              </a:ext>
            </a:extLst>
          </p:cNvPr>
          <p:cNvSpPr>
            <a:spLocks xmlns:a="http://schemas.openxmlformats.org/drawingml/2006/main" noGrp="1"/>
          </p:cNvSpPr>
          <p:nvPr/>
        </p:nvSpPr>
        <p:spPr>
          <a:xfrm xmlns:a="http://schemas.openxmlformats.org/drawingml/2006/main">
            <a:off x="800100" y="36480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42318"/>
                </a:solidFill>
                <a:latin typeface="Malgun Gothic"/>
                <a:ea typeface="Malgun Gothic"/>
                <a:cs typeface="Malgun Gothic"/>
              </a:defRPr>
            </a:defPPr>
            <a:lvl1pPr algn="l">
              <a:defRPr sz="2100" b="1">
                <a:solidFill>
                  <a:srgbClr val="B42318"/>
                </a:solidFill>
                <a:latin typeface="Malgun Gothic"/>
                <a:ea typeface="Malgun Gothic"/>
                <a:cs typeface="Malgun Gothic"/>
              </a:defRPr>
            </a:lvl1pPr>
            <a:lvl2pPr algn="l">
              <a:defRPr sz="2100" b="1">
                <a:solidFill>
                  <a:srgbClr val="B42318"/>
                </a:solidFill>
                <a:latin typeface="Malgun Gothic"/>
                <a:ea typeface="Malgun Gothic"/>
                <a:cs typeface="Malgun Gothic"/>
              </a:defRPr>
            </a:lvl2pPr>
            <a:lvl3pPr algn="l">
              <a:defRPr sz="2100" b="1">
                <a:solidFill>
                  <a:srgbClr val="B42318"/>
                </a:solidFill>
                <a:latin typeface="Malgun Gothic"/>
                <a:ea typeface="Malgun Gothic"/>
                <a:cs typeface="Malgun Gothic"/>
              </a:defRPr>
            </a:lvl3pPr>
            <a:lvl4pPr algn="l">
              <a:defRPr sz="2100" b="1">
                <a:solidFill>
                  <a:srgbClr val="B42318"/>
                </a:solidFill>
                <a:latin typeface="Malgun Gothic"/>
                <a:ea typeface="Malgun Gothic"/>
                <a:cs typeface="Malgun Gothic"/>
              </a:defRPr>
            </a:lvl4pPr>
            <a:lvl5pPr algn="l">
              <a:defRPr sz="2100" b="1">
                <a:solidFill>
                  <a:srgbClr val="B42318"/>
                </a:solidFill>
                <a:latin typeface="Malgun Gothic"/>
                <a:ea typeface="Malgun Gothic"/>
                <a:cs typeface="Malgun Gothic"/>
              </a:defRPr>
            </a:lvl5pPr>
            <a:lvl6pPr algn="l">
              <a:defRPr sz="2100" b="1">
                <a:solidFill>
                  <a:srgbClr val="B42318"/>
                </a:solidFill>
                <a:latin typeface="Malgun Gothic"/>
                <a:ea typeface="Malgun Gothic"/>
                <a:cs typeface="Malgun Gothic"/>
              </a:defRPr>
            </a:lvl6pPr>
            <a:lvl7pPr algn="l">
              <a:defRPr sz="2100" b="1">
                <a:solidFill>
                  <a:srgbClr val="B42318"/>
                </a:solidFill>
                <a:latin typeface="Malgun Gothic"/>
                <a:ea typeface="Malgun Gothic"/>
                <a:cs typeface="Malgun Gothic"/>
              </a:defRPr>
            </a:lvl7pPr>
            <a:lvl8pPr algn="l">
              <a:defRPr sz="2100" b="1">
                <a:solidFill>
                  <a:srgbClr val="B42318"/>
                </a:solidFill>
                <a:latin typeface="Malgun Gothic"/>
                <a:ea typeface="Malgun Gothic"/>
                <a:cs typeface="Malgun Gothic"/>
              </a:defRPr>
            </a:lvl8pPr>
            <a:lvl9pPr algn="l">
              <a:defRPr sz="2100" b="1">
                <a:solidFill>
                  <a:srgbClr val="B42318"/>
                </a:solidFill>
                <a:latin typeface="Malgun Gothic"/>
                <a:ea typeface="Malgun Gothic"/>
                <a:cs typeface="Malgun Gothic"/>
              </a:defRPr>
            </a:lvl9pPr>
          </a:lstStyle>
          <a:p xmlns:a="http://schemas.openxmlformats.org/drawingml/2006/main">
            <a:pPr algn="l">
              <a:defRPr sz="2100" b="1">
                <a:solidFill>
                  <a:srgbClr val="B42318"/>
                </a:solidFill>
                <a:latin typeface="Malgun Gothic"/>
                <a:ea typeface="Malgun Gothic"/>
                <a:cs typeface="Malgun Gothic"/>
              </a:defRPr>
            </a:pPr>
            <a:r>
              <a:rPr sz="2100" b="1">
                <a:solidFill>
                  <a:srgbClr val="B42318"/>
                </a:solidFill>
                <a:latin typeface="Malgun Gothic"/>
                <a:ea typeface="Malgun Gothic"/>
                <a:cs typeface="Malgun Gothic"/>
              </a:rPr>
              <a:t>변경 전</a:t>
            </a:r>
          </a:p>
        </p:txBody>
      </p:sp>
      <p:sp>
        <p:nvSpPr>
          <p:cNvPr id="12" name="변경 후">
            <a:extLst xmlns:a="http://schemas.openxmlformats.org/drawingml/2006/main">
              <a:ext uri="{FF2B5EF4-FFF2-40B4-BE49-F238E27FC236}">
                <a16:creationId xmlns:a16="http://schemas.microsoft.com/office/drawing/2014/main" id="{1AEE1FF7-43E3-4A71-B385-60ED509923E2}"/>
              </a:ext>
            </a:extLst>
          </p:cNvPr>
          <p:cNvSpPr>
            <a:spLocks xmlns:a="http://schemas.openxmlformats.org/drawingml/2006/main" noGrp="1"/>
          </p:cNvSpPr>
          <p:nvPr/>
        </p:nvSpPr>
        <p:spPr>
          <a:xfrm xmlns:a="http://schemas.openxmlformats.org/drawingml/2006/main">
            <a:off x="6572250" y="3648075"/>
            <a:ext cx="48196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변경 후</a:t>
            </a:r>
          </a:p>
        </p:txBody>
      </p:sp>
      <p:sp>
        <p:nvSpPr>
          <p:cNvPr id="13" name="row[x_start : x_end + 1]">
            <a:extLst xmlns:a="http://schemas.openxmlformats.org/drawingml/2006/main">
              <a:ext uri="{FF2B5EF4-FFF2-40B4-BE49-F238E27FC236}">
                <a16:creationId xmlns:a16="http://schemas.microsoft.com/office/drawing/2014/main" id="{59F05E67-DA3F-4ADB-BF56-21AF71451E7F}"/>
              </a:ext>
            </a:extLst>
          </p:cNvPr>
          <p:cNvSpPr>
            <a:spLocks xmlns:a="http://schemas.openxmlformats.org/drawingml/2006/main" noGrp="1"/>
          </p:cNvSpPr>
          <p:nvPr/>
        </p:nvSpPr>
        <p:spPr>
          <a:xfrm xmlns:a="http://schemas.openxmlformats.org/drawingml/2006/main">
            <a:off x="800100" y="4152900"/>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B42318"/>
                </a:solidFill>
                <a:latin typeface="Consolas"/>
                <a:ea typeface="Consolas"/>
                <a:cs typeface="Consolas"/>
              </a:defRPr>
            </a:defPPr>
            <a:lvl1pPr algn="l">
              <a:defRPr sz="2100" b="1">
                <a:solidFill>
                  <a:srgbClr val="B42318"/>
                </a:solidFill>
                <a:latin typeface="Consolas"/>
                <a:ea typeface="Consolas"/>
                <a:cs typeface="Consolas"/>
              </a:defRPr>
            </a:lvl1pPr>
            <a:lvl2pPr algn="l">
              <a:defRPr sz="2100" b="1">
                <a:solidFill>
                  <a:srgbClr val="B42318"/>
                </a:solidFill>
                <a:latin typeface="Consolas"/>
                <a:ea typeface="Consolas"/>
                <a:cs typeface="Consolas"/>
              </a:defRPr>
            </a:lvl2pPr>
            <a:lvl3pPr algn="l">
              <a:defRPr sz="2100" b="1">
                <a:solidFill>
                  <a:srgbClr val="B42318"/>
                </a:solidFill>
                <a:latin typeface="Consolas"/>
                <a:ea typeface="Consolas"/>
                <a:cs typeface="Consolas"/>
              </a:defRPr>
            </a:lvl3pPr>
            <a:lvl4pPr algn="l">
              <a:defRPr sz="2100" b="1">
                <a:solidFill>
                  <a:srgbClr val="B42318"/>
                </a:solidFill>
                <a:latin typeface="Consolas"/>
                <a:ea typeface="Consolas"/>
                <a:cs typeface="Consolas"/>
              </a:defRPr>
            </a:lvl4pPr>
            <a:lvl5pPr algn="l">
              <a:defRPr sz="2100" b="1">
                <a:solidFill>
                  <a:srgbClr val="B42318"/>
                </a:solidFill>
                <a:latin typeface="Consolas"/>
                <a:ea typeface="Consolas"/>
                <a:cs typeface="Consolas"/>
              </a:defRPr>
            </a:lvl5pPr>
            <a:lvl6pPr algn="l">
              <a:defRPr sz="2100" b="1">
                <a:solidFill>
                  <a:srgbClr val="B42318"/>
                </a:solidFill>
                <a:latin typeface="Consolas"/>
                <a:ea typeface="Consolas"/>
                <a:cs typeface="Consolas"/>
              </a:defRPr>
            </a:lvl6pPr>
            <a:lvl7pPr algn="l">
              <a:defRPr sz="2100" b="1">
                <a:solidFill>
                  <a:srgbClr val="B42318"/>
                </a:solidFill>
                <a:latin typeface="Consolas"/>
                <a:ea typeface="Consolas"/>
                <a:cs typeface="Consolas"/>
              </a:defRPr>
            </a:lvl7pPr>
            <a:lvl8pPr algn="l">
              <a:defRPr sz="2100" b="1">
                <a:solidFill>
                  <a:srgbClr val="B42318"/>
                </a:solidFill>
                <a:latin typeface="Consolas"/>
                <a:ea typeface="Consolas"/>
                <a:cs typeface="Consolas"/>
              </a:defRPr>
            </a:lvl8pPr>
            <a:lvl9pPr algn="l">
              <a:defRPr sz="2100" b="1">
                <a:solidFill>
                  <a:srgbClr val="B42318"/>
                </a:solidFill>
                <a:latin typeface="Consolas"/>
                <a:ea typeface="Consolas"/>
                <a:cs typeface="Consolas"/>
              </a:defRPr>
            </a:lvl9pPr>
          </a:lstStyle>
          <a:p xmlns:a="http://schemas.openxmlformats.org/drawingml/2006/main">
            <a:pPr algn="l">
              <a:defRPr sz="2100" b="1">
                <a:solidFill>
                  <a:srgbClr val="B42318"/>
                </a:solidFill>
                <a:latin typeface="Consolas"/>
                <a:ea typeface="Consolas"/>
                <a:cs typeface="Consolas"/>
              </a:defRPr>
            </a:pPr>
            <a:r>
              <a:rPr sz="2100" b="1">
                <a:solidFill>
                  <a:srgbClr val="B42318"/>
                </a:solidFill>
                <a:latin typeface="Consolas"/>
                <a:ea typeface="Consolas"/>
                <a:cs typeface="Consolas"/>
              </a:rPr>
              <a:t>row[x_start : x_end + 1]</a:t>
            </a:r>
          </a:p>
        </p:txBody>
      </p:sp>
      <p:sp>
        <p:nvSpPr>
          <p:cNvPr id="14" name="row[x_start : x_end]">
            <a:extLst xmlns:a="http://schemas.openxmlformats.org/drawingml/2006/main">
              <a:ext uri="{FF2B5EF4-FFF2-40B4-BE49-F238E27FC236}">
                <a16:creationId xmlns:a16="http://schemas.microsoft.com/office/drawing/2014/main" id="{58E0D85A-7247-4A68-A4B2-C048A845BD02}"/>
              </a:ext>
            </a:extLst>
          </p:cNvPr>
          <p:cNvSpPr>
            <a:spLocks xmlns:a="http://schemas.openxmlformats.org/drawingml/2006/main" noGrp="1"/>
          </p:cNvSpPr>
          <p:nvPr/>
        </p:nvSpPr>
        <p:spPr>
          <a:xfrm xmlns:a="http://schemas.openxmlformats.org/drawingml/2006/main">
            <a:off x="6572250" y="4152900"/>
            <a:ext cx="4819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Consolas"/>
                <a:ea typeface="Consolas"/>
                <a:cs typeface="Consolas"/>
              </a:defRPr>
            </a:defPPr>
            <a:lvl1pPr algn="l">
              <a:defRPr sz="2100" b="1">
                <a:solidFill>
                  <a:srgbClr val="0B6172"/>
                </a:solidFill>
                <a:latin typeface="Consolas"/>
                <a:ea typeface="Consolas"/>
                <a:cs typeface="Consolas"/>
              </a:defRPr>
            </a:lvl1pPr>
            <a:lvl2pPr algn="l">
              <a:defRPr sz="2100" b="1">
                <a:solidFill>
                  <a:srgbClr val="0B6172"/>
                </a:solidFill>
                <a:latin typeface="Consolas"/>
                <a:ea typeface="Consolas"/>
                <a:cs typeface="Consolas"/>
              </a:defRPr>
            </a:lvl2pPr>
            <a:lvl3pPr algn="l">
              <a:defRPr sz="2100" b="1">
                <a:solidFill>
                  <a:srgbClr val="0B6172"/>
                </a:solidFill>
                <a:latin typeface="Consolas"/>
                <a:ea typeface="Consolas"/>
                <a:cs typeface="Consolas"/>
              </a:defRPr>
            </a:lvl3pPr>
            <a:lvl4pPr algn="l">
              <a:defRPr sz="2100" b="1">
                <a:solidFill>
                  <a:srgbClr val="0B6172"/>
                </a:solidFill>
                <a:latin typeface="Consolas"/>
                <a:ea typeface="Consolas"/>
                <a:cs typeface="Consolas"/>
              </a:defRPr>
            </a:lvl4pPr>
            <a:lvl5pPr algn="l">
              <a:defRPr sz="2100" b="1">
                <a:solidFill>
                  <a:srgbClr val="0B6172"/>
                </a:solidFill>
                <a:latin typeface="Consolas"/>
                <a:ea typeface="Consolas"/>
                <a:cs typeface="Consolas"/>
              </a:defRPr>
            </a:lvl5pPr>
            <a:lvl6pPr algn="l">
              <a:defRPr sz="2100" b="1">
                <a:solidFill>
                  <a:srgbClr val="0B6172"/>
                </a:solidFill>
                <a:latin typeface="Consolas"/>
                <a:ea typeface="Consolas"/>
                <a:cs typeface="Consolas"/>
              </a:defRPr>
            </a:lvl6pPr>
            <a:lvl7pPr algn="l">
              <a:defRPr sz="2100" b="1">
                <a:solidFill>
                  <a:srgbClr val="0B6172"/>
                </a:solidFill>
                <a:latin typeface="Consolas"/>
                <a:ea typeface="Consolas"/>
                <a:cs typeface="Consolas"/>
              </a:defRPr>
            </a:lvl7pPr>
            <a:lvl8pPr algn="l">
              <a:defRPr sz="2100" b="1">
                <a:solidFill>
                  <a:srgbClr val="0B6172"/>
                </a:solidFill>
                <a:latin typeface="Consolas"/>
                <a:ea typeface="Consolas"/>
                <a:cs typeface="Consolas"/>
              </a:defRPr>
            </a:lvl8pPr>
            <a:lvl9pPr algn="l">
              <a:defRPr sz="2100" b="1">
                <a:solidFill>
                  <a:srgbClr val="0B6172"/>
                </a:solidFill>
                <a:latin typeface="Consolas"/>
                <a:ea typeface="Consolas"/>
                <a:cs typeface="Consolas"/>
              </a:defRPr>
            </a:lvl9pPr>
          </a:lstStyle>
          <a:p xmlns:a="http://schemas.openxmlformats.org/drawingml/2006/main">
            <a:pPr algn="l">
              <a:defRPr sz="2100" b="1">
                <a:solidFill>
                  <a:srgbClr val="0B6172"/>
                </a:solidFill>
                <a:latin typeface="Consolas"/>
                <a:ea typeface="Consolas"/>
                <a:cs typeface="Consolas"/>
              </a:defRPr>
            </a:pPr>
            <a:r>
              <a:rPr sz="2100" b="1">
                <a:solidFill>
                  <a:srgbClr val="0B6172"/>
                </a:solidFill>
                <a:latin typeface="Consolas"/>
                <a:ea typeface="Consolas"/>
                <a:cs typeface="Consolas"/>
              </a:rPr>
              <a:t>row[x_start : x_end]</a:t>
            </a:r>
          </a:p>
        </p:txBody>
      </p:sp>
      <p:sp>
        <p:nvSpPr>
          <p:cNvPr id="15" name="">
            <a:extLst xmlns:a="http://schemas.openxmlformats.org/drawingml/2006/main">
              <a:ext uri="{FF2B5EF4-FFF2-40B4-BE49-F238E27FC236}">
                <a16:creationId xmlns:a16="http://schemas.microsoft.com/office/drawing/2014/main" id="{D0F84146-A51A-4141-B8D0-D9F3AD09BF31}"/>
              </a:ext>
            </a:extLst>
          </p:cNvPr>
          <p:cNvSpPr>
            <a:spLocks xmlns:a="http://schemas.openxmlformats.org/drawingml/2006/main" noGrp="1"/>
          </p:cNvSpPr>
          <p:nvPr/>
        </p:nvSpPr>
        <p:spPr>
          <a:xfrm xmlns:a="http://schemas.openxmlformats.org/drawingml/2006/main">
            <a:off x="5953125" y="4057650"/>
            <a:ext cx="285750" cy="228600"/>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16" name="crop(image, 1, 3)">
            <a:extLst xmlns:a="http://schemas.openxmlformats.org/drawingml/2006/main">
              <a:ext uri="{FF2B5EF4-FFF2-40B4-BE49-F238E27FC236}">
                <a16:creationId xmlns:a16="http://schemas.microsoft.com/office/drawing/2014/main" id="{68A31F1E-1150-4F42-B7AC-5BDD4ACF4631}"/>
              </a:ext>
            </a:extLst>
          </p:cNvPr>
          <p:cNvSpPr>
            <a:spLocks xmlns:a="http://schemas.openxmlformats.org/drawingml/2006/main" noGrp="1"/>
          </p:cNvSpPr>
          <p:nvPr/>
        </p:nvSpPr>
        <p:spPr>
          <a:xfrm xmlns:a="http://schemas.openxmlformats.org/drawingml/2006/main">
            <a:off x="609600" y="5095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4D5A68"/>
                </a:solidFill>
                <a:latin typeface="Consolas"/>
                <a:ea typeface="Consolas"/>
                <a:cs typeface="Consolas"/>
              </a:defRPr>
            </a:defPPr>
            <a:lvl1pPr algn="l">
              <a:defRPr sz="2175" b="0">
                <a:solidFill>
                  <a:srgbClr val="4D5A68"/>
                </a:solidFill>
                <a:latin typeface="Consolas"/>
                <a:ea typeface="Consolas"/>
                <a:cs typeface="Consolas"/>
              </a:defRPr>
            </a:lvl1pPr>
            <a:lvl2pPr algn="l">
              <a:defRPr sz="2175" b="0">
                <a:solidFill>
                  <a:srgbClr val="4D5A68"/>
                </a:solidFill>
                <a:latin typeface="Consolas"/>
                <a:ea typeface="Consolas"/>
                <a:cs typeface="Consolas"/>
              </a:defRPr>
            </a:lvl2pPr>
            <a:lvl3pPr algn="l">
              <a:defRPr sz="2175" b="0">
                <a:solidFill>
                  <a:srgbClr val="4D5A68"/>
                </a:solidFill>
                <a:latin typeface="Consolas"/>
                <a:ea typeface="Consolas"/>
                <a:cs typeface="Consolas"/>
              </a:defRPr>
            </a:lvl3pPr>
            <a:lvl4pPr algn="l">
              <a:defRPr sz="2175" b="0">
                <a:solidFill>
                  <a:srgbClr val="4D5A68"/>
                </a:solidFill>
                <a:latin typeface="Consolas"/>
                <a:ea typeface="Consolas"/>
                <a:cs typeface="Consolas"/>
              </a:defRPr>
            </a:lvl4pPr>
            <a:lvl5pPr algn="l">
              <a:defRPr sz="2175" b="0">
                <a:solidFill>
                  <a:srgbClr val="4D5A68"/>
                </a:solidFill>
                <a:latin typeface="Consolas"/>
                <a:ea typeface="Consolas"/>
                <a:cs typeface="Consolas"/>
              </a:defRPr>
            </a:lvl5pPr>
            <a:lvl6pPr algn="l">
              <a:defRPr sz="2175" b="0">
                <a:solidFill>
                  <a:srgbClr val="4D5A68"/>
                </a:solidFill>
                <a:latin typeface="Consolas"/>
                <a:ea typeface="Consolas"/>
                <a:cs typeface="Consolas"/>
              </a:defRPr>
            </a:lvl6pPr>
            <a:lvl7pPr algn="l">
              <a:defRPr sz="2175" b="0">
                <a:solidFill>
                  <a:srgbClr val="4D5A68"/>
                </a:solidFill>
                <a:latin typeface="Consolas"/>
                <a:ea typeface="Consolas"/>
                <a:cs typeface="Consolas"/>
              </a:defRPr>
            </a:lvl7pPr>
            <a:lvl8pPr algn="l">
              <a:defRPr sz="2175" b="0">
                <a:solidFill>
                  <a:srgbClr val="4D5A68"/>
                </a:solidFill>
                <a:latin typeface="Consolas"/>
                <a:ea typeface="Consolas"/>
                <a:cs typeface="Consolas"/>
              </a:defRPr>
            </a:lvl8pPr>
            <a:lvl9pPr algn="l">
              <a:defRPr sz="2175" b="0">
                <a:solidFill>
                  <a:srgbClr val="4D5A68"/>
                </a:solidFill>
                <a:latin typeface="Consolas"/>
                <a:ea typeface="Consolas"/>
                <a:cs typeface="Consolas"/>
              </a:defRPr>
            </a:lvl9pPr>
          </a:lstStyle>
          <a:p xmlns:a="http://schemas.openxmlformats.org/drawingml/2006/main">
            <a:pPr algn="l">
              <a:defRPr sz="2175" b="0">
                <a:solidFill>
                  <a:srgbClr val="4D5A68"/>
                </a:solidFill>
                <a:latin typeface="Consolas"/>
                <a:ea typeface="Consolas"/>
                <a:cs typeface="Consolas"/>
              </a:defRPr>
            </a:pPr>
            <a:r>
              <a:rPr sz="2175" b="0">
                <a:solidFill>
                  <a:srgbClr val="4D5A68"/>
                </a:solidFill>
                <a:latin typeface="Consolas"/>
                <a:ea typeface="Consolas"/>
                <a:cs typeface="Consolas"/>
              </a:rPr>
              <a:t>crop(image, 1, 3)</a:t>
            </a:r>
          </a:p>
        </p:txBody>
      </p:sp>
      <p:sp>
        <p:nvSpPr>
          <p:cNvPr id="17" name="너비 3 → 명세대로 너비 2">
            <a:extLst xmlns:a="http://schemas.openxmlformats.org/drawingml/2006/main">
              <a:ext uri="{FF2B5EF4-FFF2-40B4-BE49-F238E27FC236}">
                <a16:creationId xmlns:a16="http://schemas.microsoft.com/office/drawing/2014/main" id="{DCE73184-1E05-496F-A7D3-822E8B25EC0F}"/>
              </a:ext>
            </a:extLst>
          </p:cNvPr>
          <p:cNvSpPr>
            <a:spLocks xmlns:a="http://schemas.openxmlformats.org/drawingml/2006/main" noGrp="1"/>
          </p:cNvSpPr>
          <p:nvPr/>
        </p:nvSpPr>
        <p:spPr>
          <a:xfrm xmlns:a="http://schemas.openxmlformats.org/drawingml/2006/main">
            <a:off x="5086350" y="5095875"/>
            <a:ext cx="64960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17212B"/>
                </a:solidFill>
                <a:latin typeface="Malgun Gothic"/>
                <a:ea typeface="Malgun Gothic"/>
                <a:cs typeface="Malgun Gothic"/>
              </a:defRPr>
            </a:defPPr>
            <a:lvl1pPr algn="l">
              <a:defRPr sz="2400" b="1">
                <a:solidFill>
                  <a:srgbClr val="17212B"/>
                </a:solidFill>
                <a:latin typeface="Malgun Gothic"/>
                <a:ea typeface="Malgun Gothic"/>
                <a:cs typeface="Malgun Gothic"/>
              </a:defRPr>
            </a:lvl1pPr>
            <a:lvl2pPr algn="l">
              <a:defRPr sz="2400" b="1">
                <a:solidFill>
                  <a:srgbClr val="17212B"/>
                </a:solidFill>
                <a:latin typeface="Malgun Gothic"/>
                <a:ea typeface="Malgun Gothic"/>
                <a:cs typeface="Malgun Gothic"/>
              </a:defRPr>
            </a:lvl2pPr>
            <a:lvl3pPr algn="l">
              <a:defRPr sz="2400" b="1">
                <a:solidFill>
                  <a:srgbClr val="17212B"/>
                </a:solidFill>
                <a:latin typeface="Malgun Gothic"/>
                <a:ea typeface="Malgun Gothic"/>
                <a:cs typeface="Malgun Gothic"/>
              </a:defRPr>
            </a:lvl3pPr>
            <a:lvl4pPr algn="l">
              <a:defRPr sz="2400" b="1">
                <a:solidFill>
                  <a:srgbClr val="17212B"/>
                </a:solidFill>
                <a:latin typeface="Malgun Gothic"/>
                <a:ea typeface="Malgun Gothic"/>
                <a:cs typeface="Malgun Gothic"/>
              </a:defRPr>
            </a:lvl4pPr>
            <a:lvl5pPr algn="l">
              <a:defRPr sz="2400" b="1">
                <a:solidFill>
                  <a:srgbClr val="17212B"/>
                </a:solidFill>
                <a:latin typeface="Malgun Gothic"/>
                <a:ea typeface="Malgun Gothic"/>
                <a:cs typeface="Malgun Gothic"/>
              </a:defRPr>
            </a:lvl5pPr>
            <a:lvl6pPr algn="l">
              <a:defRPr sz="2400" b="1">
                <a:solidFill>
                  <a:srgbClr val="17212B"/>
                </a:solidFill>
                <a:latin typeface="Malgun Gothic"/>
                <a:ea typeface="Malgun Gothic"/>
                <a:cs typeface="Malgun Gothic"/>
              </a:defRPr>
            </a:lvl6pPr>
            <a:lvl7pPr algn="l">
              <a:defRPr sz="2400" b="1">
                <a:solidFill>
                  <a:srgbClr val="17212B"/>
                </a:solidFill>
                <a:latin typeface="Malgun Gothic"/>
                <a:ea typeface="Malgun Gothic"/>
                <a:cs typeface="Malgun Gothic"/>
              </a:defRPr>
            </a:lvl7pPr>
            <a:lvl8pPr algn="l">
              <a:defRPr sz="2400" b="1">
                <a:solidFill>
                  <a:srgbClr val="17212B"/>
                </a:solidFill>
                <a:latin typeface="Malgun Gothic"/>
                <a:ea typeface="Malgun Gothic"/>
                <a:cs typeface="Malgun Gothic"/>
              </a:defRPr>
            </a:lvl8pPr>
            <a:lvl9pPr algn="l">
              <a:defRPr sz="2400" b="1">
                <a:solidFill>
                  <a:srgbClr val="17212B"/>
                </a:solidFill>
                <a:latin typeface="Malgun Gothic"/>
                <a:ea typeface="Malgun Gothic"/>
                <a:cs typeface="Malgun Gothic"/>
              </a:defRPr>
            </a:lvl9pPr>
          </a:lstStyle>
          <a:p xmlns:a="http://schemas.openxmlformats.org/drawingml/2006/main">
            <a:pPr algn="l">
              <a:defRPr sz="2400" b="1">
                <a:solidFill>
                  <a:srgbClr val="17212B"/>
                </a:solidFill>
                <a:latin typeface="Malgun Gothic"/>
                <a:ea typeface="Malgun Gothic"/>
                <a:cs typeface="Malgun Gothic"/>
              </a:defRPr>
            </a:pPr>
            <a:r>
              <a:rPr sz="2400" b="1">
                <a:solidFill>
                  <a:srgbClr val="17212B"/>
                </a:solidFill>
                <a:latin typeface="Malgun Gothic"/>
                <a:ea typeface="Malgun Gothic"/>
                <a:cs typeface="Malgun Gothic"/>
              </a:rPr>
              <a:t>너비 3 → 명세대로 너비 2</a:t>
            </a:r>
          </a:p>
        </p:txBody>
      </p:sp>
      <p:sp>
        <p:nvSpPr>
          <p:cNvPr id="18" name="다음은 요청한 05 확인·보고의 근거를 살펴본다.">
            <a:extLst xmlns:a="http://schemas.openxmlformats.org/drawingml/2006/main">
              <a:ext uri="{FF2B5EF4-FFF2-40B4-BE49-F238E27FC236}">
                <a16:creationId xmlns:a16="http://schemas.microsoft.com/office/drawing/2014/main" id="{58153726-F6B3-4C7C-8463-768F5B4143F1}"/>
              </a:ext>
            </a:extLst>
          </p:cNvPr>
          <p:cNvSpPr>
            <a:spLocks xmlns:a="http://schemas.openxmlformats.org/drawingml/2006/main" noGrp="1"/>
          </p:cNvSpPr>
          <p:nvPr/>
        </p:nvSpPr>
        <p:spPr>
          <a:xfrm xmlns:a="http://schemas.openxmlformats.org/drawingml/2006/main">
            <a:off x="609600" y="5534025"/>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650" b="0">
                <a:solidFill>
                  <a:srgbClr val="0B6172"/>
                </a:solidFill>
                <a:latin typeface="Malgun Gothic"/>
                <a:ea typeface="Malgun Gothic"/>
                <a:cs typeface="Malgun Gothic"/>
              </a:defRPr>
            </a:defPPr>
            <a:lvl1pPr algn="l">
              <a:defRPr sz="1650" b="0">
                <a:solidFill>
                  <a:srgbClr val="0B6172"/>
                </a:solidFill>
                <a:latin typeface="Malgun Gothic"/>
                <a:ea typeface="Malgun Gothic"/>
                <a:cs typeface="Malgun Gothic"/>
              </a:defRPr>
            </a:lvl1pPr>
            <a:lvl2pPr algn="l">
              <a:defRPr sz="1650" b="0">
                <a:solidFill>
                  <a:srgbClr val="0B6172"/>
                </a:solidFill>
                <a:latin typeface="Malgun Gothic"/>
                <a:ea typeface="Malgun Gothic"/>
                <a:cs typeface="Malgun Gothic"/>
              </a:defRPr>
            </a:lvl2pPr>
            <a:lvl3pPr algn="l">
              <a:defRPr sz="1650" b="0">
                <a:solidFill>
                  <a:srgbClr val="0B6172"/>
                </a:solidFill>
                <a:latin typeface="Malgun Gothic"/>
                <a:ea typeface="Malgun Gothic"/>
                <a:cs typeface="Malgun Gothic"/>
              </a:defRPr>
            </a:lvl3pPr>
            <a:lvl4pPr algn="l">
              <a:defRPr sz="1650" b="0">
                <a:solidFill>
                  <a:srgbClr val="0B6172"/>
                </a:solidFill>
                <a:latin typeface="Malgun Gothic"/>
                <a:ea typeface="Malgun Gothic"/>
                <a:cs typeface="Malgun Gothic"/>
              </a:defRPr>
            </a:lvl4pPr>
            <a:lvl5pPr algn="l">
              <a:defRPr sz="1650" b="0">
                <a:solidFill>
                  <a:srgbClr val="0B6172"/>
                </a:solidFill>
                <a:latin typeface="Malgun Gothic"/>
                <a:ea typeface="Malgun Gothic"/>
                <a:cs typeface="Malgun Gothic"/>
              </a:defRPr>
            </a:lvl5pPr>
            <a:lvl6pPr algn="l">
              <a:defRPr sz="1650" b="0">
                <a:solidFill>
                  <a:srgbClr val="0B6172"/>
                </a:solidFill>
                <a:latin typeface="Malgun Gothic"/>
                <a:ea typeface="Malgun Gothic"/>
                <a:cs typeface="Malgun Gothic"/>
              </a:defRPr>
            </a:lvl6pPr>
            <a:lvl7pPr algn="l">
              <a:defRPr sz="1650" b="0">
                <a:solidFill>
                  <a:srgbClr val="0B6172"/>
                </a:solidFill>
                <a:latin typeface="Malgun Gothic"/>
                <a:ea typeface="Malgun Gothic"/>
                <a:cs typeface="Malgun Gothic"/>
              </a:defRPr>
            </a:lvl7pPr>
            <a:lvl8pPr algn="l">
              <a:defRPr sz="1650" b="0">
                <a:solidFill>
                  <a:srgbClr val="0B6172"/>
                </a:solidFill>
                <a:latin typeface="Malgun Gothic"/>
                <a:ea typeface="Malgun Gothic"/>
                <a:cs typeface="Malgun Gothic"/>
              </a:defRPr>
            </a:lvl8pPr>
            <a:lvl9pPr algn="l">
              <a:defRPr sz="1650" b="0">
                <a:solidFill>
                  <a:srgbClr val="0B6172"/>
                </a:solidFill>
                <a:latin typeface="Malgun Gothic"/>
                <a:ea typeface="Malgun Gothic"/>
                <a:cs typeface="Malgun Gothic"/>
              </a:defRPr>
            </a:lvl9pPr>
          </a:lstStyle>
          <a:p xmlns:a="http://schemas.openxmlformats.org/drawingml/2006/main">
            <a:pPr algn="l">
              <a:defRPr sz="1650" b="0">
                <a:solidFill>
                  <a:srgbClr val="0B6172"/>
                </a:solidFill>
                <a:latin typeface="Malgun Gothic"/>
                <a:ea typeface="Malgun Gothic"/>
                <a:cs typeface="Malgun Gothic"/>
              </a:defRPr>
            </a:pPr>
            <a:r>
              <a:rPr sz="1650" b="0">
                <a:solidFill>
                  <a:srgbClr val="0B6172"/>
                </a:solidFill>
                <a:latin typeface="Malgun Gothic"/>
                <a:ea typeface="Malgun Gothic"/>
                <a:cs typeface="Malgun Gothic"/>
              </a:rPr>
              <a:t>다음은 요청한 05 확인·보고의 근거를 살펴본다.</a:t>
            </a:r>
          </a:p>
        </p:txBody>
      </p:sp>
      <p:sp>
        <p:nvSpPr>
          <p:cNvPr id="19" name="Legacy module connection">
            <a:extLst xmlns:a="http://schemas.openxmlformats.org/drawingml/2006/main">
              <a:ext uri="{FF2B5EF4-FFF2-40B4-BE49-F238E27FC236}">
                <a16:creationId xmlns:a16="http://schemas.microsoft.com/office/drawing/2014/main" id="{62947BBA-9190-41A1-8605-428E7A7CAA1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704425525"/>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한 확인·보고와 기록의 대응">
            <a:extLst xmlns:a="http://schemas.openxmlformats.org/drawingml/2006/main">
              <a:ext uri="{FF2B5EF4-FFF2-40B4-BE49-F238E27FC236}">
                <a16:creationId xmlns:a16="http://schemas.microsoft.com/office/drawing/2014/main" id="{4AEF494F-7383-4E36-B0E0-498FEB98E4B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요청한 확인·보고와 기록의 대응</a:t>
            </a:r>
          </a:p>
        </p:txBody>
      </p:sp>
      <p:sp>
        <p:nvSpPr>
          <p:cNvPr id="2" name="S23">
            <a:extLst xmlns:a="http://schemas.openxmlformats.org/drawingml/2006/main">
              <a:ext uri="{FF2B5EF4-FFF2-40B4-BE49-F238E27FC236}">
                <a16:creationId xmlns:a16="http://schemas.microsoft.com/office/drawing/2014/main" id="{B7AEA61D-54BD-4AFB-A649-67486FD1664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S23</a:t>
            </a:r>
          </a:p>
        </p:txBody>
      </p:sp>
      <p:sp>
        <p:nvSpPr>
          <p:cNvPr id="3" name="변경 결과와 확인 증거">
            <a:extLst xmlns:a="http://schemas.openxmlformats.org/drawingml/2006/main">
              <a:ext uri="{FF2B5EF4-FFF2-40B4-BE49-F238E27FC236}">
                <a16:creationId xmlns:a16="http://schemas.microsoft.com/office/drawing/2014/main" id="{4585C5E8-203C-485F-9A5B-C3DB2D43E7F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변경 결과와 확인 증거</a:t>
            </a:r>
          </a:p>
        </p:txBody>
      </p:sp>
      <p:sp>
        <p:nvSpPr>
          <p:cNvPr id="4" name="">
            <a:extLst xmlns:a="http://schemas.openxmlformats.org/drawingml/2006/main">
              <a:ext uri="{FF2B5EF4-FFF2-40B4-BE49-F238E27FC236}">
                <a16:creationId xmlns:a16="http://schemas.microsoft.com/office/drawing/2014/main" id="{8E29C98C-A76C-4C72-B998-89AC8423DAD0}"/>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기록 요약 · 단일 Codex CLI 실행 · STATE-00-FIXED">
            <a:extLst xmlns:a="http://schemas.openxmlformats.org/drawingml/2006/main">
              <a:ext uri="{FF2B5EF4-FFF2-40B4-BE49-F238E27FC236}">
                <a16:creationId xmlns:a16="http://schemas.microsoft.com/office/drawing/2014/main" id="{222B1643-064B-4943-9C57-FBE0E9604F9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기록 요약 · 단일 Codex CLI 실행 · STATE-00-FIXED</a:t>
            </a:r>
          </a:p>
        </p:txBody>
      </p:sp>
      <p:sp>
        <p:nvSpPr>
          <p:cNvPr id="6" name="해당 테스트·입력·수정 범위의 확인입니다. 성능 benchmark는 수행하지 않았습니다.">
            <a:extLst xmlns:a="http://schemas.openxmlformats.org/drawingml/2006/main">
              <a:ext uri="{FF2B5EF4-FFF2-40B4-BE49-F238E27FC236}">
                <a16:creationId xmlns:a16="http://schemas.microsoft.com/office/drawing/2014/main" id="{9C767A53-FADF-4EC7-AACE-B27DF1DBFF43}"/>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해당 테스트·입력·수정 범위의 확인입니다. 성능 benchmark는 수행하지 않았습니다.</a:t>
            </a:r>
          </a:p>
        </p:txBody>
      </p:sp>
      <p:sp>
        <p:nvSpPr>
          <p:cNvPr id="7" name="요청한 확인·보고에 어떤 근거가 남았을까?">
            <a:extLst xmlns:a="http://schemas.openxmlformats.org/drawingml/2006/main">
              <a:ext uri="{FF2B5EF4-FFF2-40B4-BE49-F238E27FC236}">
                <a16:creationId xmlns:a16="http://schemas.microsoft.com/office/drawing/2014/main" id="{2186142C-9997-4B21-B1F5-DCD2C3EEBA53}"/>
              </a:ext>
            </a:extLst>
          </p:cNvPr>
          <p:cNvSpPr>
            <a:spLocks xmlns:a="http://schemas.openxmlformats.org/drawingml/2006/main" noGrp="1"/>
          </p:cNvSpPr>
          <p:nvPr/>
        </p:nvSpPr>
        <p:spPr>
          <a:xfrm xmlns:a="http://schemas.openxmlformats.org/drawingml/2006/main">
            <a:off x="609600" y="17145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요청한 확인·보고에 어떤 근거가 남았을까?</a:t>
            </a:r>
          </a:p>
        </p:txBody>
      </p:sp>
      <p:sp>
        <p:nvSpPr>
          <p:cNvPr id="8" name="관련 테스트 실행">
            <a:extLst xmlns:a="http://schemas.openxmlformats.org/drawingml/2006/main">
              <a:ext uri="{FF2B5EF4-FFF2-40B4-BE49-F238E27FC236}">
                <a16:creationId xmlns:a16="http://schemas.microsoft.com/office/drawing/2014/main" id="{0E11E996-3D99-4F60-BE08-1A760D2938D9}"/>
              </a:ext>
            </a:extLst>
          </p:cNvPr>
          <p:cNvSpPr>
            <a:spLocks xmlns:a="http://schemas.openxmlformats.org/drawingml/2006/main" noGrp="1"/>
          </p:cNvSpPr>
          <p:nvPr/>
        </p:nvSpPr>
        <p:spPr>
          <a:xfrm xmlns:a="http://schemas.openxmlformats.org/drawingml/2006/main">
            <a:off x="6096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관련 테스트 실행</a:t>
            </a:r>
          </a:p>
        </p:txBody>
      </p:sp>
      <p:sp>
        <p:nvSpPr>
          <p:cNvPr id="9" name="">
            <a:extLst xmlns:a="http://schemas.openxmlformats.org/drawingml/2006/main">
              <a:ext uri="{FF2B5EF4-FFF2-40B4-BE49-F238E27FC236}">
                <a16:creationId xmlns:a16="http://schemas.microsoft.com/office/drawing/2014/main" id="{F4AF8B5E-9F13-4A1F-971A-7985451B2537}"/>
              </a:ext>
            </a:extLst>
          </p:cNvPr>
          <p:cNvSpPr>
            <a:spLocks xmlns:a="http://schemas.openxmlformats.org/drawingml/2006/main" noGrp="1"/>
          </p:cNvSpPr>
          <p:nvPr/>
        </p:nvSpPr>
        <p:spPr>
          <a:xfrm xmlns:a="http://schemas.openxmlformats.org/drawingml/2006/main">
            <a:off x="6096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3 / 3">
            <a:extLst xmlns:a="http://schemas.openxmlformats.org/drawingml/2006/main">
              <a:ext uri="{FF2B5EF4-FFF2-40B4-BE49-F238E27FC236}">
                <a16:creationId xmlns:a16="http://schemas.microsoft.com/office/drawing/2014/main" id="{5017982E-B082-4815-9D0D-3FED4E92C587}"/>
              </a:ext>
            </a:extLst>
          </p:cNvPr>
          <p:cNvSpPr>
            <a:spLocks xmlns:a="http://schemas.openxmlformats.org/drawingml/2006/main" noGrp="1"/>
          </p:cNvSpPr>
          <p:nvPr/>
        </p:nvSpPr>
        <p:spPr>
          <a:xfrm xmlns:a="http://schemas.openxmlformats.org/drawingml/2006/main">
            <a:off x="6096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3 / 3</a:t>
            </a:r>
          </a:p>
        </p:txBody>
      </p:sp>
      <p:sp>
        <p:nvSpPr>
          <p:cNvPr id="11" name="crop 관련 테스트 묶음">
            <a:extLst xmlns:a="http://schemas.openxmlformats.org/drawingml/2006/main">
              <a:ext uri="{FF2B5EF4-FFF2-40B4-BE49-F238E27FC236}">
                <a16:creationId xmlns:a16="http://schemas.microsoft.com/office/drawing/2014/main" id="{C6F9B36C-5001-4920-8923-AAAF81AD2858}"/>
              </a:ext>
            </a:extLst>
          </p:cNvPr>
          <p:cNvSpPr>
            <a:spLocks xmlns:a="http://schemas.openxmlformats.org/drawingml/2006/main" noGrp="1"/>
          </p:cNvSpPr>
          <p:nvPr/>
        </p:nvSpPr>
        <p:spPr>
          <a:xfrm xmlns:a="http://schemas.openxmlformats.org/drawingml/2006/main">
            <a:off x="6096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crop 관련 테스트 묶음</a:t>
            </a:r>
          </a:p>
        </p:txBody>
      </p:sp>
      <p:sp>
        <p:nvSpPr>
          <p:cNvPr id="12" name="프로젝트 전체 11 / 11 통과">
            <a:extLst xmlns:a="http://schemas.openxmlformats.org/drawingml/2006/main">
              <a:ext uri="{FF2B5EF4-FFF2-40B4-BE49-F238E27FC236}">
                <a16:creationId xmlns:a16="http://schemas.microsoft.com/office/drawing/2014/main" id="{D6DBCAB3-0E48-4A7C-986F-EFBED0A11532}"/>
              </a:ext>
            </a:extLst>
          </p:cNvPr>
          <p:cNvSpPr>
            <a:spLocks xmlns:a="http://schemas.openxmlformats.org/drawingml/2006/main" noGrp="1"/>
          </p:cNvSpPr>
          <p:nvPr/>
        </p:nvSpPr>
        <p:spPr>
          <a:xfrm xmlns:a="http://schemas.openxmlformats.org/drawingml/2006/main">
            <a:off x="6096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프로젝트 전체 11 / 11 통과</a:t>
            </a:r>
          </a:p>
        </p:txBody>
      </p:sp>
      <p:sp>
        <p:nvSpPr>
          <p:cNvPr id="13" name="CLI 샘플 실행">
            <a:extLst xmlns:a="http://schemas.openxmlformats.org/drawingml/2006/main">
              <a:ext uri="{FF2B5EF4-FFF2-40B4-BE49-F238E27FC236}">
                <a16:creationId xmlns:a16="http://schemas.microsoft.com/office/drawing/2014/main" id="{1FE3D995-9581-4FB5-B155-2A3762B3542A}"/>
              </a:ext>
            </a:extLst>
          </p:cNvPr>
          <p:cNvSpPr>
            <a:spLocks xmlns:a="http://schemas.openxmlformats.org/drawingml/2006/main" noGrp="1"/>
          </p:cNvSpPr>
          <p:nvPr/>
        </p:nvSpPr>
        <p:spPr>
          <a:xfrm xmlns:a="http://schemas.openxmlformats.org/drawingml/2006/main">
            <a:off x="43815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CLI 샘플 실행</a:t>
            </a:r>
          </a:p>
        </p:txBody>
      </p:sp>
      <p:sp>
        <p:nvSpPr>
          <p:cNvPr id="14" name="">
            <a:extLst xmlns:a="http://schemas.openxmlformats.org/drawingml/2006/main">
              <a:ext uri="{FF2B5EF4-FFF2-40B4-BE49-F238E27FC236}">
                <a16:creationId xmlns:a16="http://schemas.microsoft.com/office/drawing/2014/main" id="{C8F5B8B3-BB29-4E18-B82F-AC5C1559F554}"/>
              </a:ext>
            </a:extLst>
          </p:cNvPr>
          <p:cNvSpPr>
            <a:spLocks xmlns:a="http://schemas.openxmlformats.org/drawingml/2006/main" noGrp="1"/>
          </p:cNvSpPr>
          <p:nvPr/>
        </p:nvSpPr>
        <p:spPr>
          <a:xfrm xmlns:a="http://schemas.openxmlformats.org/drawingml/2006/main">
            <a:off x="43815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PASS">
            <a:extLst xmlns:a="http://schemas.openxmlformats.org/drawingml/2006/main">
              <a:ext uri="{FF2B5EF4-FFF2-40B4-BE49-F238E27FC236}">
                <a16:creationId xmlns:a16="http://schemas.microsoft.com/office/drawing/2014/main" id="{980BB0CB-CC94-4413-90A5-909FE590872A}"/>
              </a:ext>
            </a:extLst>
          </p:cNvPr>
          <p:cNvSpPr>
            <a:spLocks xmlns:a="http://schemas.openxmlformats.org/drawingml/2006/main" noGrp="1"/>
          </p:cNvSpPr>
          <p:nvPr/>
        </p:nvSpPr>
        <p:spPr>
          <a:xfrm xmlns:a="http://schemas.openxmlformats.org/drawingml/2006/main">
            <a:off x="43815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PASS</a:t>
            </a:r>
          </a:p>
        </p:txBody>
      </p:sp>
      <p:sp>
        <p:nvSpPr>
          <p:cNvPr id="16" name="CLI 샘플 실행 확인">
            <a:extLst xmlns:a="http://schemas.openxmlformats.org/drawingml/2006/main">
              <a:ext uri="{FF2B5EF4-FFF2-40B4-BE49-F238E27FC236}">
                <a16:creationId xmlns:a16="http://schemas.microsoft.com/office/drawing/2014/main" id="{29406017-191D-4BAB-8347-3EEB82AC7A88}"/>
              </a:ext>
            </a:extLst>
          </p:cNvPr>
          <p:cNvSpPr>
            <a:spLocks xmlns:a="http://schemas.openxmlformats.org/drawingml/2006/main" noGrp="1"/>
          </p:cNvSpPr>
          <p:nvPr/>
        </p:nvSpPr>
        <p:spPr>
          <a:xfrm xmlns:a="http://schemas.openxmlformats.org/drawingml/2006/main">
            <a:off x="43815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CLI 샘플 실행 확인</a:t>
            </a:r>
          </a:p>
        </p:txBody>
      </p:sp>
      <p:sp>
        <p:nvSpPr>
          <p:cNvPr id="17" name="기록된 샘플의 실행 경로">
            <a:extLst xmlns:a="http://schemas.openxmlformats.org/drawingml/2006/main">
              <a:ext uri="{FF2B5EF4-FFF2-40B4-BE49-F238E27FC236}">
                <a16:creationId xmlns:a16="http://schemas.microsoft.com/office/drawing/2014/main" id="{B861F9A5-AFFE-4F99-99BA-9D0D21259E0E}"/>
              </a:ext>
            </a:extLst>
          </p:cNvPr>
          <p:cNvSpPr>
            <a:spLocks xmlns:a="http://schemas.openxmlformats.org/drawingml/2006/main" noGrp="1"/>
          </p:cNvSpPr>
          <p:nvPr/>
        </p:nvSpPr>
        <p:spPr>
          <a:xfrm xmlns:a="http://schemas.openxmlformats.org/drawingml/2006/main">
            <a:off x="43815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기록된 샘플의 실행 경로</a:t>
            </a:r>
          </a:p>
        </p:txBody>
      </p:sp>
      <p:sp>
        <p:nvSpPr>
          <p:cNvPr id="18" name="변경 내용 확인">
            <a:extLst xmlns:a="http://schemas.openxmlformats.org/drawingml/2006/main">
              <a:ext uri="{FF2B5EF4-FFF2-40B4-BE49-F238E27FC236}">
                <a16:creationId xmlns:a16="http://schemas.microsoft.com/office/drawing/2014/main" id="{E3398FB6-35EF-4389-B6AC-9187C14E066A}"/>
              </a:ext>
            </a:extLst>
          </p:cNvPr>
          <p:cNvSpPr>
            <a:spLocks xmlns:a="http://schemas.openxmlformats.org/drawingml/2006/main" noGrp="1"/>
          </p:cNvSpPr>
          <p:nvPr/>
        </p:nvSpPr>
        <p:spPr>
          <a:xfrm xmlns:a="http://schemas.openxmlformats.org/drawingml/2006/main">
            <a:off x="8153400" y="2200275"/>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변경 내용 확인</a:t>
            </a:r>
          </a:p>
        </p:txBody>
      </p:sp>
      <p:sp>
        <p:nvSpPr>
          <p:cNvPr id="19" name="">
            <a:extLst xmlns:a="http://schemas.openxmlformats.org/drawingml/2006/main">
              <a:ext uri="{FF2B5EF4-FFF2-40B4-BE49-F238E27FC236}">
                <a16:creationId xmlns:a16="http://schemas.microsoft.com/office/drawing/2014/main" id="{E4CB98E7-01E2-4A05-9EDF-D1B6FED24F15}"/>
              </a:ext>
            </a:extLst>
          </p:cNvPr>
          <p:cNvSpPr>
            <a:spLocks xmlns:a="http://schemas.openxmlformats.org/drawingml/2006/main" noGrp="1"/>
          </p:cNvSpPr>
          <p:nvPr/>
        </p:nvSpPr>
        <p:spPr>
          <a:xfrm xmlns:a="http://schemas.openxmlformats.org/drawingml/2006/main">
            <a:off x="8153400" y="2790825"/>
            <a:ext cx="34290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1줄">
            <a:extLst xmlns:a="http://schemas.openxmlformats.org/drawingml/2006/main">
              <a:ext uri="{FF2B5EF4-FFF2-40B4-BE49-F238E27FC236}">
                <a16:creationId xmlns:a16="http://schemas.microsoft.com/office/drawing/2014/main" id="{FE5C2291-8101-4126-9D62-2A7C4D17C07D}"/>
              </a:ext>
            </a:extLst>
          </p:cNvPr>
          <p:cNvSpPr>
            <a:spLocks xmlns:a="http://schemas.openxmlformats.org/drawingml/2006/main" noGrp="1"/>
          </p:cNvSpPr>
          <p:nvPr/>
        </p:nvSpPr>
        <p:spPr>
          <a:xfrm xmlns:a="http://schemas.openxmlformats.org/drawingml/2006/main">
            <a:off x="8153400" y="3048000"/>
            <a:ext cx="3429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4425" b="1">
                <a:solidFill>
                  <a:srgbClr val="176B4D"/>
                </a:solidFill>
                <a:latin typeface="Malgun Gothic"/>
                <a:ea typeface="Malgun Gothic"/>
                <a:cs typeface="Malgun Gothic"/>
              </a:defRPr>
            </a:defPPr>
            <a:lvl1pPr algn="l">
              <a:defRPr sz="4425" b="1">
                <a:solidFill>
                  <a:srgbClr val="176B4D"/>
                </a:solidFill>
                <a:latin typeface="Malgun Gothic"/>
                <a:ea typeface="Malgun Gothic"/>
                <a:cs typeface="Malgun Gothic"/>
              </a:defRPr>
            </a:lvl1pPr>
            <a:lvl2pPr algn="l">
              <a:defRPr sz="4425" b="1">
                <a:solidFill>
                  <a:srgbClr val="176B4D"/>
                </a:solidFill>
                <a:latin typeface="Malgun Gothic"/>
                <a:ea typeface="Malgun Gothic"/>
                <a:cs typeface="Malgun Gothic"/>
              </a:defRPr>
            </a:lvl2pPr>
            <a:lvl3pPr algn="l">
              <a:defRPr sz="4425" b="1">
                <a:solidFill>
                  <a:srgbClr val="176B4D"/>
                </a:solidFill>
                <a:latin typeface="Malgun Gothic"/>
                <a:ea typeface="Malgun Gothic"/>
                <a:cs typeface="Malgun Gothic"/>
              </a:defRPr>
            </a:lvl3pPr>
            <a:lvl4pPr algn="l">
              <a:defRPr sz="4425" b="1">
                <a:solidFill>
                  <a:srgbClr val="176B4D"/>
                </a:solidFill>
                <a:latin typeface="Malgun Gothic"/>
                <a:ea typeface="Malgun Gothic"/>
                <a:cs typeface="Malgun Gothic"/>
              </a:defRPr>
            </a:lvl4pPr>
            <a:lvl5pPr algn="l">
              <a:defRPr sz="4425" b="1">
                <a:solidFill>
                  <a:srgbClr val="176B4D"/>
                </a:solidFill>
                <a:latin typeface="Malgun Gothic"/>
                <a:ea typeface="Malgun Gothic"/>
                <a:cs typeface="Malgun Gothic"/>
              </a:defRPr>
            </a:lvl5pPr>
            <a:lvl6pPr algn="l">
              <a:defRPr sz="4425" b="1">
                <a:solidFill>
                  <a:srgbClr val="176B4D"/>
                </a:solidFill>
                <a:latin typeface="Malgun Gothic"/>
                <a:ea typeface="Malgun Gothic"/>
                <a:cs typeface="Malgun Gothic"/>
              </a:defRPr>
            </a:lvl6pPr>
            <a:lvl7pPr algn="l">
              <a:defRPr sz="4425" b="1">
                <a:solidFill>
                  <a:srgbClr val="176B4D"/>
                </a:solidFill>
                <a:latin typeface="Malgun Gothic"/>
                <a:ea typeface="Malgun Gothic"/>
                <a:cs typeface="Malgun Gothic"/>
              </a:defRPr>
            </a:lvl7pPr>
            <a:lvl8pPr algn="l">
              <a:defRPr sz="4425" b="1">
                <a:solidFill>
                  <a:srgbClr val="176B4D"/>
                </a:solidFill>
                <a:latin typeface="Malgun Gothic"/>
                <a:ea typeface="Malgun Gothic"/>
                <a:cs typeface="Malgun Gothic"/>
              </a:defRPr>
            </a:lvl8pPr>
            <a:lvl9pPr algn="l">
              <a:defRPr sz="4425" b="1">
                <a:solidFill>
                  <a:srgbClr val="176B4D"/>
                </a:solidFill>
                <a:latin typeface="Malgun Gothic"/>
                <a:ea typeface="Malgun Gothic"/>
                <a:cs typeface="Malgun Gothic"/>
              </a:defRPr>
            </a:lvl9pPr>
          </a:lstStyle>
          <a:p xmlns:a="http://schemas.openxmlformats.org/drawingml/2006/main">
            <a:pPr algn="l">
              <a:defRPr sz="4425" b="1">
                <a:solidFill>
                  <a:srgbClr val="176B4D"/>
                </a:solidFill>
                <a:latin typeface="Malgun Gothic"/>
                <a:ea typeface="Malgun Gothic"/>
                <a:cs typeface="Malgun Gothic"/>
              </a:defRPr>
            </a:pPr>
            <a:r>
              <a:rPr sz="4425" b="1">
                <a:solidFill>
                  <a:srgbClr val="176B4D"/>
                </a:solidFill>
                <a:latin typeface="Malgun Gothic"/>
                <a:ea typeface="Malgun Gothic"/>
                <a:cs typeface="Malgun Gothic"/>
              </a:rPr>
              <a:t>1줄</a:t>
            </a:r>
          </a:p>
        </p:txBody>
      </p:sp>
      <p:sp>
        <p:nvSpPr>
          <p:cNvPr id="21" name="한 파일의 crop 구현">
            <a:extLst xmlns:a="http://schemas.openxmlformats.org/drawingml/2006/main">
              <a:ext uri="{FF2B5EF4-FFF2-40B4-BE49-F238E27FC236}">
                <a16:creationId xmlns:a16="http://schemas.microsoft.com/office/drawing/2014/main" id="{A4A5F6FE-4485-4F0C-9733-E928E669FDAA}"/>
              </a:ext>
            </a:extLst>
          </p:cNvPr>
          <p:cNvSpPr>
            <a:spLocks xmlns:a="http://schemas.openxmlformats.org/drawingml/2006/main" noGrp="1"/>
          </p:cNvSpPr>
          <p:nvPr/>
        </p:nvSpPr>
        <p:spPr>
          <a:xfrm xmlns:a="http://schemas.openxmlformats.org/drawingml/2006/main">
            <a:off x="8153400" y="4191000"/>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17212B"/>
                </a:solidFill>
                <a:latin typeface="Malgun Gothic"/>
                <a:ea typeface="Malgun Gothic"/>
                <a:cs typeface="Malgun Gothic"/>
              </a:defRPr>
            </a:defPPr>
            <a:lvl1pPr algn="l">
              <a:defRPr sz="2100" b="1">
                <a:solidFill>
                  <a:srgbClr val="17212B"/>
                </a:solidFill>
                <a:latin typeface="Malgun Gothic"/>
                <a:ea typeface="Malgun Gothic"/>
                <a:cs typeface="Malgun Gothic"/>
              </a:defRPr>
            </a:lvl1pPr>
            <a:lvl2pPr algn="l">
              <a:defRPr sz="2100" b="1">
                <a:solidFill>
                  <a:srgbClr val="17212B"/>
                </a:solidFill>
                <a:latin typeface="Malgun Gothic"/>
                <a:ea typeface="Malgun Gothic"/>
                <a:cs typeface="Malgun Gothic"/>
              </a:defRPr>
            </a:lvl2pPr>
            <a:lvl3pPr algn="l">
              <a:defRPr sz="2100" b="1">
                <a:solidFill>
                  <a:srgbClr val="17212B"/>
                </a:solidFill>
                <a:latin typeface="Malgun Gothic"/>
                <a:ea typeface="Malgun Gothic"/>
                <a:cs typeface="Malgun Gothic"/>
              </a:defRPr>
            </a:lvl3pPr>
            <a:lvl4pPr algn="l">
              <a:defRPr sz="2100" b="1">
                <a:solidFill>
                  <a:srgbClr val="17212B"/>
                </a:solidFill>
                <a:latin typeface="Malgun Gothic"/>
                <a:ea typeface="Malgun Gothic"/>
                <a:cs typeface="Malgun Gothic"/>
              </a:defRPr>
            </a:lvl4pPr>
            <a:lvl5pPr algn="l">
              <a:defRPr sz="2100" b="1">
                <a:solidFill>
                  <a:srgbClr val="17212B"/>
                </a:solidFill>
                <a:latin typeface="Malgun Gothic"/>
                <a:ea typeface="Malgun Gothic"/>
                <a:cs typeface="Malgun Gothic"/>
              </a:defRPr>
            </a:lvl5pPr>
            <a:lvl6pPr algn="l">
              <a:defRPr sz="2100" b="1">
                <a:solidFill>
                  <a:srgbClr val="17212B"/>
                </a:solidFill>
                <a:latin typeface="Malgun Gothic"/>
                <a:ea typeface="Malgun Gothic"/>
                <a:cs typeface="Malgun Gothic"/>
              </a:defRPr>
            </a:lvl6pPr>
            <a:lvl7pPr algn="l">
              <a:defRPr sz="2100" b="1">
                <a:solidFill>
                  <a:srgbClr val="17212B"/>
                </a:solidFill>
                <a:latin typeface="Malgun Gothic"/>
                <a:ea typeface="Malgun Gothic"/>
                <a:cs typeface="Malgun Gothic"/>
              </a:defRPr>
            </a:lvl7pPr>
            <a:lvl8pPr algn="l">
              <a:defRPr sz="2100" b="1">
                <a:solidFill>
                  <a:srgbClr val="17212B"/>
                </a:solidFill>
                <a:latin typeface="Malgun Gothic"/>
                <a:ea typeface="Malgun Gothic"/>
                <a:cs typeface="Malgun Gothic"/>
              </a:defRPr>
            </a:lvl8pPr>
            <a:lvl9pPr algn="l">
              <a:defRPr sz="2100" b="1">
                <a:solidFill>
                  <a:srgbClr val="17212B"/>
                </a:solidFill>
                <a:latin typeface="Malgun Gothic"/>
                <a:ea typeface="Malgun Gothic"/>
                <a:cs typeface="Malgun Gothic"/>
              </a:defRPr>
            </a:lvl9pPr>
          </a:lstStyle>
          <a:p xmlns:a="http://schemas.openxmlformats.org/drawingml/2006/main">
            <a:pPr algn="l">
              <a:defRPr sz="2100" b="1">
                <a:solidFill>
                  <a:srgbClr val="17212B"/>
                </a:solidFill>
                <a:latin typeface="Malgun Gothic"/>
                <a:ea typeface="Malgun Gothic"/>
                <a:cs typeface="Malgun Gothic"/>
              </a:defRPr>
            </a:pPr>
            <a:r>
              <a:rPr sz="2100" b="1">
                <a:solidFill>
                  <a:srgbClr val="17212B"/>
                </a:solidFill>
                <a:latin typeface="Malgun Gothic"/>
                <a:ea typeface="Malgun Gothic"/>
                <a:cs typeface="Malgun Gothic"/>
              </a:rPr>
              <a:t>한 파일의 crop 구현</a:t>
            </a:r>
          </a:p>
        </p:txBody>
      </p:sp>
      <p:sp>
        <p:nvSpPr>
          <p:cNvPr id="22" name="git diff --check 통과">
            <a:extLst xmlns:a="http://schemas.openxmlformats.org/drawingml/2006/main">
              <a:ext uri="{FF2B5EF4-FFF2-40B4-BE49-F238E27FC236}">
                <a16:creationId xmlns:a16="http://schemas.microsoft.com/office/drawing/2014/main" id="{9AAFFF65-8DB5-46E3-BAA2-B4A442D698CB}"/>
              </a:ext>
            </a:extLst>
          </p:cNvPr>
          <p:cNvSpPr>
            <a:spLocks xmlns:a="http://schemas.openxmlformats.org/drawingml/2006/main" noGrp="1"/>
          </p:cNvSpPr>
          <p:nvPr/>
        </p:nvSpPr>
        <p:spPr>
          <a:xfrm xmlns:a="http://schemas.openxmlformats.org/drawingml/2006/main">
            <a:off x="8153400" y="490537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4D5A68"/>
                </a:solidFill>
                <a:latin typeface="Malgun Gothic"/>
                <a:ea typeface="Malgun Gothic"/>
                <a:cs typeface="Malgun Gothic"/>
              </a:defRPr>
            </a:defPPr>
            <a:lvl1pPr algn="l">
              <a:defRPr sz="2100" b="0">
                <a:solidFill>
                  <a:srgbClr val="4D5A68"/>
                </a:solidFill>
                <a:latin typeface="Malgun Gothic"/>
                <a:ea typeface="Malgun Gothic"/>
                <a:cs typeface="Malgun Gothic"/>
              </a:defRPr>
            </a:lvl1pPr>
            <a:lvl2pPr algn="l">
              <a:defRPr sz="2100" b="0">
                <a:solidFill>
                  <a:srgbClr val="4D5A68"/>
                </a:solidFill>
                <a:latin typeface="Malgun Gothic"/>
                <a:ea typeface="Malgun Gothic"/>
                <a:cs typeface="Malgun Gothic"/>
              </a:defRPr>
            </a:lvl2pPr>
            <a:lvl3pPr algn="l">
              <a:defRPr sz="2100" b="0">
                <a:solidFill>
                  <a:srgbClr val="4D5A68"/>
                </a:solidFill>
                <a:latin typeface="Malgun Gothic"/>
                <a:ea typeface="Malgun Gothic"/>
                <a:cs typeface="Malgun Gothic"/>
              </a:defRPr>
            </a:lvl3pPr>
            <a:lvl4pPr algn="l">
              <a:defRPr sz="2100" b="0">
                <a:solidFill>
                  <a:srgbClr val="4D5A68"/>
                </a:solidFill>
                <a:latin typeface="Malgun Gothic"/>
                <a:ea typeface="Malgun Gothic"/>
                <a:cs typeface="Malgun Gothic"/>
              </a:defRPr>
            </a:lvl4pPr>
            <a:lvl5pPr algn="l">
              <a:defRPr sz="2100" b="0">
                <a:solidFill>
                  <a:srgbClr val="4D5A68"/>
                </a:solidFill>
                <a:latin typeface="Malgun Gothic"/>
                <a:ea typeface="Malgun Gothic"/>
                <a:cs typeface="Malgun Gothic"/>
              </a:defRPr>
            </a:lvl5pPr>
            <a:lvl6pPr algn="l">
              <a:defRPr sz="2100" b="0">
                <a:solidFill>
                  <a:srgbClr val="4D5A68"/>
                </a:solidFill>
                <a:latin typeface="Malgun Gothic"/>
                <a:ea typeface="Malgun Gothic"/>
                <a:cs typeface="Malgun Gothic"/>
              </a:defRPr>
            </a:lvl6pPr>
            <a:lvl7pPr algn="l">
              <a:defRPr sz="2100" b="0">
                <a:solidFill>
                  <a:srgbClr val="4D5A68"/>
                </a:solidFill>
                <a:latin typeface="Malgun Gothic"/>
                <a:ea typeface="Malgun Gothic"/>
                <a:cs typeface="Malgun Gothic"/>
              </a:defRPr>
            </a:lvl7pPr>
            <a:lvl8pPr algn="l">
              <a:defRPr sz="2100" b="0">
                <a:solidFill>
                  <a:srgbClr val="4D5A68"/>
                </a:solidFill>
                <a:latin typeface="Malgun Gothic"/>
                <a:ea typeface="Malgun Gothic"/>
                <a:cs typeface="Malgun Gothic"/>
              </a:defRPr>
            </a:lvl8pPr>
            <a:lvl9pPr algn="l">
              <a:defRPr sz="2100" b="0">
                <a:solidFill>
                  <a:srgbClr val="4D5A68"/>
                </a:solidFill>
                <a:latin typeface="Malgun Gothic"/>
                <a:ea typeface="Malgun Gothic"/>
                <a:cs typeface="Malgun Gothic"/>
              </a:defRPr>
            </a:lvl9pPr>
          </a:lstStyle>
          <a:p xmlns:a="http://schemas.openxmlformats.org/drawingml/2006/main">
            <a:pPr algn="l">
              <a:defRPr sz="2100" b="0">
                <a:solidFill>
                  <a:srgbClr val="4D5A68"/>
                </a:solidFill>
                <a:latin typeface="Malgun Gothic"/>
                <a:ea typeface="Malgun Gothic"/>
                <a:cs typeface="Malgun Gothic"/>
              </a:defRPr>
            </a:pPr>
            <a:r>
              <a:rPr sz="2100" b="0">
                <a:solidFill>
                  <a:srgbClr val="4D5A68"/>
                </a:solidFill>
                <a:latin typeface="Malgun Gothic"/>
                <a:ea typeface="Malgun Gothic"/>
                <a:cs typeface="Malgun Gothic"/>
              </a:rPr>
              <a:t>git diff --check 통과</a:t>
            </a:r>
          </a:p>
        </p:txBody>
      </p:sp>
      <p:sp>
        <p:nvSpPr>
          <p:cNvPr id="23" name="Legacy module connection">
            <a:extLst xmlns:a="http://schemas.openxmlformats.org/drawingml/2006/main">
              <a:ext uri="{FF2B5EF4-FFF2-40B4-BE49-F238E27FC236}">
                <a16:creationId xmlns:a16="http://schemas.microsoft.com/office/drawing/2014/main" id="{6ACE7D01-7CFB-4D08-916B-B0267487ACDB}"/>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970038047"/>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확인·보고할 근거도 요청에 담기">
            <a:extLst xmlns:a="http://schemas.openxmlformats.org/drawingml/2006/main">
              <a:ext uri="{FF2B5EF4-FFF2-40B4-BE49-F238E27FC236}">
                <a16:creationId xmlns:a16="http://schemas.microsoft.com/office/drawing/2014/main" id="{F20A477C-2AEB-4D0F-B387-42F34072EB49}"/>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확인·보고할 근거도 요청에 담기</a:t>
            </a:r>
          </a:p>
        </p:txBody>
      </p:sp>
      <p:sp>
        <p:nvSpPr>
          <p:cNvPr id="2" name="S24">
            <a:extLst xmlns:a="http://schemas.openxmlformats.org/drawingml/2006/main">
              <a:ext uri="{FF2B5EF4-FFF2-40B4-BE49-F238E27FC236}">
                <a16:creationId xmlns:a16="http://schemas.microsoft.com/office/drawing/2014/main" id="{991A3EBB-9C5F-45CF-B0AB-1396CCA2A14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S24</a:t>
            </a:r>
          </a:p>
        </p:txBody>
      </p:sp>
      <p:sp>
        <p:nvSpPr>
          <p:cNvPr id="3" name="Generated ≠ Done">
            <a:extLst xmlns:a="http://schemas.openxmlformats.org/drawingml/2006/main">
              <a:ext uri="{FF2B5EF4-FFF2-40B4-BE49-F238E27FC236}">
                <a16:creationId xmlns:a16="http://schemas.microsoft.com/office/drawing/2014/main" id="{9A455BBC-4CF7-4A1B-B416-D10C650A7322}"/>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Generated ≠ Done</a:t>
            </a:r>
          </a:p>
        </p:txBody>
      </p:sp>
      <p:sp>
        <p:nvSpPr>
          <p:cNvPr id="4" name="">
            <a:extLst xmlns:a="http://schemas.openxmlformats.org/drawingml/2006/main">
              <a:ext uri="{FF2B5EF4-FFF2-40B4-BE49-F238E27FC236}">
                <a16:creationId xmlns:a16="http://schemas.microsoft.com/office/drawing/2014/main" id="{B32A5B38-6CFE-44B9-B16C-A2F7EA60B4A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교육용 결과 인계 예 · TRIAL-002 기록 재구성 · 실제 PR 원문이 아님">
            <a:extLst xmlns:a="http://schemas.openxmlformats.org/drawingml/2006/main">
              <a:ext uri="{FF2B5EF4-FFF2-40B4-BE49-F238E27FC236}">
                <a16:creationId xmlns:a16="http://schemas.microsoft.com/office/drawing/2014/main" id="{CC92870D-CF1C-4704-952A-F27E8E3FA40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교육용 결과 인계 예 · TRIAL-002 기록 재구성 · 실제 PR 원문이 아님</a:t>
            </a:r>
          </a:p>
        </p:txBody>
      </p:sp>
      <p:sp>
        <p:nvSpPr>
          <p:cNvPr id="6" name="검사는 주장과 위험에 맞춰 선택합니다. TRIAL-002에서 benchmark는 수행하지 않았습니다.">
            <a:extLst xmlns:a="http://schemas.openxmlformats.org/drawingml/2006/main">
              <a:ext uri="{FF2B5EF4-FFF2-40B4-BE49-F238E27FC236}">
                <a16:creationId xmlns:a16="http://schemas.microsoft.com/office/drawing/2014/main" id="{C97C57AE-2F80-4B90-8F1D-F309D213D1E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검사는 주장과 위험에 맞춰 선택합니다. TRIAL-002에서 benchmark는 수행하지 않았습니다.</a:t>
            </a:r>
          </a:p>
        </p:txBody>
      </p:sp>
      <p:sp>
        <p:nvSpPr>
          <p:cNvPr id="7" name="확인·보고도 요청한다">
            <a:extLst xmlns:a="http://schemas.openxmlformats.org/drawingml/2006/main">
              <a:ext uri="{FF2B5EF4-FFF2-40B4-BE49-F238E27FC236}">
                <a16:creationId xmlns:a16="http://schemas.microsoft.com/office/drawing/2014/main" id="{97DA5F10-D4BF-42F8-94AD-EDC7D7EAF54A}"/>
              </a:ext>
            </a:extLst>
          </p:cNvPr>
          <p:cNvSpPr>
            <a:spLocks xmlns:a="http://schemas.openxmlformats.org/drawingml/2006/main" noGrp="1"/>
          </p:cNvSpPr>
          <p:nvPr/>
        </p:nvSpPr>
        <p:spPr>
          <a:xfrm xmlns:a="http://schemas.openxmlformats.org/drawingml/2006/main">
            <a:off x="609600" y="1971675"/>
            <a:ext cx="3619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17212B"/>
                </a:solidFill>
                <a:latin typeface="Malgun Gothic"/>
                <a:ea typeface="Malgun Gothic"/>
                <a:cs typeface="Malgun Gothic"/>
              </a:defRPr>
            </a:defPPr>
            <a:lvl1pPr algn="l">
              <a:defRPr sz="2550" b="1">
                <a:solidFill>
                  <a:srgbClr val="17212B"/>
                </a:solidFill>
                <a:latin typeface="Malgun Gothic"/>
                <a:ea typeface="Malgun Gothic"/>
                <a:cs typeface="Malgun Gothic"/>
              </a:defRPr>
            </a:lvl1pPr>
            <a:lvl2pPr algn="l">
              <a:defRPr sz="2550" b="1">
                <a:solidFill>
                  <a:srgbClr val="17212B"/>
                </a:solidFill>
                <a:latin typeface="Malgun Gothic"/>
                <a:ea typeface="Malgun Gothic"/>
                <a:cs typeface="Malgun Gothic"/>
              </a:defRPr>
            </a:lvl2pPr>
            <a:lvl3pPr algn="l">
              <a:defRPr sz="2550" b="1">
                <a:solidFill>
                  <a:srgbClr val="17212B"/>
                </a:solidFill>
                <a:latin typeface="Malgun Gothic"/>
                <a:ea typeface="Malgun Gothic"/>
                <a:cs typeface="Malgun Gothic"/>
              </a:defRPr>
            </a:lvl3pPr>
            <a:lvl4pPr algn="l">
              <a:defRPr sz="2550" b="1">
                <a:solidFill>
                  <a:srgbClr val="17212B"/>
                </a:solidFill>
                <a:latin typeface="Malgun Gothic"/>
                <a:ea typeface="Malgun Gothic"/>
                <a:cs typeface="Malgun Gothic"/>
              </a:defRPr>
            </a:lvl4pPr>
            <a:lvl5pPr algn="l">
              <a:defRPr sz="2550" b="1">
                <a:solidFill>
                  <a:srgbClr val="17212B"/>
                </a:solidFill>
                <a:latin typeface="Malgun Gothic"/>
                <a:ea typeface="Malgun Gothic"/>
                <a:cs typeface="Malgun Gothic"/>
              </a:defRPr>
            </a:lvl5pPr>
            <a:lvl6pPr algn="l">
              <a:defRPr sz="2550" b="1">
                <a:solidFill>
                  <a:srgbClr val="17212B"/>
                </a:solidFill>
                <a:latin typeface="Malgun Gothic"/>
                <a:ea typeface="Malgun Gothic"/>
                <a:cs typeface="Malgun Gothic"/>
              </a:defRPr>
            </a:lvl6pPr>
            <a:lvl7pPr algn="l">
              <a:defRPr sz="2550" b="1">
                <a:solidFill>
                  <a:srgbClr val="17212B"/>
                </a:solidFill>
                <a:latin typeface="Malgun Gothic"/>
                <a:ea typeface="Malgun Gothic"/>
                <a:cs typeface="Malgun Gothic"/>
              </a:defRPr>
            </a:lvl7pPr>
            <a:lvl8pPr algn="l">
              <a:defRPr sz="2550" b="1">
                <a:solidFill>
                  <a:srgbClr val="17212B"/>
                </a:solidFill>
                <a:latin typeface="Malgun Gothic"/>
                <a:ea typeface="Malgun Gothic"/>
                <a:cs typeface="Malgun Gothic"/>
              </a:defRPr>
            </a:lvl8pPr>
            <a:lvl9pPr algn="l">
              <a:defRPr sz="2550" b="1">
                <a:solidFill>
                  <a:srgbClr val="17212B"/>
                </a:solidFill>
                <a:latin typeface="Malgun Gothic"/>
                <a:ea typeface="Malgun Gothic"/>
                <a:cs typeface="Malgun Gothic"/>
              </a:defRPr>
            </a:lvl9pPr>
          </a:lstStyle>
          <a:p xmlns:a="http://schemas.openxmlformats.org/drawingml/2006/main">
            <a:pPr algn="l">
              <a:defRPr sz="2550" b="1">
                <a:solidFill>
                  <a:srgbClr val="17212B"/>
                </a:solidFill>
                <a:latin typeface="Malgun Gothic"/>
                <a:ea typeface="Malgun Gothic"/>
                <a:cs typeface="Malgun Gothic"/>
              </a:defRPr>
            </a:pPr>
            <a:r>
              <a:rPr sz="2550" b="1">
                <a:solidFill>
                  <a:srgbClr val="17212B"/>
                </a:solidFill>
                <a:latin typeface="Malgun Gothic"/>
                <a:ea typeface="Malgun Gothic"/>
                <a:cs typeface="Malgun Gothic"/>
              </a:rPr>
              <a:t>확인·보고도 요청한다</a:t>
            </a:r>
          </a:p>
        </p:txBody>
      </p:sp>
      <p:sp>
        <p:nvSpPr>
          <p:cNvPr id="8" name="">
            <a:extLst xmlns:a="http://schemas.openxmlformats.org/drawingml/2006/main">
              <a:ext uri="{FF2B5EF4-FFF2-40B4-BE49-F238E27FC236}">
                <a16:creationId xmlns:a16="http://schemas.microsoft.com/office/drawing/2014/main" id="{262E1312-3DB1-4D8B-ADC2-639DB21314B6}"/>
              </a:ext>
            </a:extLst>
          </p:cNvPr>
          <p:cNvSpPr>
            <a:spLocks xmlns:a="http://schemas.openxmlformats.org/drawingml/2006/main" noGrp="1"/>
          </p:cNvSpPr>
          <p:nvPr/>
        </p:nvSpPr>
        <p:spPr>
          <a:xfrm xmlns:a="http://schemas.openxmlformats.org/drawingml/2006/main">
            <a:off x="4686300" y="2095500"/>
            <a:ext cx="762000" cy="295275"/>
          </a:xfrm>
          <a:prstGeom xmlns:a="http://schemas.openxmlformats.org/drawingml/2006/main" prst="rightArrow">
            <a:avLst/>
          </a:prstGeom>
          <a:solidFill xmlns:a="http://schemas.openxmlformats.org/drawingml/2006/main">
            <a:srgbClr val="0B6172"/>
          </a:solidFill>
          <a:ln xmlns:a="http://schemas.openxmlformats.org/drawingml/2006/main" w="0">
            <a:noFill/>
          </a:ln>
        </p:spPr>
      </p:sp>
      <p:sp>
        <p:nvSpPr>
          <p:cNvPr id="9" name="사람이 완료를 판단">
            <a:extLst xmlns:a="http://schemas.openxmlformats.org/drawingml/2006/main">
              <a:ext uri="{FF2B5EF4-FFF2-40B4-BE49-F238E27FC236}">
                <a16:creationId xmlns:a16="http://schemas.microsoft.com/office/drawing/2014/main" id="{10237CAA-94CC-49D3-81BD-BE72AC275A39}"/>
              </a:ext>
            </a:extLst>
          </p:cNvPr>
          <p:cNvSpPr>
            <a:spLocks xmlns:a="http://schemas.openxmlformats.org/drawingml/2006/main" noGrp="1"/>
          </p:cNvSpPr>
          <p:nvPr/>
        </p:nvSpPr>
        <p:spPr>
          <a:xfrm xmlns:a="http://schemas.openxmlformats.org/drawingml/2006/main">
            <a:off x="6324600" y="1971675"/>
            <a:ext cx="5257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사람이 완료를 판단</a:t>
            </a:r>
          </a:p>
        </p:txBody>
      </p:sp>
      <p:sp>
        <p:nvSpPr>
          <p:cNvPr id="10" name="">
            <a:extLst xmlns:a="http://schemas.openxmlformats.org/drawingml/2006/main">
              <a:ext uri="{FF2B5EF4-FFF2-40B4-BE49-F238E27FC236}">
                <a16:creationId xmlns:a16="http://schemas.microsoft.com/office/drawing/2014/main" id="{6818E228-CC23-4B3C-982B-CC9780DE18BA}"/>
              </a:ext>
            </a:extLst>
          </p:cNvPr>
          <p:cNvSpPr>
            <a:spLocks xmlns:a="http://schemas.openxmlformats.org/drawingml/2006/main" noGrp="1"/>
          </p:cNvSpPr>
          <p:nvPr/>
        </p:nvSpPr>
        <p:spPr>
          <a:xfrm xmlns:a="http://schemas.openxmlformats.org/drawingml/2006/main">
            <a:off x="609600" y="27717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무엇을 바꿨나?">
            <a:extLst xmlns:a="http://schemas.openxmlformats.org/drawingml/2006/main">
              <a:ext uri="{FF2B5EF4-FFF2-40B4-BE49-F238E27FC236}">
                <a16:creationId xmlns:a16="http://schemas.microsoft.com/office/drawing/2014/main" id="{0BBB3F8C-DF49-4512-A537-75891D8CE9BA}"/>
              </a:ext>
            </a:extLst>
          </p:cNvPr>
          <p:cNvSpPr>
            <a:spLocks xmlns:a="http://schemas.openxmlformats.org/drawingml/2006/main" noGrp="1"/>
          </p:cNvSpPr>
          <p:nvPr/>
        </p:nvSpPr>
        <p:spPr>
          <a:xfrm xmlns:a="http://schemas.openxmlformats.org/drawingml/2006/main">
            <a:off x="609600" y="28670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무엇을 바꿨나?</a:t>
            </a:r>
          </a:p>
        </p:txBody>
      </p:sp>
      <p:sp>
        <p:nvSpPr>
          <p:cNvPr id="12" name="끝 좌표 명세에 맞춰 crop 구현 1줄 수정">
            <a:extLst xmlns:a="http://schemas.openxmlformats.org/drawingml/2006/main">
              <a:ext uri="{FF2B5EF4-FFF2-40B4-BE49-F238E27FC236}">
                <a16:creationId xmlns:a16="http://schemas.microsoft.com/office/drawing/2014/main" id="{8D8FBE08-C448-4C6C-9BE1-80D21EA61E7C}"/>
              </a:ext>
            </a:extLst>
          </p:cNvPr>
          <p:cNvSpPr>
            <a:spLocks xmlns:a="http://schemas.openxmlformats.org/drawingml/2006/main" noGrp="1"/>
          </p:cNvSpPr>
          <p:nvPr/>
        </p:nvSpPr>
        <p:spPr>
          <a:xfrm xmlns:a="http://schemas.openxmlformats.org/drawingml/2006/main">
            <a:off x="3619500" y="28670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끝 좌표 명세에 맞춰 crop 구현 1줄 수정</a:t>
            </a:r>
          </a:p>
        </p:txBody>
      </p:sp>
      <p:sp>
        <p:nvSpPr>
          <p:cNvPr id="13" name="">
            <a:extLst xmlns:a="http://schemas.openxmlformats.org/drawingml/2006/main">
              <a:ext uri="{FF2B5EF4-FFF2-40B4-BE49-F238E27FC236}">
                <a16:creationId xmlns:a16="http://schemas.microsoft.com/office/drawing/2014/main" id="{52DB62A4-6D0D-4B76-872F-A9F689B9B91B}"/>
              </a:ext>
            </a:extLst>
          </p:cNvPr>
          <p:cNvSpPr>
            <a:spLocks xmlns:a="http://schemas.openxmlformats.org/drawingml/2006/main" noGrp="1"/>
          </p:cNvSpPr>
          <p:nvPr/>
        </p:nvSpPr>
        <p:spPr>
          <a:xfrm xmlns:a="http://schemas.openxmlformats.org/drawingml/2006/main">
            <a:off x="609600" y="33432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4" name="무엇으로 확인했나?">
            <a:extLst xmlns:a="http://schemas.openxmlformats.org/drawingml/2006/main">
              <a:ext uri="{FF2B5EF4-FFF2-40B4-BE49-F238E27FC236}">
                <a16:creationId xmlns:a16="http://schemas.microsoft.com/office/drawing/2014/main" id="{90081F24-6926-4967-BFF1-7FF5B986C816}"/>
              </a:ext>
            </a:extLst>
          </p:cNvPr>
          <p:cNvSpPr>
            <a:spLocks xmlns:a="http://schemas.openxmlformats.org/drawingml/2006/main" noGrp="1"/>
          </p:cNvSpPr>
          <p:nvPr/>
        </p:nvSpPr>
        <p:spPr>
          <a:xfrm xmlns:a="http://schemas.openxmlformats.org/drawingml/2006/main">
            <a:off x="609600" y="3438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무엇으로 확인했나?</a:t>
            </a:r>
          </a:p>
        </p:txBody>
      </p:sp>
      <p:sp>
        <p:nvSpPr>
          <p:cNvPr id="15" name="관련 3/3 · 전체 11/11 · CLI 샘플·변경 확인">
            <a:extLst xmlns:a="http://schemas.openxmlformats.org/drawingml/2006/main">
              <a:ext uri="{FF2B5EF4-FFF2-40B4-BE49-F238E27FC236}">
                <a16:creationId xmlns:a16="http://schemas.microsoft.com/office/drawing/2014/main" id="{35052319-FAF6-4403-ABD0-1E3FAD08E384}"/>
              </a:ext>
            </a:extLst>
          </p:cNvPr>
          <p:cNvSpPr>
            <a:spLocks xmlns:a="http://schemas.openxmlformats.org/drawingml/2006/main" noGrp="1"/>
          </p:cNvSpPr>
          <p:nvPr/>
        </p:nvSpPr>
        <p:spPr>
          <a:xfrm xmlns:a="http://schemas.openxmlformats.org/drawingml/2006/main">
            <a:off x="3619500" y="34385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관련 3/3 · 전체 11/11 · CLI 샘플·변경 확인</a:t>
            </a:r>
          </a:p>
        </p:txBody>
      </p:sp>
      <p:sp>
        <p:nvSpPr>
          <p:cNvPr id="16" name="">
            <a:extLst xmlns:a="http://schemas.openxmlformats.org/drawingml/2006/main">
              <a:ext uri="{FF2B5EF4-FFF2-40B4-BE49-F238E27FC236}">
                <a16:creationId xmlns:a16="http://schemas.microsoft.com/office/drawing/2014/main" id="{D37BE1FE-FEF3-48A3-B63B-B227D139B988}"/>
              </a:ext>
            </a:extLst>
          </p:cNvPr>
          <p:cNvSpPr>
            <a:spLocks xmlns:a="http://schemas.openxmlformats.org/drawingml/2006/main" noGrp="1"/>
          </p:cNvSpPr>
          <p:nvPr/>
        </p:nvSpPr>
        <p:spPr>
          <a:xfrm xmlns:a="http://schemas.openxmlformats.org/drawingml/2006/main">
            <a:off x="609600" y="39147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7" name="무엇이 미확인인가?">
            <a:extLst xmlns:a="http://schemas.openxmlformats.org/drawingml/2006/main">
              <a:ext uri="{FF2B5EF4-FFF2-40B4-BE49-F238E27FC236}">
                <a16:creationId xmlns:a16="http://schemas.microsoft.com/office/drawing/2014/main" id="{EFFF8DDC-92D8-4219-AA26-9556C8B50AD9}"/>
              </a:ext>
            </a:extLst>
          </p:cNvPr>
          <p:cNvSpPr>
            <a:spLocks xmlns:a="http://schemas.openxmlformats.org/drawingml/2006/main" noGrp="1"/>
          </p:cNvSpPr>
          <p:nvPr/>
        </p:nvSpPr>
        <p:spPr>
          <a:xfrm xmlns:a="http://schemas.openxmlformats.org/drawingml/2006/main">
            <a:off x="609600" y="40100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무엇이 미확인인가?</a:t>
            </a:r>
          </a:p>
        </p:txBody>
      </p:sp>
      <p:sp>
        <p:nvSpPr>
          <p:cNvPr id="18" name="성능 미측정 · 현재 Desktop 동작 미검증">
            <a:extLst xmlns:a="http://schemas.openxmlformats.org/drawingml/2006/main">
              <a:ext uri="{FF2B5EF4-FFF2-40B4-BE49-F238E27FC236}">
                <a16:creationId xmlns:a16="http://schemas.microsoft.com/office/drawing/2014/main" id="{176CA21A-5890-44C6-97DD-DBC47611FBF8}"/>
              </a:ext>
            </a:extLst>
          </p:cNvPr>
          <p:cNvSpPr>
            <a:spLocks xmlns:a="http://schemas.openxmlformats.org/drawingml/2006/main" noGrp="1"/>
          </p:cNvSpPr>
          <p:nvPr/>
        </p:nvSpPr>
        <p:spPr>
          <a:xfrm xmlns:a="http://schemas.openxmlformats.org/drawingml/2006/main">
            <a:off x="3619500" y="40100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성능 미측정 · 현재 Desktop 동작 미검증</a:t>
            </a:r>
          </a:p>
        </p:txBody>
      </p:sp>
      <p:sp>
        <p:nvSpPr>
          <p:cNvPr id="19" name="">
            <a:extLst xmlns:a="http://schemas.openxmlformats.org/drawingml/2006/main">
              <a:ext uri="{FF2B5EF4-FFF2-40B4-BE49-F238E27FC236}">
                <a16:creationId xmlns:a16="http://schemas.microsoft.com/office/drawing/2014/main" id="{839AF39A-E740-4425-9F72-C9161B6F2423}"/>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0" name="누가 완료를 판단하나?">
            <a:extLst xmlns:a="http://schemas.openxmlformats.org/drawingml/2006/main">
              <a:ext uri="{FF2B5EF4-FFF2-40B4-BE49-F238E27FC236}">
                <a16:creationId xmlns:a16="http://schemas.microsoft.com/office/drawing/2014/main" id="{E9916F90-C163-41A1-BB8C-4C60CEB2A73F}"/>
              </a:ext>
            </a:extLst>
          </p:cNvPr>
          <p:cNvSpPr>
            <a:spLocks xmlns:a="http://schemas.openxmlformats.org/drawingml/2006/main" noGrp="1"/>
          </p:cNvSpPr>
          <p:nvPr/>
        </p:nvSpPr>
        <p:spPr>
          <a:xfrm xmlns:a="http://schemas.openxmlformats.org/drawingml/2006/main">
            <a:off x="609600" y="4581525"/>
            <a:ext cx="2819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0B6172"/>
                </a:solidFill>
                <a:latin typeface="Malgun Gothic"/>
                <a:ea typeface="Malgun Gothic"/>
                <a:cs typeface="Malgun Gothic"/>
              </a:defRPr>
            </a:defPPr>
            <a:lvl1pPr algn="l">
              <a:defRPr sz="2025" b="1">
                <a:solidFill>
                  <a:srgbClr val="0B6172"/>
                </a:solidFill>
                <a:latin typeface="Malgun Gothic"/>
                <a:ea typeface="Malgun Gothic"/>
                <a:cs typeface="Malgun Gothic"/>
              </a:defRPr>
            </a:lvl1pPr>
            <a:lvl2pPr algn="l">
              <a:defRPr sz="2025" b="1">
                <a:solidFill>
                  <a:srgbClr val="0B6172"/>
                </a:solidFill>
                <a:latin typeface="Malgun Gothic"/>
                <a:ea typeface="Malgun Gothic"/>
                <a:cs typeface="Malgun Gothic"/>
              </a:defRPr>
            </a:lvl2pPr>
            <a:lvl3pPr algn="l">
              <a:defRPr sz="2025" b="1">
                <a:solidFill>
                  <a:srgbClr val="0B6172"/>
                </a:solidFill>
                <a:latin typeface="Malgun Gothic"/>
                <a:ea typeface="Malgun Gothic"/>
                <a:cs typeface="Malgun Gothic"/>
              </a:defRPr>
            </a:lvl3pPr>
            <a:lvl4pPr algn="l">
              <a:defRPr sz="2025" b="1">
                <a:solidFill>
                  <a:srgbClr val="0B6172"/>
                </a:solidFill>
                <a:latin typeface="Malgun Gothic"/>
                <a:ea typeface="Malgun Gothic"/>
                <a:cs typeface="Malgun Gothic"/>
              </a:defRPr>
            </a:lvl4pPr>
            <a:lvl5pPr algn="l">
              <a:defRPr sz="2025" b="1">
                <a:solidFill>
                  <a:srgbClr val="0B6172"/>
                </a:solidFill>
                <a:latin typeface="Malgun Gothic"/>
                <a:ea typeface="Malgun Gothic"/>
                <a:cs typeface="Malgun Gothic"/>
              </a:defRPr>
            </a:lvl5pPr>
            <a:lvl6pPr algn="l">
              <a:defRPr sz="2025" b="1">
                <a:solidFill>
                  <a:srgbClr val="0B6172"/>
                </a:solidFill>
                <a:latin typeface="Malgun Gothic"/>
                <a:ea typeface="Malgun Gothic"/>
                <a:cs typeface="Malgun Gothic"/>
              </a:defRPr>
            </a:lvl6pPr>
            <a:lvl7pPr algn="l">
              <a:defRPr sz="2025" b="1">
                <a:solidFill>
                  <a:srgbClr val="0B6172"/>
                </a:solidFill>
                <a:latin typeface="Malgun Gothic"/>
                <a:ea typeface="Malgun Gothic"/>
                <a:cs typeface="Malgun Gothic"/>
              </a:defRPr>
            </a:lvl7pPr>
            <a:lvl8pPr algn="l">
              <a:defRPr sz="2025" b="1">
                <a:solidFill>
                  <a:srgbClr val="0B6172"/>
                </a:solidFill>
                <a:latin typeface="Malgun Gothic"/>
                <a:ea typeface="Malgun Gothic"/>
                <a:cs typeface="Malgun Gothic"/>
              </a:defRPr>
            </a:lvl8pPr>
            <a:lvl9pPr algn="l">
              <a:defRPr sz="2025" b="1">
                <a:solidFill>
                  <a:srgbClr val="0B6172"/>
                </a:solidFill>
                <a:latin typeface="Malgun Gothic"/>
                <a:ea typeface="Malgun Gothic"/>
                <a:cs typeface="Malgun Gothic"/>
              </a:defRPr>
            </a:lvl9pPr>
          </a:lstStyle>
          <a:p xmlns:a="http://schemas.openxmlformats.org/drawingml/2006/main">
            <a:pPr algn="l">
              <a:defRPr sz="2025" b="1">
                <a:solidFill>
                  <a:srgbClr val="0B6172"/>
                </a:solidFill>
                <a:latin typeface="Malgun Gothic"/>
                <a:ea typeface="Malgun Gothic"/>
                <a:cs typeface="Malgun Gothic"/>
              </a:defRPr>
            </a:pPr>
            <a:r>
              <a:rPr sz="2025" b="1">
                <a:solidFill>
                  <a:srgbClr val="0B6172"/>
                </a:solidFill>
                <a:latin typeface="Malgun Gothic"/>
                <a:ea typeface="Malgun Gothic"/>
                <a:cs typeface="Malgun Gothic"/>
              </a:rPr>
              <a:t>누가 완료를 판단하나?</a:t>
            </a:r>
          </a:p>
        </p:txBody>
      </p:sp>
      <p:sp>
        <p:nvSpPr>
          <p:cNvPr id="21" name="근거와 남은 위험을 보고 사람이 결정">
            <a:extLst xmlns:a="http://schemas.openxmlformats.org/drawingml/2006/main">
              <a:ext uri="{FF2B5EF4-FFF2-40B4-BE49-F238E27FC236}">
                <a16:creationId xmlns:a16="http://schemas.microsoft.com/office/drawing/2014/main" id="{BD4CB3AB-4169-4884-8AEF-08F95DA0F9B2}"/>
              </a:ext>
            </a:extLst>
          </p:cNvPr>
          <p:cNvSpPr>
            <a:spLocks xmlns:a="http://schemas.openxmlformats.org/drawingml/2006/main" noGrp="1"/>
          </p:cNvSpPr>
          <p:nvPr/>
        </p:nvSpPr>
        <p:spPr>
          <a:xfrm xmlns:a="http://schemas.openxmlformats.org/drawingml/2006/main">
            <a:off x="3619500" y="4581525"/>
            <a:ext cx="79629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근거와 남은 위험을 보고 사람이 결정</a:t>
            </a:r>
          </a:p>
        </p:txBody>
      </p:sp>
      <p:sp>
        <p:nvSpPr>
          <p:cNvPr id="22" name="확인 방법·기대 결과·보고할 근거를 완료 조건으로 요청한다.">
            <a:extLst xmlns:a="http://schemas.openxmlformats.org/drawingml/2006/main">
              <a:ext uri="{FF2B5EF4-FFF2-40B4-BE49-F238E27FC236}">
                <a16:creationId xmlns:a16="http://schemas.microsoft.com/office/drawing/2014/main" id="{37193F68-22B2-4750-8F48-E8EF9F84A8E5}"/>
              </a:ext>
            </a:extLst>
          </p:cNvPr>
          <p:cNvSpPr>
            <a:spLocks xmlns:a="http://schemas.openxmlformats.org/drawingml/2006/main" noGrp="1"/>
          </p:cNvSpPr>
          <p:nvPr/>
        </p:nvSpPr>
        <p:spPr>
          <a:xfrm xmlns:a="http://schemas.openxmlformats.org/drawingml/2006/main">
            <a:off x="609600" y="53244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확인 방법·기대 결과·보고할 근거를 완료 조건으로 요청한다.</a:t>
            </a:r>
          </a:p>
        </p:txBody>
      </p:sp>
      <p:sp>
        <p:nvSpPr>
          <p:cNvPr id="23" name="Legacy module connection">
            <a:extLst xmlns:a="http://schemas.openxmlformats.org/drawingml/2006/main">
              <a:ext uri="{FF2B5EF4-FFF2-40B4-BE49-F238E27FC236}">
                <a16:creationId xmlns:a16="http://schemas.microsoft.com/office/drawing/2014/main" id="{FF3B3B46-3704-4C17-9E5E-D31F73036EC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M1 · M2 · M5 · M6</a:t>
            </a:r>
          </a:p>
        </p:txBody>
      </p:sp>
    </p:spTree>
    <p:extLst>
      <p:ext uri="{BB962C8B-B14F-4D97-AF65-F5344CB8AC3E}">
        <p14:creationId xmlns:p14="http://schemas.microsoft.com/office/powerpoint/2010/main" val="1501673226"/>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7" name="ACT 1 · 완료 조건을 명세로 요청하기">
            <a:extLst xmlns:a="http://schemas.openxmlformats.org/drawingml/2006/main">
              <a:ext uri="{FF2B5EF4-FFF2-40B4-BE49-F238E27FC236}">
                <a16:creationId xmlns:a16="http://schemas.microsoft.com/office/drawing/2014/main" id="{7D363E80-65F0-490B-B32B-5AEDD0202250}"/>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완료 조건을 명세로 요청하기</a:t>
            </a:r>
          </a:p>
        </p:txBody>
      </p:sp>
      <p:sp>
        <p:nvSpPr>
          <p:cNvPr id="2" name="S25">
            <a:extLst xmlns:a="http://schemas.openxmlformats.org/drawingml/2006/main">
              <a:ext uri="{FF2B5EF4-FFF2-40B4-BE49-F238E27FC236}">
                <a16:creationId xmlns:a16="http://schemas.microsoft.com/office/drawing/2014/main" id="{DDE3C00D-866F-4AA8-9763-B3029A65438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S25</a:t>
            </a:r>
          </a:p>
        </p:txBody>
      </p:sp>
      <p:sp>
        <p:nvSpPr>
          <p:cNvPr id="3" name="Check마다 확인하는 범위">
            <a:extLst xmlns:a="http://schemas.openxmlformats.org/drawingml/2006/main">
              <a:ext uri="{FF2B5EF4-FFF2-40B4-BE49-F238E27FC236}">
                <a16:creationId xmlns:a16="http://schemas.microsoft.com/office/drawing/2014/main" id="{0BBE7518-23AD-4705-AEFF-7790FF007D80}"/>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Check마다 확인하는 범위</a:t>
            </a:r>
          </a:p>
        </p:txBody>
      </p:sp>
      <p:sp>
        <p:nvSpPr>
          <p:cNvPr id="4" name="">
            <a:extLst xmlns:a="http://schemas.openxmlformats.org/drawingml/2006/main">
              <a:ext uri="{FF2B5EF4-FFF2-40B4-BE49-F238E27FC236}">
                <a16:creationId xmlns:a16="http://schemas.microsoft.com/office/drawing/2014/main" id="{F28EBEF4-1A01-4C57-B3AE-4228FEFB62C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TRIAL-002: 관련·전체 테스트 / CLI 샘플 실행 / 변경 확인 · 우측은 C++ 교육용 도식">
            <a:extLst xmlns:a="http://schemas.openxmlformats.org/drawingml/2006/main">
              <a:ext uri="{FF2B5EF4-FFF2-40B4-BE49-F238E27FC236}">
                <a16:creationId xmlns:a16="http://schemas.microsoft.com/office/drawing/2014/main" id="{1A36D1A7-6E17-477B-A6EA-1CE598D0DFA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TRIAL-002: 관련·전체 테스트 / CLI 샘플 실행 / 변경 확인 · 우측은 C++ 교육용 도식</a:t>
            </a:r>
          </a:p>
        </p:txBody>
      </p:sp>
      <p:sp>
        <p:nvSpPr>
          <p:cNvPr id="6" name="실제 Trial은 Python unittest입니다. Benchmark 미실행 · 우측은 새 실행·PASS ">
            <a:extLst xmlns:a="http://schemas.openxmlformats.org/drawingml/2006/main">
              <a:ext uri="{FF2B5EF4-FFF2-40B4-BE49-F238E27FC236}">
                <a16:creationId xmlns:a16="http://schemas.microsoft.com/office/drawing/2014/main" id="{C593E3BF-3541-4F54-B22D-0E52A88EA16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실제 Trial은 Python unittest입니다. Benchmark 미실행 · 우측은 새 실행·PASS 결과가 아닙니다.</a:t>
            </a:r>
          </a:p>
        </p:txBody>
      </p:sp>
      <p:sp>
        <p:nvSpPr>
          <p:cNvPr id="7" name="요청할 확인">
            <a:extLst xmlns:a="http://schemas.openxmlformats.org/drawingml/2006/main">
              <a:ext uri="{FF2B5EF4-FFF2-40B4-BE49-F238E27FC236}">
                <a16:creationId xmlns:a16="http://schemas.microsoft.com/office/drawing/2014/main" id="{F7BF60BF-F9BD-4EAA-A081-13AFCEA75F10}"/>
              </a:ext>
            </a:extLst>
          </p:cNvPr>
          <p:cNvSpPr>
            <a:spLocks xmlns:a="http://schemas.openxmlformats.org/drawingml/2006/main" noGrp="1"/>
          </p:cNvSpPr>
          <p:nvPr/>
        </p:nvSpPr>
        <p:spPr>
          <a:xfrm xmlns:a="http://schemas.openxmlformats.org/drawingml/2006/main">
            <a:off x="609600" y="1876425"/>
            <a:ext cx="1695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요청할 확인</a:t>
            </a:r>
          </a:p>
        </p:txBody>
      </p:sp>
      <p:sp>
        <p:nvSpPr>
          <p:cNvPr id="8" name="말할 수 있는 범위">
            <a:extLst xmlns:a="http://schemas.openxmlformats.org/drawingml/2006/main">
              <a:ext uri="{FF2B5EF4-FFF2-40B4-BE49-F238E27FC236}">
                <a16:creationId xmlns:a16="http://schemas.microsoft.com/office/drawing/2014/main" id="{57123762-2865-4FFE-A645-6FFD49A03E01}"/>
              </a:ext>
            </a:extLst>
          </p:cNvPr>
          <p:cNvSpPr>
            <a:spLocks xmlns:a="http://schemas.openxmlformats.org/drawingml/2006/main" noGrp="1"/>
          </p:cNvSpPr>
          <p:nvPr/>
        </p:nvSpPr>
        <p:spPr>
          <a:xfrm xmlns:a="http://schemas.openxmlformats.org/drawingml/2006/main">
            <a:off x="2400300" y="1876425"/>
            <a:ext cx="3390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4D5A68"/>
                </a:solidFill>
                <a:latin typeface="Malgun Gothic"/>
                <a:ea typeface="Malgun Gothic"/>
                <a:cs typeface="Malgun Gothic"/>
              </a:defRPr>
            </a:defPPr>
            <a:lvl1pPr algn="l">
              <a:defRPr sz="1875" b="1">
                <a:solidFill>
                  <a:srgbClr val="4D5A68"/>
                </a:solidFill>
                <a:latin typeface="Malgun Gothic"/>
                <a:ea typeface="Malgun Gothic"/>
                <a:cs typeface="Malgun Gothic"/>
              </a:defRPr>
            </a:lvl1pPr>
            <a:lvl2pPr algn="l">
              <a:defRPr sz="1875" b="1">
                <a:solidFill>
                  <a:srgbClr val="4D5A68"/>
                </a:solidFill>
                <a:latin typeface="Malgun Gothic"/>
                <a:ea typeface="Malgun Gothic"/>
                <a:cs typeface="Malgun Gothic"/>
              </a:defRPr>
            </a:lvl2pPr>
            <a:lvl3pPr algn="l">
              <a:defRPr sz="1875" b="1">
                <a:solidFill>
                  <a:srgbClr val="4D5A68"/>
                </a:solidFill>
                <a:latin typeface="Malgun Gothic"/>
                <a:ea typeface="Malgun Gothic"/>
                <a:cs typeface="Malgun Gothic"/>
              </a:defRPr>
            </a:lvl3pPr>
            <a:lvl4pPr algn="l">
              <a:defRPr sz="1875" b="1">
                <a:solidFill>
                  <a:srgbClr val="4D5A68"/>
                </a:solidFill>
                <a:latin typeface="Malgun Gothic"/>
                <a:ea typeface="Malgun Gothic"/>
                <a:cs typeface="Malgun Gothic"/>
              </a:defRPr>
            </a:lvl4pPr>
            <a:lvl5pPr algn="l">
              <a:defRPr sz="1875" b="1">
                <a:solidFill>
                  <a:srgbClr val="4D5A68"/>
                </a:solidFill>
                <a:latin typeface="Malgun Gothic"/>
                <a:ea typeface="Malgun Gothic"/>
                <a:cs typeface="Malgun Gothic"/>
              </a:defRPr>
            </a:lvl5pPr>
            <a:lvl6pPr algn="l">
              <a:defRPr sz="1875" b="1">
                <a:solidFill>
                  <a:srgbClr val="4D5A68"/>
                </a:solidFill>
                <a:latin typeface="Malgun Gothic"/>
                <a:ea typeface="Malgun Gothic"/>
                <a:cs typeface="Malgun Gothic"/>
              </a:defRPr>
            </a:lvl6pPr>
            <a:lvl7pPr algn="l">
              <a:defRPr sz="1875" b="1">
                <a:solidFill>
                  <a:srgbClr val="4D5A68"/>
                </a:solidFill>
                <a:latin typeface="Malgun Gothic"/>
                <a:ea typeface="Malgun Gothic"/>
                <a:cs typeface="Malgun Gothic"/>
              </a:defRPr>
            </a:lvl7pPr>
            <a:lvl8pPr algn="l">
              <a:defRPr sz="1875" b="1">
                <a:solidFill>
                  <a:srgbClr val="4D5A68"/>
                </a:solidFill>
                <a:latin typeface="Malgun Gothic"/>
                <a:ea typeface="Malgun Gothic"/>
                <a:cs typeface="Malgun Gothic"/>
              </a:defRPr>
            </a:lvl8pPr>
            <a:lvl9pPr algn="l">
              <a:defRPr sz="1875" b="1">
                <a:solidFill>
                  <a:srgbClr val="4D5A68"/>
                </a:solidFill>
                <a:latin typeface="Malgun Gothic"/>
                <a:ea typeface="Malgun Gothic"/>
                <a:cs typeface="Malgun Gothic"/>
              </a:defRPr>
            </a:lvl9pPr>
          </a:lstStyle>
          <a:p xmlns:a="http://schemas.openxmlformats.org/drawingml/2006/main">
            <a:pPr algn="l">
              <a:defRPr sz="1875" b="1">
                <a:solidFill>
                  <a:srgbClr val="4D5A68"/>
                </a:solidFill>
                <a:latin typeface="Malgun Gothic"/>
                <a:ea typeface="Malgun Gothic"/>
                <a:cs typeface="Malgun Gothic"/>
              </a:defRPr>
            </a:pPr>
            <a:r>
              <a:rPr sz="1875" b="1">
                <a:solidFill>
                  <a:srgbClr val="4D5A68"/>
                </a:solidFill>
                <a:latin typeface="Malgun Gothic"/>
                <a:ea typeface="Malgun Gothic"/>
                <a:cs typeface="Malgun Gothic"/>
              </a:rPr>
              <a:t>말할 수 있는 범위</a:t>
            </a:r>
          </a:p>
        </p:txBody>
      </p:sp>
      <p:sp>
        <p:nvSpPr>
          <p:cNvPr id="9" name="">
            <a:extLst xmlns:a="http://schemas.openxmlformats.org/drawingml/2006/main">
              <a:ext uri="{FF2B5EF4-FFF2-40B4-BE49-F238E27FC236}">
                <a16:creationId xmlns:a16="http://schemas.microsoft.com/office/drawing/2014/main" id="{92257FC4-76AB-4385-9C55-D78365D8AB72}"/>
              </a:ext>
            </a:extLst>
          </p:cNvPr>
          <p:cNvSpPr>
            <a:spLocks xmlns:a="http://schemas.openxmlformats.org/drawingml/2006/main" noGrp="1"/>
          </p:cNvSpPr>
          <p:nvPr/>
        </p:nvSpPr>
        <p:spPr>
          <a:xfrm xmlns:a="http://schemas.openxmlformats.org/drawingml/2006/main">
            <a:off x="609600" y="23241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0" name="관련 테스트">
            <a:extLst xmlns:a="http://schemas.openxmlformats.org/drawingml/2006/main">
              <a:ext uri="{FF2B5EF4-FFF2-40B4-BE49-F238E27FC236}">
                <a16:creationId xmlns:a16="http://schemas.microsoft.com/office/drawing/2014/main" id="{3B84CB78-A628-4854-92E7-9ADCEAD8BB7C}"/>
              </a:ext>
            </a:extLst>
          </p:cNvPr>
          <p:cNvSpPr>
            <a:spLocks xmlns:a="http://schemas.openxmlformats.org/drawingml/2006/main" noGrp="1"/>
          </p:cNvSpPr>
          <p:nvPr/>
        </p:nvSpPr>
        <p:spPr>
          <a:xfrm xmlns:a="http://schemas.openxmlformats.org/drawingml/2006/main">
            <a:off x="609600" y="24003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관련 테스트</a:t>
            </a:r>
          </a:p>
        </p:txBody>
      </p:sp>
      <p:sp>
        <p:nvSpPr>
          <p:cNvPr id="11" name="바뀐 동작의 해당 조건">
            <a:extLst xmlns:a="http://schemas.openxmlformats.org/drawingml/2006/main">
              <a:ext uri="{FF2B5EF4-FFF2-40B4-BE49-F238E27FC236}">
                <a16:creationId xmlns:a16="http://schemas.microsoft.com/office/drawing/2014/main" id="{E300E8A8-FECB-4D81-8AFF-AEB04E5BC895}"/>
              </a:ext>
            </a:extLst>
          </p:cNvPr>
          <p:cNvSpPr>
            <a:spLocks xmlns:a="http://schemas.openxmlformats.org/drawingml/2006/main" noGrp="1"/>
          </p:cNvSpPr>
          <p:nvPr/>
        </p:nvSpPr>
        <p:spPr>
          <a:xfrm xmlns:a="http://schemas.openxmlformats.org/drawingml/2006/main">
            <a:off x="2400300" y="24003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바뀐 동작의 해당 조건</a:t>
            </a:r>
          </a:p>
        </p:txBody>
      </p:sp>
      <p:sp>
        <p:nvSpPr>
          <p:cNvPr id="12" name="">
            <a:extLst xmlns:a="http://schemas.openxmlformats.org/drawingml/2006/main">
              <a:ext uri="{FF2B5EF4-FFF2-40B4-BE49-F238E27FC236}">
                <a16:creationId xmlns:a16="http://schemas.microsoft.com/office/drawing/2014/main" id="{4E323C0C-2540-4FA8-BC5E-F8B1AEF7FACF}"/>
              </a:ext>
            </a:extLst>
          </p:cNvPr>
          <p:cNvSpPr>
            <a:spLocks xmlns:a="http://schemas.openxmlformats.org/drawingml/2006/main" noGrp="1"/>
          </p:cNvSpPr>
          <p:nvPr/>
        </p:nvSpPr>
        <p:spPr>
          <a:xfrm xmlns:a="http://schemas.openxmlformats.org/drawingml/2006/main">
            <a:off x="609600" y="29337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전체 테스트">
            <a:extLst xmlns:a="http://schemas.openxmlformats.org/drawingml/2006/main">
              <a:ext uri="{FF2B5EF4-FFF2-40B4-BE49-F238E27FC236}">
                <a16:creationId xmlns:a16="http://schemas.microsoft.com/office/drawing/2014/main" id="{2571EB04-76EA-4B34-AD0B-BCEAF1562EE6}"/>
              </a:ext>
            </a:extLst>
          </p:cNvPr>
          <p:cNvSpPr>
            <a:spLocks xmlns:a="http://schemas.openxmlformats.org/drawingml/2006/main" noGrp="1"/>
          </p:cNvSpPr>
          <p:nvPr/>
        </p:nvSpPr>
        <p:spPr>
          <a:xfrm xmlns:a="http://schemas.openxmlformats.org/drawingml/2006/main">
            <a:off x="609600" y="30099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전체 테스트</a:t>
            </a:r>
          </a:p>
        </p:txBody>
      </p:sp>
      <p:sp>
        <p:nvSpPr>
          <p:cNvPr id="14" name="현재 suite의 회귀 범위">
            <a:extLst xmlns:a="http://schemas.openxmlformats.org/drawingml/2006/main">
              <a:ext uri="{FF2B5EF4-FFF2-40B4-BE49-F238E27FC236}">
                <a16:creationId xmlns:a16="http://schemas.microsoft.com/office/drawing/2014/main" id="{07734F2B-16F9-4485-98B4-4F3C8835B7D3}"/>
              </a:ext>
            </a:extLst>
          </p:cNvPr>
          <p:cNvSpPr>
            <a:spLocks xmlns:a="http://schemas.openxmlformats.org/drawingml/2006/main" noGrp="1"/>
          </p:cNvSpPr>
          <p:nvPr/>
        </p:nvSpPr>
        <p:spPr>
          <a:xfrm xmlns:a="http://schemas.openxmlformats.org/drawingml/2006/main">
            <a:off x="2400300" y="30099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현재 suite의 회귀 범위</a:t>
            </a:r>
          </a:p>
        </p:txBody>
      </p:sp>
      <p:sp>
        <p:nvSpPr>
          <p:cNvPr id="15" name="">
            <a:extLst xmlns:a="http://schemas.openxmlformats.org/drawingml/2006/main">
              <a:ext uri="{FF2B5EF4-FFF2-40B4-BE49-F238E27FC236}">
                <a16:creationId xmlns:a16="http://schemas.microsoft.com/office/drawing/2014/main" id="{0ACE9EEA-6368-4965-8142-80C912C4AFEC}"/>
              </a:ext>
            </a:extLst>
          </p:cNvPr>
          <p:cNvSpPr>
            <a:spLocks xmlns:a="http://schemas.openxmlformats.org/drawingml/2006/main" noGrp="1"/>
          </p:cNvSpPr>
          <p:nvPr/>
        </p:nvSpPr>
        <p:spPr>
          <a:xfrm xmlns:a="http://schemas.openxmlformats.org/drawingml/2006/main">
            <a:off x="609600" y="35433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CLI 샘플 실행">
            <a:extLst xmlns:a="http://schemas.openxmlformats.org/drawingml/2006/main">
              <a:ext uri="{FF2B5EF4-FFF2-40B4-BE49-F238E27FC236}">
                <a16:creationId xmlns:a16="http://schemas.microsoft.com/office/drawing/2014/main" id="{514DB731-88A4-4901-AAC0-948E0BB4BA72}"/>
              </a:ext>
            </a:extLst>
          </p:cNvPr>
          <p:cNvSpPr>
            <a:spLocks xmlns:a="http://schemas.openxmlformats.org/drawingml/2006/main" noGrp="1"/>
          </p:cNvSpPr>
          <p:nvPr/>
        </p:nvSpPr>
        <p:spPr>
          <a:xfrm xmlns:a="http://schemas.openxmlformats.org/drawingml/2006/main">
            <a:off x="609600" y="36195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CLI 샘플 실행</a:t>
            </a:r>
          </a:p>
        </p:txBody>
      </p:sp>
      <p:sp>
        <p:nvSpPr>
          <p:cNvPr id="17" name="샘플의 통합 실행 경로">
            <a:extLst xmlns:a="http://schemas.openxmlformats.org/drawingml/2006/main">
              <a:ext uri="{FF2B5EF4-FFF2-40B4-BE49-F238E27FC236}">
                <a16:creationId xmlns:a16="http://schemas.microsoft.com/office/drawing/2014/main" id="{734FC5CF-3E45-4527-A30E-47E2E67317FC}"/>
              </a:ext>
            </a:extLst>
          </p:cNvPr>
          <p:cNvSpPr>
            <a:spLocks xmlns:a="http://schemas.openxmlformats.org/drawingml/2006/main" noGrp="1"/>
          </p:cNvSpPr>
          <p:nvPr/>
        </p:nvSpPr>
        <p:spPr>
          <a:xfrm xmlns:a="http://schemas.openxmlformats.org/drawingml/2006/main">
            <a:off x="2400300" y="36195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샘플의 통합 실행 경로</a:t>
            </a:r>
          </a:p>
        </p:txBody>
      </p:sp>
      <p:sp>
        <p:nvSpPr>
          <p:cNvPr id="18" name="">
            <a:extLst xmlns:a="http://schemas.openxmlformats.org/drawingml/2006/main">
              <a:ext uri="{FF2B5EF4-FFF2-40B4-BE49-F238E27FC236}">
                <a16:creationId xmlns:a16="http://schemas.microsoft.com/office/drawing/2014/main" id="{73A20023-B943-411A-B7F8-655E1AE60604}"/>
              </a:ext>
            </a:extLst>
          </p:cNvPr>
          <p:cNvSpPr>
            <a:spLocks xmlns:a="http://schemas.openxmlformats.org/drawingml/2006/main" noGrp="1"/>
          </p:cNvSpPr>
          <p:nvPr/>
        </p:nvSpPr>
        <p:spPr>
          <a:xfrm xmlns:a="http://schemas.openxmlformats.org/drawingml/2006/main">
            <a:off x="609600" y="41529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변경 내용 확인">
            <a:extLst xmlns:a="http://schemas.openxmlformats.org/drawingml/2006/main">
              <a:ext uri="{FF2B5EF4-FFF2-40B4-BE49-F238E27FC236}">
                <a16:creationId xmlns:a16="http://schemas.microsoft.com/office/drawing/2014/main" id="{F8255284-CE24-42E1-B7AD-425A2E9A17A2}"/>
              </a:ext>
            </a:extLst>
          </p:cNvPr>
          <p:cNvSpPr>
            <a:spLocks xmlns:a="http://schemas.openxmlformats.org/drawingml/2006/main" noGrp="1"/>
          </p:cNvSpPr>
          <p:nvPr/>
        </p:nvSpPr>
        <p:spPr>
          <a:xfrm xmlns:a="http://schemas.openxmlformats.org/drawingml/2006/main">
            <a:off x="609600" y="42291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0B6172"/>
                </a:solidFill>
                <a:latin typeface="Malgun Gothic"/>
                <a:ea typeface="Malgun Gothic"/>
                <a:cs typeface="Malgun Gothic"/>
              </a:defRPr>
            </a:defPPr>
            <a:lvl1pPr algn="l">
              <a:defRPr sz="1875" b="1">
                <a:solidFill>
                  <a:srgbClr val="0B6172"/>
                </a:solidFill>
                <a:latin typeface="Malgun Gothic"/>
                <a:ea typeface="Malgun Gothic"/>
                <a:cs typeface="Malgun Gothic"/>
              </a:defRPr>
            </a:lvl1pPr>
            <a:lvl2pPr algn="l">
              <a:defRPr sz="1875" b="1">
                <a:solidFill>
                  <a:srgbClr val="0B6172"/>
                </a:solidFill>
                <a:latin typeface="Malgun Gothic"/>
                <a:ea typeface="Malgun Gothic"/>
                <a:cs typeface="Malgun Gothic"/>
              </a:defRPr>
            </a:lvl2pPr>
            <a:lvl3pPr algn="l">
              <a:defRPr sz="1875" b="1">
                <a:solidFill>
                  <a:srgbClr val="0B6172"/>
                </a:solidFill>
                <a:latin typeface="Malgun Gothic"/>
                <a:ea typeface="Malgun Gothic"/>
                <a:cs typeface="Malgun Gothic"/>
              </a:defRPr>
            </a:lvl3pPr>
            <a:lvl4pPr algn="l">
              <a:defRPr sz="1875" b="1">
                <a:solidFill>
                  <a:srgbClr val="0B6172"/>
                </a:solidFill>
                <a:latin typeface="Malgun Gothic"/>
                <a:ea typeface="Malgun Gothic"/>
                <a:cs typeface="Malgun Gothic"/>
              </a:defRPr>
            </a:lvl4pPr>
            <a:lvl5pPr algn="l">
              <a:defRPr sz="1875" b="1">
                <a:solidFill>
                  <a:srgbClr val="0B6172"/>
                </a:solidFill>
                <a:latin typeface="Malgun Gothic"/>
                <a:ea typeface="Malgun Gothic"/>
                <a:cs typeface="Malgun Gothic"/>
              </a:defRPr>
            </a:lvl5pPr>
            <a:lvl6pPr algn="l">
              <a:defRPr sz="1875" b="1">
                <a:solidFill>
                  <a:srgbClr val="0B6172"/>
                </a:solidFill>
                <a:latin typeface="Malgun Gothic"/>
                <a:ea typeface="Malgun Gothic"/>
                <a:cs typeface="Malgun Gothic"/>
              </a:defRPr>
            </a:lvl6pPr>
            <a:lvl7pPr algn="l">
              <a:defRPr sz="1875" b="1">
                <a:solidFill>
                  <a:srgbClr val="0B6172"/>
                </a:solidFill>
                <a:latin typeface="Malgun Gothic"/>
                <a:ea typeface="Malgun Gothic"/>
                <a:cs typeface="Malgun Gothic"/>
              </a:defRPr>
            </a:lvl7pPr>
            <a:lvl8pPr algn="l">
              <a:defRPr sz="1875" b="1">
                <a:solidFill>
                  <a:srgbClr val="0B6172"/>
                </a:solidFill>
                <a:latin typeface="Malgun Gothic"/>
                <a:ea typeface="Malgun Gothic"/>
                <a:cs typeface="Malgun Gothic"/>
              </a:defRPr>
            </a:lvl8pPr>
            <a:lvl9pPr algn="l">
              <a:defRPr sz="1875" b="1">
                <a:solidFill>
                  <a:srgbClr val="0B6172"/>
                </a:solidFill>
                <a:latin typeface="Malgun Gothic"/>
                <a:ea typeface="Malgun Gothic"/>
                <a:cs typeface="Malgun Gothic"/>
              </a:defRPr>
            </a:lvl9pPr>
          </a:lstStyle>
          <a:p xmlns:a="http://schemas.openxmlformats.org/drawingml/2006/main">
            <a:pPr algn="l">
              <a:defRPr sz="1875" b="1">
                <a:solidFill>
                  <a:srgbClr val="0B6172"/>
                </a:solidFill>
                <a:latin typeface="Malgun Gothic"/>
                <a:ea typeface="Malgun Gothic"/>
                <a:cs typeface="Malgun Gothic"/>
              </a:defRPr>
            </a:pPr>
            <a:r>
              <a:rPr sz="1875" b="1">
                <a:solidFill>
                  <a:srgbClr val="0B6172"/>
                </a:solidFill>
                <a:latin typeface="Malgun Gothic"/>
                <a:ea typeface="Malgun Gothic"/>
                <a:cs typeface="Malgun Gothic"/>
              </a:rPr>
              <a:t>변경 내용 확인</a:t>
            </a:r>
          </a:p>
        </p:txBody>
      </p:sp>
      <p:sp>
        <p:nvSpPr>
          <p:cNvPr id="20" name="변경 범위·의도치 않은 수정">
            <a:extLst xmlns:a="http://schemas.openxmlformats.org/drawingml/2006/main">
              <a:ext uri="{FF2B5EF4-FFF2-40B4-BE49-F238E27FC236}">
                <a16:creationId xmlns:a16="http://schemas.microsoft.com/office/drawing/2014/main" id="{10225C98-F851-440C-8A5A-B22FD79679A0}"/>
              </a:ext>
            </a:extLst>
          </p:cNvPr>
          <p:cNvSpPr>
            <a:spLocks xmlns:a="http://schemas.openxmlformats.org/drawingml/2006/main" noGrp="1"/>
          </p:cNvSpPr>
          <p:nvPr/>
        </p:nvSpPr>
        <p:spPr>
          <a:xfrm xmlns:a="http://schemas.openxmlformats.org/drawingml/2006/main">
            <a:off x="2400300" y="42291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변경 범위·의도치 않은 수정</a:t>
            </a:r>
          </a:p>
        </p:txBody>
      </p:sp>
      <p:sp>
        <p:nvSpPr>
          <p:cNvPr id="21" name="">
            <a:extLst xmlns:a="http://schemas.openxmlformats.org/drawingml/2006/main">
              <a:ext uri="{FF2B5EF4-FFF2-40B4-BE49-F238E27FC236}">
                <a16:creationId xmlns:a16="http://schemas.microsoft.com/office/drawing/2014/main" id="{B58081C4-449E-4F37-A03E-22D6794CA9AE}"/>
              </a:ext>
            </a:extLst>
          </p:cNvPr>
          <p:cNvSpPr>
            <a:spLocks xmlns:a="http://schemas.openxmlformats.org/drawingml/2006/main" noGrp="1"/>
          </p:cNvSpPr>
          <p:nvPr/>
        </p:nvSpPr>
        <p:spPr>
          <a:xfrm xmlns:a="http://schemas.openxmlformats.org/drawingml/2006/main">
            <a:off x="609600" y="4762500"/>
            <a:ext cx="51816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2" name="성능 측정">
            <a:extLst xmlns:a="http://schemas.openxmlformats.org/drawingml/2006/main">
              <a:ext uri="{FF2B5EF4-FFF2-40B4-BE49-F238E27FC236}">
                <a16:creationId xmlns:a16="http://schemas.microsoft.com/office/drawing/2014/main" id="{A28BC6AA-4FD8-41A9-8200-8BDC34CE86D0}"/>
              </a:ext>
            </a:extLst>
          </p:cNvPr>
          <p:cNvSpPr>
            <a:spLocks xmlns:a="http://schemas.openxmlformats.org/drawingml/2006/main" noGrp="1"/>
          </p:cNvSpPr>
          <p:nvPr/>
        </p:nvSpPr>
        <p:spPr>
          <a:xfrm xmlns:a="http://schemas.openxmlformats.org/drawingml/2006/main">
            <a:off x="609600" y="4838700"/>
            <a:ext cx="1695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805400"/>
                </a:solidFill>
                <a:latin typeface="Malgun Gothic"/>
                <a:ea typeface="Malgun Gothic"/>
                <a:cs typeface="Malgun Gothic"/>
              </a:defRPr>
            </a:defPPr>
            <a:lvl1pPr algn="l">
              <a:defRPr sz="1875" b="1">
                <a:solidFill>
                  <a:srgbClr val="805400"/>
                </a:solidFill>
                <a:latin typeface="Malgun Gothic"/>
                <a:ea typeface="Malgun Gothic"/>
                <a:cs typeface="Malgun Gothic"/>
              </a:defRPr>
            </a:lvl1pPr>
            <a:lvl2pPr algn="l">
              <a:defRPr sz="1875" b="1">
                <a:solidFill>
                  <a:srgbClr val="805400"/>
                </a:solidFill>
                <a:latin typeface="Malgun Gothic"/>
                <a:ea typeface="Malgun Gothic"/>
                <a:cs typeface="Malgun Gothic"/>
              </a:defRPr>
            </a:lvl2pPr>
            <a:lvl3pPr algn="l">
              <a:defRPr sz="1875" b="1">
                <a:solidFill>
                  <a:srgbClr val="805400"/>
                </a:solidFill>
                <a:latin typeface="Malgun Gothic"/>
                <a:ea typeface="Malgun Gothic"/>
                <a:cs typeface="Malgun Gothic"/>
              </a:defRPr>
            </a:lvl3pPr>
            <a:lvl4pPr algn="l">
              <a:defRPr sz="1875" b="1">
                <a:solidFill>
                  <a:srgbClr val="805400"/>
                </a:solidFill>
                <a:latin typeface="Malgun Gothic"/>
                <a:ea typeface="Malgun Gothic"/>
                <a:cs typeface="Malgun Gothic"/>
              </a:defRPr>
            </a:lvl4pPr>
            <a:lvl5pPr algn="l">
              <a:defRPr sz="1875" b="1">
                <a:solidFill>
                  <a:srgbClr val="805400"/>
                </a:solidFill>
                <a:latin typeface="Malgun Gothic"/>
                <a:ea typeface="Malgun Gothic"/>
                <a:cs typeface="Malgun Gothic"/>
              </a:defRPr>
            </a:lvl5pPr>
            <a:lvl6pPr algn="l">
              <a:defRPr sz="1875" b="1">
                <a:solidFill>
                  <a:srgbClr val="805400"/>
                </a:solidFill>
                <a:latin typeface="Malgun Gothic"/>
                <a:ea typeface="Malgun Gothic"/>
                <a:cs typeface="Malgun Gothic"/>
              </a:defRPr>
            </a:lvl6pPr>
            <a:lvl7pPr algn="l">
              <a:defRPr sz="1875" b="1">
                <a:solidFill>
                  <a:srgbClr val="805400"/>
                </a:solidFill>
                <a:latin typeface="Malgun Gothic"/>
                <a:ea typeface="Malgun Gothic"/>
                <a:cs typeface="Malgun Gothic"/>
              </a:defRPr>
            </a:lvl7pPr>
            <a:lvl8pPr algn="l">
              <a:defRPr sz="1875" b="1">
                <a:solidFill>
                  <a:srgbClr val="805400"/>
                </a:solidFill>
                <a:latin typeface="Malgun Gothic"/>
                <a:ea typeface="Malgun Gothic"/>
                <a:cs typeface="Malgun Gothic"/>
              </a:defRPr>
            </a:lvl8pPr>
            <a:lvl9pPr algn="l">
              <a:defRPr sz="1875" b="1">
                <a:solidFill>
                  <a:srgbClr val="805400"/>
                </a:solidFill>
                <a:latin typeface="Malgun Gothic"/>
                <a:ea typeface="Malgun Gothic"/>
                <a:cs typeface="Malgun Gothic"/>
              </a:defRPr>
            </a:lvl9pPr>
          </a:lstStyle>
          <a:p xmlns:a="http://schemas.openxmlformats.org/drawingml/2006/main">
            <a:pPr algn="l">
              <a:defRPr sz="1875" b="1">
                <a:solidFill>
                  <a:srgbClr val="805400"/>
                </a:solidFill>
                <a:latin typeface="Malgun Gothic"/>
                <a:ea typeface="Malgun Gothic"/>
                <a:cs typeface="Malgun Gothic"/>
              </a:defRPr>
            </a:pPr>
            <a:r>
              <a:rPr sz="1875" b="1">
                <a:solidFill>
                  <a:srgbClr val="805400"/>
                </a:solidFill>
                <a:latin typeface="Malgun Gothic"/>
                <a:ea typeface="Malgun Gothic"/>
                <a:cs typeface="Malgun Gothic"/>
              </a:rPr>
              <a:t>성능 측정</a:t>
            </a:r>
          </a:p>
        </p:txBody>
      </p:sp>
      <p:sp>
        <p:nvSpPr>
          <p:cNvPr id="23" name="측정한 입력·환경의 성능">
            <a:extLst xmlns:a="http://schemas.openxmlformats.org/drawingml/2006/main">
              <a:ext uri="{FF2B5EF4-FFF2-40B4-BE49-F238E27FC236}">
                <a16:creationId xmlns:a16="http://schemas.microsoft.com/office/drawing/2014/main" id="{2D7C3E9A-DDD2-4FE4-AB33-71C9B964B15E}"/>
              </a:ext>
            </a:extLst>
          </p:cNvPr>
          <p:cNvSpPr>
            <a:spLocks xmlns:a="http://schemas.openxmlformats.org/drawingml/2006/main" noGrp="1"/>
          </p:cNvSpPr>
          <p:nvPr/>
        </p:nvSpPr>
        <p:spPr>
          <a:xfrm xmlns:a="http://schemas.openxmlformats.org/drawingml/2006/main">
            <a:off x="2400300" y="483870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측정한 입력·환경의 성능</a:t>
            </a:r>
          </a:p>
        </p:txBody>
      </p:sp>
      <p:sp>
        <p:nvSpPr>
          <p:cNvPr id="24" name="요청한 명세를 assert로 확인한다">
            <a:extLst xmlns:a="http://schemas.openxmlformats.org/drawingml/2006/main">
              <a:ext uri="{FF2B5EF4-FFF2-40B4-BE49-F238E27FC236}">
                <a16:creationId xmlns:a16="http://schemas.microsoft.com/office/drawing/2014/main" id="{E3038580-9A35-49C0-A282-422A7248E37C}"/>
              </a:ext>
            </a:extLst>
          </p:cNvPr>
          <p:cNvSpPr>
            <a:spLocks xmlns:a="http://schemas.openxmlformats.org/drawingml/2006/main" noGrp="1"/>
          </p:cNvSpPr>
          <p:nvPr/>
        </p:nvSpPr>
        <p:spPr>
          <a:xfrm xmlns:a="http://schemas.openxmlformats.org/drawingml/2006/main">
            <a:off x="6362700" y="1809750"/>
            <a:ext cx="5219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요청한 명세를 assert로 확인한다</a:t>
            </a:r>
          </a:p>
        </p:txBody>
      </p:sp>
      <p:sp>
        <p:nvSpPr>
          <p:cNvPr id="25" name="입력 {1, 2, 3, 4} · crop [1, 3)">
            <a:extLst xmlns:a="http://schemas.openxmlformats.org/drawingml/2006/main">
              <a:ext uri="{FF2B5EF4-FFF2-40B4-BE49-F238E27FC236}">
                <a16:creationId xmlns:a16="http://schemas.microsoft.com/office/drawing/2014/main" id="{37298799-C52B-4EC0-A313-5311C3D7D0EB}"/>
              </a:ext>
            </a:extLst>
          </p:cNvPr>
          <p:cNvSpPr>
            <a:spLocks xmlns:a="http://schemas.openxmlformats.org/drawingml/2006/main" noGrp="1"/>
          </p:cNvSpPr>
          <p:nvPr/>
        </p:nvSpPr>
        <p:spPr>
          <a:xfrm xmlns:a="http://schemas.openxmlformats.org/drawingml/2006/main">
            <a:off x="6362700" y="2209800"/>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입력 {1, 2, 3, 4} · crop [1, 3)</a:t>
            </a:r>
          </a:p>
        </p:txBody>
      </p:sp>
      <p:sp>
        <p:nvSpPr>
          <p:cNvPr id="26" name="기대 expected">
            <a:extLst xmlns:a="http://schemas.openxmlformats.org/drawingml/2006/main">
              <a:ext uri="{FF2B5EF4-FFF2-40B4-BE49-F238E27FC236}">
                <a16:creationId xmlns:a16="http://schemas.microsoft.com/office/drawing/2014/main" id="{918F1E09-6909-4D0E-BEDD-D830BEEB65AA}"/>
              </a:ext>
            </a:extLst>
          </p:cNvPr>
          <p:cNvSpPr>
            <a:spLocks xmlns:a="http://schemas.openxmlformats.org/drawingml/2006/main" noGrp="1"/>
          </p:cNvSpPr>
          <p:nvPr/>
        </p:nvSpPr>
        <p:spPr>
          <a:xfrm xmlns:a="http://schemas.openxmlformats.org/drawingml/2006/main">
            <a:off x="6362700" y="2686050"/>
            <a:ext cx="1457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0B6172"/>
                </a:solidFill>
                <a:latin typeface="Malgun Gothic"/>
                <a:ea typeface="Malgun Gothic"/>
                <a:cs typeface="Malgun Gothic"/>
              </a:defRPr>
            </a:defPPr>
            <a:lvl1pPr algn="l">
              <a:defRPr sz="1725" b="1">
                <a:solidFill>
                  <a:srgbClr val="0B6172"/>
                </a:solidFill>
                <a:latin typeface="Malgun Gothic"/>
                <a:ea typeface="Malgun Gothic"/>
                <a:cs typeface="Malgun Gothic"/>
              </a:defRPr>
            </a:lvl1pPr>
            <a:lvl2pPr algn="l">
              <a:defRPr sz="1725" b="1">
                <a:solidFill>
                  <a:srgbClr val="0B6172"/>
                </a:solidFill>
                <a:latin typeface="Malgun Gothic"/>
                <a:ea typeface="Malgun Gothic"/>
                <a:cs typeface="Malgun Gothic"/>
              </a:defRPr>
            </a:lvl2pPr>
            <a:lvl3pPr algn="l">
              <a:defRPr sz="1725" b="1">
                <a:solidFill>
                  <a:srgbClr val="0B6172"/>
                </a:solidFill>
                <a:latin typeface="Malgun Gothic"/>
                <a:ea typeface="Malgun Gothic"/>
                <a:cs typeface="Malgun Gothic"/>
              </a:defRPr>
            </a:lvl3pPr>
            <a:lvl4pPr algn="l">
              <a:defRPr sz="1725" b="1">
                <a:solidFill>
                  <a:srgbClr val="0B6172"/>
                </a:solidFill>
                <a:latin typeface="Malgun Gothic"/>
                <a:ea typeface="Malgun Gothic"/>
                <a:cs typeface="Malgun Gothic"/>
              </a:defRPr>
            </a:lvl4pPr>
            <a:lvl5pPr algn="l">
              <a:defRPr sz="1725" b="1">
                <a:solidFill>
                  <a:srgbClr val="0B6172"/>
                </a:solidFill>
                <a:latin typeface="Malgun Gothic"/>
                <a:ea typeface="Malgun Gothic"/>
                <a:cs typeface="Malgun Gothic"/>
              </a:defRPr>
            </a:lvl5pPr>
            <a:lvl6pPr algn="l">
              <a:defRPr sz="1725" b="1">
                <a:solidFill>
                  <a:srgbClr val="0B6172"/>
                </a:solidFill>
                <a:latin typeface="Malgun Gothic"/>
                <a:ea typeface="Malgun Gothic"/>
                <a:cs typeface="Malgun Gothic"/>
              </a:defRPr>
            </a:lvl6pPr>
            <a:lvl7pPr algn="l">
              <a:defRPr sz="1725" b="1">
                <a:solidFill>
                  <a:srgbClr val="0B6172"/>
                </a:solidFill>
                <a:latin typeface="Malgun Gothic"/>
                <a:ea typeface="Malgun Gothic"/>
                <a:cs typeface="Malgun Gothic"/>
              </a:defRPr>
            </a:lvl7pPr>
            <a:lvl8pPr algn="l">
              <a:defRPr sz="1725" b="1">
                <a:solidFill>
                  <a:srgbClr val="0B6172"/>
                </a:solidFill>
                <a:latin typeface="Malgun Gothic"/>
                <a:ea typeface="Malgun Gothic"/>
                <a:cs typeface="Malgun Gothic"/>
              </a:defRPr>
            </a:lvl8pPr>
            <a:lvl9pPr algn="l">
              <a:defRPr sz="1725" b="1">
                <a:solidFill>
                  <a:srgbClr val="0B6172"/>
                </a:solidFill>
                <a:latin typeface="Malgun Gothic"/>
                <a:ea typeface="Malgun Gothic"/>
                <a:cs typeface="Malgun Gothic"/>
              </a:defRPr>
            </a:lvl9pPr>
          </a:lstStyle>
          <a:p xmlns:a="http://schemas.openxmlformats.org/drawingml/2006/main">
            <a:pPr algn="l">
              <a:defRPr sz="1725" b="1">
                <a:solidFill>
                  <a:srgbClr val="0B6172"/>
                </a:solidFill>
                <a:latin typeface="Malgun Gothic"/>
                <a:ea typeface="Malgun Gothic"/>
                <a:cs typeface="Malgun Gothic"/>
              </a:defRPr>
            </a:pPr>
            <a:r>
              <a:rPr sz="1725" b="1">
                <a:solidFill>
                  <a:srgbClr val="0B6172"/>
                </a:solidFill>
                <a:latin typeface="Malgun Gothic"/>
                <a:ea typeface="Malgun Gothic"/>
                <a:cs typeface="Malgun Gothic"/>
              </a:rPr>
              <a:t>기대 expected</a:t>
            </a:r>
          </a:p>
        </p:txBody>
      </p:sp>
      <p:sp>
        <p:nvSpPr>
          <p:cNvPr id="27" name="">
            <a:extLst xmlns:a="http://schemas.openxmlformats.org/drawingml/2006/main">
              <a:ext uri="{FF2B5EF4-FFF2-40B4-BE49-F238E27FC236}">
                <a16:creationId xmlns:a16="http://schemas.microsoft.com/office/drawing/2014/main" id="{BEB1C37F-3D30-4AE5-A968-ACFB521947CB}"/>
              </a:ext>
            </a:extLst>
          </p:cNvPr>
          <p:cNvSpPr>
            <a:spLocks xmlns:a="http://schemas.openxmlformats.org/drawingml/2006/main" noGrp="1"/>
          </p:cNvSpPr>
          <p:nvPr/>
        </p:nvSpPr>
        <p:spPr>
          <a:xfrm xmlns:a="http://schemas.openxmlformats.org/drawingml/2006/main">
            <a:off x="7981950" y="2628900"/>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28" name="2">
            <a:extLst xmlns:a="http://schemas.openxmlformats.org/drawingml/2006/main">
              <a:ext uri="{FF2B5EF4-FFF2-40B4-BE49-F238E27FC236}">
                <a16:creationId xmlns:a16="http://schemas.microsoft.com/office/drawing/2014/main" id="{B8772EC2-A810-47F2-948A-2553721684E4}"/>
              </a:ext>
            </a:extLst>
          </p:cNvPr>
          <p:cNvSpPr>
            <a:spLocks xmlns:a="http://schemas.openxmlformats.org/drawingml/2006/main" noGrp="1"/>
          </p:cNvSpPr>
          <p:nvPr/>
        </p:nvSpPr>
        <p:spPr>
          <a:xfrm xmlns:a="http://schemas.openxmlformats.org/drawingml/2006/main">
            <a:off x="7981950" y="26289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2</a:t>
            </a:r>
          </a:p>
        </p:txBody>
      </p:sp>
      <p:sp>
        <p:nvSpPr>
          <p:cNvPr id="29" name="">
            <a:extLst xmlns:a="http://schemas.openxmlformats.org/drawingml/2006/main">
              <a:ext uri="{FF2B5EF4-FFF2-40B4-BE49-F238E27FC236}">
                <a16:creationId xmlns:a16="http://schemas.microsoft.com/office/drawing/2014/main" id="{20EC6F9E-9E32-4657-8787-D68DD085E34B}"/>
              </a:ext>
            </a:extLst>
          </p:cNvPr>
          <p:cNvSpPr>
            <a:spLocks xmlns:a="http://schemas.openxmlformats.org/drawingml/2006/main" noGrp="1"/>
          </p:cNvSpPr>
          <p:nvPr/>
        </p:nvSpPr>
        <p:spPr>
          <a:xfrm xmlns:a="http://schemas.openxmlformats.org/drawingml/2006/main">
            <a:off x="8591550" y="2628900"/>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0" name="3">
            <a:extLst xmlns:a="http://schemas.openxmlformats.org/drawingml/2006/main">
              <a:ext uri="{FF2B5EF4-FFF2-40B4-BE49-F238E27FC236}">
                <a16:creationId xmlns:a16="http://schemas.microsoft.com/office/drawing/2014/main" id="{AA7FB359-41D0-42CB-A922-48B1F837D41B}"/>
              </a:ext>
            </a:extLst>
          </p:cNvPr>
          <p:cNvSpPr>
            <a:spLocks xmlns:a="http://schemas.openxmlformats.org/drawingml/2006/main" noGrp="1"/>
          </p:cNvSpPr>
          <p:nvPr/>
        </p:nvSpPr>
        <p:spPr>
          <a:xfrm xmlns:a="http://schemas.openxmlformats.org/drawingml/2006/main">
            <a:off x="8591550" y="2628900"/>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3</a:t>
            </a:r>
          </a:p>
        </p:txBody>
      </p:sp>
      <p:sp>
        <p:nvSpPr>
          <p:cNvPr id="31" name="2개">
            <a:extLst xmlns:a="http://schemas.openxmlformats.org/drawingml/2006/main">
              <a:ext uri="{FF2B5EF4-FFF2-40B4-BE49-F238E27FC236}">
                <a16:creationId xmlns:a16="http://schemas.microsoft.com/office/drawing/2014/main" id="{654B1899-F5A7-4A2F-863A-4F4B3B8B8F0F}"/>
              </a:ext>
            </a:extLst>
          </p:cNvPr>
          <p:cNvSpPr>
            <a:spLocks xmlns:a="http://schemas.openxmlformats.org/drawingml/2006/main" noGrp="1"/>
          </p:cNvSpPr>
          <p:nvPr/>
        </p:nvSpPr>
        <p:spPr>
          <a:xfrm xmlns:a="http://schemas.openxmlformats.org/drawingml/2006/main">
            <a:off x="10096500" y="2686050"/>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0B6172"/>
                </a:solidFill>
                <a:latin typeface="Malgun Gothic"/>
                <a:ea typeface="Malgun Gothic"/>
                <a:cs typeface="Malgun Gothic"/>
              </a:defRPr>
            </a:defPPr>
            <a:lvl1pPr algn="r">
              <a:defRPr sz="1950" b="1">
                <a:solidFill>
                  <a:srgbClr val="0B6172"/>
                </a:solidFill>
                <a:latin typeface="Malgun Gothic"/>
                <a:ea typeface="Malgun Gothic"/>
                <a:cs typeface="Malgun Gothic"/>
              </a:defRPr>
            </a:lvl1pPr>
            <a:lvl2pPr algn="r">
              <a:defRPr sz="1950" b="1">
                <a:solidFill>
                  <a:srgbClr val="0B6172"/>
                </a:solidFill>
                <a:latin typeface="Malgun Gothic"/>
                <a:ea typeface="Malgun Gothic"/>
                <a:cs typeface="Malgun Gothic"/>
              </a:defRPr>
            </a:lvl2pPr>
            <a:lvl3pPr algn="r">
              <a:defRPr sz="1950" b="1">
                <a:solidFill>
                  <a:srgbClr val="0B6172"/>
                </a:solidFill>
                <a:latin typeface="Malgun Gothic"/>
                <a:ea typeface="Malgun Gothic"/>
                <a:cs typeface="Malgun Gothic"/>
              </a:defRPr>
            </a:lvl3pPr>
            <a:lvl4pPr algn="r">
              <a:defRPr sz="1950" b="1">
                <a:solidFill>
                  <a:srgbClr val="0B6172"/>
                </a:solidFill>
                <a:latin typeface="Malgun Gothic"/>
                <a:ea typeface="Malgun Gothic"/>
                <a:cs typeface="Malgun Gothic"/>
              </a:defRPr>
            </a:lvl4pPr>
            <a:lvl5pPr algn="r">
              <a:defRPr sz="1950" b="1">
                <a:solidFill>
                  <a:srgbClr val="0B6172"/>
                </a:solidFill>
                <a:latin typeface="Malgun Gothic"/>
                <a:ea typeface="Malgun Gothic"/>
                <a:cs typeface="Malgun Gothic"/>
              </a:defRPr>
            </a:lvl5pPr>
            <a:lvl6pPr algn="r">
              <a:defRPr sz="1950" b="1">
                <a:solidFill>
                  <a:srgbClr val="0B6172"/>
                </a:solidFill>
                <a:latin typeface="Malgun Gothic"/>
                <a:ea typeface="Malgun Gothic"/>
                <a:cs typeface="Malgun Gothic"/>
              </a:defRPr>
            </a:lvl6pPr>
            <a:lvl7pPr algn="r">
              <a:defRPr sz="1950" b="1">
                <a:solidFill>
                  <a:srgbClr val="0B6172"/>
                </a:solidFill>
                <a:latin typeface="Malgun Gothic"/>
                <a:ea typeface="Malgun Gothic"/>
                <a:cs typeface="Malgun Gothic"/>
              </a:defRPr>
            </a:lvl7pPr>
            <a:lvl8pPr algn="r">
              <a:defRPr sz="1950" b="1">
                <a:solidFill>
                  <a:srgbClr val="0B6172"/>
                </a:solidFill>
                <a:latin typeface="Malgun Gothic"/>
                <a:ea typeface="Malgun Gothic"/>
                <a:cs typeface="Malgun Gothic"/>
              </a:defRPr>
            </a:lvl8pPr>
            <a:lvl9pPr algn="r">
              <a:defRPr sz="1950" b="1">
                <a:solidFill>
                  <a:srgbClr val="0B6172"/>
                </a:solidFill>
                <a:latin typeface="Malgun Gothic"/>
                <a:ea typeface="Malgun Gothic"/>
                <a:cs typeface="Malgun Gothic"/>
              </a:defRPr>
            </a:lvl9pPr>
          </a:lstStyle>
          <a:p xmlns:a="http://schemas.openxmlformats.org/drawingml/2006/main">
            <a:pPr algn="r">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2개</a:t>
            </a:r>
          </a:p>
        </p:txBody>
      </p:sp>
      <p:sp>
        <p:nvSpPr>
          <p:cNvPr id="32" name="잘못된 actual">
            <a:extLst xmlns:a="http://schemas.openxmlformats.org/drawingml/2006/main">
              <a:ext uri="{FF2B5EF4-FFF2-40B4-BE49-F238E27FC236}">
                <a16:creationId xmlns:a16="http://schemas.microsoft.com/office/drawing/2014/main" id="{08321F2A-01AC-46D1-BD83-80F8406FC2AA}"/>
              </a:ext>
            </a:extLst>
          </p:cNvPr>
          <p:cNvSpPr>
            <a:spLocks xmlns:a="http://schemas.openxmlformats.org/drawingml/2006/main" noGrp="1"/>
          </p:cNvSpPr>
          <p:nvPr/>
        </p:nvSpPr>
        <p:spPr>
          <a:xfrm xmlns:a="http://schemas.openxmlformats.org/drawingml/2006/main">
            <a:off x="6362700" y="3305175"/>
            <a:ext cx="1457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B42318"/>
                </a:solidFill>
                <a:latin typeface="Malgun Gothic"/>
                <a:ea typeface="Malgun Gothic"/>
                <a:cs typeface="Malgun Gothic"/>
              </a:defRPr>
            </a:defPPr>
            <a:lvl1pPr algn="l">
              <a:defRPr sz="1725" b="1">
                <a:solidFill>
                  <a:srgbClr val="B42318"/>
                </a:solidFill>
                <a:latin typeface="Malgun Gothic"/>
                <a:ea typeface="Malgun Gothic"/>
                <a:cs typeface="Malgun Gothic"/>
              </a:defRPr>
            </a:lvl1pPr>
            <a:lvl2pPr algn="l">
              <a:defRPr sz="1725" b="1">
                <a:solidFill>
                  <a:srgbClr val="B42318"/>
                </a:solidFill>
                <a:latin typeface="Malgun Gothic"/>
                <a:ea typeface="Malgun Gothic"/>
                <a:cs typeface="Malgun Gothic"/>
              </a:defRPr>
            </a:lvl2pPr>
            <a:lvl3pPr algn="l">
              <a:defRPr sz="1725" b="1">
                <a:solidFill>
                  <a:srgbClr val="B42318"/>
                </a:solidFill>
                <a:latin typeface="Malgun Gothic"/>
                <a:ea typeface="Malgun Gothic"/>
                <a:cs typeface="Malgun Gothic"/>
              </a:defRPr>
            </a:lvl3pPr>
            <a:lvl4pPr algn="l">
              <a:defRPr sz="1725" b="1">
                <a:solidFill>
                  <a:srgbClr val="B42318"/>
                </a:solidFill>
                <a:latin typeface="Malgun Gothic"/>
                <a:ea typeface="Malgun Gothic"/>
                <a:cs typeface="Malgun Gothic"/>
              </a:defRPr>
            </a:lvl4pPr>
            <a:lvl5pPr algn="l">
              <a:defRPr sz="1725" b="1">
                <a:solidFill>
                  <a:srgbClr val="B42318"/>
                </a:solidFill>
                <a:latin typeface="Malgun Gothic"/>
                <a:ea typeface="Malgun Gothic"/>
                <a:cs typeface="Malgun Gothic"/>
              </a:defRPr>
            </a:lvl5pPr>
            <a:lvl6pPr algn="l">
              <a:defRPr sz="1725" b="1">
                <a:solidFill>
                  <a:srgbClr val="B42318"/>
                </a:solidFill>
                <a:latin typeface="Malgun Gothic"/>
                <a:ea typeface="Malgun Gothic"/>
                <a:cs typeface="Malgun Gothic"/>
              </a:defRPr>
            </a:lvl6pPr>
            <a:lvl7pPr algn="l">
              <a:defRPr sz="1725" b="1">
                <a:solidFill>
                  <a:srgbClr val="B42318"/>
                </a:solidFill>
                <a:latin typeface="Malgun Gothic"/>
                <a:ea typeface="Malgun Gothic"/>
                <a:cs typeface="Malgun Gothic"/>
              </a:defRPr>
            </a:lvl7pPr>
            <a:lvl8pPr algn="l">
              <a:defRPr sz="1725" b="1">
                <a:solidFill>
                  <a:srgbClr val="B42318"/>
                </a:solidFill>
                <a:latin typeface="Malgun Gothic"/>
                <a:ea typeface="Malgun Gothic"/>
                <a:cs typeface="Malgun Gothic"/>
              </a:defRPr>
            </a:lvl8pPr>
            <a:lvl9pPr algn="l">
              <a:defRPr sz="1725" b="1">
                <a:solidFill>
                  <a:srgbClr val="B42318"/>
                </a:solidFill>
                <a:latin typeface="Malgun Gothic"/>
                <a:ea typeface="Malgun Gothic"/>
                <a:cs typeface="Malgun Gothic"/>
              </a:defRPr>
            </a:lvl9pPr>
          </a:lstStyle>
          <a:p xmlns:a="http://schemas.openxmlformats.org/drawingml/2006/main">
            <a:pPr algn="l">
              <a:defRPr sz="1725" b="1">
                <a:solidFill>
                  <a:srgbClr val="B42318"/>
                </a:solidFill>
                <a:latin typeface="Malgun Gothic"/>
                <a:ea typeface="Malgun Gothic"/>
                <a:cs typeface="Malgun Gothic"/>
              </a:defRPr>
            </a:pPr>
            <a:r>
              <a:rPr sz="1725" b="1">
                <a:solidFill>
                  <a:srgbClr val="B42318"/>
                </a:solidFill>
                <a:latin typeface="Malgun Gothic"/>
                <a:ea typeface="Malgun Gothic"/>
                <a:cs typeface="Malgun Gothic"/>
              </a:rPr>
              <a:t>잘못된 actual</a:t>
            </a:r>
          </a:p>
        </p:txBody>
      </p:sp>
      <p:sp>
        <p:nvSpPr>
          <p:cNvPr id="33" name="">
            <a:extLst xmlns:a="http://schemas.openxmlformats.org/drawingml/2006/main">
              <a:ext uri="{FF2B5EF4-FFF2-40B4-BE49-F238E27FC236}">
                <a16:creationId xmlns:a16="http://schemas.microsoft.com/office/drawing/2014/main" id="{1751CB05-B935-4447-9185-406D565A7EF1}"/>
              </a:ext>
            </a:extLst>
          </p:cNvPr>
          <p:cNvSpPr>
            <a:spLocks xmlns:a="http://schemas.openxmlformats.org/drawingml/2006/main" noGrp="1"/>
          </p:cNvSpPr>
          <p:nvPr/>
        </p:nvSpPr>
        <p:spPr>
          <a:xfrm xmlns:a="http://schemas.openxmlformats.org/drawingml/2006/main">
            <a:off x="7981950" y="3248025"/>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4" name="2">
            <a:extLst xmlns:a="http://schemas.openxmlformats.org/drawingml/2006/main">
              <a:ext uri="{FF2B5EF4-FFF2-40B4-BE49-F238E27FC236}">
                <a16:creationId xmlns:a16="http://schemas.microsoft.com/office/drawing/2014/main" id="{9802DBDE-B7D4-444C-8D25-C4465C3BF9BC}"/>
              </a:ext>
            </a:extLst>
          </p:cNvPr>
          <p:cNvSpPr>
            <a:spLocks xmlns:a="http://schemas.openxmlformats.org/drawingml/2006/main" noGrp="1"/>
          </p:cNvSpPr>
          <p:nvPr/>
        </p:nvSpPr>
        <p:spPr>
          <a:xfrm xmlns:a="http://schemas.openxmlformats.org/drawingml/2006/main">
            <a:off x="79819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2</a:t>
            </a:r>
          </a:p>
        </p:txBody>
      </p:sp>
      <p:sp>
        <p:nvSpPr>
          <p:cNvPr id="35" name="">
            <a:extLst xmlns:a="http://schemas.openxmlformats.org/drawingml/2006/main">
              <a:ext uri="{FF2B5EF4-FFF2-40B4-BE49-F238E27FC236}">
                <a16:creationId xmlns:a16="http://schemas.microsoft.com/office/drawing/2014/main" id="{AA95395B-9565-493D-8CF3-D92E4FF7F9E7}"/>
              </a:ext>
            </a:extLst>
          </p:cNvPr>
          <p:cNvSpPr>
            <a:spLocks xmlns:a="http://schemas.openxmlformats.org/drawingml/2006/main" noGrp="1"/>
          </p:cNvSpPr>
          <p:nvPr/>
        </p:nvSpPr>
        <p:spPr>
          <a:xfrm xmlns:a="http://schemas.openxmlformats.org/drawingml/2006/main">
            <a:off x="8591550" y="3248025"/>
            <a:ext cx="514350" cy="476250"/>
          </a:xfrm>
          <a:prstGeom xmlns:a="http://schemas.openxmlformats.org/drawingml/2006/main" prst="rect">
            <a:avLst/>
          </a:prstGeom>
          <a:solidFill xmlns:a="http://schemas.openxmlformats.org/drawingml/2006/main">
            <a:srgbClr val="FFFFFF"/>
          </a:solidFill>
          <a:ln xmlns:a="http://schemas.openxmlformats.org/drawingml/2006/main" w="19050">
            <a:solidFill>
              <a:srgbClr val="0B6172"/>
            </a:solidFill>
            <a:prstDash val="solid"/>
          </a:ln>
        </p:spPr>
      </p:sp>
      <p:sp>
        <p:nvSpPr>
          <p:cNvPr id="36" name="3">
            <a:extLst xmlns:a="http://schemas.openxmlformats.org/drawingml/2006/main">
              <a:ext uri="{FF2B5EF4-FFF2-40B4-BE49-F238E27FC236}">
                <a16:creationId xmlns:a16="http://schemas.microsoft.com/office/drawing/2014/main" id="{0D58C8F4-DF12-4DAB-B44C-C77BBF818DBC}"/>
              </a:ext>
            </a:extLst>
          </p:cNvPr>
          <p:cNvSpPr>
            <a:spLocks xmlns:a="http://schemas.openxmlformats.org/drawingml/2006/main" noGrp="1"/>
          </p:cNvSpPr>
          <p:nvPr/>
        </p:nvSpPr>
        <p:spPr>
          <a:xfrm xmlns:a="http://schemas.openxmlformats.org/drawingml/2006/main">
            <a:off x="85915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0B6172"/>
                </a:solidFill>
                <a:latin typeface="Malgun Gothic"/>
                <a:ea typeface="Malgun Gothic"/>
                <a:cs typeface="Malgun Gothic"/>
              </a:defRPr>
            </a:defPPr>
            <a:lvl1pPr algn="ctr">
              <a:defRPr sz="2400" b="1">
                <a:solidFill>
                  <a:srgbClr val="0B6172"/>
                </a:solidFill>
                <a:latin typeface="Malgun Gothic"/>
                <a:ea typeface="Malgun Gothic"/>
                <a:cs typeface="Malgun Gothic"/>
              </a:defRPr>
            </a:lvl1pPr>
            <a:lvl2pPr algn="ctr">
              <a:defRPr sz="2400" b="1">
                <a:solidFill>
                  <a:srgbClr val="0B6172"/>
                </a:solidFill>
                <a:latin typeface="Malgun Gothic"/>
                <a:ea typeface="Malgun Gothic"/>
                <a:cs typeface="Malgun Gothic"/>
              </a:defRPr>
            </a:lvl2pPr>
            <a:lvl3pPr algn="ctr">
              <a:defRPr sz="2400" b="1">
                <a:solidFill>
                  <a:srgbClr val="0B6172"/>
                </a:solidFill>
                <a:latin typeface="Malgun Gothic"/>
                <a:ea typeface="Malgun Gothic"/>
                <a:cs typeface="Malgun Gothic"/>
              </a:defRPr>
            </a:lvl3pPr>
            <a:lvl4pPr algn="ctr">
              <a:defRPr sz="2400" b="1">
                <a:solidFill>
                  <a:srgbClr val="0B6172"/>
                </a:solidFill>
                <a:latin typeface="Malgun Gothic"/>
                <a:ea typeface="Malgun Gothic"/>
                <a:cs typeface="Malgun Gothic"/>
              </a:defRPr>
            </a:lvl4pPr>
            <a:lvl5pPr algn="ctr">
              <a:defRPr sz="2400" b="1">
                <a:solidFill>
                  <a:srgbClr val="0B6172"/>
                </a:solidFill>
                <a:latin typeface="Malgun Gothic"/>
                <a:ea typeface="Malgun Gothic"/>
                <a:cs typeface="Malgun Gothic"/>
              </a:defRPr>
            </a:lvl5pPr>
            <a:lvl6pPr algn="ctr">
              <a:defRPr sz="2400" b="1">
                <a:solidFill>
                  <a:srgbClr val="0B6172"/>
                </a:solidFill>
                <a:latin typeface="Malgun Gothic"/>
                <a:ea typeface="Malgun Gothic"/>
                <a:cs typeface="Malgun Gothic"/>
              </a:defRPr>
            </a:lvl6pPr>
            <a:lvl7pPr algn="ctr">
              <a:defRPr sz="2400" b="1">
                <a:solidFill>
                  <a:srgbClr val="0B6172"/>
                </a:solidFill>
                <a:latin typeface="Malgun Gothic"/>
                <a:ea typeface="Malgun Gothic"/>
                <a:cs typeface="Malgun Gothic"/>
              </a:defRPr>
            </a:lvl7pPr>
            <a:lvl8pPr algn="ctr">
              <a:defRPr sz="2400" b="1">
                <a:solidFill>
                  <a:srgbClr val="0B6172"/>
                </a:solidFill>
                <a:latin typeface="Malgun Gothic"/>
                <a:ea typeface="Malgun Gothic"/>
                <a:cs typeface="Malgun Gothic"/>
              </a:defRPr>
            </a:lvl8pPr>
            <a:lvl9pPr algn="ctr">
              <a:defRPr sz="2400" b="1">
                <a:solidFill>
                  <a:srgbClr val="0B6172"/>
                </a:solidFill>
                <a:latin typeface="Malgun Gothic"/>
                <a:ea typeface="Malgun Gothic"/>
                <a:cs typeface="Malgun Gothic"/>
              </a:defRPr>
            </a:lvl9pPr>
          </a:lstStyle>
          <a:p xmlns:a="http://schemas.openxmlformats.org/drawingml/2006/main">
            <a:pPr algn="ctr">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3</a:t>
            </a:r>
          </a:p>
        </p:txBody>
      </p:sp>
      <p:sp>
        <p:nvSpPr>
          <p:cNvPr id="37" name="">
            <a:extLst xmlns:a="http://schemas.openxmlformats.org/drawingml/2006/main">
              <a:ext uri="{FF2B5EF4-FFF2-40B4-BE49-F238E27FC236}">
                <a16:creationId xmlns:a16="http://schemas.microsoft.com/office/drawing/2014/main" id="{1B55EF25-F8AA-41F7-BB6A-1B4BC3826980}"/>
              </a:ext>
            </a:extLst>
          </p:cNvPr>
          <p:cNvSpPr>
            <a:spLocks xmlns:a="http://schemas.openxmlformats.org/drawingml/2006/main" noGrp="1"/>
          </p:cNvSpPr>
          <p:nvPr/>
        </p:nvSpPr>
        <p:spPr>
          <a:xfrm xmlns:a="http://schemas.openxmlformats.org/drawingml/2006/main">
            <a:off x="9201150" y="3248025"/>
            <a:ext cx="514350" cy="476250"/>
          </a:xfrm>
          <a:prstGeom xmlns:a="http://schemas.openxmlformats.org/drawingml/2006/main" prst="rect">
            <a:avLst/>
          </a:prstGeom>
          <a:solidFill xmlns:a="http://schemas.openxmlformats.org/drawingml/2006/main">
            <a:srgbClr val="FBE4DF"/>
          </a:solidFill>
          <a:ln xmlns:a="http://schemas.openxmlformats.org/drawingml/2006/main" w="19050">
            <a:solidFill>
              <a:srgbClr val="B42318"/>
            </a:solidFill>
            <a:prstDash val="solid"/>
          </a:ln>
        </p:spPr>
      </p:sp>
      <p:sp>
        <p:nvSpPr>
          <p:cNvPr id="38" name="4">
            <a:extLst xmlns:a="http://schemas.openxmlformats.org/drawingml/2006/main">
              <a:ext uri="{FF2B5EF4-FFF2-40B4-BE49-F238E27FC236}">
                <a16:creationId xmlns:a16="http://schemas.microsoft.com/office/drawing/2014/main" id="{8B2ED6EE-537F-4835-831E-C6090EBA5D2E}"/>
              </a:ext>
            </a:extLst>
          </p:cNvPr>
          <p:cNvSpPr>
            <a:spLocks xmlns:a="http://schemas.openxmlformats.org/drawingml/2006/main" noGrp="1"/>
          </p:cNvSpPr>
          <p:nvPr/>
        </p:nvSpPr>
        <p:spPr>
          <a:xfrm xmlns:a="http://schemas.openxmlformats.org/drawingml/2006/main">
            <a:off x="9201150" y="3248025"/>
            <a:ext cx="5143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B42318"/>
                </a:solidFill>
                <a:latin typeface="Malgun Gothic"/>
                <a:ea typeface="Malgun Gothic"/>
                <a:cs typeface="Malgun Gothic"/>
              </a:defRPr>
            </a:defPPr>
            <a:lvl1pPr algn="ctr">
              <a:defRPr sz="2400" b="1">
                <a:solidFill>
                  <a:srgbClr val="B42318"/>
                </a:solidFill>
                <a:latin typeface="Malgun Gothic"/>
                <a:ea typeface="Malgun Gothic"/>
                <a:cs typeface="Malgun Gothic"/>
              </a:defRPr>
            </a:lvl1pPr>
            <a:lvl2pPr algn="ctr">
              <a:defRPr sz="2400" b="1">
                <a:solidFill>
                  <a:srgbClr val="B42318"/>
                </a:solidFill>
                <a:latin typeface="Malgun Gothic"/>
                <a:ea typeface="Malgun Gothic"/>
                <a:cs typeface="Malgun Gothic"/>
              </a:defRPr>
            </a:lvl2pPr>
            <a:lvl3pPr algn="ctr">
              <a:defRPr sz="2400" b="1">
                <a:solidFill>
                  <a:srgbClr val="B42318"/>
                </a:solidFill>
                <a:latin typeface="Malgun Gothic"/>
                <a:ea typeface="Malgun Gothic"/>
                <a:cs typeface="Malgun Gothic"/>
              </a:defRPr>
            </a:lvl3pPr>
            <a:lvl4pPr algn="ctr">
              <a:defRPr sz="2400" b="1">
                <a:solidFill>
                  <a:srgbClr val="B42318"/>
                </a:solidFill>
                <a:latin typeface="Malgun Gothic"/>
                <a:ea typeface="Malgun Gothic"/>
                <a:cs typeface="Malgun Gothic"/>
              </a:defRPr>
            </a:lvl4pPr>
            <a:lvl5pPr algn="ctr">
              <a:defRPr sz="2400" b="1">
                <a:solidFill>
                  <a:srgbClr val="B42318"/>
                </a:solidFill>
                <a:latin typeface="Malgun Gothic"/>
                <a:ea typeface="Malgun Gothic"/>
                <a:cs typeface="Malgun Gothic"/>
              </a:defRPr>
            </a:lvl5pPr>
            <a:lvl6pPr algn="ctr">
              <a:defRPr sz="2400" b="1">
                <a:solidFill>
                  <a:srgbClr val="B42318"/>
                </a:solidFill>
                <a:latin typeface="Malgun Gothic"/>
                <a:ea typeface="Malgun Gothic"/>
                <a:cs typeface="Malgun Gothic"/>
              </a:defRPr>
            </a:lvl6pPr>
            <a:lvl7pPr algn="ctr">
              <a:defRPr sz="2400" b="1">
                <a:solidFill>
                  <a:srgbClr val="B42318"/>
                </a:solidFill>
                <a:latin typeface="Malgun Gothic"/>
                <a:ea typeface="Malgun Gothic"/>
                <a:cs typeface="Malgun Gothic"/>
              </a:defRPr>
            </a:lvl7pPr>
            <a:lvl8pPr algn="ctr">
              <a:defRPr sz="2400" b="1">
                <a:solidFill>
                  <a:srgbClr val="B42318"/>
                </a:solidFill>
                <a:latin typeface="Malgun Gothic"/>
                <a:ea typeface="Malgun Gothic"/>
                <a:cs typeface="Malgun Gothic"/>
              </a:defRPr>
            </a:lvl8pPr>
            <a:lvl9pPr algn="ctr">
              <a:defRPr sz="2400" b="1">
                <a:solidFill>
                  <a:srgbClr val="B42318"/>
                </a:solidFill>
                <a:latin typeface="Malgun Gothic"/>
                <a:ea typeface="Malgun Gothic"/>
                <a:cs typeface="Malgun Gothic"/>
              </a:defRPr>
            </a:lvl9pPr>
          </a:lstStyle>
          <a:p xmlns:a="http://schemas.openxmlformats.org/drawingml/2006/main">
            <a:pPr algn="ctr">
              <a:defRPr sz="2400" b="1">
                <a:solidFill>
                  <a:srgbClr val="B42318"/>
                </a:solidFill>
                <a:latin typeface="Malgun Gothic"/>
                <a:ea typeface="Malgun Gothic"/>
                <a:cs typeface="Malgun Gothic"/>
              </a:defRPr>
            </a:pPr>
            <a:r>
              <a:rPr sz="2400" b="1">
                <a:solidFill>
                  <a:srgbClr val="B42318"/>
                </a:solidFill>
                <a:latin typeface="Malgun Gothic"/>
                <a:ea typeface="Malgun Gothic"/>
                <a:cs typeface="Malgun Gothic"/>
              </a:rPr>
              <a:t>4</a:t>
            </a:r>
          </a:p>
        </p:txBody>
      </p:sp>
      <p:sp>
        <p:nvSpPr>
          <p:cNvPr id="39" name="3개">
            <a:extLst xmlns:a="http://schemas.openxmlformats.org/drawingml/2006/main">
              <a:ext uri="{FF2B5EF4-FFF2-40B4-BE49-F238E27FC236}">
                <a16:creationId xmlns:a16="http://schemas.microsoft.com/office/drawing/2014/main" id="{47C0C9EC-1937-4F09-B697-4409FAACAF37}"/>
              </a:ext>
            </a:extLst>
          </p:cNvPr>
          <p:cNvSpPr>
            <a:spLocks xmlns:a="http://schemas.openxmlformats.org/drawingml/2006/main" noGrp="1"/>
          </p:cNvSpPr>
          <p:nvPr/>
        </p:nvSpPr>
        <p:spPr>
          <a:xfrm xmlns:a="http://schemas.openxmlformats.org/drawingml/2006/main">
            <a:off x="10096500" y="3305175"/>
            <a:ext cx="1485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950" b="1">
                <a:solidFill>
                  <a:srgbClr val="B42318"/>
                </a:solidFill>
                <a:latin typeface="Malgun Gothic"/>
                <a:ea typeface="Malgun Gothic"/>
                <a:cs typeface="Malgun Gothic"/>
              </a:defRPr>
            </a:defPPr>
            <a:lvl1pPr algn="r">
              <a:defRPr sz="1950" b="1">
                <a:solidFill>
                  <a:srgbClr val="B42318"/>
                </a:solidFill>
                <a:latin typeface="Malgun Gothic"/>
                <a:ea typeface="Malgun Gothic"/>
                <a:cs typeface="Malgun Gothic"/>
              </a:defRPr>
            </a:lvl1pPr>
            <a:lvl2pPr algn="r">
              <a:defRPr sz="1950" b="1">
                <a:solidFill>
                  <a:srgbClr val="B42318"/>
                </a:solidFill>
                <a:latin typeface="Malgun Gothic"/>
                <a:ea typeface="Malgun Gothic"/>
                <a:cs typeface="Malgun Gothic"/>
              </a:defRPr>
            </a:lvl2pPr>
            <a:lvl3pPr algn="r">
              <a:defRPr sz="1950" b="1">
                <a:solidFill>
                  <a:srgbClr val="B42318"/>
                </a:solidFill>
                <a:latin typeface="Malgun Gothic"/>
                <a:ea typeface="Malgun Gothic"/>
                <a:cs typeface="Malgun Gothic"/>
              </a:defRPr>
            </a:lvl3pPr>
            <a:lvl4pPr algn="r">
              <a:defRPr sz="1950" b="1">
                <a:solidFill>
                  <a:srgbClr val="B42318"/>
                </a:solidFill>
                <a:latin typeface="Malgun Gothic"/>
                <a:ea typeface="Malgun Gothic"/>
                <a:cs typeface="Malgun Gothic"/>
              </a:defRPr>
            </a:lvl4pPr>
            <a:lvl5pPr algn="r">
              <a:defRPr sz="1950" b="1">
                <a:solidFill>
                  <a:srgbClr val="B42318"/>
                </a:solidFill>
                <a:latin typeface="Malgun Gothic"/>
                <a:ea typeface="Malgun Gothic"/>
                <a:cs typeface="Malgun Gothic"/>
              </a:defRPr>
            </a:lvl5pPr>
            <a:lvl6pPr algn="r">
              <a:defRPr sz="1950" b="1">
                <a:solidFill>
                  <a:srgbClr val="B42318"/>
                </a:solidFill>
                <a:latin typeface="Malgun Gothic"/>
                <a:ea typeface="Malgun Gothic"/>
                <a:cs typeface="Malgun Gothic"/>
              </a:defRPr>
            </a:lvl6pPr>
            <a:lvl7pPr algn="r">
              <a:defRPr sz="1950" b="1">
                <a:solidFill>
                  <a:srgbClr val="B42318"/>
                </a:solidFill>
                <a:latin typeface="Malgun Gothic"/>
                <a:ea typeface="Malgun Gothic"/>
                <a:cs typeface="Malgun Gothic"/>
              </a:defRPr>
            </a:lvl7pPr>
            <a:lvl8pPr algn="r">
              <a:defRPr sz="1950" b="1">
                <a:solidFill>
                  <a:srgbClr val="B42318"/>
                </a:solidFill>
                <a:latin typeface="Malgun Gothic"/>
                <a:ea typeface="Malgun Gothic"/>
                <a:cs typeface="Malgun Gothic"/>
              </a:defRPr>
            </a:lvl8pPr>
            <a:lvl9pPr algn="r">
              <a:defRPr sz="1950" b="1">
                <a:solidFill>
                  <a:srgbClr val="B42318"/>
                </a:solidFill>
                <a:latin typeface="Malgun Gothic"/>
                <a:ea typeface="Malgun Gothic"/>
                <a:cs typeface="Malgun Gothic"/>
              </a:defRPr>
            </a:lvl9pPr>
          </a:lstStyle>
          <a:p xmlns:a="http://schemas.openxmlformats.org/drawingml/2006/main">
            <a:pPr algn="r">
              <a:defRPr sz="1950" b="1">
                <a:solidFill>
                  <a:srgbClr val="B42318"/>
                </a:solidFill>
                <a:latin typeface="Malgun Gothic"/>
                <a:ea typeface="Malgun Gothic"/>
                <a:cs typeface="Malgun Gothic"/>
              </a:defRPr>
            </a:pPr>
            <a:r>
              <a:rPr sz="1950" b="1">
                <a:solidFill>
                  <a:srgbClr val="B42318"/>
                </a:solidFill>
                <a:latin typeface="Malgun Gothic"/>
                <a:ea typeface="Malgun Gothic"/>
                <a:cs typeface="Malgun Gothic"/>
              </a:rPr>
              <a:t>3개</a:t>
            </a:r>
          </a:p>
        </p:txBody>
      </p:sp>
      <p:sp>
        <p:nvSpPr>
          <p:cNvPr id="40" name="제외할 값 4가 있어도 비어 있지 않다">
            <a:extLst xmlns:a="http://schemas.openxmlformats.org/drawingml/2006/main">
              <a:ext uri="{FF2B5EF4-FFF2-40B4-BE49-F238E27FC236}">
                <a16:creationId xmlns:a16="http://schemas.microsoft.com/office/drawing/2014/main" id="{417C44E3-83C3-482D-873E-86E390A6F886}"/>
              </a:ext>
            </a:extLst>
          </p:cNvPr>
          <p:cNvSpPr>
            <a:spLocks xmlns:a="http://schemas.openxmlformats.org/drawingml/2006/main" noGrp="1"/>
          </p:cNvSpPr>
          <p:nvPr/>
        </p:nvSpPr>
        <p:spPr>
          <a:xfrm xmlns:a="http://schemas.openxmlformats.org/drawingml/2006/main">
            <a:off x="6362700" y="3810000"/>
            <a:ext cx="521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0">
                <a:solidFill>
                  <a:srgbClr val="B42318"/>
                </a:solidFill>
                <a:latin typeface="Malgun Gothic"/>
                <a:ea typeface="Malgun Gothic"/>
                <a:cs typeface="Malgun Gothic"/>
              </a:defRPr>
            </a:defPPr>
            <a:lvl1pPr algn="l">
              <a:defRPr sz="1725" b="0">
                <a:solidFill>
                  <a:srgbClr val="B42318"/>
                </a:solidFill>
                <a:latin typeface="Malgun Gothic"/>
                <a:ea typeface="Malgun Gothic"/>
                <a:cs typeface="Malgun Gothic"/>
              </a:defRPr>
            </a:lvl1pPr>
            <a:lvl2pPr algn="l">
              <a:defRPr sz="1725" b="0">
                <a:solidFill>
                  <a:srgbClr val="B42318"/>
                </a:solidFill>
                <a:latin typeface="Malgun Gothic"/>
                <a:ea typeface="Malgun Gothic"/>
                <a:cs typeface="Malgun Gothic"/>
              </a:defRPr>
            </a:lvl2pPr>
            <a:lvl3pPr algn="l">
              <a:defRPr sz="1725" b="0">
                <a:solidFill>
                  <a:srgbClr val="B42318"/>
                </a:solidFill>
                <a:latin typeface="Malgun Gothic"/>
                <a:ea typeface="Malgun Gothic"/>
                <a:cs typeface="Malgun Gothic"/>
              </a:defRPr>
            </a:lvl3pPr>
            <a:lvl4pPr algn="l">
              <a:defRPr sz="1725" b="0">
                <a:solidFill>
                  <a:srgbClr val="B42318"/>
                </a:solidFill>
                <a:latin typeface="Malgun Gothic"/>
                <a:ea typeface="Malgun Gothic"/>
                <a:cs typeface="Malgun Gothic"/>
              </a:defRPr>
            </a:lvl4pPr>
            <a:lvl5pPr algn="l">
              <a:defRPr sz="1725" b="0">
                <a:solidFill>
                  <a:srgbClr val="B42318"/>
                </a:solidFill>
                <a:latin typeface="Malgun Gothic"/>
                <a:ea typeface="Malgun Gothic"/>
                <a:cs typeface="Malgun Gothic"/>
              </a:defRPr>
            </a:lvl5pPr>
            <a:lvl6pPr algn="l">
              <a:defRPr sz="1725" b="0">
                <a:solidFill>
                  <a:srgbClr val="B42318"/>
                </a:solidFill>
                <a:latin typeface="Malgun Gothic"/>
                <a:ea typeface="Malgun Gothic"/>
                <a:cs typeface="Malgun Gothic"/>
              </a:defRPr>
            </a:lvl6pPr>
            <a:lvl7pPr algn="l">
              <a:defRPr sz="1725" b="0">
                <a:solidFill>
                  <a:srgbClr val="B42318"/>
                </a:solidFill>
                <a:latin typeface="Malgun Gothic"/>
                <a:ea typeface="Malgun Gothic"/>
                <a:cs typeface="Malgun Gothic"/>
              </a:defRPr>
            </a:lvl7pPr>
            <a:lvl8pPr algn="l">
              <a:defRPr sz="1725" b="0">
                <a:solidFill>
                  <a:srgbClr val="B42318"/>
                </a:solidFill>
                <a:latin typeface="Malgun Gothic"/>
                <a:ea typeface="Malgun Gothic"/>
                <a:cs typeface="Malgun Gothic"/>
              </a:defRPr>
            </a:lvl8pPr>
            <a:lvl9pPr algn="l">
              <a:defRPr sz="1725" b="0">
                <a:solidFill>
                  <a:srgbClr val="B42318"/>
                </a:solidFill>
                <a:latin typeface="Malgun Gothic"/>
                <a:ea typeface="Malgun Gothic"/>
                <a:cs typeface="Malgun Gothic"/>
              </a:defRPr>
            </a:lvl9pPr>
          </a:lstStyle>
          <a:p xmlns:a="http://schemas.openxmlformats.org/drawingml/2006/main">
            <a:pPr algn="l">
              <a:defRPr sz="1725" b="0">
                <a:solidFill>
                  <a:srgbClr val="B42318"/>
                </a:solidFill>
                <a:latin typeface="Malgun Gothic"/>
                <a:ea typeface="Malgun Gothic"/>
                <a:cs typeface="Malgun Gothic"/>
              </a:defRPr>
            </a:pPr>
            <a:r>
              <a:rPr sz="1725" b="0">
                <a:solidFill>
                  <a:srgbClr val="B42318"/>
                </a:solidFill>
                <a:latin typeface="Malgun Gothic"/>
                <a:ea typeface="Malgun Gothic"/>
                <a:cs typeface="Malgun Gothic"/>
              </a:rPr>
              <a:t>제외할 값 4가 있어도 비어 있지 않다</a:t>
            </a:r>
          </a:p>
        </p:txBody>
      </p:sp>
      <p:sp>
        <p:nvSpPr>
          <p:cNvPr id="41" name="EXPECT_FALSE(actual.empty());">
            <a:extLst xmlns:a="http://schemas.openxmlformats.org/drawingml/2006/main">
              <a:ext uri="{FF2B5EF4-FFF2-40B4-BE49-F238E27FC236}">
                <a16:creationId xmlns:a16="http://schemas.microsoft.com/office/drawing/2014/main" id="{125EDF0D-45DC-4F37-8781-B7F21077165F}"/>
              </a:ext>
            </a:extLst>
          </p:cNvPr>
          <p:cNvSpPr>
            <a:spLocks xmlns:a="http://schemas.openxmlformats.org/drawingml/2006/main" noGrp="1"/>
          </p:cNvSpPr>
          <p:nvPr/>
        </p:nvSpPr>
        <p:spPr>
          <a:xfrm xmlns:a="http://schemas.openxmlformats.org/drawingml/2006/main">
            <a:off x="6362700" y="4133850"/>
            <a:ext cx="52197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0">
                <a:solidFill>
                  <a:srgbClr val="4D5A68"/>
                </a:solidFill>
                <a:latin typeface="Consolas"/>
                <a:ea typeface="Consolas"/>
                <a:cs typeface="Consolas"/>
              </a:defRPr>
            </a:defPPr>
            <a:lvl1pPr algn="l">
              <a:defRPr sz="1800" b="0">
                <a:solidFill>
                  <a:srgbClr val="4D5A68"/>
                </a:solidFill>
                <a:latin typeface="Consolas"/>
                <a:ea typeface="Consolas"/>
                <a:cs typeface="Consolas"/>
              </a:defRPr>
            </a:lvl1pPr>
            <a:lvl2pPr algn="l">
              <a:defRPr sz="1800" b="0">
                <a:solidFill>
                  <a:srgbClr val="4D5A68"/>
                </a:solidFill>
                <a:latin typeface="Consolas"/>
                <a:ea typeface="Consolas"/>
                <a:cs typeface="Consolas"/>
              </a:defRPr>
            </a:lvl2pPr>
            <a:lvl3pPr algn="l">
              <a:defRPr sz="1800" b="0">
                <a:solidFill>
                  <a:srgbClr val="4D5A68"/>
                </a:solidFill>
                <a:latin typeface="Consolas"/>
                <a:ea typeface="Consolas"/>
                <a:cs typeface="Consolas"/>
              </a:defRPr>
            </a:lvl3pPr>
            <a:lvl4pPr algn="l">
              <a:defRPr sz="1800" b="0">
                <a:solidFill>
                  <a:srgbClr val="4D5A68"/>
                </a:solidFill>
                <a:latin typeface="Consolas"/>
                <a:ea typeface="Consolas"/>
                <a:cs typeface="Consolas"/>
              </a:defRPr>
            </a:lvl4pPr>
            <a:lvl5pPr algn="l">
              <a:defRPr sz="1800" b="0">
                <a:solidFill>
                  <a:srgbClr val="4D5A68"/>
                </a:solidFill>
                <a:latin typeface="Consolas"/>
                <a:ea typeface="Consolas"/>
                <a:cs typeface="Consolas"/>
              </a:defRPr>
            </a:lvl5pPr>
            <a:lvl6pPr algn="l">
              <a:defRPr sz="1800" b="0">
                <a:solidFill>
                  <a:srgbClr val="4D5A68"/>
                </a:solidFill>
                <a:latin typeface="Consolas"/>
                <a:ea typeface="Consolas"/>
                <a:cs typeface="Consolas"/>
              </a:defRPr>
            </a:lvl6pPr>
            <a:lvl7pPr algn="l">
              <a:defRPr sz="1800" b="0">
                <a:solidFill>
                  <a:srgbClr val="4D5A68"/>
                </a:solidFill>
                <a:latin typeface="Consolas"/>
                <a:ea typeface="Consolas"/>
                <a:cs typeface="Consolas"/>
              </a:defRPr>
            </a:lvl7pPr>
            <a:lvl8pPr algn="l">
              <a:defRPr sz="1800" b="0">
                <a:solidFill>
                  <a:srgbClr val="4D5A68"/>
                </a:solidFill>
                <a:latin typeface="Consolas"/>
                <a:ea typeface="Consolas"/>
                <a:cs typeface="Consolas"/>
              </a:defRPr>
            </a:lvl8pPr>
            <a:lvl9pPr algn="l">
              <a:defRPr sz="1800" b="0">
                <a:solidFill>
                  <a:srgbClr val="4D5A68"/>
                </a:solidFill>
                <a:latin typeface="Consolas"/>
                <a:ea typeface="Consolas"/>
                <a:cs typeface="Consolas"/>
              </a:defRPr>
            </a:lvl9pPr>
          </a:lstStyle>
          <a:p xmlns:a="http://schemas.openxmlformats.org/drawingml/2006/main">
            <a:pPr algn="l">
              <a:defRPr sz="1800" b="0">
                <a:solidFill>
                  <a:srgbClr val="4D5A68"/>
                </a:solidFill>
                <a:latin typeface="Consolas"/>
                <a:ea typeface="Consolas"/>
                <a:cs typeface="Consolas"/>
              </a:defRPr>
            </a:pPr>
            <a:r>
              <a:rPr sz="1800" b="0">
                <a:solidFill>
                  <a:srgbClr val="4D5A68"/>
                </a:solidFill>
                <a:latin typeface="Consolas"/>
                <a:ea typeface="Consolas"/>
                <a:cs typeface="Consolas"/>
              </a:rPr>
              <a:t>EXPECT_FALSE(actual.empty());</a:t>
            </a:r>
          </a:p>
        </p:txBody>
      </p:sp>
      <p:sp>
        <p:nvSpPr>
          <p:cNvPr id="42" name="이 조건만으로는 명세 위반을 놓친다">
            <a:extLst xmlns:a="http://schemas.openxmlformats.org/drawingml/2006/main">
              <a:ext uri="{FF2B5EF4-FFF2-40B4-BE49-F238E27FC236}">
                <a16:creationId xmlns:a16="http://schemas.microsoft.com/office/drawing/2014/main" id="{FEC8E800-308D-49F2-BE49-250F679932C8}"/>
              </a:ext>
            </a:extLst>
          </p:cNvPr>
          <p:cNvSpPr>
            <a:spLocks xmlns:a="http://schemas.openxmlformats.org/drawingml/2006/main" noGrp="1"/>
          </p:cNvSpPr>
          <p:nvPr/>
        </p:nvSpPr>
        <p:spPr>
          <a:xfrm xmlns:a="http://schemas.openxmlformats.org/drawingml/2006/main">
            <a:off x="6362700" y="4438650"/>
            <a:ext cx="5219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805400"/>
                </a:solidFill>
                <a:latin typeface="Malgun Gothic"/>
                <a:ea typeface="Malgun Gothic"/>
                <a:cs typeface="Malgun Gothic"/>
              </a:defRPr>
            </a:defPPr>
            <a:lvl1pPr algn="l">
              <a:defRPr sz="1725" b="1">
                <a:solidFill>
                  <a:srgbClr val="805400"/>
                </a:solidFill>
                <a:latin typeface="Malgun Gothic"/>
                <a:ea typeface="Malgun Gothic"/>
                <a:cs typeface="Malgun Gothic"/>
              </a:defRPr>
            </a:lvl1pPr>
            <a:lvl2pPr algn="l">
              <a:defRPr sz="1725" b="1">
                <a:solidFill>
                  <a:srgbClr val="805400"/>
                </a:solidFill>
                <a:latin typeface="Malgun Gothic"/>
                <a:ea typeface="Malgun Gothic"/>
                <a:cs typeface="Malgun Gothic"/>
              </a:defRPr>
            </a:lvl2pPr>
            <a:lvl3pPr algn="l">
              <a:defRPr sz="1725" b="1">
                <a:solidFill>
                  <a:srgbClr val="805400"/>
                </a:solidFill>
                <a:latin typeface="Malgun Gothic"/>
                <a:ea typeface="Malgun Gothic"/>
                <a:cs typeface="Malgun Gothic"/>
              </a:defRPr>
            </a:lvl3pPr>
            <a:lvl4pPr algn="l">
              <a:defRPr sz="1725" b="1">
                <a:solidFill>
                  <a:srgbClr val="805400"/>
                </a:solidFill>
                <a:latin typeface="Malgun Gothic"/>
                <a:ea typeface="Malgun Gothic"/>
                <a:cs typeface="Malgun Gothic"/>
              </a:defRPr>
            </a:lvl4pPr>
            <a:lvl5pPr algn="l">
              <a:defRPr sz="1725" b="1">
                <a:solidFill>
                  <a:srgbClr val="805400"/>
                </a:solidFill>
                <a:latin typeface="Malgun Gothic"/>
                <a:ea typeface="Malgun Gothic"/>
                <a:cs typeface="Malgun Gothic"/>
              </a:defRPr>
            </a:lvl5pPr>
            <a:lvl6pPr algn="l">
              <a:defRPr sz="1725" b="1">
                <a:solidFill>
                  <a:srgbClr val="805400"/>
                </a:solidFill>
                <a:latin typeface="Malgun Gothic"/>
                <a:ea typeface="Malgun Gothic"/>
                <a:cs typeface="Malgun Gothic"/>
              </a:defRPr>
            </a:lvl6pPr>
            <a:lvl7pPr algn="l">
              <a:defRPr sz="1725" b="1">
                <a:solidFill>
                  <a:srgbClr val="805400"/>
                </a:solidFill>
                <a:latin typeface="Malgun Gothic"/>
                <a:ea typeface="Malgun Gothic"/>
                <a:cs typeface="Malgun Gothic"/>
              </a:defRPr>
            </a:lvl7pPr>
            <a:lvl8pPr algn="l">
              <a:defRPr sz="1725" b="1">
                <a:solidFill>
                  <a:srgbClr val="805400"/>
                </a:solidFill>
                <a:latin typeface="Malgun Gothic"/>
                <a:ea typeface="Malgun Gothic"/>
                <a:cs typeface="Malgun Gothic"/>
              </a:defRPr>
            </a:lvl8pPr>
            <a:lvl9pPr algn="l">
              <a:defRPr sz="1725" b="1">
                <a:solidFill>
                  <a:srgbClr val="805400"/>
                </a:solidFill>
                <a:latin typeface="Malgun Gothic"/>
                <a:ea typeface="Malgun Gothic"/>
                <a:cs typeface="Malgun Gothic"/>
              </a:defRPr>
            </a:lvl9pPr>
          </a:lstStyle>
          <a:p xmlns:a="http://schemas.openxmlformats.org/drawingml/2006/main">
            <a:pPr algn="l">
              <a:defRPr sz="1725" b="1">
                <a:solidFill>
                  <a:srgbClr val="805400"/>
                </a:solidFill>
                <a:latin typeface="Malgun Gothic"/>
                <a:ea typeface="Malgun Gothic"/>
                <a:cs typeface="Malgun Gothic"/>
              </a:defRPr>
            </a:pPr>
            <a:r>
              <a:rPr sz="1725" b="1">
                <a:solidFill>
                  <a:srgbClr val="805400"/>
                </a:solidFill>
                <a:latin typeface="Malgun Gothic"/>
                <a:ea typeface="Malgun Gothic"/>
                <a:cs typeface="Malgun Gothic"/>
              </a:rPr>
              <a:t>이 조건만으로는 명세 위반을 놓친다</a:t>
            </a:r>
          </a:p>
        </p:txBody>
      </p:sp>
      <p:sp>
        <p:nvSpPr>
          <p:cNvPr id="43" name="요청한 개수·값·순서를 비교">
            <a:extLst xmlns:a="http://schemas.openxmlformats.org/drawingml/2006/main">
              <a:ext uri="{FF2B5EF4-FFF2-40B4-BE49-F238E27FC236}">
                <a16:creationId xmlns:a16="http://schemas.microsoft.com/office/drawing/2014/main" id="{248FEFA6-D139-4257-88B5-471237F40743}"/>
              </a:ext>
            </a:extLst>
          </p:cNvPr>
          <p:cNvSpPr>
            <a:spLocks xmlns:a="http://schemas.openxmlformats.org/drawingml/2006/main" noGrp="1"/>
          </p:cNvSpPr>
          <p:nvPr/>
        </p:nvSpPr>
        <p:spPr>
          <a:xfrm xmlns:a="http://schemas.openxmlformats.org/drawingml/2006/main">
            <a:off x="6362700" y="4791075"/>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요청한 개수·값·순서를 비교</a:t>
            </a:r>
          </a:p>
        </p:txBody>
      </p:sp>
      <p:sp>
        <p:nvSpPr>
          <p:cNvPr id="44" name="EXPECT_EQ(actual.size(), 2u);">
            <a:extLst xmlns:a="http://schemas.openxmlformats.org/drawingml/2006/main">
              <a:ext uri="{FF2B5EF4-FFF2-40B4-BE49-F238E27FC236}">
                <a16:creationId xmlns:a16="http://schemas.microsoft.com/office/drawing/2014/main" id="{51ECD890-4421-4931-ACC6-05016669DB20}"/>
              </a:ext>
            </a:extLst>
          </p:cNvPr>
          <p:cNvSpPr>
            <a:spLocks xmlns:a="http://schemas.openxmlformats.org/drawingml/2006/main" noGrp="1"/>
          </p:cNvSpPr>
          <p:nvPr/>
        </p:nvSpPr>
        <p:spPr>
          <a:xfrm xmlns:a="http://schemas.openxmlformats.org/drawingml/2006/main">
            <a:off x="6362700" y="5095875"/>
            <a:ext cx="5219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EXPECT_EQ(actual.size(), 2u);</a:t>
            </a:r>
          </a:p>
        </p:txBody>
      </p:sp>
      <p:sp>
        <p:nvSpPr>
          <p:cNvPr id="45" name="EXPECT_EQ(actual, expected);">
            <a:extLst xmlns:a="http://schemas.openxmlformats.org/drawingml/2006/main">
              <a:ext uri="{FF2B5EF4-FFF2-40B4-BE49-F238E27FC236}">
                <a16:creationId xmlns:a16="http://schemas.microsoft.com/office/drawing/2014/main" id="{7CF1A9AC-563A-440D-8F98-B4D51182365B}"/>
              </a:ext>
            </a:extLst>
          </p:cNvPr>
          <p:cNvSpPr>
            <a:spLocks xmlns:a="http://schemas.openxmlformats.org/drawingml/2006/main" noGrp="1"/>
          </p:cNvSpPr>
          <p:nvPr/>
        </p:nvSpPr>
        <p:spPr>
          <a:xfrm xmlns:a="http://schemas.openxmlformats.org/drawingml/2006/main">
            <a:off x="6362700" y="5391150"/>
            <a:ext cx="5219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Consolas"/>
                <a:ea typeface="Consolas"/>
                <a:cs typeface="Consolas"/>
              </a:defRPr>
            </a:defPPr>
            <a:lvl1pPr algn="l">
              <a:defRPr sz="1800" b="1">
                <a:solidFill>
                  <a:srgbClr val="0B6172"/>
                </a:solidFill>
                <a:latin typeface="Consolas"/>
                <a:ea typeface="Consolas"/>
                <a:cs typeface="Consolas"/>
              </a:defRPr>
            </a:lvl1pPr>
            <a:lvl2pPr algn="l">
              <a:defRPr sz="1800" b="1">
                <a:solidFill>
                  <a:srgbClr val="0B6172"/>
                </a:solidFill>
                <a:latin typeface="Consolas"/>
                <a:ea typeface="Consolas"/>
                <a:cs typeface="Consolas"/>
              </a:defRPr>
            </a:lvl2pPr>
            <a:lvl3pPr algn="l">
              <a:defRPr sz="1800" b="1">
                <a:solidFill>
                  <a:srgbClr val="0B6172"/>
                </a:solidFill>
                <a:latin typeface="Consolas"/>
                <a:ea typeface="Consolas"/>
                <a:cs typeface="Consolas"/>
              </a:defRPr>
            </a:lvl3pPr>
            <a:lvl4pPr algn="l">
              <a:defRPr sz="1800" b="1">
                <a:solidFill>
                  <a:srgbClr val="0B6172"/>
                </a:solidFill>
                <a:latin typeface="Consolas"/>
                <a:ea typeface="Consolas"/>
                <a:cs typeface="Consolas"/>
              </a:defRPr>
            </a:lvl4pPr>
            <a:lvl5pPr algn="l">
              <a:defRPr sz="1800" b="1">
                <a:solidFill>
                  <a:srgbClr val="0B6172"/>
                </a:solidFill>
                <a:latin typeface="Consolas"/>
                <a:ea typeface="Consolas"/>
                <a:cs typeface="Consolas"/>
              </a:defRPr>
            </a:lvl5pPr>
            <a:lvl6pPr algn="l">
              <a:defRPr sz="1800" b="1">
                <a:solidFill>
                  <a:srgbClr val="0B6172"/>
                </a:solidFill>
                <a:latin typeface="Consolas"/>
                <a:ea typeface="Consolas"/>
                <a:cs typeface="Consolas"/>
              </a:defRPr>
            </a:lvl6pPr>
            <a:lvl7pPr algn="l">
              <a:defRPr sz="1800" b="1">
                <a:solidFill>
                  <a:srgbClr val="0B6172"/>
                </a:solidFill>
                <a:latin typeface="Consolas"/>
                <a:ea typeface="Consolas"/>
                <a:cs typeface="Consolas"/>
              </a:defRPr>
            </a:lvl7pPr>
            <a:lvl8pPr algn="l">
              <a:defRPr sz="1800" b="1">
                <a:solidFill>
                  <a:srgbClr val="0B6172"/>
                </a:solidFill>
                <a:latin typeface="Consolas"/>
                <a:ea typeface="Consolas"/>
                <a:cs typeface="Consolas"/>
              </a:defRPr>
            </a:lvl8pPr>
            <a:lvl9pPr algn="l">
              <a:defRPr sz="1800" b="1">
                <a:solidFill>
                  <a:srgbClr val="0B6172"/>
                </a:solidFill>
                <a:latin typeface="Consolas"/>
                <a:ea typeface="Consolas"/>
                <a:cs typeface="Consolas"/>
              </a:defRPr>
            </a:lvl9pPr>
          </a:lstStyle>
          <a:p xmlns:a="http://schemas.openxmlformats.org/drawingml/2006/main">
            <a:pPr algn="l">
              <a:defRPr sz="1800" b="1">
                <a:solidFill>
                  <a:srgbClr val="0B6172"/>
                </a:solidFill>
                <a:latin typeface="Consolas"/>
                <a:ea typeface="Consolas"/>
                <a:cs typeface="Consolas"/>
              </a:defRPr>
            </a:pPr>
            <a:r>
              <a:rPr sz="1800" b="1">
                <a:solidFill>
                  <a:srgbClr val="0B6172"/>
                </a:solidFill>
                <a:latin typeface="Consolas"/>
                <a:ea typeface="Consolas"/>
                <a:cs typeface="Consolas"/>
              </a:rPr>
              <a:t>EXPECT_EQ(actual, expected);</a:t>
            </a:r>
          </a:p>
        </p:txBody>
      </p:sp>
      <p:sp>
        <p:nvSpPr>
          <p:cNvPr id="46" name="Legacy module connection">
            <a:extLst xmlns:a="http://schemas.openxmlformats.org/drawingml/2006/main">
              <a:ext uri="{FF2B5EF4-FFF2-40B4-BE49-F238E27FC236}">
                <a16:creationId xmlns:a16="http://schemas.microsoft.com/office/drawing/2014/main" id="{448776A3-2F61-44C4-BFD2-CAB0C21F8145}"/>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M5 · M6</a:t>
            </a:r>
          </a:p>
        </p:txBody>
      </p:sp>
    </p:spTree>
    <p:extLst>
      <p:ext uri="{BB962C8B-B14F-4D97-AF65-F5344CB8AC3E}">
        <p14:creationId xmlns:p14="http://schemas.microsoft.com/office/powerpoint/2010/main" val="1279080280"/>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1/8 · Delimiters">
            <a:extLst xmlns:a="http://schemas.openxmlformats.org/drawingml/2006/main">
              <a:ext uri="{FF2B5EF4-FFF2-40B4-BE49-F238E27FC236}">
                <a16:creationId xmlns:a16="http://schemas.microsoft.com/office/drawing/2014/main" id="{B48D7994-A80B-4EE2-9B9D-75B5F8B41D37}"/>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1/8 · Delimiters</a:t>
            </a:r>
          </a:p>
        </p:txBody>
      </p:sp>
      <p:sp>
        <p:nvSpPr>
          <p:cNvPr id="2" name="S26">
            <a:extLst xmlns:a="http://schemas.openxmlformats.org/drawingml/2006/main">
              <a:ext uri="{FF2B5EF4-FFF2-40B4-BE49-F238E27FC236}">
                <a16:creationId xmlns:a16="http://schemas.microsoft.com/office/drawing/2014/main" id="{A95473B5-FF4F-42E7-820F-C872FDABEEA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S26</a:t>
            </a:r>
          </a:p>
        </p:txBody>
      </p:sp>
      <p:sp>
        <p:nvSpPr>
          <p:cNvPr id="3" name="지시와 참고 자료의 구분">
            <a:extLst xmlns:a="http://schemas.openxmlformats.org/drawingml/2006/main">
              <a:ext uri="{FF2B5EF4-FFF2-40B4-BE49-F238E27FC236}">
                <a16:creationId xmlns:a16="http://schemas.microsoft.com/office/drawing/2014/main" id="{FD7BC6A8-A6CF-4249-8203-80ADDF01C17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지시와 참고 자료의 구분</a:t>
            </a:r>
          </a:p>
        </p:txBody>
      </p:sp>
      <p:sp>
        <p:nvSpPr>
          <p:cNvPr id="4" name="">
            <a:extLst xmlns:a="http://schemas.openxmlformats.org/drawingml/2006/main">
              <a:ext uri="{FF2B5EF4-FFF2-40B4-BE49-F238E27FC236}">
                <a16:creationId xmlns:a16="http://schemas.microsoft.com/office/drawing/2014/main" id="{7BA953E3-7825-4F5B-8EC4-FC8F9C83EBAA}"/>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Markdown / XML 구획 · 2026-10-21 확">
            <a:extLst xmlns:a="http://schemas.openxmlformats.org/drawingml/2006/main">
              <a:ext uri="{FF2B5EF4-FFF2-40B4-BE49-F238E27FC236}">
                <a16:creationId xmlns:a16="http://schemas.microsoft.com/office/drawing/2014/main" id="{0B643D4C-9F6E-48E6-A35F-7D3D9A9AC841}"/>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Markdown / XML 구획 · 2026-10-21 확인</a:t>
            </a:r>
          </a:p>
        </p:txBody>
      </p:sp>
      <p:sp>
        <p:nvSpPr>
          <p:cNvPr id="6" name="구획은 읽을 경계를 알리는 수단입니다. 보안 격리나 자료의 진위를 보장하지 않습니다.">
            <a:extLst xmlns:a="http://schemas.openxmlformats.org/drawingml/2006/main">
              <a:ext uri="{FF2B5EF4-FFF2-40B4-BE49-F238E27FC236}">
                <a16:creationId xmlns:a16="http://schemas.microsoft.com/office/drawing/2014/main" id="{FA072225-907B-40C7-BBA6-1E9AE6707246}"/>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구획은 읽을 경계를 알리는 수단입니다. 보안 격리나 자료의 진위를 보장하지 않습니다.</a:t>
            </a:r>
          </a:p>
        </p:txBody>
      </p:sp>
      <p:sp>
        <p:nvSpPr>
          <p:cNvPr id="7" name="">
            <a:extLst xmlns:a="http://schemas.openxmlformats.org/drawingml/2006/main">
              <a:ext uri="{FF2B5EF4-FFF2-40B4-BE49-F238E27FC236}">
                <a16:creationId xmlns:a16="http://schemas.microsoft.com/office/drawing/2014/main" id="{FEFD802B-2A6E-4A3B-9FCF-E5179A6188EE}"/>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60A635D9-EC72-4A2D-8E6F-8D6FE3A7CD19}"/>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로그·명세·요청이 섞여 있을 때">
            <a:extLst xmlns:a="http://schemas.openxmlformats.org/drawingml/2006/main">
              <a:ext uri="{FF2B5EF4-FFF2-40B4-BE49-F238E27FC236}">
                <a16:creationId xmlns:a16="http://schemas.microsoft.com/office/drawing/2014/main" id="{872A2AA4-7318-4F93-BE5F-7DF61EBDF7A1}"/>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로그·명세·요청이 섞여 있을 때</a:t>
            </a:r>
          </a:p>
        </p:txBody>
      </p:sp>
      <p:sp>
        <p:nvSpPr>
          <p:cNvPr id="10" name="">
            <a:extLst xmlns:a="http://schemas.openxmlformats.org/drawingml/2006/main">
              <a:ext uri="{FF2B5EF4-FFF2-40B4-BE49-F238E27FC236}">
                <a16:creationId xmlns:a16="http://schemas.microsoft.com/office/drawing/2014/main" id="{F75F372E-FAA4-4C4E-87F2-93025CA88198}"/>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EDD12B69-2F70-4947-A1DB-364C6378AAD0}"/>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3DCF932C-3CF1-451B-BD4A-829F8FD7494F}"/>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 요청&#10;crop 경계 오류의 원인 후보만 설명해줘.&#10;코드는 아직 수정하지 마.&#10;자료에 없는 내용은 미확인으">
            <a:extLst xmlns:a="http://schemas.openxmlformats.org/drawingml/2006/main">
              <a:ext uri="{FF2B5EF4-FFF2-40B4-BE49-F238E27FC236}">
                <a16:creationId xmlns:a16="http://schemas.microsoft.com/office/drawing/2014/main" id="{058C12A9-8DC7-4DA4-A731-37FECC97EA7A}"/>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요청</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경계 오류의 원인 후보만 설명해줘.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코드는 아직 수정하지 마.</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자료에 없는 내용은 미확인으로 표시해줘.</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참고 자료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명세: crop [1,3)의 폭은 2</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로그 예: expected=2, actual=3</a:t>
            </a:r>
          </a:p>
        </p:txBody>
      </p:sp>
      <p:sp>
        <p:nvSpPr>
          <p:cNvPr id="14" name="따라야 할 요청">
            <a:extLst xmlns:a="http://schemas.openxmlformats.org/drawingml/2006/main">
              <a:ext uri="{FF2B5EF4-FFF2-40B4-BE49-F238E27FC236}">
                <a16:creationId xmlns:a16="http://schemas.microsoft.com/office/drawing/2014/main" id="{E72D5F80-82E1-41E7-BB63-A4D9B249E51B}"/>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따라야 할 요청</a:t>
            </a:r>
          </a:p>
        </p:txBody>
      </p:sp>
      <p:sp>
        <p:nvSpPr>
          <p:cNvPr id="15" name="">
            <a:extLst xmlns:a="http://schemas.openxmlformats.org/drawingml/2006/main">
              <a:ext uri="{FF2B5EF4-FFF2-40B4-BE49-F238E27FC236}">
                <a16:creationId xmlns:a16="http://schemas.microsoft.com/office/drawing/2014/main" id="{A62053FE-3886-4FE6-8C52-7E9F29770EA0}"/>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원인 후보 설명&#10;지금은 읽기 전용">
            <a:extLst xmlns:a="http://schemas.openxmlformats.org/drawingml/2006/main">
              <a:ext uri="{FF2B5EF4-FFF2-40B4-BE49-F238E27FC236}">
                <a16:creationId xmlns:a16="http://schemas.microsoft.com/office/drawing/2014/main" id="{AB6BB0A1-9808-48FC-AEE7-43E81876687C}"/>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원인 후보 설명</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지금은 읽기 전용</a:t>
            </a:r>
          </a:p>
        </p:txBody>
      </p:sp>
      <p:sp>
        <p:nvSpPr>
          <p:cNvPr id="17" name="분석할 자료">
            <a:extLst xmlns:a="http://schemas.openxmlformats.org/drawingml/2006/main">
              <a:ext uri="{FF2B5EF4-FFF2-40B4-BE49-F238E27FC236}">
                <a16:creationId xmlns:a16="http://schemas.microsoft.com/office/drawing/2014/main" id="{27454233-E088-41D1-AF97-86721A9B7E11}"/>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분석할 자료</a:t>
            </a:r>
          </a:p>
        </p:txBody>
      </p:sp>
      <p:sp>
        <p:nvSpPr>
          <p:cNvPr id="18" name="">
            <a:extLst xmlns:a="http://schemas.openxmlformats.org/drawingml/2006/main">
              <a:ext uri="{FF2B5EF4-FFF2-40B4-BE49-F238E27FC236}">
                <a16:creationId xmlns:a16="http://schemas.microsoft.com/office/drawing/2014/main" id="{1B909265-B5F6-4A33-8946-DB0BB529C3C9}"/>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명세·로그 예시&#10;새 지시와 구분">
            <a:extLst xmlns:a="http://schemas.openxmlformats.org/drawingml/2006/main">
              <a:ext uri="{FF2B5EF4-FFF2-40B4-BE49-F238E27FC236}">
                <a16:creationId xmlns:a16="http://schemas.microsoft.com/office/drawing/2014/main" id="{41206E79-304E-47BD-A33B-E4739C33D69D}"/>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명세·로그 예시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새 지시와 구분</a:t>
            </a:r>
          </a:p>
        </p:txBody>
      </p:sp>
      <p:sp>
        <p:nvSpPr>
          <p:cNvPr id="20" name="제목과 태그로 지시와 분석 자료의 경계를 표시한다.">
            <a:extLst xmlns:a="http://schemas.openxmlformats.org/drawingml/2006/main">
              <a:ext uri="{FF2B5EF4-FFF2-40B4-BE49-F238E27FC236}">
                <a16:creationId xmlns:a16="http://schemas.microsoft.com/office/drawing/2014/main" id="{658FD279-0400-4C91-B995-0D72D73E2AEA}"/>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제목과 태그로 지시와 분석 자료의 경계를 표시한다.</a:t>
            </a:r>
          </a:p>
        </p:txBody>
      </p:sp>
      <p:sp>
        <p:nvSpPr>
          <p:cNvPr id="21" name="">
            <a:extLst xmlns:a="http://schemas.openxmlformats.org/drawingml/2006/main">
              <a:ext uri="{FF2B5EF4-FFF2-40B4-BE49-F238E27FC236}">
                <a16:creationId xmlns:a16="http://schemas.microsoft.com/office/drawing/2014/main" id="{7900BE32-6C2D-4F83-B312-F318CB78EFFF}"/>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647BD3A6-80BE-4238-B2B1-63F364CC7C65}"/>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053E0574-A448-41EF-9D2A-4B4F999358C4}"/>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383324302"/>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2/8 · Few-shot examples">
            <a:extLst xmlns:a="http://schemas.openxmlformats.org/drawingml/2006/main">
              <a:ext uri="{FF2B5EF4-FFF2-40B4-BE49-F238E27FC236}">
                <a16:creationId xmlns:a16="http://schemas.microsoft.com/office/drawing/2014/main" id="{2B39764B-9E2A-4D94-84B0-5C126B15D97A}"/>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2/8 · Few-shot examples</a:t>
            </a:r>
          </a:p>
        </p:txBody>
      </p:sp>
      <p:sp>
        <p:nvSpPr>
          <p:cNvPr id="2" name="S27">
            <a:extLst xmlns:a="http://schemas.openxmlformats.org/drawingml/2006/main">
              <a:ext uri="{FF2B5EF4-FFF2-40B4-BE49-F238E27FC236}">
                <a16:creationId xmlns:a16="http://schemas.microsoft.com/office/drawing/2014/main" id="{0F2FC1BF-B357-43DB-9079-1794955B80A6}"/>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S27</a:t>
            </a:r>
          </a:p>
        </p:txBody>
      </p:sp>
      <p:sp>
        <p:nvSpPr>
          <p:cNvPr id="3" name="입력과 기대 결과의 작은 예시">
            <a:extLst xmlns:a="http://schemas.openxmlformats.org/drawingml/2006/main">
              <a:ext uri="{FF2B5EF4-FFF2-40B4-BE49-F238E27FC236}">
                <a16:creationId xmlns:a16="http://schemas.microsoft.com/office/drawing/2014/main" id="{33650C05-98FE-46BB-9A53-12F91CAB7A6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입력과 기대 결과의 작은 예시</a:t>
            </a:r>
          </a:p>
        </p:txBody>
      </p:sp>
      <p:sp>
        <p:nvSpPr>
          <p:cNvPr id="4" name="">
            <a:extLst xmlns:a="http://schemas.openxmlformats.org/drawingml/2006/main">
              <a:ext uri="{FF2B5EF4-FFF2-40B4-BE49-F238E27FC236}">
                <a16:creationId xmlns:a16="http://schemas.microsoft.com/office/drawing/2014/main" id="{3B83A80A-2462-4870-97B4-20E33D8B962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Few-shot / Reasoning best practi">
            <a:extLst xmlns:a="http://schemas.openxmlformats.org/drawingml/2006/main">
              <a:ext uri="{FF2B5EF4-FFF2-40B4-BE49-F238E27FC236}">
                <a16:creationId xmlns:a16="http://schemas.microsoft.com/office/drawing/2014/main" id="{05EDEFDA-0BC8-41C2-B6E6-5CC6BF9CDACA}"/>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Few-shot / Reasoning best practices · 2026-10-21</a:t>
            </a:r>
          </a:p>
        </p:txBody>
      </p:sp>
      <p:sp>
        <p:nvSpPr>
          <p:cNvPr id="6" name="예시와 명세를 일치시킵니다. 예시 몇 개가 모든 경계 조건의 명세를 대신하지 않습니다.">
            <a:extLst xmlns:a="http://schemas.openxmlformats.org/drawingml/2006/main">
              <a:ext uri="{FF2B5EF4-FFF2-40B4-BE49-F238E27FC236}">
                <a16:creationId xmlns:a16="http://schemas.microsoft.com/office/drawing/2014/main" id="{2F9154E3-B531-4BC4-8DA8-5931B39D00B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예시와 명세를 일치시킵니다. 예시 몇 개가 모든 경계 조건의 명세를 대신하지 않습니다.</a:t>
            </a:r>
          </a:p>
        </p:txBody>
      </p:sp>
      <p:sp>
        <p:nvSpPr>
          <p:cNvPr id="7" name="">
            <a:extLst xmlns:a="http://schemas.openxmlformats.org/drawingml/2006/main">
              <a:ext uri="{FF2B5EF4-FFF2-40B4-BE49-F238E27FC236}">
                <a16:creationId xmlns:a16="http://schemas.microsoft.com/office/drawing/2014/main" id="{34EA6334-76D9-4DFA-96FC-2AF05E16F7CD}"/>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A91ECD8A-375F-40B7-A41E-64374B2E2707}"/>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범위·출력 패턴의 뜻이 엇갈릴 때">
            <a:extLst xmlns:a="http://schemas.openxmlformats.org/drawingml/2006/main">
              <a:ext uri="{FF2B5EF4-FFF2-40B4-BE49-F238E27FC236}">
                <a16:creationId xmlns:a16="http://schemas.microsoft.com/office/drawing/2014/main" id="{1E9D82D3-0934-45B9-A90E-C9CA5390919F}"/>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범위·출력 패턴의 뜻이 엇갈릴 때</a:t>
            </a:r>
          </a:p>
        </p:txBody>
      </p:sp>
      <p:sp>
        <p:nvSpPr>
          <p:cNvPr id="10" name="">
            <a:extLst xmlns:a="http://schemas.openxmlformats.org/drawingml/2006/main">
              <a:ext uri="{FF2B5EF4-FFF2-40B4-BE49-F238E27FC236}">
                <a16:creationId xmlns:a16="http://schemas.microsoft.com/office/drawing/2014/main" id="{48D405D8-29D7-476B-A0DF-07B60CE90694}"/>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23BE2BAE-EFC5-4BB5-9B7D-82B621E5F12B}"/>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78141585-E121-4BA9-80BA-BB720E59B2F4}"/>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범위 설명을 아래 형식으로 작성해줘.&#10;입력 {1,2,3,4}에 대한 예시:&#10;[1,3) ⇒ {2,3}">
            <a:extLst xmlns:a="http://schemas.openxmlformats.org/drawingml/2006/main">
              <a:ext uri="{FF2B5EF4-FFF2-40B4-BE49-F238E27FC236}">
                <a16:creationId xmlns:a16="http://schemas.microsoft.com/office/drawing/2014/main" id="{8029774B-B8AF-4B34-9773-A492EB29864E}"/>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범위 설명을 아래 형식으로 작성해줘.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입력 {1,2,3,4}에 대한 예시: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[1,3) ⇒ {2,3}, 폭 2</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[0,1) ⇒ {1}, 폭 1</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같은 형식으로 [2,4)를 설명해줘.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빈 범위·범위 초과 정책은 만들지 마.</a:t>
            </a:r>
          </a:p>
        </p:txBody>
      </p:sp>
      <p:sp>
        <p:nvSpPr>
          <p:cNvPr id="14" name="보여주는 패턴">
            <a:extLst xmlns:a="http://schemas.openxmlformats.org/drawingml/2006/main">
              <a:ext uri="{FF2B5EF4-FFF2-40B4-BE49-F238E27FC236}">
                <a16:creationId xmlns:a16="http://schemas.microsoft.com/office/drawing/2014/main" id="{D0F53588-1317-49A4-8100-172149D56140}"/>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보여주는 패턴</a:t>
            </a:r>
          </a:p>
        </p:txBody>
      </p:sp>
      <p:sp>
        <p:nvSpPr>
          <p:cNvPr id="15" name="">
            <a:extLst xmlns:a="http://schemas.openxmlformats.org/drawingml/2006/main">
              <a:ext uri="{FF2B5EF4-FFF2-40B4-BE49-F238E27FC236}">
                <a16:creationId xmlns:a16="http://schemas.microsoft.com/office/drawing/2014/main" id="{6C1261DE-8FBE-4D3F-8D90-7F0C0F8A635F}"/>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범위&#10;포함한 값&#10;결과의 폭">
            <a:extLst xmlns:a="http://schemas.openxmlformats.org/drawingml/2006/main">
              <a:ext uri="{FF2B5EF4-FFF2-40B4-BE49-F238E27FC236}">
                <a16:creationId xmlns:a16="http://schemas.microsoft.com/office/drawing/2014/main" id="{943E561D-33F8-4114-B745-511EFBAE4CA2}"/>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범위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포함한 값</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결과의 폭</a:t>
            </a:r>
          </a:p>
        </p:txBody>
      </p:sp>
      <p:sp>
        <p:nvSpPr>
          <p:cNvPr id="17" name="추가할 때">
            <a:extLst xmlns:a="http://schemas.openxmlformats.org/drawingml/2006/main">
              <a:ext uri="{FF2B5EF4-FFF2-40B4-BE49-F238E27FC236}">
                <a16:creationId xmlns:a16="http://schemas.microsoft.com/office/drawing/2014/main" id="{2620DD5B-F521-4F66-BD6A-76C0B3C1F096}"/>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추가할 때</a:t>
            </a:r>
          </a:p>
        </p:txBody>
      </p:sp>
      <p:sp>
        <p:nvSpPr>
          <p:cNvPr id="18" name="">
            <a:extLst xmlns:a="http://schemas.openxmlformats.org/drawingml/2006/main">
              <a:ext uri="{FF2B5EF4-FFF2-40B4-BE49-F238E27FC236}">
                <a16:creationId xmlns:a16="http://schemas.microsoft.com/office/drawing/2014/main" id="{3D167DEB-DBCB-47A6-A217-83442476C93E}"/>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설명만으로&#10;의도가 안 맞을 때">
            <a:extLst xmlns:a="http://schemas.openxmlformats.org/drawingml/2006/main">
              <a:ext uri="{FF2B5EF4-FFF2-40B4-BE49-F238E27FC236}">
                <a16:creationId xmlns:a16="http://schemas.microsoft.com/office/drawing/2014/main" id="{BD345BD8-DA1A-4890-8701-BB663FB6B818}"/>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설명만으로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의도가 안 맞을 때</a:t>
            </a:r>
          </a:p>
        </p:txBody>
      </p:sp>
      <p:sp>
        <p:nvSpPr>
          <p:cNvPr id="20" name="설명만으로 부족할 때 입력과 원하는 결과를 함께 준다.">
            <a:extLst xmlns:a="http://schemas.openxmlformats.org/drawingml/2006/main">
              <a:ext uri="{FF2B5EF4-FFF2-40B4-BE49-F238E27FC236}">
                <a16:creationId xmlns:a16="http://schemas.microsoft.com/office/drawing/2014/main" id="{F987FBE5-59A0-4261-8EF0-3DE55370CA25}"/>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설명만으로 부족할 때 입력과 원하는 결과를 함께 준다.</a:t>
            </a:r>
          </a:p>
        </p:txBody>
      </p:sp>
      <p:sp>
        <p:nvSpPr>
          <p:cNvPr id="21" name="">
            <a:extLst xmlns:a="http://schemas.openxmlformats.org/drawingml/2006/main">
              <a:ext uri="{FF2B5EF4-FFF2-40B4-BE49-F238E27FC236}">
                <a16:creationId xmlns:a16="http://schemas.microsoft.com/office/drawing/2014/main" id="{B5F5DDCE-D105-4389-868C-EC04D6B51EC5}"/>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5BF8415B-6B9E-4CE6-9620-00774D391DBD}"/>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D83EEFC6-5BFE-46E6-A695-87D9F18093A1}"/>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2142698434"/>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3/8 · Output format">
            <a:extLst xmlns:a="http://schemas.openxmlformats.org/drawingml/2006/main">
              <a:ext uri="{FF2B5EF4-FFF2-40B4-BE49-F238E27FC236}">
                <a16:creationId xmlns:a16="http://schemas.microsoft.com/office/drawing/2014/main" id="{9B1D21DA-7B2E-4B0A-8E51-2C656A0835C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3/8 · Output format</a:t>
            </a:r>
          </a:p>
        </p:txBody>
      </p:sp>
      <p:sp>
        <p:nvSpPr>
          <p:cNvPr id="2" name="S28">
            <a:extLst xmlns:a="http://schemas.openxmlformats.org/drawingml/2006/main">
              <a:ext uri="{FF2B5EF4-FFF2-40B4-BE49-F238E27FC236}">
                <a16:creationId xmlns:a16="http://schemas.microsoft.com/office/drawing/2014/main" id="{0983D72E-3B6F-4F89-A643-800A97A0DCB3}"/>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S28</a:t>
            </a:r>
          </a:p>
        </p:txBody>
      </p:sp>
      <p:sp>
        <p:nvSpPr>
          <p:cNvPr id="3" name="바로 검토할 수 있는 결과 형식">
            <a:extLst xmlns:a="http://schemas.openxmlformats.org/drawingml/2006/main">
              <a:ext uri="{FF2B5EF4-FFF2-40B4-BE49-F238E27FC236}">
                <a16:creationId xmlns:a16="http://schemas.microsoft.com/office/drawing/2014/main" id="{A4E9FDF9-F6DC-4B62-8B5A-D2D22740BFAB}"/>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바로 검토할 수 있는 결과 형식</a:t>
            </a:r>
          </a:p>
        </p:txBody>
      </p:sp>
      <p:sp>
        <p:nvSpPr>
          <p:cNvPr id="4" name="">
            <a:extLst xmlns:a="http://schemas.openxmlformats.org/drawingml/2006/main">
              <a:ext uri="{FF2B5EF4-FFF2-40B4-BE49-F238E27FC236}">
                <a16:creationId xmlns:a16="http://schemas.microsoft.com/office/drawing/2014/main" id="{925BFF8C-ADD3-4EDC-AD0A-BF44DC9AB9B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ing / Structured model outputs · 출력 형식·내용 오류 구분">
            <a:extLst xmlns:a="http://schemas.openxmlformats.org/drawingml/2006/main">
              <a:ext uri="{FF2B5EF4-FFF2-40B4-BE49-F238E27FC236}">
                <a16:creationId xmlns:a16="http://schemas.microsoft.com/office/drawing/2014/main" id="{A52169E6-8E99-4F8E-B0E1-C66BD20D666D}"/>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Prompting / Structured model outputs · 출력 형식·내용 오류 구분 · 2026-10-21</a:t>
            </a:r>
          </a:p>
        </p:txBody>
      </p:sp>
      <p:sp>
        <p:nvSpPr>
          <p:cNvPr id="6" name="형식이 맞아도 내용은 확인해야 합니다. 채팅의 형식 요청은 API Structured Outputs와 별개입">
            <a:extLst xmlns:a="http://schemas.openxmlformats.org/drawingml/2006/main">
              <a:ext uri="{FF2B5EF4-FFF2-40B4-BE49-F238E27FC236}">
                <a16:creationId xmlns:a16="http://schemas.microsoft.com/office/drawing/2014/main" id="{497943A3-3238-46AF-BA58-3B497024AC8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형식이 맞아도 내용은 확인해야 합니다. 채팅의 형식 요청은 API Structured Outputs와 별개입니다.</a:t>
            </a:r>
          </a:p>
        </p:txBody>
      </p:sp>
      <p:sp>
        <p:nvSpPr>
          <p:cNvPr id="7" name="">
            <a:extLst xmlns:a="http://schemas.openxmlformats.org/drawingml/2006/main">
              <a:ext uri="{FF2B5EF4-FFF2-40B4-BE49-F238E27FC236}">
                <a16:creationId xmlns:a16="http://schemas.microsoft.com/office/drawing/2014/main" id="{9BA8D94E-E371-45F9-9759-A766E55F0D7F}"/>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9F9031D2-A23D-417D-A1B9-85E9ACD7708C}"/>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장황한 답을 다시 가공하게 될 때">
            <a:extLst xmlns:a="http://schemas.openxmlformats.org/drawingml/2006/main">
              <a:ext uri="{FF2B5EF4-FFF2-40B4-BE49-F238E27FC236}">
                <a16:creationId xmlns:a16="http://schemas.microsoft.com/office/drawing/2014/main" id="{D6126D45-756A-41E7-AC8B-18B5B1B30DA3}"/>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장황한 답을 다시 가공하게 될 때</a:t>
            </a:r>
          </a:p>
        </p:txBody>
      </p:sp>
      <p:sp>
        <p:nvSpPr>
          <p:cNvPr id="10" name="">
            <a:extLst xmlns:a="http://schemas.openxmlformats.org/drawingml/2006/main">
              <a:ext uri="{FF2B5EF4-FFF2-40B4-BE49-F238E27FC236}">
                <a16:creationId xmlns:a16="http://schemas.microsoft.com/office/drawing/2014/main" id="{62B0CEDB-B669-4D98-A568-79D1EA3C63F3}"/>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DAE8FBB8-9435-40B0-8037-21F5E6A9576A}"/>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C2410740-29FF-4E7E-94C4-FF14D4234F85}"/>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수정 결과를 다음 순서로 보고해줘.&#10;1. 변경 파일과 바꾼 이유&#10;2. 실제 실행한 확인 명령과 결과">
            <a:extLst xmlns:a="http://schemas.openxmlformats.org/drawingml/2006/main">
              <a:ext uri="{FF2B5EF4-FFF2-40B4-BE49-F238E27FC236}">
                <a16:creationId xmlns:a16="http://schemas.microsoft.com/office/drawing/2014/main" id="{9EF4D0FF-49C3-4DBC-8623-613CD9A12918}"/>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수정 결과를 다음 순서로 보고해줘.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 변경 파일과 바꾼 이유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2. 실제 실행한 확인 명령과 결과</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3. 실행하지 못한 확인과 이유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4. 남은 위험과 확인이 필요한 결정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각 항목은 두 문장 이내로 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실행하지 않은 검사를 통과로 쓰지 마.</a:t>
            </a:r>
          </a:p>
        </p:txBody>
      </p:sp>
      <p:sp>
        <p:nvSpPr>
          <p:cNvPr id="14" name="보고할 순서">
            <a:extLst xmlns:a="http://schemas.openxmlformats.org/drawingml/2006/main">
              <a:ext uri="{FF2B5EF4-FFF2-40B4-BE49-F238E27FC236}">
                <a16:creationId xmlns:a16="http://schemas.microsoft.com/office/drawing/2014/main" id="{9ACF5456-C4C6-4943-A812-5039E5ABF009}"/>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보고할 순서</a:t>
            </a:r>
          </a:p>
        </p:txBody>
      </p:sp>
      <p:sp>
        <p:nvSpPr>
          <p:cNvPr id="15" name="">
            <a:extLst xmlns:a="http://schemas.openxmlformats.org/drawingml/2006/main">
              <a:ext uri="{FF2B5EF4-FFF2-40B4-BE49-F238E27FC236}">
                <a16:creationId xmlns:a16="http://schemas.microsoft.com/office/drawing/2014/main" id="{8CA6A98A-C85B-4DD6-9CAA-6A6CB4C7D1C6}"/>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변경 내용&#10;실행한 확인&#10;미확인·남은 결정">
            <a:extLst xmlns:a="http://schemas.openxmlformats.org/drawingml/2006/main">
              <a:ext uri="{FF2B5EF4-FFF2-40B4-BE49-F238E27FC236}">
                <a16:creationId xmlns:a16="http://schemas.microsoft.com/office/drawing/2014/main" id="{C68A2779-06DE-493A-B16F-20D67B18C92C}"/>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내용</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실행한 확인</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미확인·남은 결정</a:t>
            </a:r>
          </a:p>
        </p:txBody>
      </p:sp>
      <p:sp>
        <p:nvSpPr>
          <p:cNvPr id="17" name="사용할 곳">
            <a:extLst xmlns:a="http://schemas.openxmlformats.org/drawingml/2006/main">
              <a:ext uri="{FF2B5EF4-FFF2-40B4-BE49-F238E27FC236}">
                <a16:creationId xmlns:a16="http://schemas.microsoft.com/office/drawing/2014/main" id="{780BBF7F-2975-407A-88ED-FB9B9303EA97}"/>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사용할 곳</a:t>
            </a:r>
          </a:p>
        </p:txBody>
      </p:sp>
      <p:sp>
        <p:nvSpPr>
          <p:cNvPr id="18" name="">
            <a:extLst xmlns:a="http://schemas.openxmlformats.org/drawingml/2006/main">
              <a:ext uri="{FF2B5EF4-FFF2-40B4-BE49-F238E27FC236}">
                <a16:creationId xmlns:a16="http://schemas.microsoft.com/office/drawing/2014/main" id="{117FF1C3-03C5-42E1-B820-EA3063CF972F}"/>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검토·회의·인계&#10;필요한 형태를 지정">
            <a:extLst xmlns:a="http://schemas.openxmlformats.org/drawingml/2006/main">
              <a:ext uri="{FF2B5EF4-FFF2-40B4-BE49-F238E27FC236}">
                <a16:creationId xmlns:a16="http://schemas.microsoft.com/office/drawing/2014/main" id="{C818DBB9-E9E0-402E-B5AA-162221B3CA85}"/>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검토·회의·인계</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필요한 형태를 지정</a:t>
            </a:r>
          </a:p>
        </p:txBody>
      </p:sp>
      <p:sp>
        <p:nvSpPr>
          <p:cNvPr id="20" name="받고 싶은 항목과 길이를 요청에 적는다.">
            <a:extLst xmlns:a="http://schemas.openxmlformats.org/drawingml/2006/main">
              <a:ext uri="{FF2B5EF4-FFF2-40B4-BE49-F238E27FC236}">
                <a16:creationId xmlns:a16="http://schemas.microsoft.com/office/drawing/2014/main" id="{19E3F732-112C-4872-90FC-993F3D838942}"/>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받고 싶은 항목과 길이를 요청에 적는다.</a:t>
            </a:r>
          </a:p>
        </p:txBody>
      </p:sp>
      <p:sp>
        <p:nvSpPr>
          <p:cNvPr id="21" name="">
            <a:extLst xmlns:a="http://schemas.openxmlformats.org/drawingml/2006/main">
              <a:ext uri="{FF2B5EF4-FFF2-40B4-BE49-F238E27FC236}">
                <a16:creationId xmlns:a16="http://schemas.microsoft.com/office/drawing/2014/main" id="{4CC3B339-9681-45E9-A0B7-FF2CC4F582E4}"/>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C153C189-D6D7-4448-BD0F-C9E769084291}"/>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237E8D7B-F50A-47EE-B9AE-8C3A091C739F}"/>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896115640"/>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4/8 · Grounding">
            <a:extLst xmlns:a="http://schemas.openxmlformats.org/drawingml/2006/main">
              <a:ext uri="{FF2B5EF4-FFF2-40B4-BE49-F238E27FC236}">
                <a16:creationId xmlns:a16="http://schemas.microsoft.com/office/drawing/2014/main" id="{56F485A4-24D5-48EF-858D-1B4CA58719E1}"/>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4/8 · Grounding</a:t>
            </a:r>
          </a:p>
        </p:txBody>
      </p:sp>
      <p:sp>
        <p:nvSpPr>
          <p:cNvPr id="2" name="S29">
            <a:extLst xmlns:a="http://schemas.openxmlformats.org/drawingml/2006/main">
              <a:ext uri="{FF2B5EF4-FFF2-40B4-BE49-F238E27FC236}">
                <a16:creationId xmlns:a16="http://schemas.microsoft.com/office/drawing/2014/main" id="{22925F0F-C7C0-4E67-A6D2-63687DD2BC8C}"/>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S29</a:t>
            </a:r>
          </a:p>
        </p:txBody>
      </p:sp>
      <p:sp>
        <p:nvSpPr>
          <p:cNvPr id="3" name="근거가 있는 설명과 미확인의 구분">
            <a:extLst xmlns:a="http://schemas.openxmlformats.org/drawingml/2006/main">
              <a:ext uri="{FF2B5EF4-FFF2-40B4-BE49-F238E27FC236}">
                <a16:creationId xmlns:a16="http://schemas.microsoft.com/office/drawing/2014/main" id="{A64AA96F-DCE0-4F9E-A6F3-006AC402492F}"/>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근거가 있는 설명과 미확인의 구분</a:t>
            </a:r>
          </a:p>
        </p:txBody>
      </p:sp>
      <p:sp>
        <p:nvSpPr>
          <p:cNvPr id="4" name="">
            <a:extLst xmlns:a="http://schemas.openxmlformats.org/drawingml/2006/main">
              <a:ext uri="{FF2B5EF4-FFF2-40B4-BE49-F238E27FC236}">
                <a16:creationId xmlns:a16="http://schemas.microsoft.com/office/drawing/2014/main" id="{04156D50-4655-4219-8931-AF19A05B41C7}"/>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 engineering / Prompting · 관련 자료·출처·불확실성 · 2026">
            <a:extLst xmlns:a="http://schemas.openxmlformats.org/drawingml/2006/main">
              <a:ext uri="{FF2B5EF4-FFF2-40B4-BE49-F238E27FC236}">
                <a16:creationId xmlns:a16="http://schemas.microsoft.com/office/drawing/2014/main" id="{C3946444-21F7-4B62-98C4-BECB866A5B8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 engineering / Prompting · 관련 자료·출처·불확실성 · 2026-10-21</a:t>
            </a:r>
          </a:p>
        </p:txBody>
      </p:sp>
      <p:sp>
        <p:nvSpPr>
          <p:cNvPr id="6" name="파일·줄 인용도 실제 내용과 대조합니다. 인용이 있다는 사실만으로 정확성이 보장되지는 않습니다.">
            <a:extLst xmlns:a="http://schemas.openxmlformats.org/drawingml/2006/main">
              <a:ext uri="{FF2B5EF4-FFF2-40B4-BE49-F238E27FC236}">
                <a16:creationId xmlns:a16="http://schemas.microsoft.com/office/drawing/2014/main" id="{C66BA4D3-0BB6-4B9F-AB13-3748B950FFBA}"/>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파일·줄 인용도 실제 내용과 대조합니다. 인용이 있다는 사실만으로 정확성이 보장되지는 않습니다.</a:t>
            </a:r>
          </a:p>
        </p:txBody>
      </p:sp>
      <p:sp>
        <p:nvSpPr>
          <p:cNvPr id="7" name="">
            <a:extLst xmlns:a="http://schemas.openxmlformats.org/drawingml/2006/main">
              <a:ext uri="{FF2B5EF4-FFF2-40B4-BE49-F238E27FC236}">
                <a16:creationId xmlns:a16="http://schemas.microsoft.com/office/drawing/2014/main" id="{FB678705-8CA3-49F6-BA77-F165976F682E}"/>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3776BE40-A345-4DE5-B22F-2E5DE3B70BE2}"/>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저장소 설명의 출처를 확인해야 할 때">
            <a:extLst xmlns:a="http://schemas.openxmlformats.org/drawingml/2006/main">
              <a:ext uri="{FF2B5EF4-FFF2-40B4-BE49-F238E27FC236}">
                <a16:creationId xmlns:a16="http://schemas.microsoft.com/office/drawing/2014/main" id="{C7A5CA0B-31BD-406C-A060-B29CE925E3E0}"/>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저장소 설명의 출처를 확인해야 할 때</a:t>
            </a:r>
          </a:p>
        </p:txBody>
      </p:sp>
      <p:sp>
        <p:nvSpPr>
          <p:cNvPr id="10" name="">
            <a:extLst xmlns:a="http://schemas.openxmlformats.org/drawingml/2006/main">
              <a:ext uri="{FF2B5EF4-FFF2-40B4-BE49-F238E27FC236}">
                <a16:creationId xmlns:a16="http://schemas.microsoft.com/office/drawing/2014/main" id="{3514F2F5-9CF8-4800-8ED3-E882DA8402CC}"/>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DB86CA89-035B-497A-A2EF-4D1E889C7582}"/>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1E9F6FC7-07F9-4263-BAEB-DDE9DC0E406D}"/>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의 명세·구현·테스트를 찾아 비교해줘.&#10;결론마다 실제 파일·함수·줄을 붙여줘.&#10;다음 세 상태를 구분해">
            <a:extLst xmlns:a="http://schemas.openxmlformats.org/drawingml/2006/main">
              <a:ext uri="{FF2B5EF4-FFF2-40B4-BE49-F238E27FC236}">
                <a16:creationId xmlns:a16="http://schemas.microsoft.com/office/drawing/2014/main" id="{BA692220-4C01-4002-9928-477BACDDA8F3}"/>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crop의 명세·구현·테스트를 찾아 비교해줘.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결론마다 실제 파일·함수·줄을 붙여줘.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다음 세 상태를 구분해줘.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자료에서 확인</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코드로부터 추정</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 아직 미확인</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근거가 충돌하면 차이를 먼저 알려줘.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찾지 못한 정책은 관례로 채우지 마.</a:t>
            </a:r>
          </a:p>
        </p:txBody>
      </p:sp>
      <p:sp>
        <p:nvSpPr>
          <p:cNvPr id="14" name="받아야 할 연결">
            <a:extLst xmlns:a="http://schemas.openxmlformats.org/drawingml/2006/main">
              <a:ext uri="{FF2B5EF4-FFF2-40B4-BE49-F238E27FC236}">
                <a16:creationId xmlns:a16="http://schemas.microsoft.com/office/drawing/2014/main" id="{469A77A0-91E5-45DE-937C-CFB19010E438}"/>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받아야 할 연결</a:t>
            </a:r>
          </a:p>
        </p:txBody>
      </p:sp>
      <p:sp>
        <p:nvSpPr>
          <p:cNvPr id="15" name="">
            <a:extLst xmlns:a="http://schemas.openxmlformats.org/drawingml/2006/main">
              <a:ext uri="{FF2B5EF4-FFF2-40B4-BE49-F238E27FC236}">
                <a16:creationId xmlns:a16="http://schemas.microsoft.com/office/drawing/2014/main" id="{B3A536FE-2ED4-4CB5-B929-5A3BCA3BA00D}"/>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주장과 자료 위치&#10;확인과 추정의 구분">
            <a:extLst xmlns:a="http://schemas.openxmlformats.org/drawingml/2006/main">
              <a:ext uri="{FF2B5EF4-FFF2-40B4-BE49-F238E27FC236}">
                <a16:creationId xmlns:a16="http://schemas.microsoft.com/office/drawing/2014/main" id="{452403B8-951E-4BFB-9F96-785D09C238EC}"/>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주장과 자료 위치</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확인과 추정의 구분</a:t>
            </a:r>
          </a:p>
        </p:txBody>
      </p:sp>
      <p:sp>
        <p:nvSpPr>
          <p:cNvPr id="17" name="다시 확인할 것">
            <a:extLst xmlns:a="http://schemas.openxmlformats.org/drawingml/2006/main">
              <a:ext uri="{FF2B5EF4-FFF2-40B4-BE49-F238E27FC236}">
                <a16:creationId xmlns:a16="http://schemas.microsoft.com/office/drawing/2014/main" id="{653F4BC4-E7EE-4F2B-BC49-5F69BBE714C1}"/>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다시 확인할 것</a:t>
            </a:r>
          </a:p>
        </p:txBody>
      </p:sp>
      <p:sp>
        <p:nvSpPr>
          <p:cNvPr id="18" name="">
            <a:extLst xmlns:a="http://schemas.openxmlformats.org/drawingml/2006/main">
              <a:ext uri="{FF2B5EF4-FFF2-40B4-BE49-F238E27FC236}">
                <a16:creationId xmlns:a16="http://schemas.microsoft.com/office/drawing/2014/main" id="{F5502FA1-616A-4B8E-9664-6C07C2780F9C}"/>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인용한 위치에&#10;실제 근거가 있나?">
            <a:extLst xmlns:a="http://schemas.openxmlformats.org/drawingml/2006/main">
              <a:ext uri="{FF2B5EF4-FFF2-40B4-BE49-F238E27FC236}">
                <a16:creationId xmlns:a16="http://schemas.microsoft.com/office/drawing/2014/main" id="{162E018F-A4BE-43E7-A72D-52CD868CE1AB}"/>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인용한 위치에</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실제 근거가 있나?</a:t>
            </a:r>
          </a:p>
        </p:txBody>
      </p:sp>
      <p:sp>
        <p:nvSpPr>
          <p:cNvPr id="20" name="결론에 자료 위치를 붙이고, 확인하지 못한 것은 남긴다.">
            <a:extLst xmlns:a="http://schemas.openxmlformats.org/drawingml/2006/main">
              <a:ext uri="{FF2B5EF4-FFF2-40B4-BE49-F238E27FC236}">
                <a16:creationId xmlns:a16="http://schemas.microsoft.com/office/drawing/2014/main" id="{C4978CC4-E6EA-40F0-88E7-C933A5A21EA2}"/>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결론에 자료 위치를 붙이고, 확인하지 못한 것은 남긴다.</a:t>
            </a:r>
          </a:p>
        </p:txBody>
      </p:sp>
      <p:sp>
        <p:nvSpPr>
          <p:cNvPr id="21" name="">
            <a:extLst xmlns:a="http://schemas.openxmlformats.org/drawingml/2006/main">
              <a:ext uri="{FF2B5EF4-FFF2-40B4-BE49-F238E27FC236}">
                <a16:creationId xmlns:a16="http://schemas.microsoft.com/office/drawing/2014/main" id="{6074EC37-264A-4B92-99D7-95669B344F11}"/>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DA1C0223-DB40-4DDC-BEEA-128833CDC697}"/>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5D6DC452-2E1B-4A33-B249-2B4B08AC25B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840364152"/>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5/8 · Clarification">
            <a:extLst xmlns:a="http://schemas.openxmlformats.org/drawingml/2006/main">
              <a:ext uri="{FF2B5EF4-FFF2-40B4-BE49-F238E27FC236}">
                <a16:creationId xmlns:a16="http://schemas.microsoft.com/office/drawing/2014/main" id="{E35BF15E-CA93-4F2D-B7FA-FFF045D354E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5/8 · Clarification</a:t>
            </a:r>
          </a:p>
        </p:txBody>
      </p:sp>
      <p:sp>
        <p:nvSpPr>
          <p:cNvPr id="2" name="S30">
            <a:extLst xmlns:a="http://schemas.openxmlformats.org/drawingml/2006/main">
              <a:ext uri="{FF2B5EF4-FFF2-40B4-BE49-F238E27FC236}">
                <a16:creationId xmlns:a16="http://schemas.microsoft.com/office/drawing/2014/main" id="{67A49CEF-037D-4768-BC46-BF4E618C9692}"/>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S30</a:t>
            </a:r>
          </a:p>
        </p:txBody>
      </p:sp>
      <p:sp>
        <p:nvSpPr>
          <p:cNvPr id="3" name="결과를 바꾸는 결정에서 확인 질문">
            <a:extLst xmlns:a="http://schemas.openxmlformats.org/drawingml/2006/main">
              <a:ext uri="{FF2B5EF4-FFF2-40B4-BE49-F238E27FC236}">
                <a16:creationId xmlns:a16="http://schemas.microsoft.com/office/drawing/2014/main" id="{838A0146-5F08-4447-8C18-2A08C4EBF818}"/>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결과를 바꾸는 결정에서 확인 질문</a:t>
            </a:r>
          </a:p>
        </p:txBody>
      </p:sp>
      <p:sp>
        <p:nvSpPr>
          <p:cNvPr id="4" name="">
            <a:extLst xmlns:a="http://schemas.openxmlformats.org/drawingml/2006/main">
              <a:ext uri="{FF2B5EF4-FFF2-40B4-BE49-F238E27FC236}">
                <a16:creationId xmlns:a16="http://schemas.microsoft.com/office/drawing/2014/main" id="{2587A15D-CB46-4240-A483-CCF8579C83CF}"/>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Latest model · Initiative · 2026-10-">
            <a:extLst xmlns:a="http://schemas.openxmlformats.org/drawingml/2006/main">
              <a:ext uri="{FF2B5EF4-FFF2-40B4-BE49-F238E27FC236}">
                <a16:creationId xmlns:a16="http://schemas.microsoft.com/office/drawing/2014/main" id="{87566F01-9D8A-44B3-BD86-E656BDFAB5F6}"/>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Latest model · Initiative · 2026-10-21 확인</a:t>
            </a:r>
          </a:p>
        </p:txBody>
      </p:sp>
      <p:sp>
        <p:nvSpPr>
          <p:cNvPr id="6" name="모든 세부를 질문으로 돌리지 않습니다. 답에 따라 결과가 달라지는 선택에 집중합니다.">
            <a:extLst xmlns:a="http://schemas.openxmlformats.org/drawingml/2006/main">
              <a:ext uri="{FF2B5EF4-FFF2-40B4-BE49-F238E27FC236}">
                <a16:creationId xmlns:a16="http://schemas.microsoft.com/office/drawing/2014/main" id="{0C91AE5B-FBEA-4C8F-9E57-0F3DD8BDCE27}"/>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모든 세부를 질문으로 돌리지 않습니다. 답에 따라 결과가 달라지는 선택에 집중합니다.</a:t>
            </a:r>
          </a:p>
        </p:txBody>
      </p:sp>
      <p:sp>
        <p:nvSpPr>
          <p:cNvPr id="7" name="">
            <a:extLst xmlns:a="http://schemas.openxmlformats.org/drawingml/2006/main">
              <a:ext uri="{FF2B5EF4-FFF2-40B4-BE49-F238E27FC236}">
                <a16:creationId xmlns:a16="http://schemas.microsoft.com/office/drawing/2014/main" id="{EB73146B-10C0-4732-89FB-33E9FB895463}"/>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C2619947-B872-4EF0-9F3A-7F32D625E9DE}"/>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정책을 사람이 선택해야 할 때">
            <a:extLst xmlns:a="http://schemas.openxmlformats.org/drawingml/2006/main">
              <a:ext uri="{FF2B5EF4-FFF2-40B4-BE49-F238E27FC236}">
                <a16:creationId xmlns:a16="http://schemas.microsoft.com/office/drawing/2014/main" id="{11FAFEC4-7A2F-4078-96D6-B63CB3D65C93}"/>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정책을 사람이 선택해야 할 때</a:t>
            </a:r>
          </a:p>
        </p:txBody>
      </p:sp>
      <p:sp>
        <p:nvSpPr>
          <p:cNvPr id="10" name="">
            <a:extLst xmlns:a="http://schemas.openxmlformats.org/drawingml/2006/main">
              <a:ext uri="{FF2B5EF4-FFF2-40B4-BE49-F238E27FC236}">
                <a16:creationId xmlns:a16="http://schemas.microsoft.com/office/drawing/2014/main" id="{C052133C-0BDA-4BDC-B61E-13716A895DBD}"/>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5B0C4265-9FF9-4385-9182-DDC847E4CF7D}"/>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191481B9-33D1-4B84-A1F2-841A281754FD}"/>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빈 crop 범위의 처리 정책을 조사해줘.&#10;문서·테스트·호출부의 근거를 먼저 찾아줘.&#10;근거 없이 빈 결과와 ">
            <a:extLst xmlns:a="http://schemas.openxmlformats.org/drawingml/2006/main">
              <a:ext uri="{FF2B5EF4-FFF2-40B4-BE49-F238E27FC236}">
                <a16:creationId xmlns:a16="http://schemas.microsoft.com/office/drawing/2014/main" id="{5DA10D92-7BBE-4E5D-8C5F-CF80D8053D2F}"/>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빈 crop 범위의 처리 정책을 조사해줘.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문서·테스트·호출부의 근거를 먼저 찾아줘.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근거 없이 빈 결과와 오류 중 골라야 하면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각 선택의 영향을 적고 질문해줘.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결정에 의존하는 수정은 답변 뒤 진행해줘.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선택과 무관한 조사는 계속해줘.</a:t>
            </a:r>
          </a:p>
        </p:txBody>
      </p:sp>
      <p:sp>
        <p:nvSpPr>
          <p:cNvPr id="14" name="저장소에 답이 있다">
            <a:extLst xmlns:a="http://schemas.openxmlformats.org/drawingml/2006/main">
              <a:ext uri="{FF2B5EF4-FFF2-40B4-BE49-F238E27FC236}">
                <a16:creationId xmlns:a16="http://schemas.microsoft.com/office/drawing/2014/main" id="{72252C47-87BC-4CFB-B51F-F81A283DBC92}"/>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저장소에 답이 있다</a:t>
            </a:r>
          </a:p>
        </p:txBody>
      </p:sp>
      <p:sp>
        <p:nvSpPr>
          <p:cNvPr id="15" name="">
            <a:extLst xmlns:a="http://schemas.openxmlformats.org/drawingml/2006/main">
              <a:ext uri="{FF2B5EF4-FFF2-40B4-BE49-F238E27FC236}">
                <a16:creationId xmlns:a16="http://schemas.microsoft.com/office/drawing/2014/main" id="{D5170517-6F03-44F2-8A15-E99D03C321AA}"/>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조사하고&#10;근거를 보고">
            <a:extLst xmlns:a="http://schemas.openxmlformats.org/drawingml/2006/main">
              <a:ext uri="{FF2B5EF4-FFF2-40B4-BE49-F238E27FC236}">
                <a16:creationId xmlns:a16="http://schemas.microsoft.com/office/drawing/2014/main" id="{172CF61C-B7DC-4ACB-90CA-BBEB5FDC3660}"/>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조사하고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근거를 보고</a:t>
            </a:r>
          </a:p>
        </p:txBody>
      </p:sp>
      <p:sp>
        <p:nvSpPr>
          <p:cNvPr id="17" name="정책 선택이 남았다">
            <a:extLst xmlns:a="http://schemas.openxmlformats.org/drawingml/2006/main">
              <a:ext uri="{FF2B5EF4-FFF2-40B4-BE49-F238E27FC236}">
                <a16:creationId xmlns:a16="http://schemas.microsoft.com/office/drawing/2014/main" id="{16B6155E-2E03-44A2-9A46-5E1141DE4658}"/>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정책 선택이 남았다</a:t>
            </a:r>
          </a:p>
        </p:txBody>
      </p:sp>
      <p:sp>
        <p:nvSpPr>
          <p:cNvPr id="18" name="">
            <a:extLst xmlns:a="http://schemas.openxmlformats.org/drawingml/2006/main">
              <a:ext uri="{FF2B5EF4-FFF2-40B4-BE49-F238E27FC236}">
                <a16:creationId xmlns:a16="http://schemas.microsoft.com/office/drawing/2014/main" id="{382468DA-277D-4686-857B-BAFA9F3AD9AD}"/>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영향을 설명하고&#10;사람에게 질문">
            <a:extLst xmlns:a="http://schemas.openxmlformats.org/drawingml/2006/main">
              <a:ext uri="{FF2B5EF4-FFF2-40B4-BE49-F238E27FC236}">
                <a16:creationId xmlns:a16="http://schemas.microsoft.com/office/drawing/2014/main" id="{BDF61FB4-0E45-4DE0-9E20-81C63B21CDED}"/>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영향을 설명하고</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사람에게 질문</a:t>
            </a:r>
          </a:p>
        </p:txBody>
      </p:sp>
      <p:sp>
        <p:nvSpPr>
          <p:cNvPr id="20" name="조사할 사실과 답을 받아야 할 결정을 구분한다.">
            <a:extLst xmlns:a="http://schemas.openxmlformats.org/drawingml/2006/main">
              <a:ext uri="{FF2B5EF4-FFF2-40B4-BE49-F238E27FC236}">
                <a16:creationId xmlns:a16="http://schemas.microsoft.com/office/drawing/2014/main" id="{9E9F68DE-93DA-4C3C-93DB-01D875982A70}"/>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조사할 사실과 답을 받아야 할 결정을 구분한다.</a:t>
            </a:r>
          </a:p>
        </p:txBody>
      </p:sp>
      <p:sp>
        <p:nvSpPr>
          <p:cNvPr id="21" name="">
            <a:extLst xmlns:a="http://schemas.openxmlformats.org/drawingml/2006/main">
              <a:ext uri="{FF2B5EF4-FFF2-40B4-BE49-F238E27FC236}">
                <a16:creationId xmlns:a16="http://schemas.microsoft.com/office/drawing/2014/main" id="{B6802BB7-3C49-4539-B256-B1DAA3E848E4}"/>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95D335BF-6F00-49A9-9722-248FCD903A7A}"/>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D4C47648-280A-45A0-8C22-6CA88CE6E030}"/>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667696704"/>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6/8 · Task decomposition">
            <a:extLst xmlns:a="http://schemas.openxmlformats.org/drawingml/2006/main">
              <a:ext uri="{FF2B5EF4-FFF2-40B4-BE49-F238E27FC236}">
                <a16:creationId xmlns:a16="http://schemas.microsoft.com/office/drawing/2014/main" id="{E44B1A90-DE09-4526-84B9-A2ACDEA4E06B}"/>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6/8 · Task decomposition</a:t>
            </a:r>
          </a:p>
        </p:txBody>
      </p:sp>
      <p:sp>
        <p:nvSpPr>
          <p:cNvPr id="2" name="S31">
            <a:extLst xmlns:a="http://schemas.openxmlformats.org/drawingml/2006/main">
              <a:ext uri="{FF2B5EF4-FFF2-40B4-BE49-F238E27FC236}">
                <a16:creationId xmlns:a16="http://schemas.microsoft.com/office/drawing/2014/main" id="{AD0787F3-19AD-4C35-A641-D7A980D77FC5}"/>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S31</a:t>
            </a:r>
          </a:p>
        </p:txBody>
      </p:sp>
      <p:sp>
        <p:nvSpPr>
          <p:cNvPr id="3" name="큰 작업을 검토할 결과물로 나누기">
            <a:extLst xmlns:a="http://schemas.openxmlformats.org/drawingml/2006/main">
              <a:ext uri="{FF2B5EF4-FFF2-40B4-BE49-F238E27FC236}">
                <a16:creationId xmlns:a16="http://schemas.microsoft.com/office/drawing/2014/main" id="{1A44C184-016A-4EF7-B34C-8AF8CC2B1CBA}"/>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큰 작업을 검토할 결과물로 나누기</a:t>
            </a:r>
          </a:p>
        </p:txBody>
      </p:sp>
      <p:sp>
        <p:nvSpPr>
          <p:cNvPr id="4" name="">
            <a:extLst xmlns:a="http://schemas.openxmlformats.org/drawingml/2006/main">
              <a:ext uri="{FF2B5EF4-FFF2-40B4-BE49-F238E27FC236}">
                <a16:creationId xmlns:a16="http://schemas.microsoft.com/office/drawing/2014/main" id="{C72A7551-EF34-4448-A33A-9B6B4B21E82D}"/>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Plan first for difficult tasks · 202">
            <a:extLst xmlns:a="http://schemas.openxmlformats.org/drawingml/2006/main">
              <a:ext uri="{FF2B5EF4-FFF2-40B4-BE49-F238E27FC236}">
                <a16:creationId xmlns:a16="http://schemas.microsoft.com/office/drawing/2014/main" id="{0D4330BF-4C94-4C75-9DA4-91178AAC3A9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Plan first for difficult tasks · 2026-10-21 확인</a:t>
            </a:r>
          </a:p>
        </p:txBody>
      </p:sp>
      <p:sp>
        <p:nvSpPr>
          <p:cNvPr id="6" name="단계는 작업·산출물의 경계입니다. 숨은 사고 과정을 길게 출력하라는 요청이 아닙니다.">
            <a:extLst xmlns:a="http://schemas.openxmlformats.org/drawingml/2006/main">
              <a:ext uri="{FF2B5EF4-FFF2-40B4-BE49-F238E27FC236}">
                <a16:creationId xmlns:a16="http://schemas.microsoft.com/office/drawing/2014/main" id="{A04D113B-D898-4E47-AA81-E447B1FEDFA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단계는 작업·산출물의 경계입니다. 숨은 사고 과정을 길게 출력하라는 요청이 아닙니다.</a:t>
            </a:r>
          </a:p>
        </p:txBody>
      </p:sp>
      <p:sp>
        <p:nvSpPr>
          <p:cNvPr id="7" name="">
            <a:extLst xmlns:a="http://schemas.openxmlformats.org/drawingml/2006/main">
              <a:ext uri="{FF2B5EF4-FFF2-40B4-BE49-F238E27FC236}">
                <a16:creationId xmlns:a16="http://schemas.microsoft.com/office/drawing/2014/main" id="{ED4A1C20-B435-43F0-93C8-E87F3BD36F00}"/>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1370E252-3F0A-4394-972E-EA432E16305B}"/>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조사 결과에 따라 구현 범위가 달라질 때">
            <a:extLst xmlns:a="http://schemas.openxmlformats.org/drawingml/2006/main">
              <a:ext uri="{FF2B5EF4-FFF2-40B4-BE49-F238E27FC236}">
                <a16:creationId xmlns:a16="http://schemas.microsoft.com/office/drawing/2014/main" id="{6F7FE341-5467-4814-A4B4-2AA523CB4FDC}"/>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조사 결과에 따라 구현 범위가 달라질 때</a:t>
            </a:r>
          </a:p>
        </p:txBody>
      </p:sp>
      <p:sp>
        <p:nvSpPr>
          <p:cNvPr id="10" name="">
            <a:extLst xmlns:a="http://schemas.openxmlformats.org/drawingml/2006/main">
              <a:ext uri="{FF2B5EF4-FFF2-40B4-BE49-F238E27FC236}">
                <a16:creationId xmlns:a16="http://schemas.microsoft.com/office/drawing/2014/main" id="{A89E5505-B0A3-458C-A593-51DB77DE4798}"/>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8E3688D9-6160-41F8-A174-E5C1B21E1AC5}"/>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7F5576A4-AC95-4571-97C5-3893EDCAA55F}"/>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검사 pipeline에 ROI 설정을 연결하려 한다.&#10;이번에는 설정 입력에서 crop까지의 경로만&#10;조사하고,">
            <a:extLst xmlns:a="http://schemas.openxmlformats.org/drawingml/2006/main">
              <a:ext uri="{FF2B5EF4-FFF2-40B4-BE49-F238E27FC236}">
                <a16:creationId xmlns:a16="http://schemas.microsoft.com/office/drawing/2014/main" id="{7F702E52-7EA7-4B01-9E18-53D1CF636B1C}"/>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검사 pipeline에 ROI 설정을 연결하려 한다.</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이번에는 설정 입력에서 crop까지의 경로만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조사하고, 변경 후보·미확인을 표로 정리해줘.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코드는 아직 수정하지 마.</a:t>
            </a:r>
          </a:p>
          <a:p xmlns:a="http://schemas.openxmlformats.org/drawingml/2006/main">
            <a:r>
              <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그 결과를 보고 다음 요청에서</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파싱·유효성 확인 구현 범위를 정하겠다.</a:t>
            </a:r>
          </a:p>
        </p:txBody>
      </p:sp>
      <p:sp>
        <p:nvSpPr>
          <p:cNvPr id="14" name="첫 요청의 결과">
            <a:extLst xmlns:a="http://schemas.openxmlformats.org/drawingml/2006/main">
              <a:ext uri="{FF2B5EF4-FFF2-40B4-BE49-F238E27FC236}">
                <a16:creationId xmlns:a16="http://schemas.microsoft.com/office/drawing/2014/main" id="{36B7E232-28EF-4378-87EF-7CE535E559B0}"/>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첫 요청의 결과</a:t>
            </a:r>
          </a:p>
        </p:txBody>
      </p:sp>
      <p:sp>
        <p:nvSpPr>
          <p:cNvPr id="15" name="">
            <a:extLst xmlns:a="http://schemas.openxmlformats.org/drawingml/2006/main">
              <a:ext uri="{FF2B5EF4-FFF2-40B4-BE49-F238E27FC236}">
                <a16:creationId xmlns:a16="http://schemas.microsoft.com/office/drawing/2014/main" id="{43F60049-C3BB-4C38-9C22-6BFC3E55B8C2}"/>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현재 전달 경로&#10;변경 후보·미확인">
            <a:extLst xmlns:a="http://schemas.openxmlformats.org/drawingml/2006/main">
              <a:ext uri="{FF2B5EF4-FFF2-40B4-BE49-F238E27FC236}">
                <a16:creationId xmlns:a16="http://schemas.microsoft.com/office/drawing/2014/main" id="{20D06169-C238-480F-A5FE-1F0499E0AEA4}"/>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현재 전달 경로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변경 후보·미확인</a:t>
            </a:r>
          </a:p>
        </p:txBody>
      </p:sp>
      <p:sp>
        <p:nvSpPr>
          <p:cNvPr id="17" name="다음 요청의 범위">
            <a:extLst xmlns:a="http://schemas.openxmlformats.org/drawingml/2006/main">
              <a:ext uri="{FF2B5EF4-FFF2-40B4-BE49-F238E27FC236}">
                <a16:creationId xmlns:a16="http://schemas.microsoft.com/office/drawing/2014/main" id="{42523FB8-FD52-4BDF-8C81-41DA52F5A315}"/>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다음 요청의 범위</a:t>
            </a:r>
          </a:p>
        </p:txBody>
      </p:sp>
      <p:sp>
        <p:nvSpPr>
          <p:cNvPr id="18" name="">
            <a:extLst xmlns:a="http://schemas.openxmlformats.org/drawingml/2006/main">
              <a:ext uri="{FF2B5EF4-FFF2-40B4-BE49-F238E27FC236}">
                <a16:creationId xmlns:a16="http://schemas.microsoft.com/office/drawing/2014/main" id="{7E3A04B7-150E-4849-9965-6C0965A88531}"/>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선택한 경로에서&#10;한 부분만 구현">
            <a:extLst xmlns:a="http://schemas.openxmlformats.org/drawingml/2006/main">
              <a:ext uri="{FF2B5EF4-FFF2-40B4-BE49-F238E27FC236}">
                <a16:creationId xmlns:a16="http://schemas.microsoft.com/office/drawing/2014/main" id="{DA2DA53F-CE05-436B-9055-2EB56745BE49}"/>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선택한 경로에서</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한 부분만 구현</a:t>
            </a:r>
          </a:p>
        </p:txBody>
      </p:sp>
      <p:sp>
        <p:nvSpPr>
          <p:cNvPr id="20" name="다음 결정을 할 수 있는 작은 결과부터 요청한다.">
            <a:extLst xmlns:a="http://schemas.openxmlformats.org/drawingml/2006/main">
              <a:ext uri="{FF2B5EF4-FFF2-40B4-BE49-F238E27FC236}">
                <a16:creationId xmlns:a16="http://schemas.microsoft.com/office/drawing/2014/main" id="{142425A0-48DB-4D95-97E9-F0A6E1599623}"/>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다음 결정을 할 수 있는 작은 결과부터 요청한다.</a:t>
            </a:r>
          </a:p>
        </p:txBody>
      </p:sp>
      <p:sp>
        <p:nvSpPr>
          <p:cNvPr id="21" name="">
            <a:extLst xmlns:a="http://schemas.openxmlformats.org/drawingml/2006/main">
              <a:ext uri="{FF2B5EF4-FFF2-40B4-BE49-F238E27FC236}">
                <a16:creationId xmlns:a16="http://schemas.microsoft.com/office/drawing/2014/main" id="{88C8F9BA-46AF-4988-9730-000334D0E82E}"/>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9D6A618C-8345-4460-833A-644FB829B1EB}"/>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4CC9FBA6-5CBC-4F68-A231-C18426CF548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69231030"/>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7/8 · Criteria-focused review">
            <a:extLst xmlns:a="http://schemas.openxmlformats.org/drawingml/2006/main">
              <a:ext uri="{FF2B5EF4-FFF2-40B4-BE49-F238E27FC236}">
                <a16:creationId xmlns:a16="http://schemas.microsoft.com/office/drawing/2014/main" id="{E9D6C165-8009-48ED-917B-8AF9D7B9E228}"/>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7/8 · Criteria-focused review</a:t>
            </a:r>
          </a:p>
        </p:txBody>
      </p:sp>
      <p:sp>
        <p:nvSpPr>
          <p:cNvPr id="2" name="S32">
            <a:extLst xmlns:a="http://schemas.openxmlformats.org/drawingml/2006/main">
              <a:ext uri="{FF2B5EF4-FFF2-40B4-BE49-F238E27FC236}">
                <a16:creationId xmlns:a16="http://schemas.microsoft.com/office/drawing/2014/main" id="{A2880E88-1B37-44E1-9268-2D7E1E2D90EA}"/>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S32</a:t>
            </a:r>
          </a:p>
        </p:txBody>
      </p:sp>
      <p:sp>
        <p:nvSpPr>
          <p:cNvPr id="3" name="기준을 지정한 코드 리뷰 요청">
            <a:extLst xmlns:a="http://schemas.openxmlformats.org/drawingml/2006/main">
              <a:ext uri="{FF2B5EF4-FFF2-40B4-BE49-F238E27FC236}">
                <a16:creationId xmlns:a16="http://schemas.microsoft.com/office/drawing/2014/main" id="{C17D2AFE-B244-4081-AB7A-E111B1F531E6}"/>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기준을 지정한 코드 리뷰 요청</a:t>
            </a:r>
          </a:p>
        </p:txBody>
      </p:sp>
      <p:sp>
        <p:nvSpPr>
          <p:cNvPr id="4" name="">
            <a:extLst xmlns:a="http://schemas.openxmlformats.org/drawingml/2006/main">
              <a:ext uri="{FF2B5EF4-FFF2-40B4-BE49-F238E27FC236}">
                <a16:creationId xmlns:a16="http://schemas.microsoft.com/office/drawing/2014/main" id="{41B64703-3120-4632-BBC9-107C21D14FC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Best practices · Testing and review / Prompting · Cus">
            <a:extLst xmlns:a="http://schemas.openxmlformats.org/drawingml/2006/main">
              <a:ext uri="{FF2B5EF4-FFF2-40B4-BE49-F238E27FC236}">
                <a16:creationId xmlns:a16="http://schemas.microsoft.com/office/drawing/2014/main" id="{8B953DF1-34B4-4F90-8A3C-D880770E59C3}"/>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Best practices · Testing and review / Prompting · Custom focus · 2026-10-21</a:t>
            </a:r>
          </a:p>
        </p:txBody>
      </p:sp>
      <p:sp>
        <p:nvSpPr>
          <p:cNvPr id="6" name="리뷰 답변도 누락할 수 있습니다. 필요한 실행 확인·변경 검토·사람의 완료 판단을 함께 사용합니다.">
            <a:extLst xmlns:a="http://schemas.openxmlformats.org/drawingml/2006/main">
              <a:ext uri="{FF2B5EF4-FFF2-40B4-BE49-F238E27FC236}">
                <a16:creationId xmlns:a16="http://schemas.microsoft.com/office/drawing/2014/main" id="{2DF842E0-2AD1-4FF1-9113-647DD486DB3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리뷰 답변도 누락할 수 있습니다. 필요한 실행 확인·변경 검토·사람의 완료 판단을 함께 사용합니다.</a:t>
            </a:r>
          </a:p>
        </p:txBody>
      </p:sp>
      <p:sp>
        <p:nvSpPr>
          <p:cNvPr id="7" name="">
            <a:extLst xmlns:a="http://schemas.openxmlformats.org/drawingml/2006/main">
              <a:ext uri="{FF2B5EF4-FFF2-40B4-BE49-F238E27FC236}">
                <a16:creationId xmlns:a16="http://schemas.microsoft.com/office/drawing/2014/main" id="{A95AC0A7-887C-4D0E-8FC9-55408D3C4B5B}"/>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E809CF28-25E8-40D4-961C-7FD39D21C30F}"/>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검토해줘”의 범위를 분명히 할 때">
            <a:extLst xmlns:a="http://schemas.openxmlformats.org/drawingml/2006/main">
              <a:ext uri="{FF2B5EF4-FFF2-40B4-BE49-F238E27FC236}">
                <a16:creationId xmlns:a16="http://schemas.microsoft.com/office/drawing/2014/main" id="{D9C228E2-C7CC-4079-AAB2-AAE95D22730D}"/>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“검토해줘”의 범위를 분명히 할 때</a:t>
            </a:r>
          </a:p>
        </p:txBody>
      </p:sp>
      <p:sp>
        <p:nvSpPr>
          <p:cNvPr id="10" name="">
            <a:extLst xmlns:a="http://schemas.openxmlformats.org/drawingml/2006/main">
              <a:ext uri="{FF2B5EF4-FFF2-40B4-BE49-F238E27FC236}">
                <a16:creationId xmlns:a16="http://schemas.microsoft.com/office/drawing/2014/main" id="{C45F5C8A-C4BF-4F49-9A9A-6CA479225C6D}"/>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E73FB10A-AE1C-4F16-837F-BCF0CE2DD85A}"/>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F8CD9102-D5AE-476E-A865-1AE28C4B6666}"/>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crop 변경안을 코드 리뷰 관점에서 봐줘.&#10;검토 기준은 다음과 같아.&#10;1. 끝 좌표 제외 명세 보존&#10;2. ">
            <a:extLst xmlns:a="http://schemas.openxmlformats.org/drawingml/2006/main">
              <a:ext uri="{FF2B5EF4-FFF2-40B4-BE49-F238E27FC236}">
                <a16:creationId xmlns:a16="http://schemas.microsoft.com/office/drawing/2014/main" id="{3EB13E2E-CCA2-4E62-A978-EB1B77AA6BEA}"/>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변경안을 코드 리뷰 관점에서 봐줘.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검토 기준은 다음과 같아.</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1. 끝 좌표 제외 명세 보존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2. 공개 API와 기존 오류 정책 보존</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3. 요청과 무관한 변경 없음</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위반마다 위치·근거·영향·수정 제안을 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자료로 판단 못 하면 미확인으로 남겨줘.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이번 요청에서는 코드를 바꾸지 마.</a:t>
            </a:r>
          </a:p>
        </p:txBody>
      </p:sp>
      <p:sp>
        <p:nvSpPr>
          <p:cNvPr id="14" name="역할은 검토 관점">
            <a:extLst xmlns:a="http://schemas.openxmlformats.org/drawingml/2006/main">
              <a:ext uri="{FF2B5EF4-FFF2-40B4-BE49-F238E27FC236}">
                <a16:creationId xmlns:a16="http://schemas.microsoft.com/office/drawing/2014/main" id="{383DF8AD-118F-4F1A-8761-B884775345CA}"/>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역할은 검토 관점</a:t>
            </a:r>
          </a:p>
        </p:txBody>
      </p:sp>
      <p:sp>
        <p:nvSpPr>
          <p:cNvPr id="15" name="">
            <a:extLst xmlns:a="http://schemas.openxmlformats.org/drawingml/2006/main">
              <a:ext uri="{FF2B5EF4-FFF2-40B4-BE49-F238E27FC236}">
                <a16:creationId xmlns:a16="http://schemas.microsoft.com/office/drawing/2014/main" id="{F6A46682-62A0-4387-9D57-B5BECEDB10B3}"/>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검토할 문제를&#10;구체적으로 지정">
            <a:extLst xmlns:a="http://schemas.openxmlformats.org/drawingml/2006/main">
              <a:ext uri="{FF2B5EF4-FFF2-40B4-BE49-F238E27FC236}">
                <a16:creationId xmlns:a16="http://schemas.microsoft.com/office/drawing/2014/main" id="{DD86D38D-2F2F-406D-99F3-8BB5AF06E11B}"/>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검토할 문제를</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구체적으로 지정</a:t>
            </a:r>
          </a:p>
        </p:txBody>
      </p:sp>
      <p:sp>
        <p:nvSpPr>
          <p:cNvPr id="17" name="리뷰 항목의 형태">
            <a:extLst xmlns:a="http://schemas.openxmlformats.org/drawingml/2006/main">
              <a:ext uri="{FF2B5EF4-FFF2-40B4-BE49-F238E27FC236}">
                <a16:creationId xmlns:a16="http://schemas.microsoft.com/office/drawing/2014/main" id="{857662CB-6FB9-4DDE-B7E2-0F75DE9B7158}"/>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리뷰 항목의 형태</a:t>
            </a:r>
          </a:p>
        </p:txBody>
      </p:sp>
      <p:sp>
        <p:nvSpPr>
          <p:cNvPr id="18" name="">
            <a:extLst xmlns:a="http://schemas.openxmlformats.org/drawingml/2006/main">
              <a:ext uri="{FF2B5EF4-FFF2-40B4-BE49-F238E27FC236}">
                <a16:creationId xmlns:a16="http://schemas.microsoft.com/office/drawing/2014/main" id="{9C230765-D03A-40CF-AB98-99E62C5DF903}"/>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위치·기준·영향&#10;수정 제안과 근거">
            <a:extLst xmlns:a="http://schemas.openxmlformats.org/drawingml/2006/main">
              <a:ext uri="{FF2B5EF4-FFF2-40B4-BE49-F238E27FC236}">
                <a16:creationId xmlns:a16="http://schemas.microsoft.com/office/drawing/2014/main" id="{FAC02B28-15AF-41FF-B80D-C1B32515FD3C}"/>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위치·기준·영향</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수정 제안과 근거</a:t>
            </a:r>
          </a:p>
        </p:txBody>
      </p:sp>
      <p:sp>
        <p:nvSpPr>
          <p:cNvPr id="20" name="무엇을 찾을지와 어떤 근거로 보고할지를 지정한다.">
            <a:extLst xmlns:a="http://schemas.openxmlformats.org/drawingml/2006/main">
              <a:ext uri="{FF2B5EF4-FFF2-40B4-BE49-F238E27FC236}">
                <a16:creationId xmlns:a16="http://schemas.microsoft.com/office/drawing/2014/main" id="{E8C25347-EC54-4657-B67C-9830147F7723}"/>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무엇을 찾을지와 어떤 근거로 보고할지를 지정한다.</a:t>
            </a:r>
          </a:p>
        </p:txBody>
      </p:sp>
      <p:sp>
        <p:nvSpPr>
          <p:cNvPr id="21" name="">
            <a:extLst xmlns:a="http://schemas.openxmlformats.org/drawingml/2006/main">
              <a:ext uri="{FF2B5EF4-FFF2-40B4-BE49-F238E27FC236}">
                <a16:creationId xmlns:a16="http://schemas.microsoft.com/office/drawing/2014/main" id="{E7C9F4F5-B976-4F2C-B4F7-E15A56F75BF1}"/>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FF9614F8-E1CB-42F5-9CC3-BF7B9A2D57A9}"/>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F5EA2DA1-520D-4C95-9F7B-ED054F043117}"/>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922982710"/>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4" name="ACT 1 · 요청 문장 도구 8/8 · Iterative refinement">
            <a:extLst xmlns:a="http://schemas.openxmlformats.org/drawingml/2006/main">
              <a:ext uri="{FF2B5EF4-FFF2-40B4-BE49-F238E27FC236}">
                <a16:creationId xmlns:a16="http://schemas.microsoft.com/office/drawing/2014/main" id="{C201CAE4-B676-4242-8F39-2EE9054B7C9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요청 문장 도구 8/8 · Iterative refinement</a:t>
            </a:r>
          </a:p>
        </p:txBody>
      </p:sp>
      <p:sp>
        <p:nvSpPr>
          <p:cNvPr id="2" name="S33">
            <a:extLst xmlns:a="http://schemas.openxmlformats.org/drawingml/2006/main">
              <a:ext uri="{FF2B5EF4-FFF2-40B4-BE49-F238E27FC236}">
                <a16:creationId xmlns:a16="http://schemas.microsoft.com/office/drawing/2014/main" id="{7F078766-E7B4-4640-97BB-AE4C2C253354}"/>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S33</a:t>
            </a:r>
          </a:p>
        </p:txBody>
      </p:sp>
      <p:sp>
        <p:nvSpPr>
          <p:cNvPr id="3" name="구체적인 근거로 수정 방향 피드백">
            <a:extLst xmlns:a="http://schemas.openxmlformats.org/drawingml/2006/main">
              <a:ext uri="{FF2B5EF4-FFF2-40B4-BE49-F238E27FC236}">
                <a16:creationId xmlns:a16="http://schemas.microsoft.com/office/drawing/2014/main" id="{894CE262-BEAD-45FB-BFD9-06D864F61EC1}"/>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구체적인 근거로 수정 방향 피드백</a:t>
            </a:r>
          </a:p>
        </p:txBody>
      </p:sp>
      <p:sp>
        <p:nvSpPr>
          <p:cNvPr id="4" name="">
            <a:extLst xmlns:a="http://schemas.openxmlformats.org/drawingml/2006/main">
              <a:ext uri="{FF2B5EF4-FFF2-40B4-BE49-F238E27FC236}">
                <a16:creationId xmlns:a16="http://schemas.microsoft.com/office/drawing/2014/main" id="{17D8F3C8-0E5F-48D1-9128-E09E409D5E41}"/>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OpenAI Prompting · Improve the result with follow-up message">
            <a:extLst xmlns:a="http://schemas.openxmlformats.org/drawingml/2006/main">
              <a:ext uri="{FF2B5EF4-FFF2-40B4-BE49-F238E27FC236}">
                <a16:creationId xmlns:a16="http://schemas.microsoft.com/office/drawing/2014/main" id="{23C5A69B-4F49-430D-8737-92E9B7B5BA48}"/>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OpenAI Prompting · Improve the result with follow-up messages · 2026-10-21 확인</a:t>
            </a:r>
          </a:p>
        </p:txBody>
      </p:sp>
      <p:sp>
        <p:nvSpPr>
          <p:cNvPr id="6" name="앞선 제안은 가상 예시입니다. 원하는 답만 반복시키지 말고 명세와 실제 근거로 방향을 고칩니다.">
            <a:extLst xmlns:a="http://schemas.openxmlformats.org/drawingml/2006/main">
              <a:ext uri="{FF2B5EF4-FFF2-40B4-BE49-F238E27FC236}">
                <a16:creationId xmlns:a16="http://schemas.microsoft.com/office/drawing/2014/main" id="{42C6FF8F-A185-4235-B759-175920DD6FBE}"/>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앞선 제안은 가상 예시입니다. 원하는 답만 반복시키지 말고 명세와 실제 근거로 방향을 고칩니다.</a:t>
            </a:r>
          </a:p>
        </p:txBody>
      </p:sp>
      <p:sp>
        <p:nvSpPr>
          <p:cNvPr id="7" name="">
            <a:extLst xmlns:a="http://schemas.openxmlformats.org/drawingml/2006/main">
              <a:ext uri="{FF2B5EF4-FFF2-40B4-BE49-F238E27FC236}">
                <a16:creationId xmlns:a16="http://schemas.microsoft.com/office/drawing/2014/main" id="{DF616658-6B97-4374-8221-0AB5B2F9D067}"/>
              </a:ext>
            </a:extLst>
          </p:cNvPr>
          <p:cNvSpPr>
            <a:spLocks xmlns:a="http://schemas.openxmlformats.org/drawingml/2006/main" noGrp="1"/>
          </p:cNvSpPr>
          <p:nvPr/>
        </p:nvSpPr>
        <p:spPr>
          <a:xfrm xmlns:a="http://schemas.openxmlformats.org/drawingml/2006/main">
            <a:off x="609600" y="1619250"/>
            <a:ext cx="1771650" cy="381000"/>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8" name="이럴 때 사용">
            <a:extLst xmlns:a="http://schemas.openxmlformats.org/drawingml/2006/main">
              <a:ext uri="{FF2B5EF4-FFF2-40B4-BE49-F238E27FC236}">
                <a16:creationId xmlns:a16="http://schemas.microsoft.com/office/drawing/2014/main" id="{BDADE8CA-5B8E-4E5E-850B-C34E29D63C0F}"/>
              </a:ext>
            </a:extLst>
          </p:cNvPr>
          <p:cNvSpPr>
            <a:spLocks xmlns:a="http://schemas.openxmlformats.org/drawingml/2006/main" noGrp="1"/>
          </p:cNvSpPr>
          <p:nvPr/>
        </p:nvSpPr>
        <p:spPr>
          <a:xfrm xmlns:a="http://schemas.openxmlformats.org/drawingml/2006/main">
            <a:off x="723900" y="1619250"/>
            <a:ext cx="1543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a:solidFill>
                  <a:srgbClr val="0B6172"/>
                </a:solidFill>
                <a:latin typeface="Malgun Gothic"/>
                <a:ea typeface="Malgun Gothic"/>
                <a:cs typeface="Malgun Gothic"/>
              </a:defRPr>
            </a:defPPr>
            <a:lvl1pPr algn="l">
              <a:defRPr sz="1800" b="1">
                <a:solidFill>
                  <a:srgbClr val="0B6172"/>
                </a:solidFill>
                <a:latin typeface="Malgun Gothic"/>
                <a:ea typeface="Malgun Gothic"/>
                <a:cs typeface="Malgun Gothic"/>
              </a:defRPr>
            </a:lvl1pPr>
            <a:lvl2pPr algn="l">
              <a:defRPr sz="1800" b="1">
                <a:solidFill>
                  <a:srgbClr val="0B6172"/>
                </a:solidFill>
                <a:latin typeface="Malgun Gothic"/>
                <a:ea typeface="Malgun Gothic"/>
                <a:cs typeface="Malgun Gothic"/>
              </a:defRPr>
            </a:lvl2pPr>
            <a:lvl3pPr algn="l">
              <a:defRPr sz="1800" b="1">
                <a:solidFill>
                  <a:srgbClr val="0B6172"/>
                </a:solidFill>
                <a:latin typeface="Malgun Gothic"/>
                <a:ea typeface="Malgun Gothic"/>
                <a:cs typeface="Malgun Gothic"/>
              </a:defRPr>
            </a:lvl3pPr>
            <a:lvl4pPr algn="l">
              <a:defRPr sz="1800" b="1">
                <a:solidFill>
                  <a:srgbClr val="0B6172"/>
                </a:solidFill>
                <a:latin typeface="Malgun Gothic"/>
                <a:ea typeface="Malgun Gothic"/>
                <a:cs typeface="Malgun Gothic"/>
              </a:defRPr>
            </a:lvl4pPr>
            <a:lvl5pPr algn="l">
              <a:defRPr sz="1800" b="1">
                <a:solidFill>
                  <a:srgbClr val="0B6172"/>
                </a:solidFill>
                <a:latin typeface="Malgun Gothic"/>
                <a:ea typeface="Malgun Gothic"/>
                <a:cs typeface="Malgun Gothic"/>
              </a:defRPr>
            </a:lvl5pPr>
            <a:lvl6pPr algn="l">
              <a:defRPr sz="1800" b="1">
                <a:solidFill>
                  <a:srgbClr val="0B6172"/>
                </a:solidFill>
                <a:latin typeface="Malgun Gothic"/>
                <a:ea typeface="Malgun Gothic"/>
                <a:cs typeface="Malgun Gothic"/>
              </a:defRPr>
            </a:lvl6pPr>
            <a:lvl7pPr algn="l">
              <a:defRPr sz="1800" b="1">
                <a:solidFill>
                  <a:srgbClr val="0B6172"/>
                </a:solidFill>
                <a:latin typeface="Malgun Gothic"/>
                <a:ea typeface="Malgun Gothic"/>
                <a:cs typeface="Malgun Gothic"/>
              </a:defRPr>
            </a:lvl7pPr>
            <a:lvl8pPr algn="l">
              <a:defRPr sz="1800" b="1">
                <a:solidFill>
                  <a:srgbClr val="0B6172"/>
                </a:solidFill>
                <a:latin typeface="Malgun Gothic"/>
                <a:ea typeface="Malgun Gothic"/>
                <a:cs typeface="Malgun Gothic"/>
              </a:defRPr>
            </a:lvl8pPr>
            <a:lvl9pPr algn="l">
              <a:defRPr sz="1800" b="1">
                <a:solidFill>
                  <a:srgbClr val="0B6172"/>
                </a:solidFill>
                <a:latin typeface="Malgun Gothic"/>
                <a:ea typeface="Malgun Gothic"/>
                <a:cs typeface="Malgun Gothic"/>
              </a:defRPr>
            </a:lvl9pPr>
          </a:lstStyle>
          <a:p xmlns:a="http://schemas.openxmlformats.org/drawingml/2006/main">
            <a:pPr algn="l">
              <a:defRPr sz="1800" b="1">
                <a:solidFill>
                  <a:srgbClr val="0B6172"/>
                </a:solidFill>
                <a:latin typeface="Malgun Gothic"/>
                <a:ea typeface="Malgun Gothic"/>
                <a:cs typeface="Malgun Gothic"/>
              </a:defRPr>
            </a:pPr>
            <a:r>
              <a:rPr sz="1800" b="1">
                <a:solidFill>
                  <a:srgbClr val="0B6172"/>
                </a:solidFill>
                <a:latin typeface="Malgun Gothic"/>
                <a:ea typeface="Malgun Gothic"/>
                <a:cs typeface="Malgun Gothic"/>
              </a:rPr>
              <a:t>이럴 때 사용</a:t>
            </a:r>
          </a:p>
        </p:txBody>
      </p:sp>
      <p:sp>
        <p:nvSpPr>
          <p:cNvPr id="9" name="첫 제안의 일부가 의도와 다를 때">
            <a:extLst xmlns:a="http://schemas.openxmlformats.org/drawingml/2006/main">
              <a:ext uri="{FF2B5EF4-FFF2-40B4-BE49-F238E27FC236}">
                <a16:creationId xmlns:a16="http://schemas.microsoft.com/office/drawing/2014/main" id="{357981F9-4588-4CAA-8034-E3539BF6CCE2}"/>
              </a:ext>
            </a:extLst>
          </p:cNvPr>
          <p:cNvSpPr>
            <a:spLocks xmlns:a="http://schemas.openxmlformats.org/drawingml/2006/main" noGrp="1"/>
          </p:cNvSpPr>
          <p:nvPr/>
        </p:nvSpPr>
        <p:spPr>
          <a:xfrm xmlns:a="http://schemas.openxmlformats.org/drawingml/2006/main">
            <a:off x="2609850" y="1619250"/>
            <a:ext cx="89725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첫 제안의 일부가 의도와 다를 때</a:t>
            </a:r>
          </a:p>
        </p:txBody>
      </p:sp>
      <p:sp>
        <p:nvSpPr>
          <p:cNvPr id="10" name="">
            <a:extLst xmlns:a="http://schemas.openxmlformats.org/drawingml/2006/main">
              <a:ext uri="{FF2B5EF4-FFF2-40B4-BE49-F238E27FC236}">
                <a16:creationId xmlns:a16="http://schemas.microsoft.com/office/drawing/2014/main" id="{2EFD2823-E226-45AF-A2A0-1308888C61F5}"/>
              </a:ext>
            </a:extLst>
          </p:cNvPr>
          <p:cNvSpPr>
            <a:spLocks xmlns:a="http://schemas.openxmlformats.org/drawingml/2006/main" noGrp="1"/>
          </p:cNvSpPr>
          <p:nvPr/>
        </p:nvSpPr>
        <p:spPr>
          <a:xfrm xmlns:a="http://schemas.openxmlformats.org/drawingml/2006/main">
            <a:off x="609600" y="2152650"/>
            <a:ext cx="7181850" cy="31242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요청 예시 · 교육용 구성">
            <a:extLst xmlns:a="http://schemas.openxmlformats.org/drawingml/2006/main">
              <a:ext uri="{FF2B5EF4-FFF2-40B4-BE49-F238E27FC236}">
                <a16:creationId xmlns:a16="http://schemas.microsoft.com/office/drawing/2014/main" id="{85BD22C8-97A4-4E30-8485-F082F0C285FC}"/>
              </a:ext>
            </a:extLst>
          </p:cNvPr>
          <p:cNvSpPr>
            <a:spLocks xmlns:a="http://schemas.openxmlformats.org/drawingml/2006/main" noGrp="1"/>
          </p:cNvSpPr>
          <p:nvPr/>
        </p:nvSpPr>
        <p:spPr>
          <a:xfrm xmlns:a="http://schemas.openxmlformats.org/drawingml/2006/main">
            <a:off x="800100" y="22574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725" b="1">
                <a:solidFill>
                  <a:srgbClr val="4D5A68"/>
                </a:solidFill>
                <a:latin typeface="Malgun Gothic"/>
                <a:ea typeface="Malgun Gothic"/>
                <a:cs typeface="Malgun Gothic"/>
              </a:defRPr>
            </a:defPPr>
            <a:lvl1pPr algn="l">
              <a:defRPr sz="1725" b="1">
                <a:solidFill>
                  <a:srgbClr val="4D5A68"/>
                </a:solidFill>
                <a:latin typeface="Malgun Gothic"/>
                <a:ea typeface="Malgun Gothic"/>
                <a:cs typeface="Malgun Gothic"/>
              </a:defRPr>
            </a:lvl1pPr>
            <a:lvl2pPr algn="l">
              <a:defRPr sz="1725" b="1">
                <a:solidFill>
                  <a:srgbClr val="4D5A68"/>
                </a:solidFill>
                <a:latin typeface="Malgun Gothic"/>
                <a:ea typeface="Malgun Gothic"/>
                <a:cs typeface="Malgun Gothic"/>
              </a:defRPr>
            </a:lvl2pPr>
            <a:lvl3pPr algn="l">
              <a:defRPr sz="1725" b="1">
                <a:solidFill>
                  <a:srgbClr val="4D5A68"/>
                </a:solidFill>
                <a:latin typeface="Malgun Gothic"/>
                <a:ea typeface="Malgun Gothic"/>
                <a:cs typeface="Malgun Gothic"/>
              </a:defRPr>
            </a:lvl3pPr>
            <a:lvl4pPr algn="l">
              <a:defRPr sz="1725" b="1">
                <a:solidFill>
                  <a:srgbClr val="4D5A68"/>
                </a:solidFill>
                <a:latin typeface="Malgun Gothic"/>
                <a:ea typeface="Malgun Gothic"/>
                <a:cs typeface="Malgun Gothic"/>
              </a:defRPr>
            </a:lvl4pPr>
            <a:lvl5pPr algn="l">
              <a:defRPr sz="1725" b="1">
                <a:solidFill>
                  <a:srgbClr val="4D5A68"/>
                </a:solidFill>
                <a:latin typeface="Malgun Gothic"/>
                <a:ea typeface="Malgun Gothic"/>
                <a:cs typeface="Malgun Gothic"/>
              </a:defRPr>
            </a:lvl5pPr>
            <a:lvl6pPr algn="l">
              <a:defRPr sz="1725" b="1">
                <a:solidFill>
                  <a:srgbClr val="4D5A68"/>
                </a:solidFill>
                <a:latin typeface="Malgun Gothic"/>
                <a:ea typeface="Malgun Gothic"/>
                <a:cs typeface="Malgun Gothic"/>
              </a:defRPr>
            </a:lvl6pPr>
            <a:lvl7pPr algn="l">
              <a:defRPr sz="1725" b="1">
                <a:solidFill>
                  <a:srgbClr val="4D5A68"/>
                </a:solidFill>
                <a:latin typeface="Malgun Gothic"/>
                <a:ea typeface="Malgun Gothic"/>
                <a:cs typeface="Malgun Gothic"/>
              </a:defRPr>
            </a:lvl7pPr>
            <a:lvl8pPr algn="l">
              <a:defRPr sz="1725" b="1">
                <a:solidFill>
                  <a:srgbClr val="4D5A68"/>
                </a:solidFill>
                <a:latin typeface="Malgun Gothic"/>
                <a:ea typeface="Malgun Gothic"/>
                <a:cs typeface="Malgun Gothic"/>
              </a:defRPr>
            </a:lvl8pPr>
            <a:lvl9pPr algn="l">
              <a:defRPr sz="1725" b="1">
                <a:solidFill>
                  <a:srgbClr val="4D5A68"/>
                </a:solidFill>
                <a:latin typeface="Malgun Gothic"/>
                <a:ea typeface="Malgun Gothic"/>
                <a:cs typeface="Malgun Gothic"/>
              </a:defRPr>
            </a:lvl9pPr>
          </a:lstStyle>
          <a:p xmlns:a="http://schemas.openxmlformats.org/drawingml/2006/main">
            <a:pPr algn="l">
              <a:defRPr sz="1725" b="1">
                <a:solidFill>
                  <a:srgbClr val="4D5A68"/>
                </a:solidFill>
                <a:latin typeface="Malgun Gothic"/>
                <a:ea typeface="Malgun Gothic"/>
                <a:cs typeface="Malgun Gothic"/>
              </a:defRPr>
            </a:pPr>
            <a:r>
              <a:rPr sz="1725" b="1">
                <a:solidFill>
                  <a:srgbClr val="4D5A68"/>
                </a:solidFill>
                <a:latin typeface="Malgun Gothic"/>
                <a:ea typeface="Malgun Gothic"/>
                <a:cs typeface="Malgun Gothic"/>
              </a:rPr>
              <a:t>요청 예시 · 교육용 구성</a:t>
            </a:r>
          </a:p>
        </p:txBody>
      </p:sp>
      <p:sp>
        <p:nvSpPr>
          <p:cNvPr id="12" name="">
            <a:extLst xmlns:a="http://schemas.openxmlformats.org/drawingml/2006/main">
              <a:ext uri="{FF2B5EF4-FFF2-40B4-BE49-F238E27FC236}">
                <a16:creationId xmlns:a16="http://schemas.microsoft.com/office/drawing/2014/main" id="{5CE79723-30CA-4251-AB71-A6A97D9AA3D2}"/>
              </a:ext>
            </a:extLst>
          </p:cNvPr>
          <p:cNvSpPr>
            <a:spLocks xmlns:a="http://schemas.openxmlformats.org/drawingml/2006/main" noGrp="1"/>
          </p:cNvSpPr>
          <p:nvPr/>
        </p:nvSpPr>
        <p:spPr>
          <a:xfrm xmlns:a="http://schemas.openxmlformats.org/drawingml/2006/main">
            <a:off x="800100" y="2638425"/>
            <a:ext cx="680085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3" name="앞선 “테스트 기대 폭을 3으로 바꾸자”는&#10;제안을 수정해줘. 원하는 명세는&#10;crop [1,3)에서 폭 2야.">
            <a:extLst xmlns:a="http://schemas.openxmlformats.org/drawingml/2006/main">
              <a:ext uri="{FF2B5EF4-FFF2-40B4-BE49-F238E27FC236}">
                <a16:creationId xmlns:a16="http://schemas.microsoft.com/office/drawing/2014/main" id="{B1BBE316-E41C-4543-BA4C-B62FB6FB7564}"/>
              </a:ext>
            </a:extLst>
          </p:cNvPr>
          <p:cNvSpPr>
            <a:spLocks xmlns:a="http://schemas.openxmlformats.org/drawingml/2006/main" noGrp="1"/>
          </p:cNvSpPr>
          <p:nvPr/>
        </p:nvSpPr>
        <p:spPr>
          <a:xfrm xmlns:a="http://schemas.openxmlformats.org/drawingml/2006/main">
            <a:off x="800100" y="2733675"/>
            <a:ext cx="6800850" cy="2400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a:solidFill>
                  <a:srgbClr val="17212B"/>
                </a:solidFill>
                <a:latin typeface="Malgun Gothic"/>
                <a:ea typeface="Malgun Gothic"/>
                <a:cs typeface="Malgun Gothic"/>
              </a:defRPr>
            </a:defPPr>
            <a:lvl1pPr algn="l">
              <a:defRPr sz="1875" b="0">
                <a:solidFill>
                  <a:srgbClr val="17212B"/>
                </a:solidFill>
                <a:latin typeface="Malgun Gothic"/>
                <a:ea typeface="Malgun Gothic"/>
                <a:cs typeface="Malgun Gothic"/>
              </a:defRPr>
            </a:lvl1pPr>
            <a:lvl2pPr algn="l">
              <a:defRPr sz="1875" b="0">
                <a:solidFill>
                  <a:srgbClr val="17212B"/>
                </a:solidFill>
                <a:latin typeface="Malgun Gothic"/>
                <a:ea typeface="Malgun Gothic"/>
                <a:cs typeface="Malgun Gothic"/>
              </a:defRPr>
            </a:lvl2pPr>
            <a:lvl3pPr algn="l">
              <a:defRPr sz="1875" b="0">
                <a:solidFill>
                  <a:srgbClr val="17212B"/>
                </a:solidFill>
                <a:latin typeface="Malgun Gothic"/>
                <a:ea typeface="Malgun Gothic"/>
                <a:cs typeface="Malgun Gothic"/>
              </a:defRPr>
            </a:lvl3pPr>
            <a:lvl4pPr algn="l">
              <a:defRPr sz="1875" b="0">
                <a:solidFill>
                  <a:srgbClr val="17212B"/>
                </a:solidFill>
                <a:latin typeface="Malgun Gothic"/>
                <a:ea typeface="Malgun Gothic"/>
                <a:cs typeface="Malgun Gothic"/>
              </a:defRPr>
            </a:lvl4pPr>
            <a:lvl5pPr algn="l">
              <a:defRPr sz="1875" b="0">
                <a:solidFill>
                  <a:srgbClr val="17212B"/>
                </a:solidFill>
                <a:latin typeface="Malgun Gothic"/>
                <a:ea typeface="Malgun Gothic"/>
                <a:cs typeface="Malgun Gothic"/>
              </a:defRPr>
            </a:lvl5pPr>
            <a:lvl6pPr algn="l">
              <a:defRPr sz="1875" b="0">
                <a:solidFill>
                  <a:srgbClr val="17212B"/>
                </a:solidFill>
                <a:latin typeface="Malgun Gothic"/>
                <a:ea typeface="Malgun Gothic"/>
                <a:cs typeface="Malgun Gothic"/>
              </a:defRPr>
            </a:lvl6pPr>
            <a:lvl7pPr algn="l">
              <a:defRPr sz="1875" b="0">
                <a:solidFill>
                  <a:srgbClr val="17212B"/>
                </a:solidFill>
                <a:latin typeface="Malgun Gothic"/>
                <a:ea typeface="Malgun Gothic"/>
                <a:cs typeface="Malgun Gothic"/>
              </a:defRPr>
            </a:lvl7pPr>
            <a:lvl8pPr algn="l">
              <a:defRPr sz="1875" b="0">
                <a:solidFill>
                  <a:srgbClr val="17212B"/>
                </a:solidFill>
                <a:latin typeface="Malgun Gothic"/>
                <a:ea typeface="Malgun Gothic"/>
                <a:cs typeface="Malgun Gothic"/>
              </a:defRPr>
            </a:lvl8pPr>
            <a:lvl9pPr algn="l">
              <a:defRPr sz="1875" b="0">
                <a:solidFill>
                  <a:srgbClr val="17212B"/>
                </a:solidFill>
                <a:latin typeface="Malgun Gothic"/>
                <a:ea typeface="Malgun Gothic"/>
                <a:cs typeface="Malgun Gothic"/>
              </a:defRPr>
            </a:lvl9pPr>
          </a:lstStyle>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앞선 “테스트 기대 폭을 3으로 바꾸자”는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제안을 수정해줘. 원하는 명세는</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crop [1,3)에서 폭 2야.</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테스트 기대값은 유지하고,</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구현의 끝 좌표 처리만 다시 검토해줘.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기존 API·의존성은 유지해줘.</a:t>
            </a:r>
          </a:p>
          <a:p xmlns:a="http://schemas.openxmlformats.org/drawingml/2006/main">
            <a:pPr algn="l">
              <a:defRPr sz="1875" b="0">
                <a:solidFill>
                  <a:srgbClr val="17212B"/>
                </a:solidFill>
                <a:latin typeface="Malgun Gothic"/>
                <a:ea typeface="Malgun Gothic"/>
                <a:cs typeface="Malgun Gothic"/>
              </a:defRPr>
            </a:pPr>
            <a:r>
              <a:rPr sz="1875" b="0">
                <a:solidFill>
                  <a:srgbClr val="17212B"/>
                </a:solidFill>
                <a:latin typeface="Malgun Gothic"/>
                <a:ea typeface="Malgun Gothic"/>
                <a:cs typeface="Malgun Gothic"/>
              </a:rPr>
              <a:t>바꾼 제안과 미확인 사항만 보고해줘.</a:t>
            </a:r>
          </a:p>
        </p:txBody>
      </p:sp>
      <p:sp>
        <p:nvSpPr>
          <p:cNvPr id="14" name="피드백에 담을 것">
            <a:extLst xmlns:a="http://schemas.openxmlformats.org/drawingml/2006/main">
              <a:ext uri="{FF2B5EF4-FFF2-40B4-BE49-F238E27FC236}">
                <a16:creationId xmlns:a16="http://schemas.microsoft.com/office/drawing/2014/main" id="{09E0378D-0150-4792-88B1-F71003A39DC7}"/>
              </a:ext>
            </a:extLst>
          </p:cNvPr>
          <p:cNvSpPr>
            <a:spLocks xmlns:a="http://schemas.openxmlformats.org/drawingml/2006/main" noGrp="1"/>
          </p:cNvSpPr>
          <p:nvPr/>
        </p:nvSpPr>
        <p:spPr>
          <a:xfrm xmlns:a="http://schemas.openxmlformats.org/drawingml/2006/main">
            <a:off x="8229600" y="219075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피드백에 담을 것</a:t>
            </a:r>
          </a:p>
        </p:txBody>
      </p:sp>
      <p:sp>
        <p:nvSpPr>
          <p:cNvPr id="15" name="">
            <a:extLst xmlns:a="http://schemas.openxmlformats.org/drawingml/2006/main">
              <a:ext uri="{FF2B5EF4-FFF2-40B4-BE49-F238E27FC236}">
                <a16:creationId xmlns:a16="http://schemas.microsoft.com/office/drawing/2014/main" id="{31E27AA1-1587-4C03-94A0-528F04EE1F22}"/>
              </a:ext>
            </a:extLst>
          </p:cNvPr>
          <p:cNvSpPr>
            <a:spLocks xmlns:a="http://schemas.openxmlformats.org/drawingml/2006/main" noGrp="1"/>
          </p:cNvSpPr>
          <p:nvPr/>
        </p:nvSpPr>
        <p:spPr>
          <a:xfrm xmlns:a="http://schemas.openxmlformats.org/drawingml/2006/main">
            <a:off x="8229600" y="263842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6" name="틀린 지점과 근거&#10;원하는 변경&#10;유지할 조건">
            <a:extLst xmlns:a="http://schemas.openxmlformats.org/drawingml/2006/main">
              <a:ext uri="{FF2B5EF4-FFF2-40B4-BE49-F238E27FC236}">
                <a16:creationId xmlns:a16="http://schemas.microsoft.com/office/drawing/2014/main" id="{683AD814-9816-4339-8FED-CF29E5D2C8D2}"/>
              </a:ext>
            </a:extLst>
          </p:cNvPr>
          <p:cNvSpPr>
            <a:spLocks xmlns:a="http://schemas.openxmlformats.org/drawingml/2006/main" noGrp="1"/>
          </p:cNvSpPr>
          <p:nvPr/>
        </p:nvSpPr>
        <p:spPr>
          <a:xfrm xmlns:a="http://schemas.openxmlformats.org/drawingml/2006/main">
            <a:off x="8229600" y="274320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17212B"/>
                </a:solidFill>
                <a:latin typeface="Malgun Gothic"/>
                <a:ea typeface="Malgun Gothic"/>
                <a:cs typeface="Malgun Gothic"/>
              </a:defRPr>
            </a:defPPr>
            <a:lvl1pPr algn="l">
              <a:defRPr sz="2025" b="0">
                <a:solidFill>
                  <a:srgbClr val="17212B"/>
                </a:solidFill>
                <a:latin typeface="Malgun Gothic"/>
                <a:ea typeface="Malgun Gothic"/>
                <a:cs typeface="Malgun Gothic"/>
              </a:defRPr>
            </a:lvl1pPr>
            <a:lvl2pPr algn="l">
              <a:defRPr sz="2025" b="0">
                <a:solidFill>
                  <a:srgbClr val="17212B"/>
                </a:solidFill>
                <a:latin typeface="Malgun Gothic"/>
                <a:ea typeface="Malgun Gothic"/>
                <a:cs typeface="Malgun Gothic"/>
              </a:defRPr>
            </a:lvl2pPr>
            <a:lvl3pPr algn="l">
              <a:defRPr sz="2025" b="0">
                <a:solidFill>
                  <a:srgbClr val="17212B"/>
                </a:solidFill>
                <a:latin typeface="Malgun Gothic"/>
                <a:ea typeface="Malgun Gothic"/>
                <a:cs typeface="Malgun Gothic"/>
              </a:defRPr>
            </a:lvl3pPr>
            <a:lvl4pPr algn="l">
              <a:defRPr sz="2025" b="0">
                <a:solidFill>
                  <a:srgbClr val="17212B"/>
                </a:solidFill>
                <a:latin typeface="Malgun Gothic"/>
                <a:ea typeface="Malgun Gothic"/>
                <a:cs typeface="Malgun Gothic"/>
              </a:defRPr>
            </a:lvl4pPr>
            <a:lvl5pPr algn="l">
              <a:defRPr sz="2025" b="0">
                <a:solidFill>
                  <a:srgbClr val="17212B"/>
                </a:solidFill>
                <a:latin typeface="Malgun Gothic"/>
                <a:ea typeface="Malgun Gothic"/>
                <a:cs typeface="Malgun Gothic"/>
              </a:defRPr>
            </a:lvl5pPr>
            <a:lvl6pPr algn="l">
              <a:defRPr sz="2025" b="0">
                <a:solidFill>
                  <a:srgbClr val="17212B"/>
                </a:solidFill>
                <a:latin typeface="Malgun Gothic"/>
                <a:ea typeface="Malgun Gothic"/>
                <a:cs typeface="Malgun Gothic"/>
              </a:defRPr>
            </a:lvl6pPr>
            <a:lvl7pPr algn="l">
              <a:defRPr sz="2025" b="0">
                <a:solidFill>
                  <a:srgbClr val="17212B"/>
                </a:solidFill>
                <a:latin typeface="Malgun Gothic"/>
                <a:ea typeface="Malgun Gothic"/>
                <a:cs typeface="Malgun Gothic"/>
              </a:defRPr>
            </a:lvl7pPr>
            <a:lvl8pPr algn="l">
              <a:defRPr sz="2025" b="0">
                <a:solidFill>
                  <a:srgbClr val="17212B"/>
                </a:solidFill>
                <a:latin typeface="Malgun Gothic"/>
                <a:ea typeface="Malgun Gothic"/>
                <a:cs typeface="Malgun Gothic"/>
              </a:defRPr>
            </a:lvl8pPr>
            <a:lvl9pPr algn="l">
              <a:defRPr sz="2025" b="0">
                <a:solidFill>
                  <a:srgbClr val="17212B"/>
                </a:solidFill>
                <a:latin typeface="Malgun Gothic"/>
                <a:ea typeface="Malgun Gothic"/>
                <a:cs typeface="Malgun Gothic"/>
              </a:defRPr>
            </a:lvl9pPr>
          </a:lstStyle>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틀린 지점과 근거</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원하는 변경</a:t>
            </a:r>
          </a:p>
          <a:p xmlns:a="http://schemas.openxmlformats.org/drawingml/2006/main">
            <a:pPr algn="l">
              <a:defRPr sz="2025" b="0">
                <a:solidFill>
                  <a:srgbClr val="17212B"/>
                </a:solidFill>
                <a:latin typeface="Malgun Gothic"/>
                <a:ea typeface="Malgun Gothic"/>
                <a:cs typeface="Malgun Gothic"/>
              </a:defRPr>
            </a:pPr>
            <a:r>
              <a:rPr sz="2025" b="0">
                <a:solidFill>
                  <a:srgbClr val="17212B"/>
                </a:solidFill>
                <a:latin typeface="Malgun Gothic"/>
                <a:ea typeface="Malgun Gothic"/>
                <a:cs typeface="Malgun Gothic"/>
              </a:rPr>
              <a:t>유지할 조건</a:t>
            </a:r>
          </a:p>
        </p:txBody>
      </p:sp>
      <p:sp>
        <p:nvSpPr>
          <p:cNvPr id="17" name="남는 질문">
            <a:extLst xmlns:a="http://schemas.openxmlformats.org/drawingml/2006/main">
              <a:ext uri="{FF2B5EF4-FFF2-40B4-BE49-F238E27FC236}">
                <a16:creationId xmlns:a16="http://schemas.microsoft.com/office/drawing/2014/main" id="{26C6DC5C-B1AD-44D4-9100-32D18073B858}"/>
              </a:ext>
            </a:extLst>
          </p:cNvPr>
          <p:cNvSpPr>
            <a:spLocks xmlns:a="http://schemas.openxmlformats.org/drawingml/2006/main" noGrp="1"/>
          </p:cNvSpPr>
          <p:nvPr/>
        </p:nvSpPr>
        <p:spPr>
          <a:xfrm xmlns:a="http://schemas.openxmlformats.org/drawingml/2006/main">
            <a:off x="8229600" y="3695700"/>
            <a:ext cx="335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1">
                <a:solidFill>
                  <a:srgbClr val="0B6172"/>
                </a:solidFill>
                <a:latin typeface="Malgun Gothic"/>
                <a:ea typeface="Malgun Gothic"/>
                <a:cs typeface="Malgun Gothic"/>
              </a:defRPr>
            </a:defPPr>
            <a:lvl1pPr algn="l">
              <a:defRPr sz="1950" b="1">
                <a:solidFill>
                  <a:srgbClr val="0B6172"/>
                </a:solidFill>
                <a:latin typeface="Malgun Gothic"/>
                <a:ea typeface="Malgun Gothic"/>
                <a:cs typeface="Malgun Gothic"/>
              </a:defRPr>
            </a:lvl1pPr>
            <a:lvl2pPr algn="l">
              <a:defRPr sz="1950" b="1">
                <a:solidFill>
                  <a:srgbClr val="0B6172"/>
                </a:solidFill>
                <a:latin typeface="Malgun Gothic"/>
                <a:ea typeface="Malgun Gothic"/>
                <a:cs typeface="Malgun Gothic"/>
              </a:defRPr>
            </a:lvl2pPr>
            <a:lvl3pPr algn="l">
              <a:defRPr sz="1950" b="1">
                <a:solidFill>
                  <a:srgbClr val="0B6172"/>
                </a:solidFill>
                <a:latin typeface="Malgun Gothic"/>
                <a:ea typeface="Malgun Gothic"/>
                <a:cs typeface="Malgun Gothic"/>
              </a:defRPr>
            </a:lvl3pPr>
            <a:lvl4pPr algn="l">
              <a:defRPr sz="1950" b="1">
                <a:solidFill>
                  <a:srgbClr val="0B6172"/>
                </a:solidFill>
                <a:latin typeface="Malgun Gothic"/>
                <a:ea typeface="Malgun Gothic"/>
                <a:cs typeface="Malgun Gothic"/>
              </a:defRPr>
            </a:lvl4pPr>
            <a:lvl5pPr algn="l">
              <a:defRPr sz="1950" b="1">
                <a:solidFill>
                  <a:srgbClr val="0B6172"/>
                </a:solidFill>
                <a:latin typeface="Malgun Gothic"/>
                <a:ea typeface="Malgun Gothic"/>
                <a:cs typeface="Malgun Gothic"/>
              </a:defRPr>
            </a:lvl5pPr>
            <a:lvl6pPr algn="l">
              <a:defRPr sz="1950" b="1">
                <a:solidFill>
                  <a:srgbClr val="0B6172"/>
                </a:solidFill>
                <a:latin typeface="Malgun Gothic"/>
                <a:ea typeface="Malgun Gothic"/>
                <a:cs typeface="Malgun Gothic"/>
              </a:defRPr>
            </a:lvl6pPr>
            <a:lvl7pPr algn="l">
              <a:defRPr sz="1950" b="1">
                <a:solidFill>
                  <a:srgbClr val="0B6172"/>
                </a:solidFill>
                <a:latin typeface="Malgun Gothic"/>
                <a:ea typeface="Malgun Gothic"/>
                <a:cs typeface="Malgun Gothic"/>
              </a:defRPr>
            </a:lvl7pPr>
            <a:lvl8pPr algn="l">
              <a:defRPr sz="1950" b="1">
                <a:solidFill>
                  <a:srgbClr val="0B6172"/>
                </a:solidFill>
                <a:latin typeface="Malgun Gothic"/>
                <a:ea typeface="Malgun Gothic"/>
                <a:cs typeface="Malgun Gothic"/>
              </a:defRPr>
            </a:lvl8pPr>
            <a:lvl9pPr algn="l">
              <a:defRPr sz="1950" b="1">
                <a:solidFill>
                  <a:srgbClr val="0B6172"/>
                </a:solidFill>
                <a:latin typeface="Malgun Gothic"/>
                <a:ea typeface="Malgun Gothic"/>
                <a:cs typeface="Malgun Gothic"/>
              </a:defRPr>
            </a:lvl9pPr>
          </a:lstStyle>
          <a:p xmlns:a="http://schemas.openxmlformats.org/drawingml/2006/main">
            <a:pPr algn="l">
              <a:defRPr sz="1950" b="1">
                <a:solidFill>
                  <a:srgbClr val="0B6172"/>
                </a:solidFill>
                <a:latin typeface="Malgun Gothic"/>
                <a:ea typeface="Malgun Gothic"/>
                <a:cs typeface="Malgun Gothic"/>
              </a:defRPr>
            </a:pPr>
            <a:r>
              <a:rPr sz="1950" b="1">
                <a:solidFill>
                  <a:srgbClr val="0B6172"/>
                </a:solidFill>
                <a:latin typeface="Malgun Gothic"/>
                <a:ea typeface="Malgun Gothic"/>
                <a:cs typeface="Malgun Gothic"/>
              </a:rPr>
              <a:t>남는 질문</a:t>
            </a:r>
          </a:p>
        </p:txBody>
      </p:sp>
      <p:sp>
        <p:nvSpPr>
          <p:cNvPr id="18" name="">
            <a:extLst xmlns:a="http://schemas.openxmlformats.org/drawingml/2006/main">
              <a:ext uri="{FF2B5EF4-FFF2-40B4-BE49-F238E27FC236}">
                <a16:creationId xmlns:a16="http://schemas.microsoft.com/office/drawing/2014/main" id="{FDCFEBF4-DF99-4AFC-81BE-C3AFF913DC81}"/>
              </a:ext>
            </a:extLst>
          </p:cNvPr>
          <p:cNvSpPr>
            <a:spLocks xmlns:a="http://schemas.openxmlformats.org/drawingml/2006/main" noGrp="1"/>
          </p:cNvSpPr>
          <p:nvPr/>
        </p:nvSpPr>
        <p:spPr>
          <a:xfrm xmlns:a="http://schemas.openxmlformats.org/drawingml/2006/main">
            <a:off x="8229600" y="4143375"/>
            <a:ext cx="335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다음 작업에도&#10;같은 조건을 쓴다면?">
            <a:extLst xmlns:a="http://schemas.openxmlformats.org/drawingml/2006/main">
              <a:ext uri="{FF2B5EF4-FFF2-40B4-BE49-F238E27FC236}">
                <a16:creationId xmlns:a16="http://schemas.microsoft.com/office/drawing/2014/main" id="{2C84D8EE-C23D-4864-80FA-F1FA43DB48D1}"/>
              </a:ext>
            </a:extLst>
          </p:cNvPr>
          <p:cNvSpPr>
            <a:spLocks xmlns:a="http://schemas.openxmlformats.org/drawingml/2006/main" noGrp="1"/>
          </p:cNvSpPr>
          <p:nvPr/>
        </p:nvSpPr>
        <p:spPr>
          <a:xfrm xmlns:a="http://schemas.openxmlformats.org/drawingml/2006/main">
            <a:off x="8229600" y="4248150"/>
            <a:ext cx="335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a:solidFill>
                  <a:srgbClr val="17212B"/>
                </a:solidFill>
                <a:latin typeface="Malgun Gothic"/>
                <a:ea typeface="Malgun Gothic"/>
                <a:cs typeface="Malgun Gothic"/>
              </a:defRPr>
            </a:defPPr>
            <a:lvl1pPr algn="l">
              <a:defRPr sz="2025" b="1">
                <a:solidFill>
                  <a:srgbClr val="17212B"/>
                </a:solidFill>
                <a:latin typeface="Malgun Gothic"/>
                <a:ea typeface="Malgun Gothic"/>
                <a:cs typeface="Malgun Gothic"/>
              </a:defRPr>
            </a:lvl1pPr>
            <a:lvl2pPr algn="l">
              <a:defRPr sz="2025" b="1">
                <a:solidFill>
                  <a:srgbClr val="17212B"/>
                </a:solidFill>
                <a:latin typeface="Malgun Gothic"/>
                <a:ea typeface="Malgun Gothic"/>
                <a:cs typeface="Malgun Gothic"/>
              </a:defRPr>
            </a:lvl2pPr>
            <a:lvl3pPr algn="l">
              <a:defRPr sz="2025" b="1">
                <a:solidFill>
                  <a:srgbClr val="17212B"/>
                </a:solidFill>
                <a:latin typeface="Malgun Gothic"/>
                <a:ea typeface="Malgun Gothic"/>
                <a:cs typeface="Malgun Gothic"/>
              </a:defRPr>
            </a:lvl3pPr>
            <a:lvl4pPr algn="l">
              <a:defRPr sz="2025" b="1">
                <a:solidFill>
                  <a:srgbClr val="17212B"/>
                </a:solidFill>
                <a:latin typeface="Malgun Gothic"/>
                <a:ea typeface="Malgun Gothic"/>
                <a:cs typeface="Malgun Gothic"/>
              </a:defRPr>
            </a:lvl4pPr>
            <a:lvl5pPr algn="l">
              <a:defRPr sz="2025" b="1">
                <a:solidFill>
                  <a:srgbClr val="17212B"/>
                </a:solidFill>
                <a:latin typeface="Malgun Gothic"/>
                <a:ea typeface="Malgun Gothic"/>
                <a:cs typeface="Malgun Gothic"/>
              </a:defRPr>
            </a:lvl5pPr>
            <a:lvl6pPr algn="l">
              <a:defRPr sz="2025" b="1">
                <a:solidFill>
                  <a:srgbClr val="17212B"/>
                </a:solidFill>
                <a:latin typeface="Malgun Gothic"/>
                <a:ea typeface="Malgun Gothic"/>
                <a:cs typeface="Malgun Gothic"/>
              </a:defRPr>
            </a:lvl6pPr>
            <a:lvl7pPr algn="l">
              <a:defRPr sz="2025" b="1">
                <a:solidFill>
                  <a:srgbClr val="17212B"/>
                </a:solidFill>
                <a:latin typeface="Malgun Gothic"/>
                <a:ea typeface="Malgun Gothic"/>
                <a:cs typeface="Malgun Gothic"/>
              </a:defRPr>
            </a:lvl7pPr>
            <a:lvl8pPr algn="l">
              <a:defRPr sz="2025" b="1">
                <a:solidFill>
                  <a:srgbClr val="17212B"/>
                </a:solidFill>
                <a:latin typeface="Malgun Gothic"/>
                <a:ea typeface="Malgun Gothic"/>
                <a:cs typeface="Malgun Gothic"/>
              </a:defRPr>
            </a:lvl8pPr>
            <a:lvl9pPr algn="l">
              <a:defRPr sz="2025" b="1">
                <a:solidFill>
                  <a:srgbClr val="17212B"/>
                </a:solidFill>
                <a:latin typeface="Malgun Gothic"/>
                <a:ea typeface="Malgun Gothic"/>
                <a:cs typeface="Malgun Gothic"/>
              </a:defRPr>
            </a:lvl9pPr>
          </a:lstStyle>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다음 작업에도</a:t>
            </a:r>
          </a:p>
          <a:p xmlns:a="http://schemas.openxmlformats.org/drawingml/2006/main">
            <a:pPr algn="l">
              <a:defRPr sz="2025" b="1">
                <a:solidFill>
                  <a:srgbClr val="17212B"/>
                </a:solidFill>
                <a:latin typeface="Malgun Gothic"/>
                <a:ea typeface="Malgun Gothic"/>
                <a:cs typeface="Malgun Gothic"/>
              </a:defRPr>
            </a:pPr>
            <a:r>
              <a:rPr sz="2025" b="1">
                <a:solidFill>
                  <a:srgbClr val="17212B"/>
                </a:solidFill>
                <a:latin typeface="Malgun Gothic"/>
                <a:ea typeface="Malgun Gothic"/>
                <a:cs typeface="Malgun Gothic"/>
              </a:rPr>
              <a:t>같은 조건을 쓴다면?</a:t>
            </a:r>
          </a:p>
        </p:txBody>
      </p:sp>
      <p:sp>
        <p:nvSpPr>
          <p:cNvPr id="20" name="어긋난 지점과 원하는 변경, 유지할 조건을 적는다.">
            <a:extLst xmlns:a="http://schemas.openxmlformats.org/drawingml/2006/main">
              <a:ext uri="{FF2B5EF4-FFF2-40B4-BE49-F238E27FC236}">
                <a16:creationId xmlns:a16="http://schemas.microsoft.com/office/drawing/2014/main" id="{2E1E67B0-CE1B-4D89-9C6F-6D76E7153E83}"/>
              </a:ext>
            </a:extLst>
          </p:cNvPr>
          <p:cNvSpPr>
            <a:spLocks xmlns:a="http://schemas.openxmlformats.org/drawingml/2006/main" noGrp="1"/>
          </p:cNvSpPr>
          <p:nvPr/>
        </p:nvSpPr>
        <p:spPr>
          <a:xfrm xmlns:a="http://schemas.openxmlformats.org/drawingml/2006/main">
            <a:off x="609600" y="53911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0B6172"/>
                </a:solidFill>
                <a:latin typeface="Malgun Gothic"/>
                <a:ea typeface="Malgun Gothic"/>
                <a:cs typeface="Malgun Gothic"/>
              </a:defRPr>
            </a:defPPr>
            <a:lvl1pPr algn="l">
              <a:defRPr sz="2100" b="1">
                <a:solidFill>
                  <a:srgbClr val="0B6172"/>
                </a:solidFill>
                <a:latin typeface="Malgun Gothic"/>
                <a:ea typeface="Malgun Gothic"/>
                <a:cs typeface="Malgun Gothic"/>
              </a:defRPr>
            </a:lvl1pPr>
            <a:lvl2pPr algn="l">
              <a:defRPr sz="2100" b="1">
                <a:solidFill>
                  <a:srgbClr val="0B6172"/>
                </a:solidFill>
                <a:latin typeface="Malgun Gothic"/>
                <a:ea typeface="Malgun Gothic"/>
                <a:cs typeface="Malgun Gothic"/>
              </a:defRPr>
            </a:lvl2pPr>
            <a:lvl3pPr algn="l">
              <a:defRPr sz="2100" b="1">
                <a:solidFill>
                  <a:srgbClr val="0B6172"/>
                </a:solidFill>
                <a:latin typeface="Malgun Gothic"/>
                <a:ea typeface="Malgun Gothic"/>
                <a:cs typeface="Malgun Gothic"/>
              </a:defRPr>
            </a:lvl3pPr>
            <a:lvl4pPr algn="l">
              <a:defRPr sz="2100" b="1">
                <a:solidFill>
                  <a:srgbClr val="0B6172"/>
                </a:solidFill>
                <a:latin typeface="Malgun Gothic"/>
                <a:ea typeface="Malgun Gothic"/>
                <a:cs typeface="Malgun Gothic"/>
              </a:defRPr>
            </a:lvl4pPr>
            <a:lvl5pPr algn="l">
              <a:defRPr sz="2100" b="1">
                <a:solidFill>
                  <a:srgbClr val="0B6172"/>
                </a:solidFill>
                <a:latin typeface="Malgun Gothic"/>
                <a:ea typeface="Malgun Gothic"/>
                <a:cs typeface="Malgun Gothic"/>
              </a:defRPr>
            </a:lvl5pPr>
            <a:lvl6pPr algn="l">
              <a:defRPr sz="2100" b="1">
                <a:solidFill>
                  <a:srgbClr val="0B6172"/>
                </a:solidFill>
                <a:latin typeface="Malgun Gothic"/>
                <a:ea typeface="Malgun Gothic"/>
                <a:cs typeface="Malgun Gothic"/>
              </a:defRPr>
            </a:lvl6pPr>
            <a:lvl7pPr algn="l">
              <a:defRPr sz="2100" b="1">
                <a:solidFill>
                  <a:srgbClr val="0B6172"/>
                </a:solidFill>
                <a:latin typeface="Malgun Gothic"/>
                <a:ea typeface="Malgun Gothic"/>
                <a:cs typeface="Malgun Gothic"/>
              </a:defRPr>
            </a:lvl7pPr>
            <a:lvl8pPr algn="l">
              <a:defRPr sz="2100" b="1">
                <a:solidFill>
                  <a:srgbClr val="0B6172"/>
                </a:solidFill>
                <a:latin typeface="Malgun Gothic"/>
                <a:ea typeface="Malgun Gothic"/>
                <a:cs typeface="Malgun Gothic"/>
              </a:defRPr>
            </a:lvl8pPr>
            <a:lvl9pPr algn="l">
              <a:defRPr sz="2100" b="1">
                <a:solidFill>
                  <a:srgbClr val="0B6172"/>
                </a:solidFill>
                <a:latin typeface="Malgun Gothic"/>
                <a:ea typeface="Malgun Gothic"/>
                <a:cs typeface="Malgun Gothic"/>
              </a:defRPr>
            </a:lvl9pPr>
          </a:lstStyle>
          <a:p xmlns:a="http://schemas.openxmlformats.org/drawingml/2006/main">
            <a:pPr algn="l">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어긋난 지점과 원하는 변경, 유지할 조건을 적는다.</a:t>
            </a:r>
          </a:p>
        </p:txBody>
      </p:sp>
      <p:sp>
        <p:nvSpPr>
          <p:cNvPr id="21" name="">
            <a:extLst xmlns:a="http://schemas.openxmlformats.org/drawingml/2006/main">
              <a:ext uri="{FF2B5EF4-FFF2-40B4-BE49-F238E27FC236}">
                <a16:creationId xmlns:a16="http://schemas.microsoft.com/office/drawing/2014/main" id="{DB227225-DE6A-4B5B-830F-335EEB116D35}"/>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22" name="Practical application tip badge">
            <a:extLst xmlns:a="http://schemas.openxmlformats.org/drawingml/2006/main">
              <a:ext uri="{FF2B5EF4-FFF2-40B4-BE49-F238E27FC236}">
                <a16:creationId xmlns:a16="http://schemas.microsoft.com/office/drawing/2014/main" id="{FF47CA37-E2A8-45BC-B580-EC94AE6109A8}"/>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요청 작성</a:t>
            </a:r>
          </a:p>
        </p:txBody>
      </p:sp>
      <p:sp>
        <p:nvSpPr>
          <p:cNvPr id="23" name="Legacy module connection">
            <a:extLst xmlns:a="http://schemas.openxmlformats.org/drawingml/2006/main">
              <a:ext uri="{FF2B5EF4-FFF2-40B4-BE49-F238E27FC236}">
                <a16:creationId xmlns:a16="http://schemas.microsoft.com/office/drawing/2014/main" id="{9A2C3575-AAFD-45F0-A917-D2E59FE9AEB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980052101"/>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3" name="ACT 1 · 필요한 팁 찾아보기">
            <a:extLst xmlns:a="http://schemas.openxmlformats.org/drawingml/2006/main">
              <a:ext uri="{FF2B5EF4-FFF2-40B4-BE49-F238E27FC236}">
                <a16:creationId xmlns:a16="http://schemas.microsoft.com/office/drawing/2014/main" id="{CA08EA71-F204-4404-8F5A-1667436BA832}"/>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필요한 팁 찾아보기</a:t>
            </a:r>
          </a:p>
        </p:txBody>
      </p:sp>
      <p:sp>
        <p:nvSpPr>
          <p:cNvPr id="2" name="S34">
            <a:extLst xmlns:a="http://schemas.openxmlformats.org/drawingml/2006/main">
              <a:ext uri="{FF2B5EF4-FFF2-40B4-BE49-F238E27FC236}">
                <a16:creationId xmlns:a16="http://schemas.microsoft.com/office/drawing/2014/main" id="{28C8CCDB-8C9A-4283-A7BE-BC0FC2DC5310}"/>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S34</a:t>
            </a:r>
          </a:p>
        </p:txBody>
      </p:sp>
      <p:sp>
        <p:nvSpPr>
          <p:cNvPr id="3" name="ACT 1 실무 적용 팁 모아보기">
            <a:extLst xmlns:a="http://schemas.openxmlformats.org/drawingml/2006/main">
              <a:ext uri="{FF2B5EF4-FFF2-40B4-BE49-F238E27FC236}">
                <a16:creationId xmlns:a16="http://schemas.microsoft.com/office/drawing/2014/main" id="{8ACAB677-BA44-4281-BD7D-74B6CD708C07}"/>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ACT 1 실무 적용 팁 모아보기</a:t>
            </a:r>
          </a:p>
        </p:txBody>
      </p:sp>
      <p:sp>
        <p:nvSpPr>
          <p:cNvPr id="4" name="">
            <a:extLst xmlns:a="http://schemas.openxmlformats.org/drawingml/2006/main">
              <a:ext uri="{FF2B5EF4-FFF2-40B4-BE49-F238E27FC236}">
                <a16:creationId xmlns:a16="http://schemas.microsoft.com/office/drawing/2014/main" id="{2E56BA6E-3FAC-4E34-88D9-B623E6550A16}"/>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기존 팁의 제목·Slide ID를 모은 찾아보기 · DEC-0087">
            <a:extLst xmlns:a="http://schemas.openxmlformats.org/drawingml/2006/main">
              <a:ext uri="{FF2B5EF4-FFF2-40B4-BE49-F238E27FC236}">
                <a16:creationId xmlns:a16="http://schemas.microsoft.com/office/drawing/2014/main" id="{15EB6B8E-2CED-4D4B-90EB-D356AC09460B}"/>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기존 팁의 제목·Slide ID를 모은 찾아보기 · DEC-0087</a:t>
            </a:r>
          </a:p>
        </p:txBody>
      </p:sp>
      <p:sp>
        <p:nvSpPr>
          <p:cNvPr id="6" name="배지는 활용 목적 표시 · 각 팁의 실제 관찰·교육용 예시·제품 확인 범위는 해당 장을 따른다.">
            <a:extLst xmlns:a="http://schemas.openxmlformats.org/drawingml/2006/main">
              <a:ext uri="{FF2B5EF4-FFF2-40B4-BE49-F238E27FC236}">
                <a16:creationId xmlns:a16="http://schemas.microsoft.com/office/drawing/2014/main" id="{C169DD98-2C32-4AEA-98F2-D8CED567431D}"/>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배지는 활용 목적 표시 · 각 팁의 실제 관찰·교육용 예시·제품 확인 범위는 해당 장을 따른다.</a:t>
            </a:r>
          </a:p>
        </p:txBody>
      </p:sp>
      <p:sp>
        <p:nvSpPr>
          <p:cNvPr id="7" name="">
            <a:extLst xmlns:a="http://schemas.openxmlformats.org/drawingml/2006/main">
              <a:ext uri="{FF2B5EF4-FFF2-40B4-BE49-F238E27FC236}">
                <a16:creationId xmlns:a16="http://schemas.microsoft.com/office/drawing/2014/main" id="{421BB8A1-31FC-4AB5-991F-4A81058A2174}"/>
              </a:ext>
            </a:extLst>
          </p:cNvPr>
          <p:cNvSpPr>
            <a:spLocks xmlns:a="http://schemas.openxmlformats.org/drawingml/2006/main" noGrp="1"/>
          </p:cNvSpPr>
          <p:nvPr/>
        </p:nvSpPr>
        <p:spPr>
          <a:xfrm xmlns:a="http://schemas.openxmlformats.org/drawingml/2006/main">
            <a:off x="7429500" y="419100"/>
            <a:ext cx="3048000" cy="323850"/>
          </a:xfrm>
          <a:prstGeom xmlns:a="http://schemas.openxmlformats.org/drawingml/2006/main" prst="rect">
            <a:avLst/>
          </a:prstGeom>
          <a:solidFill xmlns:a="http://schemas.openxmlformats.org/drawingml/2006/main">
            <a:srgbClr val="E8EDF3"/>
          </a:solidFill>
          <a:ln xmlns:a="http://schemas.openxmlformats.org/drawingml/2006/main" w="9525">
            <a:solidFill>
              <a:srgbClr val="C7D0DA"/>
            </a:solidFill>
            <a:prstDash val="solid"/>
          </a:ln>
        </p:spPr>
      </p:sp>
      <p:sp>
        <p:nvSpPr>
          <p:cNvPr id="8" name="Practical application tip badge">
            <a:extLst xmlns:a="http://schemas.openxmlformats.org/drawingml/2006/main">
              <a:ext uri="{FF2B5EF4-FFF2-40B4-BE49-F238E27FC236}">
                <a16:creationId xmlns:a16="http://schemas.microsoft.com/office/drawing/2014/main" id="{2E8F2B35-B937-4225-BD2C-38B3DB6AD98C}"/>
              </a:ext>
            </a:extLst>
          </p:cNvPr>
          <p:cNvSpPr>
            <a:spLocks xmlns:a="http://schemas.openxmlformats.org/drawingml/2006/main" noGrp="1"/>
          </p:cNvSpPr>
          <p:nvPr/>
        </p:nvSpPr>
        <p:spPr>
          <a:xfrm xmlns:a="http://schemas.openxmlformats.org/drawingml/2006/main">
            <a:off x="7524750" y="41910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350" b="1">
                <a:solidFill>
                  <a:srgbClr val="17212B"/>
                </a:solidFill>
                <a:latin typeface="Malgun Gothic"/>
                <a:ea typeface="Malgun Gothic"/>
                <a:cs typeface="Malgun Gothic"/>
              </a:defRPr>
            </a:defPPr>
            <a:lvl1pPr algn="l">
              <a:defRPr sz="1350" b="1">
                <a:solidFill>
                  <a:srgbClr val="17212B"/>
                </a:solidFill>
                <a:latin typeface="Malgun Gothic"/>
                <a:ea typeface="Malgun Gothic"/>
                <a:cs typeface="Malgun Gothic"/>
              </a:defRPr>
            </a:lvl1pPr>
            <a:lvl2pPr algn="l">
              <a:defRPr sz="1350" b="1">
                <a:solidFill>
                  <a:srgbClr val="17212B"/>
                </a:solidFill>
                <a:latin typeface="Malgun Gothic"/>
                <a:ea typeface="Malgun Gothic"/>
                <a:cs typeface="Malgun Gothic"/>
              </a:defRPr>
            </a:lvl2pPr>
            <a:lvl3pPr algn="l">
              <a:defRPr sz="1350" b="1">
                <a:solidFill>
                  <a:srgbClr val="17212B"/>
                </a:solidFill>
                <a:latin typeface="Malgun Gothic"/>
                <a:ea typeface="Malgun Gothic"/>
                <a:cs typeface="Malgun Gothic"/>
              </a:defRPr>
            </a:lvl3pPr>
            <a:lvl4pPr algn="l">
              <a:defRPr sz="1350" b="1">
                <a:solidFill>
                  <a:srgbClr val="17212B"/>
                </a:solidFill>
                <a:latin typeface="Malgun Gothic"/>
                <a:ea typeface="Malgun Gothic"/>
                <a:cs typeface="Malgun Gothic"/>
              </a:defRPr>
            </a:lvl4pPr>
            <a:lvl5pPr algn="l">
              <a:defRPr sz="1350" b="1">
                <a:solidFill>
                  <a:srgbClr val="17212B"/>
                </a:solidFill>
                <a:latin typeface="Malgun Gothic"/>
                <a:ea typeface="Malgun Gothic"/>
                <a:cs typeface="Malgun Gothic"/>
              </a:defRPr>
            </a:lvl5pPr>
            <a:lvl6pPr algn="l">
              <a:defRPr sz="1350" b="1">
                <a:solidFill>
                  <a:srgbClr val="17212B"/>
                </a:solidFill>
                <a:latin typeface="Malgun Gothic"/>
                <a:ea typeface="Malgun Gothic"/>
                <a:cs typeface="Malgun Gothic"/>
              </a:defRPr>
            </a:lvl6pPr>
            <a:lvl7pPr algn="l">
              <a:defRPr sz="1350" b="1">
                <a:solidFill>
                  <a:srgbClr val="17212B"/>
                </a:solidFill>
                <a:latin typeface="Malgun Gothic"/>
                <a:ea typeface="Malgun Gothic"/>
                <a:cs typeface="Malgun Gothic"/>
              </a:defRPr>
            </a:lvl7pPr>
            <a:lvl8pPr algn="l">
              <a:defRPr sz="1350" b="1">
                <a:solidFill>
                  <a:srgbClr val="17212B"/>
                </a:solidFill>
                <a:latin typeface="Malgun Gothic"/>
                <a:ea typeface="Malgun Gothic"/>
                <a:cs typeface="Malgun Gothic"/>
              </a:defRPr>
            </a:lvl8pPr>
            <a:lvl9pPr algn="l">
              <a:defRPr sz="1350" b="1">
                <a:solidFill>
                  <a:srgbClr val="17212B"/>
                </a:solidFill>
                <a:latin typeface="Malgun Gothic"/>
                <a:ea typeface="Malgun Gothic"/>
                <a:cs typeface="Malgun Gothic"/>
              </a:defRPr>
            </a:lvl9pPr>
          </a:lstStyle>
          <a:p xmlns:a="http://schemas.openxmlformats.org/drawingml/2006/main">
            <a:pPr algn="l">
              <a:defRPr sz="1350" b="1">
                <a:solidFill>
                  <a:srgbClr val="17212B"/>
                </a:solidFill>
                <a:latin typeface="Malgun Gothic"/>
                <a:ea typeface="Malgun Gothic"/>
                <a:cs typeface="Malgun Gothic"/>
              </a:defRPr>
            </a:pPr>
            <a:r>
              <a:rPr sz="1350" b="1">
                <a:solidFill>
                  <a:srgbClr val="17212B"/>
                </a:solidFill>
                <a:latin typeface="Malgun Gothic"/>
                <a:ea typeface="Malgun Gothic"/>
                <a:cs typeface="Malgun Gothic"/>
              </a:rPr>
              <a:t>실무 적용 팁 · 찾아보기</a:t>
            </a:r>
          </a:p>
        </p:txBody>
      </p:sp>
      <p:sp>
        <p:nvSpPr>
          <p:cNvPr id="9" name="필요한 상황이 생기면, 아래 Slide로 돌아오세요">
            <a:extLst xmlns:a="http://schemas.openxmlformats.org/drawingml/2006/main">
              <a:ext uri="{FF2B5EF4-FFF2-40B4-BE49-F238E27FC236}">
                <a16:creationId xmlns:a16="http://schemas.microsoft.com/office/drawing/2014/main" id="{F3C26A7D-9670-4CFA-9821-C7E4FC98A1D3}"/>
              </a:ext>
            </a:extLst>
          </p:cNvPr>
          <p:cNvSpPr>
            <a:spLocks xmlns:a="http://schemas.openxmlformats.org/drawingml/2006/main" noGrp="1"/>
          </p:cNvSpPr>
          <p:nvPr/>
        </p:nvSpPr>
        <p:spPr>
          <a:xfrm xmlns:a="http://schemas.openxmlformats.org/drawingml/2006/main">
            <a:off x="609600" y="16573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필요한 상황이 생기면, 아래 Slide로 돌아오세요</a:t>
            </a:r>
          </a:p>
        </p:txBody>
      </p:sp>
      <p:sp>
        <p:nvSpPr>
          <p:cNvPr id="10" name="">
            <a:extLst xmlns:a="http://schemas.openxmlformats.org/drawingml/2006/main">
              <a:ext uri="{FF2B5EF4-FFF2-40B4-BE49-F238E27FC236}">
                <a16:creationId xmlns:a16="http://schemas.microsoft.com/office/drawing/2014/main" id="{2BB5521E-EE8D-43CB-B8BF-7C652530CE22}"/>
              </a:ext>
            </a:extLst>
          </p:cNvPr>
          <p:cNvSpPr>
            <a:spLocks xmlns:a="http://schemas.openxmlformats.org/drawingml/2006/main" noGrp="1"/>
          </p:cNvSpPr>
          <p:nvPr/>
        </p:nvSpPr>
        <p:spPr>
          <a:xfrm xmlns:a="http://schemas.openxmlformats.org/drawingml/2006/main">
            <a:off x="609600" y="24765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1" name="">
            <a:extLst xmlns:a="http://schemas.openxmlformats.org/drawingml/2006/main">
              <a:ext uri="{FF2B5EF4-FFF2-40B4-BE49-F238E27FC236}">
                <a16:creationId xmlns:a16="http://schemas.microsoft.com/office/drawing/2014/main" id="{50EB620B-5226-4877-BE12-7618A2AF6E0C}"/>
              </a:ext>
            </a:extLst>
          </p:cNvPr>
          <p:cNvSpPr>
            <a:spLocks xmlns:a="http://schemas.openxmlformats.org/drawingml/2006/main" noGrp="1"/>
          </p:cNvSpPr>
          <p:nvPr/>
        </p:nvSpPr>
        <p:spPr>
          <a:xfrm xmlns:a="http://schemas.openxmlformats.org/drawingml/2006/main">
            <a:off x="609600" y="26003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2" name="S26">
            <a:extLst xmlns:a="http://schemas.openxmlformats.org/drawingml/2006/main">
              <a:ext uri="{FF2B5EF4-FFF2-40B4-BE49-F238E27FC236}">
                <a16:creationId xmlns:a16="http://schemas.microsoft.com/office/drawing/2014/main" id="{7212630C-51DB-48A9-8AB0-44303309ECA2}"/>
              </a:ext>
            </a:extLst>
          </p:cNvPr>
          <p:cNvSpPr>
            <a:spLocks xmlns:a="http://schemas.openxmlformats.org/drawingml/2006/main" noGrp="1"/>
          </p:cNvSpPr>
          <p:nvPr/>
        </p:nvSpPr>
        <p:spPr>
          <a:xfrm xmlns:a="http://schemas.openxmlformats.org/drawingml/2006/main">
            <a:off x="609600" y="26003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S26</a:t>
            </a:r>
          </a:p>
        </p:txBody>
      </p:sp>
      <p:sp>
        <p:nvSpPr>
          <p:cNvPr id="13" name="지시와 참고 자료의 구분">
            <a:extLst xmlns:a="http://schemas.openxmlformats.org/drawingml/2006/main">
              <a:ext uri="{FF2B5EF4-FFF2-40B4-BE49-F238E27FC236}">
                <a16:creationId xmlns:a16="http://schemas.microsoft.com/office/drawing/2014/main" id="{B65CAF64-3EFE-4D06-8599-24E331520CB2}"/>
              </a:ext>
            </a:extLst>
          </p:cNvPr>
          <p:cNvSpPr>
            <a:spLocks xmlns:a="http://schemas.openxmlformats.org/drawingml/2006/main" noGrp="1"/>
          </p:cNvSpPr>
          <p:nvPr/>
        </p:nvSpPr>
        <p:spPr>
          <a:xfrm xmlns:a="http://schemas.openxmlformats.org/drawingml/2006/main">
            <a:off x="1714500" y="26003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지시와 참고 자료의 구분</a:t>
            </a:r>
          </a:p>
        </p:txBody>
      </p:sp>
      <p:sp>
        <p:nvSpPr>
          <p:cNvPr id="14" name="">
            <a:extLst xmlns:a="http://schemas.openxmlformats.org/drawingml/2006/main">
              <a:ext uri="{FF2B5EF4-FFF2-40B4-BE49-F238E27FC236}">
                <a16:creationId xmlns:a16="http://schemas.microsoft.com/office/drawing/2014/main" id="{5C4543DD-F786-4D4D-83DB-0EE97107EE36}"/>
              </a:ext>
            </a:extLst>
          </p:cNvPr>
          <p:cNvSpPr>
            <a:spLocks xmlns:a="http://schemas.openxmlformats.org/drawingml/2006/main" noGrp="1"/>
          </p:cNvSpPr>
          <p:nvPr/>
        </p:nvSpPr>
        <p:spPr>
          <a:xfrm xmlns:a="http://schemas.openxmlformats.org/drawingml/2006/main">
            <a:off x="609600" y="32004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5" name="">
            <a:extLst xmlns:a="http://schemas.openxmlformats.org/drawingml/2006/main">
              <a:ext uri="{FF2B5EF4-FFF2-40B4-BE49-F238E27FC236}">
                <a16:creationId xmlns:a16="http://schemas.microsoft.com/office/drawing/2014/main" id="{A57FAAEC-41E1-4DA1-B8B2-B2AF5A94425B}"/>
              </a:ext>
            </a:extLst>
          </p:cNvPr>
          <p:cNvSpPr>
            <a:spLocks xmlns:a="http://schemas.openxmlformats.org/drawingml/2006/main" noGrp="1"/>
          </p:cNvSpPr>
          <p:nvPr/>
        </p:nvSpPr>
        <p:spPr>
          <a:xfrm xmlns:a="http://schemas.openxmlformats.org/drawingml/2006/main">
            <a:off x="609600" y="33242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16" name="S27">
            <a:extLst xmlns:a="http://schemas.openxmlformats.org/drawingml/2006/main">
              <a:ext uri="{FF2B5EF4-FFF2-40B4-BE49-F238E27FC236}">
                <a16:creationId xmlns:a16="http://schemas.microsoft.com/office/drawing/2014/main" id="{15AE3F04-3A84-49BB-B175-1C091BB2E806}"/>
              </a:ext>
            </a:extLst>
          </p:cNvPr>
          <p:cNvSpPr>
            <a:spLocks xmlns:a="http://schemas.openxmlformats.org/drawingml/2006/main" noGrp="1"/>
          </p:cNvSpPr>
          <p:nvPr/>
        </p:nvSpPr>
        <p:spPr>
          <a:xfrm xmlns:a="http://schemas.openxmlformats.org/drawingml/2006/main">
            <a:off x="609600" y="33242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S27</a:t>
            </a:r>
          </a:p>
        </p:txBody>
      </p:sp>
      <p:sp>
        <p:nvSpPr>
          <p:cNvPr id="17" name="입력과 기대 결과의 작은 예시">
            <a:extLst xmlns:a="http://schemas.openxmlformats.org/drawingml/2006/main">
              <a:ext uri="{FF2B5EF4-FFF2-40B4-BE49-F238E27FC236}">
                <a16:creationId xmlns:a16="http://schemas.microsoft.com/office/drawing/2014/main" id="{6F7276DD-8201-4F15-914C-665F1B234C5E}"/>
              </a:ext>
            </a:extLst>
          </p:cNvPr>
          <p:cNvSpPr>
            <a:spLocks xmlns:a="http://schemas.openxmlformats.org/drawingml/2006/main" noGrp="1"/>
          </p:cNvSpPr>
          <p:nvPr/>
        </p:nvSpPr>
        <p:spPr>
          <a:xfrm xmlns:a="http://schemas.openxmlformats.org/drawingml/2006/main">
            <a:off x="1714500" y="33242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입력과 기대 결과의 작은 예시</a:t>
            </a:r>
          </a:p>
        </p:txBody>
      </p:sp>
      <p:sp>
        <p:nvSpPr>
          <p:cNvPr id="18" name="">
            <a:extLst xmlns:a="http://schemas.openxmlformats.org/drawingml/2006/main">
              <a:ext uri="{FF2B5EF4-FFF2-40B4-BE49-F238E27FC236}">
                <a16:creationId xmlns:a16="http://schemas.microsoft.com/office/drawing/2014/main" id="{383CB7AF-2918-4975-875B-94580524B282}"/>
              </a:ext>
            </a:extLst>
          </p:cNvPr>
          <p:cNvSpPr>
            <a:spLocks xmlns:a="http://schemas.openxmlformats.org/drawingml/2006/main" noGrp="1"/>
          </p:cNvSpPr>
          <p:nvPr/>
        </p:nvSpPr>
        <p:spPr>
          <a:xfrm xmlns:a="http://schemas.openxmlformats.org/drawingml/2006/main">
            <a:off x="609600" y="39243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19" name="">
            <a:extLst xmlns:a="http://schemas.openxmlformats.org/drawingml/2006/main">
              <a:ext uri="{FF2B5EF4-FFF2-40B4-BE49-F238E27FC236}">
                <a16:creationId xmlns:a16="http://schemas.microsoft.com/office/drawing/2014/main" id="{1EE30F04-77E0-41F0-875E-EAE62967BCE1}"/>
              </a:ext>
            </a:extLst>
          </p:cNvPr>
          <p:cNvSpPr>
            <a:spLocks xmlns:a="http://schemas.openxmlformats.org/drawingml/2006/main" noGrp="1"/>
          </p:cNvSpPr>
          <p:nvPr/>
        </p:nvSpPr>
        <p:spPr>
          <a:xfrm xmlns:a="http://schemas.openxmlformats.org/drawingml/2006/main">
            <a:off x="609600" y="40481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0" name="S28">
            <a:extLst xmlns:a="http://schemas.openxmlformats.org/drawingml/2006/main">
              <a:ext uri="{FF2B5EF4-FFF2-40B4-BE49-F238E27FC236}">
                <a16:creationId xmlns:a16="http://schemas.microsoft.com/office/drawing/2014/main" id="{C3B0C040-F0D7-460C-803C-FE70290D255C}"/>
              </a:ext>
            </a:extLst>
          </p:cNvPr>
          <p:cNvSpPr>
            <a:spLocks xmlns:a="http://schemas.openxmlformats.org/drawingml/2006/main" noGrp="1"/>
          </p:cNvSpPr>
          <p:nvPr/>
        </p:nvSpPr>
        <p:spPr>
          <a:xfrm xmlns:a="http://schemas.openxmlformats.org/drawingml/2006/main">
            <a:off x="609600" y="40481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S28</a:t>
            </a:r>
          </a:p>
        </p:txBody>
      </p:sp>
      <p:sp>
        <p:nvSpPr>
          <p:cNvPr id="21" name="바로 검토할 수 있는 결과 형식">
            <a:extLst xmlns:a="http://schemas.openxmlformats.org/drawingml/2006/main">
              <a:ext uri="{FF2B5EF4-FFF2-40B4-BE49-F238E27FC236}">
                <a16:creationId xmlns:a16="http://schemas.microsoft.com/office/drawing/2014/main" id="{2FF15E99-E2D8-452D-A0DC-76844FDCB9D9}"/>
              </a:ext>
            </a:extLst>
          </p:cNvPr>
          <p:cNvSpPr>
            <a:spLocks xmlns:a="http://schemas.openxmlformats.org/drawingml/2006/main" noGrp="1"/>
          </p:cNvSpPr>
          <p:nvPr/>
        </p:nvSpPr>
        <p:spPr>
          <a:xfrm xmlns:a="http://schemas.openxmlformats.org/drawingml/2006/main">
            <a:off x="1714500" y="40481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바로 검토할 수 있는 결과 형식</a:t>
            </a:r>
          </a:p>
        </p:txBody>
      </p:sp>
      <p:sp>
        <p:nvSpPr>
          <p:cNvPr id="22" name="">
            <a:extLst xmlns:a="http://schemas.openxmlformats.org/drawingml/2006/main">
              <a:ext uri="{FF2B5EF4-FFF2-40B4-BE49-F238E27FC236}">
                <a16:creationId xmlns:a16="http://schemas.microsoft.com/office/drawing/2014/main" id="{06826CDF-04BC-47D2-A2BD-2A073CBD2BBB}"/>
              </a:ext>
            </a:extLst>
          </p:cNvPr>
          <p:cNvSpPr>
            <a:spLocks xmlns:a="http://schemas.openxmlformats.org/drawingml/2006/main" noGrp="1"/>
          </p:cNvSpPr>
          <p:nvPr/>
        </p:nvSpPr>
        <p:spPr>
          <a:xfrm xmlns:a="http://schemas.openxmlformats.org/drawingml/2006/main">
            <a:off x="609600" y="46482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3" name="">
            <a:extLst xmlns:a="http://schemas.openxmlformats.org/drawingml/2006/main">
              <a:ext uri="{FF2B5EF4-FFF2-40B4-BE49-F238E27FC236}">
                <a16:creationId xmlns:a16="http://schemas.microsoft.com/office/drawing/2014/main" id="{88BE91E3-12CA-4562-BF49-47D074A23EF2}"/>
              </a:ext>
            </a:extLst>
          </p:cNvPr>
          <p:cNvSpPr>
            <a:spLocks xmlns:a="http://schemas.openxmlformats.org/drawingml/2006/main" noGrp="1"/>
          </p:cNvSpPr>
          <p:nvPr/>
        </p:nvSpPr>
        <p:spPr>
          <a:xfrm xmlns:a="http://schemas.openxmlformats.org/drawingml/2006/main">
            <a:off x="609600" y="47720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4" name="S29">
            <a:extLst xmlns:a="http://schemas.openxmlformats.org/drawingml/2006/main">
              <a:ext uri="{FF2B5EF4-FFF2-40B4-BE49-F238E27FC236}">
                <a16:creationId xmlns:a16="http://schemas.microsoft.com/office/drawing/2014/main" id="{96A62D36-7566-40D7-9E21-5A500B637D02}"/>
              </a:ext>
            </a:extLst>
          </p:cNvPr>
          <p:cNvSpPr>
            <a:spLocks xmlns:a="http://schemas.openxmlformats.org/drawingml/2006/main" noGrp="1"/>
          </p:cNvSpPr>
          <p:nvPr/>
        </p:nvSpPr>
        <p:spPr>
          <a:xfrm xmlns:a="http://schemas.openxmlformats.org/drawingml/2006/main">
            <a:off x="609600" y="47720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S29</a:t>
            </a:r>
          </a:p>
        </p:txBody>
      </p:sp>
      <p:sp>
        <p:nvSpPr>
          <p:cNvPr id="25" name="근거가 있는 설명과 미확인의 구분">
            <a:extLst xmlns:a="http://schemas.openxmlformats.org/drawingml/2006/main">
              <a:ext uri="{FF2B5EF4-FFF2-40B4-BE49-F238E27FC236}">
                <a16:creationId xmlns:a16="http://schemas.microsoft.com/office/drawing/2014/main" id="{89959376-FAF4-413B-998A-7A9A2414AC63}"/>
              </a:ext>
            </a:extLst>
          </p:cNvPr>
          <p:cNvSpPr>
            <a:spLocks xmlns:a="http://schemas.openxmlformats.org/drawingml/2006/main" noGrp="1"/>
          </p:cNvSpPr>
          <p:nvPr/>
        </p:nvSpPr>
        <p:spPr>
          <a:xfrm xmlns:a="http://schemas.openxmlformats.org/drawingml/2006/main">
            <a:off x="1714500" y="47720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근거가 있는 설명과 미확인의 구분</a:t>
            </a:r>
          </a:p>
        </p:txBody>
      </p:sp>
      <p:sp>
        <p:nvSpPr>
          <p:cNvPr id="26" name="">
            <a:extLst xmlns:a="http://schemas.openxmlformats.org/drawingml/2006/main">
              <a:ext uri="{FF2B5EF4-FFF2-40B4-BE49-F238E27FC236}">
                <a16:creationId xmlns:a16="http://schemas.microsoft.com/office/drawing/2014/main" id="{976331E0-A332-4555-B297-6801F98DC7C8}"/>
              </a:ext>
            </a:extLst>
          </p:cNvPr>
          <p:cNvSpPr>
            <a:spLocks xmlns:a="http://schemas.openxmlformats.org/drawingml/2006/main" noGrp="1"/>
          </p:cNvSpPr>
          <p:nvPr/>
        </p:nvSpPr>
        <p:spPr>
          <a:xfrm xmlns:a="http://schemas.openxmlformats.org/drawingml/2006/main">
            <a:off x="6324600" y="24765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27" name="">
            <a:extLst xmlns:a="http://schemas.openxmlformats.org/drawingml/2006/main">
              <a:ext uri="{FF2B5EF4-FFF2-40B4-BE49-F238E27FC236}">
                <a16:creationId xmlns:a16="http://schemas.microsoft.com/office/drawing/2014/main" id="{855AA389-0CC6-4D09-AFFC-372E226117E1}"/>
              </a:ext>
            </a:extLst>
          </p:cNvPr>
          <p:cNvSpPr>
            <a:spLocks xmlns:a="http://schemas.openxmlformats.org/drawingml/2006/main" noGrp="1"/>
          </p:cNvSpPr>
          <p:nvPr/>
        </p:nvSpPr>
        <p:spPr>
          <a:xfrm xmlns:a="http://schemas.openxmlformats.org/drawingml/2006/main">
            <a:off x="6324600" y="26003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28" name="S30">
            <a:extLst xmlns:a="http://schemas.openxmlformats.org/drawingml/2006/main">
              <a:ext uri="{FF2B5EF4-FFF2-40B4-BE49-F238E27FC236}">
                <a16:creationId xmlns:a16="http://schemas.microsoft.com/office/drawing/2014/main" id="{9E84E8BE-BBD9-455F-8A06-CE42AC1756E7}"/>
              </a:ext>
            </a:extLst>
          </p:cNvPr>
          <p:cNvSpPr>
            <a:spLocks xmlns:a="http://schemas.openxmlformats.org/drawingml/2006/main" noGrp="1"/>
          </p:cNvSpPr>
          <p:nvPr/>
        </p:nvSpPr>
        <p:spPr>
          <a:xfrm xmlns:a="http://schemas.openxmlformats.org/drawingml/2006/main">
            <a:off x="6324600" y="26003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S30</a:t>
            </a:r>
          </a:p>
        </p:txBody>
      </p:sp>
      <p:sp>
        <p:nvSpPr>
          <p:cNvPr id="29" name="결과를 바꾸는 결정에서 확인 질문">
            <a:extLst xmlns:a="http://schemas.openxmlformats.org/drawingml/2006/main">
              <a:ext uri="{FF2B5EF4-FFF2-40B4-BE49-F238E27FC236}">
                <a16:creationId xmlns:a16="http://schemas.microsoft.com/office/drawing/2014/main" id="{B300FBA3-DDB2-4530-AF49-8BEB8CE9AB91}"/>
              </a:ext>
            </a:extLst>
          </p:cNvPr>
          <p:cNvSpPr>
            <a:spLocks xmlns:a="http://schemas.openxmlformats.org/drawingml/2006/main" noGrp="1"/>
          </p:cNvSpPr>
          <p:nvPr/>
        </p:nvSpPr>
        <p:spPr>
          <a:xfrm xmlns:a="http://schemas.openxmlformats.org/drawingml/2006/main">
            <a:off x="7429500" y="26003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결과를 바꾸는 결정에서 확인 질문</a:t>
            </a:r>
          </a:p>
        </p:txBody>
      </p:sp>
      <p:sp>
        <p:nvSpPr>
          <p:cNvPr id="30" name="">
            <a:extLst xmlns:a="http://schemas.openxmlformats.org/drawingml/2006/main">
              <a:ext uri="{FF2B5EF4-FFF2-40B4-BE49-F238E27FC236}">
                <a16:creationId xmlns:a16="http://schemas.microsoft.com/office/drawing/2014/main" id="{E0D4E7D9-CB0E-4B63-B9A8-4B3766615F3A}"/>
              </a:ext>
            </a:extLst>
          </p:cNvPr>
          <p:cNvSpPr>
            <a:spLocks xmlns:a="http://schemas.openxmlformats.org/drawingml/2006/main" noGrp="1"/>
          </p:cNvSpPr>
          <p:nvPr/>
        </p:nvSpPr>
        <p:spPr>
          <a:xfrm xmlns:a="http://schemas.openxmlformats.org/drawingml/2006/main">
            <a:off x="6324600" y="32004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1" name="">
            <a:extLst xmlns:a="http://schemas.openxmlformats.org/drawingml/2006/main">
              <a:ext uri="{FF2B5EF4-FFF2-40B4-BE49-F238E27FC236}">
                <a16:creationId xmlns:a16="http://schemas.microsoft.com/office/drawing/2014/main" id="{F92A0170-B0F7-4898-A0B9-4C872135C060}"/>
              </a:ext>
            </a:extLst>
          </p:cNvPr>
          <p:cNvSpPr>
            <a:spLocks xmlns:a="http://schemas.openxmlformats.org/drawingml/2006/main" noGrp="1"/>
          </p:cNvSpPr>
          <p:nvPr/>
        </p:nvSpPr>
        <p:spPr>
          <a:xfrm xmlns:a="http://schemas.openxmlformats.org/drawingml/2006/main">
            <a:off x="6324600" y="33242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2" name="S31">
            <a:extLst xmlns:a="http://schemas.openxmlformats.org/drawingml/2006/main">
              <a:ext uri="{FF2B5EF4-FFF2-40B4-BE49-F238E27FC236}">
                <a16:creationId xmlns:a16="http://schemas.microsoft.com/office/drawing/2014/main" id="{7F687B91-9B40-4F44-AE19-1D60CE7C3B9B}"/>
              </a:ext>
            </a:extLst>
          </p:cNvPr>
          <p:cNvSpPr>
            <a:spLocks xmlns:a="http://schemas.openxmlformats.org/drawingml/2006/main" noGrp="1"/>
          </p:cNvSpPr>
          <p:nvPr/>
        </p:nvSpPr>
        <p:spPr>
          <a:xfrm xmlns:a="http://schemas.openxmlformats.org/drawingml/2006/main">
            <a:off x="6324600" y="33242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S31</a:t>
            </a:r>
          </a:p>
        </p:txBody>
      </p:sp>
      <p:sp>
        <p:nvSpPr>
          <p:cNvPr id="33" name="큰 작업을 검토할 결과물로 나누기">
            <a:extLst xmlns:a="http://schemas.openxmlformats.org/drawingml/2006/main">
              <a:ext uri="{FF2B5EF4-FFF2-40B4-BE49-F238E27FC236}">
                <a16:creationId xmlns:a16="http://schemas.microsoft.com/office/drawing/2014/main" id="{98F57F50-A00A-4F82-BD9E-7D0A713FA3B8}"/>
              </a:ext>
            </a:extLst>
          </p:cNvPr>
          <p:cNvSpPr>
            <a:spLocks xmlns:a="http://schemas.openxmlformats.org/drawingml/2006/main" noGrp="1"/>
          </p:cNvSpPr>
          <p:nvPr/>
        </p:nvSpPr>
        <p:spPr>
          <a:xfrm xmlns:a="http://schemas.openxmlformats.org/drawingml/2006/main">
            <a:off x="7429500" y="33242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큰 작업을 검토할 결과물로 나누기</a:t>
            </a:r>
          </a:p>
        </p:txBody>
      </p:sp>
      <p:sp>
        <p:nvSpPr>
          <p:cNvPr id="34" name="">
            <a:extLst xmlns:a="http://schemas.openxmlformats.org/drawingml/2006/main">
              <a:ext uri="{FF2B5EF4-FFF2-40B4-BE49-F238E27FC236}">
                <a16:creationId xmlns:a16="http://schemas.microsoft.com/office/drawing/2014/main" id="{5E5C298F-5D98-48A7-B65D-D74A54F0444F}"/>
              </a:ext>
            </a:extLst>
          </p:cNvPr>
          <p:cNvSpPr>
            <a:spLocks xmlns:a="http://schemas.openxmlformats.org/drawingml/2006/main" noGrp="1"/>
          </p:cNvSpPr>
          <p:nvPr/>
        </p:nvSpPr>
        <p:spPr>
          <a:xfrm xmlns:a="http://schemas.openxmlformats.org/drawingml/2006/main">
            <a:off x="6324600" y="39243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5" name="">
            <a:extLst xmlns:a="http://schemas.openxmlformats.org/drawingml/2006/main">
              <a:ext uri="{FF2B5EF4-FFF2-40B4-BE49-F238E27FC236}">
                <a16:creationId xmlns:a16="http://schemas.microsoft.com/office/drawing/2014/main" id="{D8F6A60B-BB48-4605-ACD4-4BE67A0DA808}"/>
              </a:ext>
            </a:extLst>
          </p:cNvPr>
          <p:cNvSpPr>
            <a:spLocks xmlns:a="http://schemas.openxmlformats.org/drawingml/2006/main" noGrp="1"/>
          </p:cNvSpPr>
          <p:nvPr/>
        </p:nvSpPr>
        <p:spPr>
          <a:xfrm xmlns:a="http://schemas.openxmlformats.org/drawingml/2006/main">
            <a:off x="6324600" y="40481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36" name="S32">
            <a:extLst xmlns:a="http://schemas.openxmlformats.org/drawingml/2006/main">
              <a:ext uri="{FF2B5EF4-FFF2-40B4-BE49-F238E27FC236}">
                <a16:creationId xmlns:a16="http://schemas.microsoft.com/office/drawing/2014/main" id="{0BBBE965-A742-494A-958B-D6BB09761B0E}"/>
              </a:ext>
            </a:extLst>
          </p:cNvPr>
          <p:cNvSpPr>
            <a:spLocks xmlns:a="http://schemas.openxmlformats.org/drawingml/2006/main" noGrp="1"/>
          </p:cNvSpPr>
          <p:nvPr/>
        </p:nvSpPr>
        <p:spPr>
          <a:xfrm xmlns:a="http://schemas.openxmlformats.org/drawingml/2006/main">
            <a:off x="6324600" y="40481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S32</a:t>
            </a:r>
          </a:p>
        </p:txBody>
      </p:sp>
      <p:sp>
        <p:nvSpPr>
          <p:cNvPr id="37" name="기준을 지정한 코드 리뷰 요청">
            <a:extLst xmlns:a="http://schemas.openxmlformats.org/drawingml/2006/main">
              <a:ext uri="{FF2B5EF4-FFF2-40B4-BE49-F238E27FC236}">
                <a16:creationId xmlns:a16="http://schemas.microsoft.com/office/drawing/2014/main" id="{F99BE2A0-EB9F-4FCF-9E52-93D16601FBA0}"/>
              </a:ext>
            </a:extLst>
          </p:cNvPr>
          <p:cNvSpPr>
            <a:spLocks xmlns:a="http://schemas.openxmlformats.org/drawingml/2006/main" noGrp="1"/>
          </p:cNvSpPr>
          <p:nvPr/>
        </p:nvSpPr>
        <p:spPr>
          <a:xfrm xmlns:a="http://schemas.openxmlformats.org/drawingml/2006/main">
            <a:off x="7429500" y="40481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기준을 지정한 코드 리뷰 요청</a:t>
            </a:r>
          </a:p>
        </p:txBody>
      </p:sp>
      <p:sp>
        <p:nvSpPr>
          <p:cNvPr id="38" name="">
            <a:extLst xmlns:a="http://schemas.openxmlformats.org/drawingml/2006/main">
              <a:ext uri="{FF2B5EF4-FFF2-40B4-BE49-F238E27FC236}">
                <a16:creationId xmlns:a16="http://schemas.microsoft.com/office/drawing/2014/main" id="{1A71FC77-A322-4DF6-A1B1-9A481CB0316C}"/>
              </a:ext>
            </a:extLst>
          </p:cNvPr>
          <p:cNvSpPr>
            <a:spLocks xmlns:a="http://schemas.openxmlformats.org/drawingml/2006/main" noGrp="1"/>
          </p:cNvSpPr>
          <p:nvPr/>
        </p:nvSpPr>
        <p:spPr>
          <a:xfrm xmlns:a="http://schemas.openxmlformats.org/drawingml/2006/main">
            <a:off x="6324600" y="4648200"/>
            <a:ext cx="5257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39" name="">
            <a:extLst xmlns:a="http://schemas.openxmlformats.org/drawingml/2006/main">
              <a:ext uri="{FF2B5EF4-FFF2-40B4-BE49-F238E27FC236}">
                <a16:creationId xmlns:a16="http://schemas.microsoft.com/office/drawing/2014/main" id="{C7ECB7D8-BB47-4505-9C6D-8FE18F4F0C8E}"/>
              </a:ext>
            </a:extLst>
          </p:cNvPr>
          <p:cNvSpPr>
            <a:spLocks xmlns:a="http://schemas.openxmlformats.org/drawingml/2006/main" noGrp="1"/>
          </p:cNvSpPr>
          <p:nvPr/>
        </p:nvSpPr>
        <p:spPr>
          <a:xfrm xmlns:a="http://schemas.openxmlformats.org/drawingml/2006/main">
            <a:off x="6324600" y="4772025"/>
            <a:ext cx="895350" cy="428625"/>
          </a:xfrm>
          <a:prstGeom xmlns:a="http://schemas.openxmlformats.org/drawingml/2006/main" prst="rect">
            <a:avLst/>
          </a:prstGeom>
          <a:solidFill xmlns:a="http://schemas.openxmlformats.org/drawingml/2006/main">
            <a:srgbClr val="E0EFF0"/>
          </a:solidFill>
          <a:ln xmlns:a="http://schemas.openxmlformats.org/drawingml/2006/main" w="0">
            <a:noFill/>
            <a:prstDash val="solid"/>
          </a:ln>
        </p:spPr>
      </p:sp>
      <p:sp>
        <p:nvSpPr>
          <p:cNvPr id="40" name="S33">
            <a:extLst xmlns:a="http://schemas.openxmlformats.org/drawingml/2006/main">
              <a:ext uri="{FF2B5EF4-FFF2-40B4-BE49-F238E27FC236}">
                <a16:creationId xmlns:a16="http://schemas.microsoft.com/office/drawing/2014/main" id="{162DE7E7-15E9-4DC4-AE54-CA4266813F62}"/>
              </a:ext>
            </a:extLst>
          </p:cNvPr>
          <p:cNvSpPr>
            <a:spLocks xmlns:a="http://schemas.openxmlformats.org/drawingml/2006/main" noGrp="1"/>
          </p:cNvSpPr>
          <p:nvPr/>
        </p:nvSpPr>
        <p:spPr>
          <a:xfrm xmlns:a="http://schemas.openxmlformats.org/drawingml/2006/main">
            <a:off x="6324600" y="4772025"/>
            <a:ext cx="895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0B6172"/>
                </a:solidFill>
                <a:latin typeface="Malgun Gothic"/>
                <a:ea typeface="Malgun Gothic"/>
                <a:cs typeface="Malgun Gothic"/>
              </a:defRPr>
            </a:defPPr>
            <a:lvl1pPr algn="ctr">
              <a:defRPr sz="2100" b="1">
                <a:solidFill>
                  <a:srgbClr val="0B6172"/>
                </a:solidFill>
                <a:latin typeface="Malgun Gothic"/>
                <a:ea typeface="Malgun Gothic"/>
                <a:cs typeface="Malgun Gothic"/>
              </a:defRPr>
            </a:lvl1pPr>
            <a:lvl2pPr algn="ctr">
              <a:defRPr sz="2100" b="1">
                <a:solidFill>
                  <a:srgbClr val="0B6172"/>
                </a:solidFill>
                <a:latin typeface="Malgun Gothic"/>
                <a:ea typeface="Malgun Gothic"/>
                <a:cs typeface="Malgun Gothic"/>
              </a:defRPr>
            </a:lvl2pPr>
            <a:lvl3pPr algn="ctr">
              <a:defRPr sz="2100" b="1">
                <a:solidFill>
                  <a:srgbClr val="0B6172"/>
                </a:solidFill>
                <a:latin typeface="Malgun Gothic"/>
                <a:ea typeface="Malgun Gothic"/>
                <a:cs typeface="Malgun Gothic"/>
              </a:defRPr>
            </a:lvl3pPr>
            <a:lvl4pPr algn="ctr">
              <a:defRPr sz="2100" b="1">
                <a:solidFill>
                  <a:srgbClr val="0B6172"/>
                </a:solidFill>
                <a:latin typeface="Malgun Gothic"/>
                <a:ea typeface="Malgun Gothic"/>
                <a:cs typeface="Malgun Gothic"/>
              </a:defRPr>
            </a:lvl4pPr>
            <a:lvl5pPr algn="ctr">
              <a:defRPr sz="2100" b="1">
                <a:solidFill>
                  <a:srgbClr val="0B6172"/>
                </a:solidFill>
                <a:latin typeface="Malgun Gothic"/>
                <a:ea typeface="Malgun Gothic"/>
                <a:cs typeface="Malgun Gothic"/>
              </a:defRPr>
            </a:lvl5pPr>
            <a:lvl6pPr algn="ctr">
              <a:defRPr sz="2100" b="1">
                <a:solidFill>
                  <a:srgbClr val="0B6172"/>
                </a:solidFill>
                <a:latin typeface="Malgun Gothic"/>
                <a:ea typeface="Malgun Gothic"/>
                <a:cs typeface="Malgun Gothic"/>
              </a:defRPr>
            </a:lvl6pPr>
            <a:lvl7pPr algn="ctr">
              <a:defRPr sz="2100" b="1">
                <a:solidFill>
                  <a:srgbClr val="0B6172"/>
                </a:solidFill>
                <a:latin typeface="Malgun Gothic"/>
                <a:ea typeface="Malgun Gothic"/>
                <a:cs typeface="Malgun Gothic"/>
              </a:defRPr>
            </a:lvl7pPr>
            <a:lvl8pPr algn="ctr">
              <a:defRPr sz="2100" b="1">
                <a:solidFill>
                  <a:srgbClr val="0B6172"/>
                </a:solidFill>
                <a:latin typeface="Malgun Gothic"/>
                <a:ea typeface="Malgun Gothic"/>
                <a:cs typeface="Malgun Gothic"/>
              </a:defRPr>
            </a:lvl8pPr>
            <a:lvl9pPr algn="ctr">
              <a:defRPr sz="2100" b="1">
                <a:solidFill>
                  <a:srgbClr val="0B6172"/>
                </a:solidFill>
                <a:latin typeface="Malgun Gothic"/>
                <a:ea typeface="Malgun Gothic"/>
                <a:cs typeface="Malgun Gothic"/>
              </a:defRPr>
            </a:lvl9pPr>
          </a:lstStyle>
          <a:p xmlns:a="http://schemas.openxmlformats.org/drawingml/2006/main">
            <a:pPr algn="ctr">
              <a:defRPr sz="2100" b="1">
                <a:solidFill>
                  <a:srgbClr val="0B6172"/>
                </a:solidFill>
                <a:latin typeface="Malgun Gothic"/>
                <a:ea typeface="Malgun Gothic"/>
                <a:cs typeface="Malgun Gothic"/>
              </a:defRPr>
            </a:pPr>
            <a:r>
              <a:rPr sz="2100" b="1">
                <a:solidFill>
                  <a:srgbClr val="0B6172"/>
                </a:solidFill>
                <a:latin typeface="Malgun Gothic"/>
                <a:ea typeface="Malgun Gothic"/>
                <a:cs typeface="Malgun Gothic"/>
              </a:rPr>
              <a:t>S33</a:t>
            </a:r>
          </a:p>
        </p:txBody>
      </p:sp>
      <p:sp>
        <p:nvSpPr>
          <p:cNvPr id="41" name="구체적인 근거로 수정 방향 피드백">
            <a:extLst xmlns:a="http://schemas.openxmlformats.org/drawingml/2006/main">
              <a:ext uri="{FF2B5EF4-FFF2-40B4-BE49-F238E27FC236}">
                <a16:creationId xmlns:a16="http://schemas.microsoft.com/office/drawing/2014/main" id="{E1CE937D-B236-4E07-B2F9-1ABA58BF762A}"/>
              </a:ext>
            </a:extLst>
          </p:cNvPr>
          <p:cNvSpPr>
            <a:spLocks xmlns:a="http://schemas.openxmlformats.org/drawingml/2006/main" noGrp="1"/>
          </p:cNvSpPr>
          <p:nvPr/>
        </p:nvSpPr>
        <p:spPr>
          <a:xfrm xmlns:a="http://schemas.openxmlformats.org/drawingml/2006/main">
            <a:off x="7429500" y="4772025"/>
            <a:ext cx="4152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1">
                <a:solidFill>
                  <a:srgbClr val="17212B"/>
                </a:solidFill>
                <a:latin typeface="Malgun Gothic"/>
                <a:ea typeface="Malgun Gothic"/>
                <a:cs typeface="Malgun Gothic"/>
              </a:defRPr>
            </a:defPPr>
            <a:lvl1pPr algn="l">
              <a:defRPr sz="1875" b="1">
                <a:solidFill>
                  <a:srgbClr val="17212B"/>
                </a:solidFill>
                <a:latin typeface="Malgun Gothic"/>
                <a:ea typeface="Malgun Gothic"/>
                <a:cs typeface="Malgun Gothic"/>
              </a:defRPr>
            </a:lvl1pPr>
            <a:lvl2pPr algn="l">
              <a:defRPr sz="1875" b="1">
                <a:solidFill>
                  <a:srgbClr val="17212B"/>
                </a:solidFill>
                <a:latin typeface="Malgun Gothic"/>
                <a:ea typeface="Malgun Gothic"/>
                <a:cs typeface="Malgun Gothic"/>
              </a:defRPr>
            </a:lvl2pPr>
            <a:lvl3pPr algn="l">
              <a:defRPr sz="1875" b="1">
                <a:solidFill>
                  <a:srgbClr val="17212B"/>
                </a:solidFill>
                <a:latin typeface="Malgun Gothic"/>
                <a:ea typeface="Malgun Gothic"/>
                <a:cs typeface="Malgun Gothic"/>
              </a:defRPr>
            </a:lvl3pPr>
            <a:lvl4pPr algn="l">
              <a:defRPr sz="1875" b="1">
                <a:solidFill>
                  <a:srgbClr val="17212B"/>
                </a:solidFill>
                <a:latin typeface="Malgun Gothic"/>
                <a:ea typeface="Malgun Gothic"/>
                <a:cs typeface="Malgun Gothic"/>
              </a:defRPr>
            </a:lvl4pPr>
            <a:lvl5pPr algn="l">
              <a:defRPr sz="1875" b="1">
                <a:solidFill>
                  <a:srgbClr val="17212B"/>
                </a:solidFill>
                <a:latin typeface="Malgun Gothic"/>
                <a:ea typeface="Malgun Gothic"/>
                <a:cs typeface="Malgun Gothic"/>
              </a:defRPr>
            </a:lvl5pPr>
            <a:lvl6pPr algn="l">
              <a:defRPr sz="1875" b="1">
                <a:solidFill>
                  <a:srgbClr val="17212B"/>
                </a:solidFill>
                <a:latin typeface="Malgun Gothic"/>
                <a:ea typeface="Malgun Gothic"/>
                <a:cs typeface="Malgun Gothic"/>
              </a:defRPr>
            </a:lvl6pPr>
            <a:lvl7pPr algn="l">
              <a:defRPr sz="1875" b="1">
                <a:solidFill>
                  <a:srgbClr val="17212B"/>
                </a:solidFill>
                <a:latin typeface="Malgun Gothic"/>
                <a:ea typeface="Malgun Gothic"/>
                <a:cs typeface="Malgun Gothic"/>
              </a:defRPr>
            </a:lvl7pPr>
            <a:lvl8pPr algn="l">
              <a:defRPr sz="1875" b="1">
                <a:solidFill>
                  <a:srgbClr val="17212B"/>
                </a:solidFill>
                <a:latin typeface="Malgun Gothic"/>
                <a:ea typeface="Malgun Gothic"/>
                <a:cs typeface="Malgun Gothic"/>
              </a:defRPr>
            </a:lvl8pPr>
            <a:lvl9pPr algn="l">
              <a:defRPr sz="1875" b="1">
                <a:solidFill>
                  <a:srgbClr val="17212B"/>
                </a:solidFill>
                <a:latin typeface="Malgun Gothic"/>
                <a:ea typeface="Malgun Gothic"/>
                <a:cs typeface="Malgun Gothic"/>
              </a:defRPr>
            </a:lvl9pPr>
          </a:lstStyle>
          <a:p xmlns:a="http://schemas.openxmlformats.org/drawingml/2006/main">
            <a:pPr algn="l">
              <a:defRPr sz="1875" b="1">
                <a:solidFill>
                  <a:srgbClr val="17212B"/>
                </a:solidFill>
                <a:latin typeface="Malgun Gothic"/>
                <a:ea typeface="Malgun Gothic"/>
                <a:cs typeface="Malgun Gothic"/>
              </a:defRPr>
            </a:pPr>
            <a:r>
              <a:rPr sz="1875" b="1">
                <a:solidFill>
                  <a:srgbClr val="17212B"/>
                </a:solidFill>
                <a:latin typeface="Malgun Gothic"/>
                <a:ea typeface="Malgun Gothic"/>
                <a:cs typeface="Malgun Gothic"/>
              </a:rPr>
              <a:t>구체적인 근거로 수정 방향 피드백</a:t>
            </a:r>
          </a:p>
        </p:txBody>
      </p:sp>
      <p:sp>
        <p:nvSpPr>
          <p:cNvPr id="42" name="Legacy module connection">
            <a:extLst xmlns:a="http://schemas.openxmlformats.org/drawingml/2006/main">
              <a:ext uri="{FF2B5EF4-FFF2-40B4-BE49-F238E27FC236}">
                <a16:creationId xmlns:a16="http://schemas.microsoft.com/office/drawing/2014/main" id="{840058D6-B8C6-4A6C-AE29-369AE95B2D4A}"/>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찾아보기</a:t>
            </a:r>
          </a:p>
        </p:txBody>
      </p:sp>
    </p:spTree>
    <p:extLst>
      <p:ext uri="{BB962C8B-B14F-4D97-AF65-F5344CB8AC3E}">
        <p14:creationId xmlns:p14="http://schemas.microsoft.com/office/powerpoint/2010/main" val="1657322323"/>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4" name="ACT 1 · 반복해서 쓰는 정보 돌아보기">
            <a:extLst xmlns:a="http://schemas.openxmlformats.org/drawingml/2006/main">
              <a:ext uri="{FF2B5EF4-FFF2-40B4-BE49-F238E27FC236}">
                <a16:creationId xmlns:a16="http://schemas.microsoft.com/office/drawing/2014/main" id="{45B734B5-C84C-4F96-9F90-95A5E2E4C3FC}"/>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반복해서 쓰는 정보 돌아보기</a:t>
            </a:r>
          </a:p>
        </p:txBody>
      </p:sp>
      <p:sp>
        <p:nvSpPr>
          <p:cNvPr id="2" name="S35">
            <a:extLst xmlns:a="http://schemas.openxmlformats.org/drawingml/2006/main">
              <a:ext uri="{FF2B5EF4-FFF2-40B4-BE49-F238E27FC236}">
                <a16:creationId xmlns:a16="http://schemas.microsoft.com/office/drawing/2014/main" id="{00EFDF25-EDE0-4C81-851B-90E06268ADD7}"/>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S35</a:t>
            </a:r>
          </a:p>
        </p:txBody>
      </p:sp>
      <p:sp>
        <p:nvSpPr>
          <p:cNvPr id="3" name="이번 Task인가,&#10;계속 유지할 Project 정보인가?">
            <a:extLst xmlns:a="http://schemas.openxmlformats.org/drawingml/2006/main">
              <a:ext uri="{FF2B5EF4-FFF2-40B4-BE49-F238E27FC236}">
                <a16:creationId xmlns:a16="http://schemas.microsoft.com/office/drawing/2014/main" id="{BA759B1A-B66F-4CDA-845D-B2ED2FCE13C6}"/>
              </a:ext>
            </a:extLst>
          </p:cNvPr>
          <p:cNvSpPr>
            <a:spLocks xmlns:a="http://schemas.openxmlformats.org/drawingml/2006/main" noGrp="1"/>
          </p:cNvSpPr>
          <p:nvPr/>
        </p:nvSpPr>
        <p:spPr>
          <a:xfrm xmlns:a="http://schemas.openxmlformats.org/drawingml/2006/main">
            <a:off x="609600" y="800100"/>
            <a:ext cx="109728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450" b="1">
                <a:solidFill>
                  <a:srgbClr val="17212B"/>
                </a:solidFill>
                <a:latin typeface="Malgun Gothic"/>
                <a:ea typeface="Malgun Gothic"/>
                <a:cs typeface="Malgun Gothic"/>
              </a:defRPr>
            </a:defPPr>
            <a:lvl1pPr algn="l">
              <a:defRPr sz="3450" b="1">
                <a:solidFill>
                  <a:srgbClr val="17212B"/>
                </a:solidFill>
                <a:latin typeface="Malgun Gothic"/>
                <a:ea typeface="Malgun Gothic"/>
                <a:cs typeface="Malgun Gothic"/>
              </a:defRPr>
            </a:lvl1pPr>
            <a:lvl2pPr algn="l">
              <a:defRPr sz="3450" b="1">
                <a:solidFill>
                  <a:srgbClr val="17212B"/>
                </a:solidFill>
                <a:latin typeface="Malgun Gothic"/>
                <a:ea typeface="Malgun Gothic"/>
                <a:cs typeface="Malgun Gothic"/>
              </a:defRPr>
            </a:lvl2pPr>
            <a:lvl3pPr algn="l">
              <a:defRPr sz="3450" b="1">
                <a:solidFill>
                  <a:srgbClr val="17212B"/>
                </a:solidFill>
                <a:latin typeface="Malgun Gothic"/>
                <a:ea typeface="Malgun Gothic"/>
                <a:cs typeface="Malgun Gothic"/>
              </a:defRPr>
            </a:lvl3pPr>
            <a:lvl4pPr algn="l">
              <a:defRPr sz="3450" b="1">
                <a:solidFill>
                  <a:srgbClr val="17212B"/>
                </a:solidFill>
                <a:latin typeface="Malgun Gothic"/>
                <a:ea typeface="Malgun Gothic"/>
                <a:cs typeface="Malgun Gothic"/>
              </a:defRPr>
            </a:lvl4pPr>
            <a:lvl5pPr algn="l">
              <a:defRPr sz="3450" b="1">
                <a:solidFill>
                  <a:srgbClr val="17212B"/>
                </a:solidFill>
                <a:latin typeface="Malgun Gothic"/>
                <a:ea typeface="Malgun Gothic"/>
                <a:cs typeface="Malgun Gothic"/>
              </a:defRPr>
            </a:lvl5pPr>
            <a:lvl6pPr algn="l">
              <a:defRPr sz="3450" b="1">
                <a:solidFill>
                  <a:srgbClr val="17212B"/>
                </a:solidFill>
                <a:latin typeface="Malgun Gothic"/>
                <a:ea typeface="Malgun Gothic"/>
                <a:cs typeface="Malgun Gothic"/>
              </a:defRPr>
            </a:lvl6pPr>
            <a:lvl7pPr algn="l">
              <a:defRPr sz="3450" b="1">
                <a:solidFill>
                  <a:srgbClr val="17212B"/>
                </a:solidFill>
                <a:latin typeface="Malgun Gothic"/>
                <a:ea typeface="Malgun Gothic"/>
                <a:cs typeface="Malgun Gothic"/>
              </a:defRPr>
            </a:lvl7pPr>
            <a:lvl8pPr algn="l">
              <a:defRPr sz="3450" b="1">
                <a:solidFill>
                  <a:srgbClr val="17212B"/>
                </a:solidFill>
                <a:latin typeface="Malgun Gothic"/>
                <a:ea typeface="Malgun Gothic"/>
                <a:cs typeface="Malgun Gothic"/>
              </a:defRPr>
            </a:lvl8pPr>
            <a:lvl9pPr algn="l">
              <a:defRPr sz="3450" b="1">
                <a:solidFill>
                  <a:srgbClr val="17212B"/>
                </a:solidFill>
                <a:latin typeface="Malgun Gothic"/>
                <a:ea typeface="Malgun Gothic"/>
                <a:cs typeface="Malgun Gothic"/>
              </a:defRPr>
            </a:lvl9pPr>
          </a:lstStyle>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이번 Task인가,</a:t>
            </a:r>
          </a:p>
          <a:p xmlns:a="http://schemas.openxmlformats.org/drawingml/2006/main">
            <a:pPr algn="l">
              <a:defRPr sz="3450" b="1">
                <a:solidFill>
                  <a:srgbClr val="17212B"/>
                </a:solidFill>
                <a:latin typeface="Malgun Gothic"/>
                <a:ea typeface="Malgun Gothic"/>
                <a:cs typeface="Malgun Gothic"/>
              </a:defRPr>
            </a:pPr>
            <a:r>
              <a:rPr sz="3450" b="1">
                <a:solidFill>
                  <a:srgbClr val="17212B"/>
                </a:solidFill>
                <a:latin typeface="Malgun Gothic"/>
                <a:ea typeface="Malgun Gothic"/>
                <a:cs typeface="Malgun Gothic"/>
              </a:rPr>
              <a:t>계속 유지할 Project 정보인가?</a:t>
            </a:r>
          </a:p>
        </p:txBody>
      </p:sp>
      <p:sp>
        <p:nvSpPr>
          <p:cNvPr id="4" name="">
            <a:extLst xmlns:a="http://schemas.openxmlformats.org/drawingml/2006/main">
              <a:ext uri="{FF2B5EF4-FFF2-40B4-BE49-F238E27FC236}">
                <a16:creationId xmlns:a16="http://schemas.microsoft.com/office/drawing/2014/main" id="{9017F727-73CB-4390-8574-73896102445C}"/>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9525">
            <a:solidFill>
              <a:srgbClr val="C7D0DA"/>
            </a:solidFill>
            <a:prstDash val="solid"/>
          </a:ln>
        </p:spPr>
      </p:sp>
      <p:sp>
        <p:nvSpPr>
          <p:cNvPr id="5" name="생각해 보기 · 이 과정의 교육 모델">
            <a:extLst xmlns:a="http://schemas.openxmlformats.org/drawingml/2006/main">
              <a:ext uri="{FF2B5EF4-FFF2-40B4-BE49-F238E27FC236}">
                <a16:creationId xmlns:a16="http://schemas.microsoft.com/office/drawing/2014/main" id="{3E334046-3B3A-4FC0-9A3B-CE73AF63E18E}"/>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4D5A68"/>
                </a:solidFill>
                <a:latin typeface="Malgun Gothic"/>
                <a:ea typeface="Malgun Gothic"/>
                <a:cs typeface="Malgun Gothic"/>
              </a:defRPr>
            </a:defPPr>
            <a:lvl1pPr algn="l">
              <a:defRPr sz="1425" b="1">
                <a:solidFill>
                  <a:srgbClr val="4D5A68"/>
                </a:solidFill>
                <a:latin typeface="Malgun Gothic"/>
                <a:ea typeface="Malgun Gothic"/>
                <a:cs typeface="Malgun Gothic"/>
              </a:defRPr>
            </a:lvl1pPr>
            <a:lvl2pPr algn="l">
              <a:defRPr sz="1425" b="1">
                <a:solidFill>
                  <a:srgbClr val="4D5A68"/>
                </a:solidFill>
                <a:latin typeface="Malgun Gothic"/>
                <a:ea typeface="Malgun Gothic"/>
                <a:cs typeface="Malgun Gothic"/>
              </a:defRPr>
            </a:lvl2pPr>
            <a:lvl3pPr algn="l">
              <a:defRPr sz="1425" b="1">
                <a:solidFill>
                  <a:srgbClr val="4D5A68"/>
                </a:solidFill>
                <a:latin typeface="Malgun Gothic"/>
                <a:ea typeface="Malgun Gothic"/>
                <a:cs typeface="Malgun Gothic"/>
              </a:defRPr>
            </a:lvl3pPr>
            <a:lvl4pPr algn="l">
              <a:defRPr sz="1425" b="1">
                <a:solidFill>
                  <a:srgbClr val="4D5A68"/>
                </a:solidFill>
                <a:latin typeface="Malgun Gothic"/>
                <a:ea typeface="Malgun Gothic"/>
                <a:cs typeface="Malgun Gothic"/>
              </a:defRPr>
            </a:lvl4pPr>
            <a:lvl5pPr algn="l">
              <a:defRPr sz="1425" b="1">
                <a:solidFill>
                  <a:srgbClr val="4D5A68"/>
                </a:solidFill>
                <a:latin typeface="Malgun Gothic"/>
                <a:ea typeface="Malgun Gothic"/>
                <a:cs typeface="Malgun Gothic"/>
              </a:defRPr>
            </a:lvl5pPr>
            <a:lvl6pPr algn="l">
              <a:defRPr sz="1425" b="1">
                <a:solidFill>
                  <a:srgbClr val="4D5A68"/>
                </a:solidFill>
                <a:latin typeface="Malgun Gothic"/>
                <a:ea typeface="Malgun Gothic"/>
                <a:cs typeface="Malgun Gothic"/>
              </a:defRPr>
            </a:lvl6pPr>
            <a:lvl7pPr algn="l">
              <a:defRPr sz="1425" b="1">
                <a:solidFill>
                  <a:srgbClr val="4D5A68"/>
                </a:solidFill>
                <a:latin typeface="Malgun Gothic"/>
                <a:ea typeface="Malgun Gothic"/>
                <a:cs typeface="Malgun Gothic"/>
              </a:defRPr>
            </a:lvl7pPr>
            <a:lvl8pPr algn="l">
              <a:defRPr sz="1425" b="1">
                <a:solidFill>
                  <a:srgbClr val="4D5A68"/>
                </a:solidFill>
                <a:latin typeface="Malgun Gothic"/>
                <a:ea typeface="Malgun Gothic"/>
                <a:cs typeface="Malgun Gothic"/>
              </a:defRPr>
            </a:lvl8pPr>
            <a:lvl9pPr algn="l">
              <a:defRPr sz="1425" b="1">
                <a:solidFill>
                  <a:srgbClr val="4D5A68"/>
                </a:solidFill>
                <a:latin typeface="Malgun Gothic"/>
                <a:ea typeface="Malgun Gothic"/>
                <a:cs typeface="Malgun Gothic"/>
              </a:defRPr>
            </a:lvl9pPr>
          </a:lstStyle>
          <a:p xmlns:a="http://schemas.openxmlformats.org/drawingml/2006/main">
            <a:pPr algn="l">
              <a:defRPr sz="1425" b="1">
                <a:solidFill>
                  <a:srgbClr val="4D5A68"/>
                </a:solidFill>
                <a:latin typeface="Malgun Gothic"/>
                <a:ea typeface="Malgun Gothic"/>
                <a:cs typeface="Malgun Gothic"/>
              </a:defRPr>
            </a:pPr>
            <a:r>
              <a:rPr sz="1425" b="1">
                <a:solidFill>
                  <a:srgbClr val="4D5A68"/>
                </a:solidFill>
                <a:latin typeface="Malgun Gothic"/>
                <a:ea typeface="Malgun Gothic"/>
                <a:cs typeface="Malgun Gothic"/>
              </a:rPr>
              <a:t>생각해 보기 · 이 과정의 교육 모델</a:t>
            </a:r>
          </a:p>
        </p:txBody>
      </p:sp>
      <p:sp>
        <p:nvSpPr>
          <p:cNvPr id="6" name="1분 동안 개인적으로 생각한 뒤 2분간 자발적인 질문을 받습니다.">
            <a:extLst xmlns:a="http://schemas.openxmlformats.org/drawingml/2006/main">
              <a:ext uri="{FF2B5EF4-FFF2-40B4-BE49-F238E27FC236}">
                <a16:creationId xmlns:a16="http://schemas.microsoft.com/office/drawing/2014/main" id="{2689A08F-8733-46DC-9D98-6C0E31D03060}"/>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1분 동안 개인적으로 생각한 뒤 2분간 자발적인 질문을 받습니다.</a:t>
            </a:r>
          </a:p>
        </p:txBody>
      </p:sp>
      <p:sp>
        <p:nvSpPr>
          <p:cNvPr id="7" name="테스트 명령·보존 조건, 다음 요청에도 다시 쓰게 된다.">
            <a:extLst xmlns:a="http://schemas.openxmlformats.org/drawingml/2006/main">
              <a:ext uri="{FF2B5EF4-FFF2-40B4-BE49-F238E27FC236}">
                <a16:creationId xmlns:a16="http://schemas.microsoft.com/office/drawing/2014/main" id="{D5560E46-4C83-41FD-98C7-F22EB74CF11A}"/>
              </a:ext>
            </a:extLst>
          </p:cNvPr>
          <p:cNvSpPr>
            <a:spLocks xmlns:a="http://schemas.openxmlformats.org/drawingml/2006/main" noGrp="1"/>
          </p:cNvSpPr>
          <p:nvPr/>
        </p:nvSpPr>
        <p:spPr>
          <a:xfrm xmlns:a="http://schemas.openxmlformats.org/drawingml/2006/main">
            <a:off x="609600" y="22193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75" b="1">
                <a:solidFill>
                  <a:srgbClr val="17212B"/>
                </a:solidFill>
                <a:latin typeface="Malgun Gothic"/>
                <a:ea typeface="Malgun Gothic"/>
                <a:cs typeface="Malgun Gothic"/>
              </a:defRPr>
            </a:defPPr>
            <a:lvl1pPr algn="l">
              <a:defRPr sz="2475" b="1">
                <a:solidFill>
                  <a:srgbClr val="17212B"/>
                </a:solidFill>
                <a:latin typeface="Malgun Gothic"/>
                <a:ea typeface="Malgun Gothic"/>
                <a:cs typeface="Malgun Gothic"/>
              </a:defRPr>
            </a:lvl1pPr>
            <a:lvl2pPr algn="l">
              <a:defRPr sz="2475" b="1">
                <a:solidFill>
                  <a:srgbClr val="17212B"/>
                </a:solidFill>
                <a:latin typeface="Malgun Gothic"/>
                <a:ea typeface="Malgun Gothic"/>
                <a:cs typeface="Malgun Gothic"/>
              </a:defRPr>
            </a:lvl2pPr>
            <a:lvl3pPr algn="l">
              <a:defRPr sz="2475" b="1">
                <a:solidFill>
                  <a:srgbClr val="17212B"/>
                </a:solidFill>
                <a:latin typeface="Malgun Gothic"/>
                <a:ea typeface="Malgun Gothic"/>
                <a:cs typeface="Malgun Gothic"/>
              </a:defRPr>
            </a:lvl3pPr>
            <a:lvl4pPr algn="l">
              <a:defRPr sz="2475" b="1">
                <a:solidFill>
                  <a:srgbClr val="17212B"/>
                </a:solidFill>
                <a:latin typeface="Malgun Gothic"/>
                <a:ea typeface="Malgun Gothic"/>
                <a:cs typeface="Malgun Gothic"/>
              </a:defRPr>
            </a:lvl4pPr>
            <a:lvl5pPr algn="l">
              <a:defRPr sz="2475" b="1">
                <a:solidFill>
                  <a:srgbClr val="17212B"/>
                </a:solidFill>
                <a:latin typeface="Malgun Gothic"/>
                <a:ea typeface="Malgun Gothic"/>
                <a:cs typeface="Malgun Gothic"/>
              </a:defRPr>
            </a:lvl5pPr>
            <a:lvl6pPr algn="l">
              <a:defRPr sz="2475" b="1">
                <a:solidFill>
                  <a:srgbClr val="17212B"/>
                </a:solidFill>
                <a:latin typeface="Malgun Gothic"/>
                <a:ea typeface="Malgun Gothic"/>
                <a:cs typeface="Malgun Gothic"/>
              </a:defRPr>
            </a:lvl6pPr>
            <a:lvl7pPr algn="l">
              <a:defRPr sz="2475" b="1">
                <a:solidFill>
                  <a:srgbClr val="17212B"/>
                </a:solidFill>
                <a:latin typeface="Malgun Gothic"/>
                <a:ea typeface="Malgun Gothic"/>
                <a:cs typeface="Malgun Gothic"/>
              </a:defRPr>
            </a:lvl7pPr>
            <a:lvl8pPr algn="l">
              <a:defRPr sz="2475" b="1">
                <a:solidFill>
                  <a:srgbClr val="17212B"/>
                </a:solidFill>
                <a:latin typeface="Malgun Gothic"/>
                <a:ea typeface="Malgun Gothic"/>
                <a:cs typeface="Malgun Gothic"/>
              </a:defRPr>
            </a:lvl8pPr>
            <a:lvl9pPr algn="l">
              <a:defRPr sz="2475" b="1">
                <a:solidFill>
                  <a:srgbClr val="17212B"/>
                </a:solidFill>
                <a:latin typeface="Malgun Gothic"/>
                <a:ea typeface="Malgun Gothic"/>
                <a:cs typeface="Malgun Gothic"/>
              </a:defRPr>
            </a:lvl9pPr>
          </a:lstStyle>
          <a:p xmlns:a="http://schemas.openxmlformats.org/drawingml/2006/main">
            <a:pPr algn="l">
              <a:defRPr sz="2475" b="1">
                <a:solidFill>
                  <a:srgbClr val="17212B"/>
                </a:solidFill>
                <a:latin typeface="Malgun Gothic"/>
                <a:ea typeface="Malgun Gothic"/>
                <a:cs typeface="Malgun Gothic"/>
              </a:defRPr>
            </a:pPr>
            <a:r>
              <a:rPr sz="2475" b="1">
                <a:solidFill>
                  <a:srgbClr val="17212B"/>
                </a:solidFill>
                <a:latin typeface="Malgun Gothic"/>
                <a:ea typeface="Malgun Gothic"/>
                <a:cs typeface="Malgun Gothic"/>
              </a:rPr>
              <a:t>테스트 명령·보존 조건, 다음 요청에도 다시 쓰게 된다.</a:t>
            </a:r>
          </a:p>
        </p:txBody>
      </p:sp>
      <p:sp>
        <p:nvSpPr>
          <p:cNvPr id="8" name="이번 작업에만?">
            <a:extLst xmlns:a="http://schemas.openxmlformats.org/drawingml/2006/main">
              <a:ext uri="{FF2B5EF4-FFF2-40B4-BE49-F238E27FC236}">
                <a16:creationId xmlns:a16="http://schemas.microsoft.com/office/drawing/2014/main" id="{52153FFF-4FD9-466A-B376-A1E65B03E42D}"/>
              </a:ext>
            </a:extLst>
          </p:cNvPr>
          <p:cNvSpPr>
            <a:spLocks xmlns:a="http://schemas.openxmlformats.org/drawingml/2006/main" noGrp="1"/>
          </p:cNvSpPr>
          <p:nvPr/>
        </p:nvSpPr>
        <p:spPr>
          <a:xfrm xmlns:a="http://schemas.openxmlformats.org/drawingml/2006/main">
            <a:off x="609600" y="3381375"/>
            <a:ext cx="5162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이번 작업에만?</a:t>
            </a:r>
          </a:p>
        </p:txBody>
      </p:sp>
      <p:sp>
        <p:nvSpPr>
          <p:cNvPr id="9" name="다음 작업에도?">
            <a:extLst xmlns:a="http://schemas.openxmlformats.org/drawingml/2006/main">
              <a:ext uri="{FF2B5EF4-FFF2-40B4-BE49-F238E27FC236}">
                <a16:creationId xmlns:a16="http://schemas.microsoft.com/office/drawing/2014/main" id="{B114E9D6-76EE-4634-8CAB-B086F4BB72C7}"/>
              </a:ext>
            </a:extLst>
          </p:cNvPr>
          <p:cNvSpPr>
            <a:spLocks xmlns:a="http://schemas.openxmlformats.org/drawingml/2006/main" noGrp="1"/>
          </p:cNvSpPr>
          <p:nvPr/>
        </p:nvSpPr>
        <p:spPr>
          <a:xfrm xmlns:a="http://schemas.openxmlformats.org/drawingml/2006/main">
            <a:off x="6705600" y="3381375"/>
            <a:ext cx="4876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0B6172"/>
                </a:solidFill>
                <a:latin typeface="Malgun Gothic"/>
                <a:ea typeface="Malgun Gothic"/>
                <a:cs typeface="Malgun Gothic"/>
              </a:defRPr>
            </a:defPPr>
            <a:lvl1pPr algn="l">
              <a:defRPr sz="2850" b="1">
                <a:solidFill>
                  <a:srgbClr val="0B6172"/>
                </a:solidFill>
                <a:latin typeface="Malgun Gothic"/>
                <a:ea typeface="Malgun Gothic"/>
                <a:cs typeface="Malgun Gothic"/>
              </a:defRPr>
            </a:lvl1pPr>
            <a:lvl2pPr algn="l">
              <a:defRPr sz="2850" b="1">
                <a:solidFill>
                  <a:srgbClr val="0B6172"/>
                </a:solidFill>
                <a:latin typeface="Malgun Gothic"/>
                <a:ea typeface="Malgun Gothic"/>
                <a:cs typeface="Malgun Gothic"/>
              </a:defRPr>
            </a:lvl2pPr>
            <a:lvl3pPr algn="l">
              <a:defRPr sz="2850" b="1">
                <a:solidFill>
                  <a:srgbClr val="0B6172"/>
                </a:solidFill>
                <a:latin typeface="Malgun Gothic"/>
                <a:ea typeface="Malgun Gothic"/>
                <a:cs typeface="Malgun Gothic"/>
              </a:defRPr>
            </a:lvl3pPr>
            <a:lvl4pPr algn="l">
              <a:defRPr sz="2850" b="1">
                <a:solidFill>
                  <a:srgbClr val="0B6172"/>
                </a:solidFill>
                <a:latin typeface="Malgun Gothic"/>
                <a:ea typeface="Malgun Gothic"/>
                <a:cs typeface="Malgun Gothic"/>
              </a:defRPr>
            </a:lvl4pPr>
            <a:lvl5pPr algn="l">
              <a:defRPr sz="2850" b="1">
                <a:solidFill>
                  <a:srgbClr val="0B6172"/>
                </a:solidFill>
                <a:latin typeface="Malgun Gothic"/>
                <a:ea typeface="Malgun Gothic"/>
                <a:cs typeface="Malgun Gothic"/>
              </a:defRPr>
            </a:lvl5pPr>
            <a:lvl6pPr algn="l">
              <a:defRPr sz="2850" b="1">
                <a:solidFill>
                  <a:srgbClr val="0B6172"/>
                </a:solidFill>
                <a:latin typeface="Malgun Gothic"/>
                <a:ea typeface="Malgun Gothic"/>
                <a:cs typeface="Malgun Gothic"/>
              </a:defRPr>
            </a:lvl6pPr>
            <a:lvl7pPr algn="l">
              <a:defRPr sz="2850" b="1">
                <a:solidFill>
                  <a:srgbClr val="0B6172"/>
                </a:solidFill>
                <a:latin typeface="Malgun Gothic"/>
                <a:ea typeface="Malgun Gothic"/>
                <a:cs typeface="Malgun Gothic"/>
              </a:defRPr>
            </a:lvl7pPr>
            <a:lvl8pPr algn="l">
              <a:defRPr sz="2850" b="1">
                <a:solidFill>
                  <a:srgbClr val="0B6172"/>
                </a:solidFill>
                <a:latin typeface="Malgun Gothic"/>
                <a:ea typeface="Malgun Gothic"/>
                <a:cs typeface="Malgun Gothic"/>
              </a:defRPr>
            </a:lvl8pPr>
            <a:lvl9pPr algn="l">
              <a:defRPr sz="2850" b="1">
                <a:solidFill>
                  <a:srgbClr val="0B6172"/>
                </a:solidFill>
                <a:latin typeface="Malgun Gothic"/>
                <a:ea typeface="Malgun Gothic"/>
                <a:cs typeface="Malgun Gothic"/>
              </a:defRPr>
            </a:lvl9pPr>
          </a:lstStyle>
          <a:p xmlns:a="http://schemas.openxmlformats.org/drawingml/2006/main">
            <a:pPr algn="l">
              <a:defRPr sz="2850" b="1">
                <a:solidFill>
                  <a:srgbClr val="0B6172"/>
                </a:solidFill>
                <a:latin typeface="Malgun Gothic"/>
                <a:ea typeface="Malgun Gothic"/>
                <a:cs typeface="Malgun Gothic"/>
              </a:defRPr>
            </a:pPr>
            <a:r>
              <a:rPr sz="2850" b="1">
                <a:solidFill>
                  <a:srgbClr val="0B6172"/>
                </a:solidFill>
                <a:latin typeface="Malgun Gothic"/>
                <a:ea typeface="Malgun Gothic"/>
                <a:cs typeface="Malgun Gothic"/>
              </a:rPr>
              <a:t>다음 작업에도?</a:t>
            </a:r>
          </a:p>
        </p:txBody>
      </p:sp>
      <p:sp>
        <p:nvSpPr>
          <p:cNvPr id="10" name="">
            <a:extLst xmlns:a="http://schemas.openxmlformats.org/drawingml/2006/main">
              <a:ext uri="{FF2B5EF4-FFF2-40B4-BE49-F238E27FC236}">
                <a16:creationId xmlns:a16="http://schemas.microsoft.com/office/drawing/2014/main" id="{609CEA70-2695-4881-B371-135E651C8B36}"/>
              </a:ext>
            </a:extLst>
          </p:cNvPr>
          <p:cNvSpPr>
            <a:spLocks xmlns:a="http://schemas.openxmlformats.org/drawingml/2006/main" noGrp="1"/>
          </p:cNvSpPr>
          <p:nvPr/>
        </p:nvSpPr>
        <p:spPr>
          <a:xfrm xmlns:a="http://schemas.openxmlformats.org/drawingml/2006/main">
            <a:off x="609600" y="4619625"/>
            <a:ext cx="516255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1" name="">
            <a:extLst xmlns:a="http://schemas.openxmlformats.org/drawingml/2006/main">
              <a:ext uri="{FF2B5EF4-FFF2-40B4-BE49-F238E27FC236}">
                <a16:creationId xmlns:a16="http://schemas.microsoft.com/office/drawing/2014/main" id="{CD3DB542-C626-4B2B-B47C-FCDF1B234E71}"/>
              </a:ext>
            </a:extLst>
          </p:cNvPr>
          <p:cNvSpPr>
            <a:spLocks xmlns:a="http://schemas.openxmlformats.org/drawingml/2006/main" noGrp="1"/>
          </p:cNvSpPr>
          <p:nvPr/>
        </p:nvSpPr>
        <p:spPr>
          <a:xfrm xmlns:a="http://schemas.openxmlformats.org/drawingml/2006/main">
            <a:off x="6705600" y="4619625"/>
            <a:ext cx="4876800" cy="0"/>
          </a:xfrm>
          <a:prstGeom xmlns:a="http://schemas.openxmlformats.org/drawingml/2006/main" prst="line">
            <a:avLst/>
          </a:prstGeom>
          <a:noFill xmlns:a="http://schemas.openxmlformats.org/drawingml/2006/main"/>
          <a:ln xmlns:a="http://schemas.openxmlformats.org/drawingml/2006/main" w="19050">
            <a:solidFill>
              <a:srgbClr val="C7D0DA"/>
            </a:solidFill>
            <a:prstDash val="solid"/>
          </a:ln>
        </p:spPr>
      </p:sp>
      <p:sp>
        <p:nvSpPr>
          <p:cNvPr id="12" name="어떤 정보가 계속 남아 있어야 할까요?">
            <a:extLst xmlns:a="http://schemas.openxmlformats.org/drawingml/2006/main">
              <a:ext uri="{FF2B5EF4-FFF2-40B4-BE49-F238E27FC236}">
                <a16:creationId xmlns:a16="http://schemas.microsoft.com/office/drawing/2014/main" id="{1CAEE352-09B2-4DCC-A356-757ABCB44658}"/>
              </a:ext>
            </a:extLst>
          </p:cNvPr>
          <p:cNvSpPr>
            <a:spLocks xmlns:a="http://schemas.openxmlformats.org/drawingml/2006/main" noGrp="1"/>
          </p:cNvSpPr>
          <p:nvPr/>
        </p:nvSpPr>
        <p:spPr>
          <a:xfrm xmlns:a="http://schemas.openxmlformats.org/drawingml/2006/main">
            <a:off x="609600" y="52101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17212B"/>
                </a:solidFill>
                <a:latin typeface="Malgun Gothic"/>
                <a:ea typeface="Malgun Gothic"/>
                <a:cs typeface="Malgun Gothic"/>
              </a:defRPr>
            </a:defPPr>
            <a:lvl1pPr algn="l">
              <a:defRPr sz="2325" b="0">
                <a:solidFill>
                  <a:srgbClr val="17212B"/>
                </a:solidFill>
                <a:latin typeface="Malgun Gothic"/>
                <a:ea typeface="Malgun Gothic"/>
                <a:cs typeface="Malgun Gothic"/>
              </a:defRPr>
            </a:lvl1pPr>
            <a:lvl2pPr algn="l">
              <a:defRPr sz="2325" b="0">
                <a:solidFill>
                  <a:srgbClr val="17212B"/>
                </a:solidFill>
                <a:latin typeface="Malgun Gothic"/>
                <a:ea typeface="Malgun Gothic"/>
                <a:cs typeface="Malgun Gothic"/>
              </a:defRPr>
            </a:lvl2pPr>
            <a:lvl3pPr algn="l">
              <a:defRPr sz="2325" b="0">
                <a:solidFill>
                  <a:srgbClr val="17212B"/>
                </a:solidFill>
                <a:latin typeface="Malgun Gothic"/>
                <a:ea typeface="Malgun Gothic"/>
                <a:cs typeface="Malgun Gothic"/>
              </a:defRPr>
            </a:lvl3pPr>
            <a:lvl4pPr algn="l">
              <a:defRPr sz="2325" b="0">
                <a:solidFill>
                  <a:srgbClr val="17212B"/>
                </a:solidFill>
                <a:latin typeface="Malgun Gothic"/>
                <a:ea typeface="Malgun Gothic"/>
                <a:cs typeface="Malgun Gothic"/>
              </a:defRPr>
            </a:lvl4pPr>
            <a:lvl5pPr algn="l">
              <a:defRPr sz="2325" b="0">
                <a:solidFill>
                  <a:srgbClr val="17212B"/>
                </a:solidFill>
                <a:latin typeface="Malgun Gothic"/>
                <a:ea typeface="Malgun Gothic"/>
                <a:cs typeface="Malgun Gothic"/>
              </a:defRPr>
            </a:lvl5pPr>
            <a:lvl6pPr algn="l">
              <a:defRPr sz="2325" b="0">
                <a:solidFill>
                  <a:srgbClr val="17212B"/>
                </a:solidFill>
                <a:latin typeface="Malgun Gothic"/>
                <a:ea typeface="Malgun Gothic"/>
                <a:cs typeface="Malgun Gothic"/>
              </a:defRPr>
            </a:lvl6pPr>
            <a:lvl7pPr algn="l">
              <a:defRPr sz="2325" b="0">
                <a:solidFill>
                  <a:srgbClr val="17212B"/>
                </a:solidFill>
                <a:latin typeface="Malgun Gothic"/>
                <a:ea typeface="Malgun Gothic"/>
                <a:cs typeface="Malgun Gothic"/>
              </a:defRPr>
            </a:lvl7pPr>
            <a:lvl8pPr algn="l">
              <a:defRPr sz="2325" b="0">
                <a:solidFill>
                  <a:srgbClr val="17212B"/>
                </a:solidFill>
                <a:latin typeface="Malgun Gothic"/>
                <a:ea typeface="Malgun Gothic"/>
                <a:cs typeface="Malgun Gothic"/>
              </a:defRPr>
            </a:lvl8pPr>
            <a:lvl9pPr algn="l">
              <a:defRPr sz="2325" b="0">
                <a:solidFill>
                  <a:srgbClr val="17212B"/>
                </a:solidFill>
                <a:latin typeface="Malgun Gothic"/>
                <a:ea typeface="Malgun Gothic"/>
                <a:cs typeface="Malgun Gothic"/>
              </a:defRPr>
            </a:lvl9pPr>
          </a:lstStyle>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어떤 정보가 계속 남아 있어야 할까요?</a:t>
            </a:r>
          </a:p>
        </p:txBody>
      </p:sp>
      <p:sp>
        <p:nvSpPr>
          <p:cNvPr id="13" name="Legacy module connection">
            <a:extLst xmlns:a="http://schemas.openxmlformats.org/drawingml/2006/main">
              <a:ext uri="{FF2B5EF4-FFF2-40B4-BE49-F238E27FC236}">
                <a16:creationId xmlns:a16="http://schemas.microsoft.com/office/drawing/2014/main" id="{B4118FCC-6802-47C1-8B65-3536C466B01D}"/>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1217416991"/>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18" name="ACT 1 · 정보의 수명과 범위">
            <a:extLst xmlns:a="http://schemas.openxmlformats.org/drawingml/2006/main">
              <a:ext uri="{FF2B5EF4-FFF2-40B4-BE49-F238E27FC236}">
                <a16:creationId xmlns:a16="http://schemas.microsoft.com/office/drawing/2014/main" id="{5F91CB79-A49A-42FE-A52A-59E4FFE07BDF}"/>
              </a:ext>
            </a:extLst>
          </p:cNvPr>
          <p:cNvSpPr>
            <a:spLocks xmlns:a="http://schemas.openxmlformats.org/drawingml/2006/main" noGrp="1"/>
          </p:cNvSpPr>
          <p:nvPr/>
        </p:nvSpPr>
        <p:spPr>
          <a:xfrm xmlns:a="http://schemas.openxmlformats.org/drawingml/2006/main">
            <a:off x="609600" y="457200"/>
            <a:ext cx="9810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0B6172"/>
                </a:solidFill>
                <a:latin typeface="Malgun Gothic"/>
                <a:ea typeface="Malgun Gothic"/>
                <a:cs typeface="Malgun Gothic"/>
              </a:defRPr>
            </a:defPPr>
            <a:lvl1pPr algn="l">
              <a:defRPr sz="1425" b="1">
                <a:solidFill>
                  <a:srgbClr val="0B6172"/>
                </a:solidFill>
                <a:latin typeface="Malgun Gothic"/>
                <a:ea typeface="Malgun Gothic"/>
                <a:cs typeface="Malgun Gothic"/>
              </a:defRPr>
            </a:lvl1pPr>
            <a:lvl2pPr algn="l">
              <a:defRPr sz="1425" b="1">
                <a:solidFill>
                  <a:srgbClr val="0B6172"/>
                </a:solidFill>
                <a:latin typeface="Malgun Gothic"/>
                <a:ea typeface="Malgun Gothic"/>
                <a:cs typeface="Malgun Gothic"/>
              </a:defRPr>
            </a:lvl2pPr>
            <a:lvl3pPr algn="l">
              <a:defRPr sz="1425" b="1">
                <a:solidFill>
                  <a:srgbClr val="0B6172"/>
                </a:solidFill>
                <a:latin typeface="Malgun Gothic"/>
                <a:ea typeface="Malgun Gothic"/>
                <a:cs typeface="Malgun Gothic"/>
              </a:defRPr>
            </a:lvl3pPr>
            <a:lvl4pPr algn="l">
              <a:defRPr sz="1425" b="1">
                <a:solidFill>
                  <a:srgbClr val="0B6172"/>
                </a:solidFill>
                <a:latin typeface="Malgun Gothic"/>
                <a:ea typeface="Malgun Gothic"/>
                <a:cs typeface="Malgun Gothic"/>
              </a:defRPr>
            </a:lvl4pPr>
            <a:lvl5pPr algn="l">
              <a:defRPr sz="1425" b="1">
                <a:solidFill>
                  <a:srgbClr val="0B6172"/>
                </a:solidFill>
                <a:latin typeface="Malgun Gothic"/>
                <a:ea typeface="Malgun Gothic"/>
                <a:cs typeface="Malgun Gothic"/>
              </a:defRPr>
            </a:lvl5pPr>
            <a:lvl6pPr algn="l">
              <a:defRPr sz="1425" b="1">
                <a:solidFill>
                  <a:srgbClr val="0B6172"/>
                </a:solidFill>
                <a:latin typeface="Malgun Gothic"/>
                <a:ea typeface="Malgun Gothic"/>
                <a:cs typeface="Malgun Gothic"/>
              </a:defRPr>
            </a:lvl6pPr>
            <a:lvl7pPr algn="l">
              <a:defRPr sz="1425" b="1">
                <a:solidFill>
                  <a:srgbClr val="0B6172"/>
                </a:solidFill>
                <a:latin typeface="Malgun Gothic"/>
                <a:ea typeface="Malgun Gothic"/>
                <a:cs typeface="Malgun Gothic"/>
              </a:defRPr>
            </a:lvl7pPr>
            <a:lvl8pPr algn="l">
              <a:defRPr sz="1425" b="1">
                <a:solidFill>
                  <a:srgbClr val="0B6172"/>
                </a:solidFill>
                <a:latin typeface="Malgun Gothic"/>
                <a:ea typeface="Malgun Gothic"/>
                <a:cs typeface="Malgun Gothic"/>
              </a:defRPr>
            </a:lvl8pPr>
            <a:lvl9pPr algn="l">
              <a:defRPr sz="1425" b="1">
                <a:solidFill>
                  <a:srgbClr val="0B6172"/>
                </a:solidFill>
                <a:latin typeface="Malgun Gothic"/>
                <a:ea typeface="Malgun Gothic"/>
                <a:cs typeface="Malgun Gothic"/>
              </a:defRPr>
            </a:lvl9pPr>
          </a:lstStyle>
          <a:p xmlns:a="http://schemas.openxmlformats.org/drawingml/2006/main">
            <a:pPr algn="l">
              <a:defRPr sz="1425" b="1">
                <a:solidFill>
                  <a:srgbClr val="0B6172"/>
                </a:solidFill>
                <a:latin typeface="Malgun Gothic"/>
                <a:ea typeface="Malgun Gothic"/>
                <a:cs typeface="Malgun Gothic"/>
              </a:defRPr>
            </a:pPr>
            <a:r>
              <a:rPr sz="1425" b="1">
                <a:solidFill>
                  <a:srgbClr val="0B6172"/>
                </a:solidFill>
                <a:latin typeface="Malgun Gothic"/>
                <a:ea typeface="Malgun Gothic"/>
                <a:cs typeface="Malgun Gothic"/>
              </a:rPr>
              <a:t>ACT 1 · 정보의 수명과 범위</a:t>
            </a:r>
          </a:p>
        </p:txBody>
      </p:sp>
      <p:sp>
        <p:nvSpPr>
          <p:cNvPr id="2" name="S36">
            <a:extLst xmlns:a="http://schemas.openxmlformats.org/drawingml/2006/main">
              <a:ext uri="{FF2B5EF4-FFF2-40B4-BE49-F238E27FC236}">
                <a16:creationId xmlns:a16="http://schemas.microsoft.com/office/drawing/2014/main" id="{B53B0A9F-DFDE-4A39-91AF-6A92DB173D58}"/>
              </a:ext>
            </a:extLst>
          </p:cNvPr>
          <p:cNvSpPr>
            <a:spLocks xmlns:a="http://schemas.openxmlformats.org/drawingml/2006/main" noGrp="1"/>
          </p:cNvSpPr>
          <p:nvPr/>
        </p:nvSpPr>
        <p:spPr>
          <a:xfrm xmlns:a="http://schemas.openxmlformats.org/drawingml/2006/main">
            <a:off x="10668000" y="457200"/>
            <a:ext cx="914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425" b="0">
                <a:solidFill>
                  <a:srgbClr val="4D5A68"/>
                </a:solidFill>
                <a:latin typeface="Malgun Gothic"/>
                <a:ea typeface="Malgun Gothic"/>
                <a:cs typeface="Malgun Gothic"/>
              </a:defRPr>
            </a:defPPr>
            <a:lvl1pPr algn="r">
              <a:defRPr sz="1425" b="0">
                <a:solidFill>
                  <a:srgbClr val="4D5A68"/>
                </a:solidFill>
                <a:latin typeface="Malgun Gothic"/>
                <a:ea typeface="Malgun Gothic"/>
                <a:cs typeface="Malgun Gothic"/>
              </a:defRPr>
            </a:lvl1pPr>
            <a:lvl2pPr algn="r">
              <a:defRPr sz="1425" b="0">
                <a:solidFill>
                  <a:srgbClr val="4D5A68"/>
                </a:solidFill>
                <a:latin typeface="Malgun Gothic"/>
                <a:ea typeface="Malgun Gothic"/>
                <a:cs typeface="Malgun Gothic"/>
              </a:defRPr>
            </a:lvl2pPr>
            <a:lvl3pPr algn="r">
              <a:defRPr sz="1425" b="0">
                <a:solidFill>
                  <a:srgbClr val="4D5A68"/>
                </a:solidFill>
                <a:latin typeface="Malgun Gothic"/>
                <a:ea typeface="Malgun Gothic"/>
                <a:cs typeface="Malgun Gothic"/>
              </a:defRPr>
            </a:lvl3pPr>
            <a:lvl4pPr algn="r">
              <a:defRPr sz="1425" b="0">
                <a:solidFill>
                  <a:srgbClr val="4D5A68"/>
                </a:solidFill>
                <a:latin typeface="Malgun Gothic"/>
                <a:ea typeface="Malgun Gothic"/>
                <a:cs typeface="Malgun Gothic"/>
              </a:defRPr>
            </a:lvl4pPr>
            <a:lvl5pPr algn="r">
              <a:defRPr sz="1425" b="0">
                <a:solidFill>
                  <a:srgbClr val="4D5A68"/>
                </a:solidFill>
                <a:latin typeface="Malgun Gothic"/>
                <a:ea typeface="Malgun Gothic"/>
                <a:cs typeface="Malgun Gothic"/>
              </a:defRPr>
            </a:lvl5pPr>
            <a:lvl6pPr algn="r">
              <a:defRPr sz="1425" b="0">
                <a:solidFill>
                  <a:srgbClr val="4D5A68"/>
                </a:solidFill>
                <a:latin typeface="Malgun Gothic"/>
                <a:ea typeface="Malgun Gothic"/>
                <a:cs typeface="Malgun Gothic"/>
              </a:defRPr>
            </a:lvl6pPr>
            <a:lvl7pPr algn="r">
              <a:defRPr sz="1425" b="0">
                <a:solidFill>
                  <a:srgbClr val="4D5A68"/>
                </a:solidFill>
                <a:latin typeface="Malgun Gothic"/>
                <a:ea typeface="Malgun Gothic"/>
                <a:cs typeface="Malgun Gothic"/>
              </a:defRPr>
            </a:lvl7pPr>
            <a:lvl8pPr algn="r">
              <a:defRPr sz="1425" b="0">
                <a:solidFill>
                  <a:srgbClr val="4D5A68"/>
                </a:solidFill>
                <a:latin typeface="Malgun Gothic"/>
                <a:ea typeface="Malgun Gothic"/>
                <a:cs typeface="Malgun Gothic"/>
              </a:defRPr>
            </a:lvl8pPr>
            <a:lvl9pPr algn="r">
              <a:defRPr sz="1425" b="0">
                <a:solidFill>
                  <a:srgbClr val="4D5A68"/>
                </a:solidFill>
                <a:latin typeface="Malgun Gothic"/>
                <a:ea typeface="Malgun Gothic"/>
                <a:cs typeface="Malgun Gothic"/>
              </a:defRPr>
            </a:lvl9pPr>
          </a:lstStyle>
          <a:p xmlns:a="http://schemas.openxmlformats.org/drawingml/2006/main">
            <a:pPr algn="r">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S36</a:t>
            </a:r>
          </a:p>
        </p:txBody>
      </p:sp>
      <p:sp>
        <p:nvSpPr>
          <p:cNvPr id="3" name="반복하는 설명을 두 범주로 나누기">
            <a:extLst xmlns:a="http://schemas.openxmlformats.org/drawingml/2006/main">
              <a:ext uri="{FF2B5EF4-FFF2-40B4-BE49-F238E27FC236}">
                <a16:creationId xmlns:a16="http://schemas.microsoft.com/office/drawing/2014/main" id="{9D7FF6CA-971D-4A07-8B97-13A500F09C24}"/>
              </a:ext>
            </a:extLst>
          </p:cNvPr>
          <p:cNvSpPr>
            <a:spLocks xmlns:a="http://schemas.openxmlformats.org/drawingml/2006/main" noGrp="1"/>
          </p:cNvSpPr>
          <p:nvPr/>
        </p:nvSpPr>
        <p:spPr>
          <a:xfrm xmlns:a="http://schemas.openxmlformats.org/drawingml/2006/main">
            <a:off x="609600" y="8001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600" b="1">
                <a:solidFill>
                  <a:srgbClr val="17212B"/>
                </a:solidFill>
                <a:latin typeface="Malgun Gothic"/>
                <a:ea typeface="Malgun Gothic"/>
                <a:cs typeface="Malgun Gothic"/>
              </a:defRPr>
            </a:defPPr>
            <a:lvl1pPr algn="l">
              <a:defRPr sz="3600" b="1">
                <a:solidFill>
                  <a:srgbClr val="17212B"/>
                </a:solidFill>
                <a:latin typeface="Malgun Gothic"/>
                <a:ea typeface="Malgun Gothic"/>
                <a:cs typeface="Malgun Gothic"/>
              </a:defRPr>
            </a:lvl1pPr>
            <a:lvl2pPr algn="l">
              <a:defRPr sz="3600" b="1">
                <a:solidFill>
                  <a:srgbClr val="17212B"/>
                </a:solidFill>
                <a:latin typeface="Malgun Gothic"/>
                <a:ea typeface="Malgun Gothic"/>
                <a:cs typeface="Malgun Gothic"/>
              </a:defRPr>
            </a:lvl2pPr>
            <a:lvl3pPr algn="l">
              <a:defRPr sz="3600" b="1">
                <a:solidFill>
                  <a:srgbClr val="17212B"/>
                </a:solidFill>
                <a:latin typeface="Malgun Gothic"/>
                <a:ea typeface="Malgun Gothic"/>
                <a:cs typeface="Malgun Gothic"/>
              </a:defRPr>
            </a:lvl3pPr>
            <a:lvl4pPr algn="l">
              <a:defRPr sz="3600" b="1">
                <a:solidFill>
                  <a:srgbClr val="17212B"/>
                </a:solidFill>
                <a:latin typeface="Malgun Gothic"/>
                <a:ea typeface="Malgun Gothic"/>
                <a:cs typeface="Malgun Gothic"/>
              </a:defRPr>
            </a:lvl4pPr>
            <a:lvl5pPr algn="l">
              <a:defRPr sz="3600" b="1">
                <a:solidFill>
                  <a:srgbClr val="17212B"/>
                </a:solidFill>
                <a:latin typeface="Malgun Gothic"/>
                <a:ea typeface="Malgun Gothic"/>
                <a:cs typeface="Malgun Gothic"/>
              </a:defRPr>
            </a:lvl5pPr>
            <a:lvl6pPr algn="l">
              <a:defRPr sz="3600" b="1">
                <a:solidFill>
                  <a:srgbClr val="17212B"/>
                </a:solidFill>
                <a:latin typeface="Malgun Gothic"/>
                <a:ea typeface="Malgun Gothic"/>
                <a:cs typeface="Malgun Gothic"/>
              </a:defRPr>
            </a:lvl6pPr>
            <a:lvl7pPr algn="l">
              <a:defRPr sz="3600" b="1">
                <a:solidFill>
                  <a:srgbClr val="17212B"/>
                </a:solidFill>
                <a:latin typeface="Malgun Gothic"/>
                <a:ea typeface="Malgun Gothic"/>
                <a:cs typeface="Malgun Gothic"/>
              </a:defRPr>
            </a:lvl7pPr>
            <a:lvl8pPr algn="l">
              <a:defRPr sz="3600" b="1">
                <a:solidFill>
                  <a:srgbClr val="17212B"/>
                </a:solidFill>
                <a:latin typeface="Malgun Gothic"/>
                <a:ea typeface="Malgun Gothic"/>
                <a:cs typeface="Malgun Gothic"/>
              </a:defRPr>
            </a:lvl8pPr>
            <a:lvl9pPr algn="l">
              <a:defRPr sz="3600" b="1">
                <a:solidFill>
                  <a:srgbClr val="17212B"/>
                </a:solidFill>
                <a:latin typeface="Malgun Gothic"/>
                <a:ea typeface="Malgun Gothic"/>
                <a:cs typeface="Malgun Gothic"/>
              </a:defRPr>
            </a:lvl9pPr>
          </a:lstStyle>
          <a:p xmlns:a="http://schemas.openxmlformats.org/drawingml/2006/main">
            <a:pPr algn="l">
              <a:defRPr sz="3600" b="1">
                <a:solidFill>
                  <a:srgbClr val="17212B"/>
                </a:solidFill>
                <a:latin typeface="Malgun Gothic"/>
                <a:ea typeface="Malgun Gothic"/>
                <a:cs typeface="Malgun Gothic"/>
              </a:defRPr>
            </a:pPr>
            <a:r>
              <a:rPr sz="3600" b="1">
                <a:solidFill>
                  <a:srgbClr val="17212B"/>
                </a:solidFill>
                <a:latin typeface="Malgun Gothic"/>
                <a:ea typeface="Malgun Gothic"/>
                <a:cs typeface="Malgun Gothic"/>
              </a:rPr>
              <a:t>반복하는 설명을 두 범주로 나누기</a:t>
            </a:r>
          </a:p>
        </p:txBody>
      </p:sp>
      <p:sp>
        <p:nvSpPr>
          <p:cNvPr id="4" name="">
            <a:extLst xmlns:a="http://schemas.openxmlformats.org/drawingml/2006/main">
              <a:ext uri="{FF2B5EF4-FFF2-40B4-BE49-F238E27FC236}">
                <a16:creationId xmlns:a16="http://schemas.microsoft.com/office/drawing/2014/main" id="{BAD72B9F-55E2-49F2-B57D-AB7872CE0F9E}"/>
              </a:ext>
            </a:extLst>
          </p:cNvPr>
          <p:cNvSpPr>
            <a:spLocks xmlns:a="http://schemas.openxmlformats.org/drawingml/2006/main" noGrp="1"/>
          </p:cNvSpPr>
          <p:nvPr/>
        </p:nvSpPr>
        <p:spPr>
          <a:xfrm xmlns:a="http://schemas.openxmlformats.org/drawingml/2006/main">
            <a:off x="609600" y="5753100"/>
            <a:ext cx="10972800" cy="0"/>
          </a:xfrm>
          <a:prstGeom xmlns:a="http://schemas.openxmlformats.org/drawingml/2006/main" prst="line">
            <a:avLst/>
          </a:prstGeom>
          <a:noFill xmlns:a="http://schemas.openxmlformats.org/drawingml/2006/main"/>
          <a:ln xmlns:a="http://schemas.openxmlformats.org/drawingml/2006/main" w="19050">
            <a:solidFill>
              <a:srgbClr val="805400"/>
            </a:solidFill>
            <a:prstDash val="dash"/>
          </a:ln>
        </p:spPr>
      </p:sp>
      <p:sp>
        <p:nvSpPr>
          <p:cNvPr id="5" name="교육용 후보 예시 · 모든 프로젝트에 적용되는 유일한 분류가 아님">
            <a:extLst xmlns:a="http://schemas.openxmlformats.org/drawingml/2006/main">
              <a:ext uri="{FF2B5EF4-FFF2-40B4-BE49-F238E27FC236}">
                <a16:creationId xmlns:a16="http://schemas.microsoft.com/office/drawing/2014/main" id="{75990140-3D1C-442E-9F38-055BFBA677B9}"/>
              </a:ext>
            </a:extLst>
          </p:cNvPr>
          <p:cNvSpPr>
            <a:spLocks xmlns:a="http://schemas.openxmlformats.org/drawingml/2006/main" noGrp="1"/>
          </p:cNvSpPr>
          <p:nvPr/>
        </p:nvSpPr>
        <p:spPr>
          <a:xfrm xmlns:a="http://schemas.openxmlformats.org/drawingml/2006/main">
            <a:off x="609600" y="5791200"/>
            <a:ext cx="10972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1">
                <a:solidFill>
                  <a:srgbClr val="805400"/>
                </a:solidFill>
                <a:latin typeface="Malgun Gothic"/>
                <a:ea typeface="Malgun Gothic"/>
                <a:cs typeface="Malgun Gothic"/>
              </a:defRPr>
            </a:defPPr>
            <a:lvl1pPr algn="l">
              <a:defRPr sz="1425" b="1">
                <a:solidFill>
                  <a:srgbClr val="805400"/>
                </a:solidFill>
                <a:latin typeface="Malgun Gothic"/>
                <a:ea typeface="Malgun Gothic"/>
                <a:cs typeface="Malgun Gothic"/>
              </a:defRPr>
            </a:lvl1pPr>
            <a:lvl2pPr algn="l">
              <a:defRPr sz="1425" b="1">
                <a:solidFill>
                  <a:srgbClr val="805400"/>
                </a:solidFill>
                <a:latin typeface="Malgun Gothic"/>
                <a:ea typeface="Malgun Gothic"/>
                <a:cs typeface="Malgun Gothic"/>
              </a:defRPr>
            </a:lvl2pPr>
            <a:lvl3pPr algn="l">
              <a:defRPr sz="1425" b="1">
                <a:solidFill>
                  <a:srgbClr val="805400"/>
                </a:solidFill>
                <a:latin typeface="Malgun Gothic"/>
                <a:ea typeface="Malgun Gothic"/>
                <a:cs typeface="Malgun Gothic"/>
              </a:defRPr>
            </a:lvl3pPr>
            <a:lvl4pPr algn="l">
              <a:defRPr sz="1425" b="1">
                <a:solidFill>
                  <a:srgbClr val="805400"/>
                </a:solidFill>
                <a:latin typeface="Malgun Gothic"/>
                <a:ea typeface="Malgun Gothic"/>
                <a:cs typeface="Malgun Gothic"/>
              </a:defRPr>
            </a:lvl4pPr>
            <a:lvl5pPr algn="l">
              <a:defRPr sz="1425" b="1">
                <a:solidFill>
                  <a:srgbClr val="805400"/>
                </a:solidFill>
                <a:latin typeface="Malgun Gothic"/>
                <a:ea typeface="Malgun Gothic"/>
                <a:cs typeface="Malgun Gothic"/>
              </a:defRPr>
            </a:lvl5pPr>
            <a:lvl6pPr algn="l">
              <a:defRPr sz="1425" b="1">
                <a:solidFill>
                  <a:srgbClr val="805400"/>
                </a:solidFill>
                <a:latin typeface="Malgun Gothic"/>
                <a:ea typeface="Malgun Gothic"/>
                <a:cs typeface="Malgun Gothic"/>
              </a:defRPr>
            </a:lvl6pPr>
            <a:lvl7pPr algn="l">
              <a:defRPr sz="1425" b="1">
                <a:solidFill>
                  <a:srgbClr val="805400"/>
                </a:solidFill>
                <a:latin typeface="Malgun Gothic"/>
                <a:ea typeface="Malgun Gothic"/>
                <a:cs typeface="Malgun Gothic"/>
              </a:defRPr>
            </a:lvl7pPr>
            <a:lvl8pPr algn="l">
              <a:defRPr sz="1425" b="1">
                <a:solidFill>
                  <a:srgbClr val="805400"/>
                </a:solidFill>
                <a:latin typeface="Malgun Gothic"/>
                <a:ea typeface="Malgun Gothic"/>
                <a:cs typeface="Malgun Gothic"/>
              </a:defRPr>
            </a:lvl8pPr>
            <a:lvl9pPr algn="l">
              <a:defRPr sz="1425" b="1">
                <a:solidFill>
                  <a:srgbClr val="805400"/>
                </a:solidFill>
                <a:latin typeface="Malgun Gothic"/>
                <a:ea typeface="Malgun Gothic"/>
                <a:cs typeface="Malgun Gothic"/>
              </a:defRPr>
            </a:lvl9pPr>
          </a:lstStyle>
          <a:p xmlns:a="http://schemas.openxmlformats.org/drawingml/2006/main">
            <a:pPr algn="l">
              <a:defRPr sz="1425" b="1">
                <a:solidFill>
                  <a:srgbClr val="805400"/>
                </a:solidFill>
                <a:latin typeface="Malgun Gothic"/>
                <a:ea typeface="Malgun Gothic"/>
                <a:cs typeface="Malgun Gothic"/>
              </a:defRPr>
            </a:pPr>
            <a:r>
              <a:rPr sz="1425" b="1">
                <a:solidFill>
                  <a:srgbClr val="805400"/>
                </a:solidFill>
                <a:latin typeface="Malgun Gothic"/>
                <a:ea typeface="Malgun Gothic"/>
                <a:cs typeface="Malgun Gothic"/>
              </a:rPr>
              <a:t>교육용 후보 예시 · 모든 프로젝트에 적용되는 유일한 분류가 아님</a:t>
            </a:r>
          </a:p>
        </p:txBody>
      </p:sp>
      <p:sp>
        <p:nvSpPr>
          <p:cNvPr id="6" name="다음 질문: Project 정보를 왜 매번 Prompt에 다시 적고 있을까요?">
            <a:extLst xmlns:a="http://schemas.openxmlformats.org/drawingml/2006/main">
              <a:ext uri="{FF2B5EF4-FFF2-40B4-BE49-F238E27FC236}">
                <a16:creationId xmlns:a16="http://schemas.microsoft.com/office/drawing/2014/main" id="{E8840C7E-6AE3-42D4-B16A-FE71B7EFE31B}"/>
              </a:ext>
            </a:extLst>
          </p:cNvPr>
          <p:cNvSpPr>
            <a:spLocks xmlns:a="http://schemas.openxmlformats.org/drawingml/2006/main" noGrp="1"/>
          </p:cNvSpPr>
          <p:nvPr/>
        </p:nvSpPr>
        <p:spPr>
          <a:xfrm xmlns:a="http://schemas.openxmlformats.org/drawingml/2006/main">
            <a:off x="609600" y="6019800"/>
            <a:ext cx="10972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425" b="0">
                <a:solidFill>
                  <a:srgbClr val="4D5A68"/>
                </a:solidFill>
                <a:latin typeface="Malgun Gothic"/>
                <a:ea typeface="Malgun Gothic"/>
                <a:cs typeface="Malgun Gothic"/>
              </a:defRPr>
            </a:defPPr>
            <a:lvl1pPr algn="l">
              <a:defRPr sz="1425" b="0">
                <a:solidFill>
                  <a:srgbClr val="4D5A68"/>
                </a:solidFill>
                <a:latin typeface="Malgun Gothic"/>
                <a:ea typeface="Malgun Gothic"/>
                <a:cs typeface="Malgun Gothic"/>
              </a:defRPr>
            </a:lvl1pPr>
            <a:lvl2pPr algn="l">
              <a:defRPr sz="1425" b="0">
                <a:solidFill>
                  <a:srgbClr val="4D5A68"/>
                </a:solidFill>
                <a:latin typeface="Malgun Gothic"/>
                <a:ea typeface="Malgun Gothic"/>
                <a:cs typeface="Malgun Gothic"/>
              </a:defRPr>
            </a:lvl2pPr>
            <a:lvl3pPr algn="l">
              <a:defRPr sz="1425" b="0">
                <a:solidFill>
                  <a:srgbClr val="4D5A68"/>
                </a:solidFill>
                <a:latin typeface="Malgun Gothic"/>
                <a:ea typeface="Malgun Gothic"/>
                <a:cs typeface="Malgun Gothic"/>
              </a:defRPr>
            </a:lvl3pPr>
            <a:lvl4pPr algn="l">
              <a:defRPr sz="1425" b="0">
                <a:solidFill>
                  <a:srgbClr val="4D5A68"/>
                </a:solidFill>
                <a:latin typeface="Malgun Gothic"/>
                <a:ea typeface="Malgun Gothic"/>
                <a:cs typeface="Malgun Gothic"/>
              </a:defRPr>
            </a:lvl4pPr>
            <a:lvl5pPr algn="l">
              <a:defRPr sz="1425" b="0">
                <a:solidFill>
                  <a:srgbClr val="4D5A68"/>
                </a:solidFill>
                <a:latin typeface="Malgun Gothic"/>
                <a:ea typeface="Malgun Gothic"/>
                <a:cs typeface="Malgun Gothic"/>
              </a:defRPr>
            </a:lvl5pPr>
            <a:lvl6pPr algn="l">
              <a:defRPr sz="1425" b="0">
                <a:solidFill>
                  <a:srgbClr val="4D5A68"/>
                </a:solidFill>
                <a:latin typeface="Malgun Gothic"/>
                <a:ea typeface="Malgun Gothic"/>
                <a:cs typeface="Malgun Gothic"/>
              </a:defRPr>
            </a:lvl6pPr>
            <a:lvl7pPr algn="l">
              <a:defRPr sz="1425" b="0">
                <a:solidFill>
                  <a:srgbClr val="4D5A68"/>
                </a:solidFill>
                <a:latin typeface="Malgun Gothic"/>
                <a:ea typeface="Malgun Gothic"/>
                <a:cs typeface="Malgun Gothic"/>
              </a:defRPr>
            </a:lvl7pPr>
            <a:lvl8pPr algn="l">
              <a:defRPr sz="1425" b="0">
                <a:solidFill>
                  <a:srgbClr val="4D5A68"/>
                </a:solidFill>
                <a:latin typeface="Malgun Gothic"/>
                <a:ea typeface="Malgun Gothic"/>
                <a:cs typeface="Malgun Gothic"/>
              </a:defRPr>
            </a:lvl8pPr>
            <a:lvl9pPr algn="l">
              <a:defRPr sz="1425" b="0">
                <a:solidFill>
                  <a:srgbClr val="4D5A68"/>
                </a:solidFill>
                <a:latin typeface="Malgun Gothic"/>
                <a:ea typeface="Malgun Gothic"/>
                <a:cs typeface="Malgun Gothic"/>
              </a:defRPr>
            </a:lvl9pPr>
          </a:lstStyle>
          <a:p xmlns:a="http://schemas.openxmlformats.org/drawingml/2006/main">
            <a:pPr algn="l">
              <a:defRPr sz="1425" b="0">
                <a:solidFill>
                  <a:srgbClr val="4D5A68"/>
                </a:solidFill>
                <a:latin typeface="Malgun Gothic"/>
                <a:ea typeface="Malgun Gothic"/>
                <a:cs typeface="Malgun Gothic"/>
              </a:defRPr>
            </a:pPr>
            <a:r>
              <a:rPr sz="1425" b="0">
                <a:solidFill>
                  <a:srgbClr val="4D5A68"/>
                </a:solidFill>
                <a:latin typeface="Malgun Gothic"/>
                <a:ea typeface="Malgun Gothic"/>
                <a:cs typeface="Malgun Gothic"/>
              </a:rPr>
              <a:t>다음 질문: Project 정보를 왜 매번 Prompt에 다시 적고 있을까요?</a:t>
            </a:r>
          </a:p>
        </p:txBody>
      </p:sp>
      <p:sp>
        <p:nvSpPr>
          <p:cNvPr id="7" name="테스트 명령과 보존 조건을, 다음 요청에도 다시 쓴다면?">
            <a:extLst xmlns:a="http://schemas.openxmlformats.org/drawingml/2006/main">
              <a:ext uri="{FF2B5EF4-FFF2-40B4-BE49-F238E27FC236}">
                <a16:creationId xmlns:a16="http://schemas.microsoft.com/office/drawing/2014/main" id="{1126A9E6-1C47-403F-BA04-58E3006B37A6}"/>
              </a:ext>
            </a:extLst>
          </p:cNvPr>
          <p:cNvSpPr>
            <a:spLocks xmlns:a="http://schemas.openxmlformats.org/drawingml/2006/main" noGrp="1"/>
          </p:cNvSpPr>
          <p:nvPr/>
        </p:nvSpPr>
        <p:spPr>
          <a:xfrm xmlns:a="http://schemas.openxmlformats.org/drawingml/2006/main">
            <a:off x="609600" y="163830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테스트 명령과 보존 조건을, 다음 요청에도 다시 쓴다면?</a:t>
            </a:r>
          </a:p>
        </p:txBody>
      </p:sp>
      <p:sp>
        <p:nvSpPr>
          <p:cNvPr id="8" name="이번 Task">
            <a:extLst xmlns:a="http://schemas.openxmlformats.org/drawingml/2006/main">
              <a:ext uri="{FF2B5EF4-FFF2-40B4-BE49-F238E27FC236}">
                <a16:creationId xmlns:a16="http://schemas.microsoft.com/office/drawing/2014/main" id="{2533832F-66B8-40F6-B9F4-106CAF646C67}"/>
              </a:ext>
            </a:extLst>
          </p:cNvPr>
          <p:cNvSpPr>
            <a:spLocks xmlns:a="http://schemas.openxmlformats.org/drawingml/2006/main" noGrp="1"/>
          </p:cNvSpPr>
          <p:nvPr/>
        </p:nvSpPr>
        <p:spPr>
          <a:xfrm xmlns:a="http://schemas.openxmlformats.org/drawingml/2006/main">
            <a:off x="609600" y="2124075"/>
            <a:ext cx="51625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550" b="1">
                <a:solidFill>
                  <a:srgbClr val="0B6172"/>
                </a:solidFill>
                <a:latin typeface="Malgun Gothic"/>
                <a:ea typeface="Malgun Gothic"/>
                <a:cs typeface="Malgun Gothic"/>
              </a:defRPr>
            </a:defPPr>
            <a:lvl1pPr algn="l">
              <a:defRPr sz="2550" b="1">
                <a:solidFill>
                  <a:srgbClr val="0B6172"/>
                </a:solidFill>
                <a:latin typeface="Malgun Gothic"/>
                <a:ea typeface="Malgun Gothic"/>
                <a:cs typeface="Malgun Gothic"/>
              </a:defRPr>
            </a:lvl1pPr>
            <a:lvl2pPr algn="l">
              <a:defRPr sz="2550" b="1">
                <a:solidFill>
                  <a:srgbClr val="0B6172"/>
                </a:solidFill>
                <a:latin typeface="Malgun Gothic"/>
                <a:ea typeface="Malgun Gothic"/>
                <a:cs typeface="Malgun Gothic"/>
              </a:defRPr>
            </a:lvl2pPr>
            <a:lvl3pPr algn="l">
              <a:defRPr sz="2550" b="1">
                <a:solidFill>
                  <a:srgbClr val="0B6172"/>
                </a:solidFill>
                <a:latin typeface="Malgun Gothic"/>
                <a:ea typeface="Malgun Gothic"/>
                <a:cs typeface="Malgun Gothic"/>
              </a:defRPr>
            </a:lvl3pPr>
            <a:lvl4pPr algn="l">
              <a:defRPr sz="2550" b="1">
                <a:solidFill>
                  <a:srgbClr val="0B6172"/>
                </a:solidFill>
                <a:latin typeface="Malgun Gothic"/>
                <a:ea typeface="Malgun Gothic"/>
                <a:cs typeface="Malgun Gothic"/>
              </a:defRPr>
            </a:lvl4pPr>
            <a:lvl5pPr algn="l">
              <a:defRPr sz="2550" b="1">
                <a:solidFill>
                  <a:srgbClr val="0B6172"/>
                </a:solidFill>
                <a:latin typeface="Malgun Gothic"/>
                <a:ea typeface="Malgun Gothic"/>
                <a:cs typeface="Malgun Gothic"/>
              </a:defRPr>
            </a:lvl5pPr>
            <a:lvl6pPr algn="l">
              <a:defRPr sz="2550" b="1">
                <a:solidFill>
                  <a:srgbClr val="0B6172"/>
                </a:solidFill>
                <a:latin typeface="Malgun Gothic"/>
                <a:ea typeface="Malgun Gothic"/>
                <a:cs typeface="Malgun Gothic"/>
              </a:defRPr>
            </a:lvl6pPr>
            <a:lvl7pPr algn="l">
              <a:defRPr sz="2550" b="1">
                <a:solidFill>
                  <a:srgbClr val="0B6172"/>
                </a:solidFill>
                <a:latin typeface="Malgun Gothic"/>
                <a:ea typeface="Malgun Gothic"/>
                <a:cs typeface="Malgun Gothic"/>
              </a:defRPr>
            </a:lvl7pPr>
            <a:lvl8pPr algn="l">
              <a:defRPr sz="2550" b="1">
                <a:solidFill>
                  <a:srgbClr val="0B6172"/>
                </a:solidFill>
                <a:latin typeface="Malgun Gothic"/>
                <a:ea typeface="Malgun Gothic"/>
                <a:cs typeface="Malgun Gothic"/>
              </a:defRPr>
            </a:lvl8pPr>
            <a:lvl9pPr algn="l">
              <a:defRPr sz="2550" b="1">
                <a:solidFill>
                  <a:srgbClr val="0B6172"/>
                </a:solidFill>
                <a:latin typeface="Malgun Gothic"/>
                <a:ea typeface="Malgun Gothic"/>
                <a:cs typeface="Malgun Gothic"/>
              </a:defRPr>
            </a:lvl9pPr>
          </a:lstStyle>
          <a:p xmlns:a="http://schemas.openxmlformats.org/drawingml/2006/main">
            <a:pPr algn="l">
              <a:defRPr sz="2550" b="1">
                <a:solidFill>
                  <a:srgbClr val="0B6172"/>
                </a:solidFill>
                <a:latin typeface="Malgun Gothic"/>
                <a:ea typeface="Malgun Gothic"/>
                <a:cs typeface="Malgun Gothic"/>
              </a:defRPr>
            </a:pPr>
            <a:r>
              <a:rPr sz="2550" b="1">
                <a:solidFill>
                  <a:srgbClr val="0B6172"/>
                </a:solidFill>
                <a:latin typeface="Malgun Gothic"/>
                <a:ea typeface="Malgun Gothic"/>
                <a:cs typeface="Malgun Gothic"/>
              </a:rPr>
              <a:t>이번 Task</a:t>
            </a:r>
          </a:p>
        </p:txBody>
      </p:sp>
      <p:sp>
        <p:nvSpPr>
          <p:cNvPr id="9" name="계속 유지할 Project 정보">
            <a:extLst xmlns:a="http://schemas.openxmlformats.org/drawingml/2006/main">
              <a:ext uri="{FF2B5EF4-FFF2-40B4-BE49-F238E27FC236}">
                <a16:creationId xmlns:a16="http://schemas.microsoft.com/office/drawing/2014/main" id="{55B66E7A-8F7F-467D-ADFF-C1D66D413665}"/>
              </a:ext>
            </a:extLst>
          </p:cNvPr>
          <p:cNvSpPr>
            <a:spLocks xmlns:a="http://schemas.openxmlformats.org/drawingml/2006/main" noGrp="1"/>
          </p:cNvSpPr>
          <p:nvPr/>
        </p:nvSpPr>
        <p:spPr>
          <a:xfrm xmlns:a="http://schemas.openxmlformats.org/drawingml/2006/main">
            <a:off x="6705600" y="2124075"/>
            <a:ext cx="4876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0B6172"/>
                </a:solidFill>
                <a:latin typeface="Malgun Gothic"/>
                <a:ea typeface="Malgun Gothic"/>
                <a:cs typeface="Malgun Gothic"/>
              </a:defRPr>
            </a:defPPr>
            <a:lvl1pPr algn="l">
              <a:defRPr sz="2400" b="1">
                <a:solidFill>
                  <a:srgbClr val="0B6172"/>
                </a:solidFill>
                <a:latin typeface="Malgun Gothic"/>
                <a:ea typeface="Malgun Gothic"/>
                <a:cs typeface="Malgun Gothic"/>
              </a:defRPr>
            </a:lvl1pPr>
            <a:lvl2pPr algn="l">
              <a:defRPr sz="2400" b="1">
                <a:solidFill>
                  <a:srgbClr val="0B6172"/>
                </a:solidFill>
                <a:latin typeface="Malgun Gothic"/>
                <a:ea typeface="Malgun Gothic"/>
                <a:cs typeface="Malgun Gothic"/>
              </a:defRPr>
            </a:lvl2pPr>
            <a:lvl3pPr algn="l">
              <a:defRPr sz="2400" b="1">
                <a:solidFill>
                  <a:srgbClr val="0B6172"/>
                </a:solidFill>
                <a:latin typeface="Malgun Gothic"/>
                <a:ea typeface="Malgun Gothic"/>
                <a:cs typeface="Malgun Gothic"/>
              </a:defRPr>
            </a:lvl3pPr>
            <a:lvl4pPr algn="l">
              <a:defRPr sz="2400" b="1">
                <a:solidFill>
                  <a:srgbClr val="0B6172"/>
                </a:solidFill>
                <a:latin typeface="Malgun Gothic"/>
                <a:ea typeface="Malgun Gothic"/>
                <a:cs typeface="Malgun Gothic"/>
              </a:defRPr>
            </a:lvl4pPr>
            <a:lvl5pPr algn="l">
              <a:defRPr sz="2400" b="1">
                <a:solidFill>
                  <a:srgbClr val="0B6172"/>
                </a:solidFill>
                <a:latin typeface="Malgun Gothic"/>
                <a:ea typeface="Malgun Gothic"/>
                <a:cs typeface="Malgun Gothic"/>
              </a:defRPr>
            </a:lvl5pPr>
            <a:lvl6pPr algn="l">
              <a:defRPr sz="2400" b="1">
                <a:solidFill>
                  <a:srgbClr val="0B6172"/>
                </a:solidFill>
                <a:latin typeface="Malgun Gothic"/>
                <a:ea typeface="Malgun Gothic"/>
                <a:cs typeface="Malgun Gothic"/>
              </a:defRPr>
            </a:lvl6pPr>
            <a:lvl7pPr algn="l">
              <a:defRPr sz="2400" b="1">
                <a:solidFill>
                  <a:srgbClr val="0B6172"/>
                </a:solidFill>
                <a:latin typeface="Malgun Gothic"/>
                <a:ea typeface="Malgun Gothic"/>
                <a:cs typeface="Malgun Gothic"/>
              </a:defRPr>
            </a:lvl7pPr>
            <a:lvl8pPr algn="l">
              <a:defRPr sz="2400" b="1">
                <a:solidFill>
                  <a:srgbClr val="0B6172"/>
                </a:solidFill>
                <a:latin typeface="Malgun Gothic"/>
                <a:ea typeface="Malgun Gothic"/>
                <a:cs typeface="Malgun Gothic"/>
              </a:defRPr>
            </a:lvl8pPr>
            <a:lvl9pPr algn="l">
              <a:defRPr sz="2400" b="1">
                <a:solidFill>
                  <a:srgbClr val="0B6172"/>
                </a:solidFill>
                <a:latin typeface="Malgun Gothic"/>
                <a:ea typeface="Malgun Gothic"/>
                <a:cs typeface="Malgun Gothic"/>
              </a:defRPr>
            </a:lvl9pPr>
          </a:lstStyle>
          <a:p xmlns:a="http://schemas.openxmlformats.org/drawingml/2006/main">
            <a:pPr algn="l">
              <a:defRPr sz="2400" b="1">
                <a:solidFill>
                  <a:srgbClr val="0B6172"/>
                </a:solidFill>
                <a:latin typeface="Malgun Gothic"/>
                <a:ea typeface="Malgun Gothic"/>
                <a:cs typeface="Malgun Gothic"/>
              </a:defRPr>
            </a:pPr>
            <a:r>
              <a:rPr sz="2400" b="1">
                <a:solidFill>
                  <a:srgbClr val="0B6172"/>
                </a:solidFill>
                <a:latin typeface="Malgun Gothic"/>
                <a:ea typeface="Malgun Gothic"/>
                <a:cs typeface="Malgun Gothic"/>
              </a:rPr>
              <a:t>계속 유지할 Project 정보</a:t>
            </a:r>
          </a:p>
        </p:txBody>
      </p:sp>
      <p:sp>
        <p:nvSpPr>
          <p:cNvPr id="10" name="">
            <a:extLst xmlns:a="http://schemas.openxmlformats.org/drawingml/2006/main">
              <a:ext uri="{FF2B5EF4-FFF2-40B4-BE49-F238E27FC236}">
                <a16:creationId xmlns:a16="http://schemas.microsoft.com/office/drawing/2014/main" id="{A82D469B-AF77-4356-8472-807BB5D08D61}"/>
              </a:ext>
            </a:extLst>
          </p:cNvPr>
          <p:cNvSpPr>
            <a:spLocks xmlns:a="http://schemas.openxmlformats.org/drawingml/2006/main" noGrp="1"/>
          </p:cNvSpPr>
          <p:nvPr/>
        </p:nvSpPr>
        <p:spPr>
          <a:xfrm xmlns:a="http://schemas.openxmlformats.org/drawingml/2006/main">
            <a:off x="609600" y="2838450"/>
            <a:ext cx="516255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1" name="crop 경계 수정&#10;이번에는 README만 수정">
            <a:extLst xmlns:a="http://schemas.openxmlformats.org/drawingml/2006/main">
              <a:ext uri="{FF2B5EF4-FFF2-40B4-BE49-F238E27FC236}">
                <a16:creationId xmlns:a16="http://schemas.microsoft.com/office/drawing/2014/main" id="{B6238DB4-B627-492C-8057-9A57B399370A}"/>
              </a:ext>
            </a:extLst>
          </p:cNvPr>
          <p:cNvSpPr>
            <a:spLocks xmlns:a="http://schemas.openxmlformats.org/drawingml/2006/main" noGrp="1"/>
          </p:cNvSpPr>
          <p:nvPr/>
        </p:nvSpPr>
        <p:spPr>
          <a:xfrm xmlns:a="http://schemas.openxmlformats.org/drawingml/2006/main">
            <a:off x="800100" y="3067050"/>
            <a:ext cx="47815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0">
                <a:solidFill>
                  <a:srgbClr val="17212B"/>
                </a:solidFill>
                <a:latin typeface="Malgun Gothic"/>
                <a:ea typeface="Malgun Gothic"/>
                <a:cs typeface="Malgun Gothic"/>
              </a:defRPr>
            </a:defPPr>
            <a:lvl1pPr algn="l">
              <a:defRPr sz="2325" b="0">
                <a:solidFill>
                  <a:srgbClr val="17212B"/>
                </a:solidFill>
                <a:latin typeface="Malgun Gothic"/>
                <a:ea typeface="Malgun Gothic"/>
                <a:cs typeface="Malgun Gothic"/>
              </a:defRPr>
            </a:lvl1pPr>
            <a:lvl2pPr algn="l">
              <a:defRPr sz="2325" b="0">
                <a:solidFill>
                  <a:srgbClr val="17212B"/>
                </a:solidFill>
                <a:latin typeface="Malgun Gothic"/>
                <a:ea typeface="Malgun Gothic"/>
                <a:cs typeface="Malgun Gothic"/>
              </a:defRPr>
            </a:lvl2pPr>
            <a:lvl3pPr algn="l">
              <a:defRPr sz="2325" b="0">
                <a:solidFill>
                  <a:srgbClr val="17212B"/>
                </a:solidFill>
                <a:latin typeface="Malgun Gothic"/>
                <a:ea typeface="Malgun Gothic"/>
                <a:cs typeface="Malgun Gothic"/>
              </a:defRPr>
            </a:lvl3pPr>
            <a:lvl4pPr algn="l">
              <a:defRPr sz="2325" b="0">
                <a:solidFill>
                  <a:srgbClr val="17212B"/>
                </a:solidFill>
                <a:latin typeface="Malgun Gothic"/>
                <a:ea typeface="Malgun Gothic"/>
                <a:cs typeface="Malgun Gothic"/>
              </a:defRPr>
            </a:lvl4pPr>
            <a:lvl5pPr algn="l">
              <a:defRPr sz="2325" b="0">
                <a:solidFill>
                  <a:srgbClr val="17212B"/>
                </a:solidFill>
                <a:latin typeface="Malgun Gothic"/>
                <a:ea typeface="Malgun Gothic"/>
                <a:cs typeface="Malgun Gothic"/>
              </a:defRPr>
            </a:lvl5pPr>
            <a:lvl6pPr algn="l">
              <a:defRPr sz="2325" b="0">
                <a:solidFill>
                  <a:srgbClr val="17212B"/>
                </a:solidFill>
                <a:latin typeface="Malgun Gothic"/>
                <a:ea typeface="Malgun Gothic"/>
                <a:cs typeface="Malgun Gothic"/>
              </a:defRPr>
            </a:lvl6pPr>
            <a:lvl7pPr algn="l">
              <a:defRPr sz="2325" b="0">
                <a:solidFill>
                  <a:srgbClr val="17212B"/>
                </a:solidFill>
                <a:latin typeface="Malgun Gothic"/>
                <a:ea typeface="Malgun Gothic"/>
                <a:cs typeface="Malgun Gothic"/>
              </a:defRPr>
            </a:lvl7pPr>
            <a:lvl8pPr algn="l">
              <a:defRPr sz="2325" b="0">
                <a:solidFill>
                  <a:srgbClr val="17212B"/>
                </a:solidFill>
                <a:latin typeface="Malgun Gothic"/>
                <a:ea typeface="Malgun Gothic"/>
                <a:cs typeface="Malgun Gothic"/>
              </a:defRPr>
            </a:lvl8pPr>
            <a:lvl9pPr algn="l">
              <a:defRPr sz="2325" b="0">
                <a:solidFill>
                  <a:srgbClr val="17212B"/>
                </a:solidFill>
                <a:latin typeface="Malgun Gothic"/>
                <a:ea typeface="Malgun Gothic"/>
                <a:cs typeface="Malgun Gothic"/>
              </a:defRPr>
            </a:lvl9pPr>
          </a:lstStyle>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crop 경계 수정</a:t>
            </a:r>
          </a:p>
          <a:p xmlns:a="http://schemas.openxmlformats.org/drawingml/2006/main">
            <a:pPr algn="l">
              <a:defRPr sz="2325" b="0">
                <a:solidFill>
                  <a:srgbClr val="17212B"/>
                </a:solidFill>
                <a:latin typeface="Malgun Gothic"/>
                <a:ea typeface="Malgun Gothic"/>
                <a:cs typeface="Malgun Gothic"/>
              </a:defRPr>
            </a:pPr>
            <a:r>
              <a:rPr sz="2325" b="0">
                <a:solidFill>
                  <a:srgbClr val="17212B"/>
                </a:solidFill>
                <a:latin typeface="Malgun Gothic"/>
                <a:ea typeface="Malgun Gothic"/>
                <a:cs typeface="Malgun Gothic"/>
              </a:rPr>
              <a:t>이번에는 README만 수정</a:t>
            </a:r>
          </a:p>
        </p:txBody>
      </p:sp>
      <p:sp>
        <p:nvSpPr>
          <p:cNvPr id="12" name="이번 목표에 적용할 후보">
            <a:extLst xmlns:a="http://schemas.openxmlformats.org/drawingml/2006/main">
              <a:ext uri="{FF2B5EF4-FFF2-40B4-BE49-F238E27FC236}">
                <a16:creationId xmlns:a16="http://schemas.microsoft.com/office/drawing/2014/main" id="{03B2A10A-2BDC-40E8-B0FD-DB5FAC81F75F}"/>
              </a:ext>
            </a:extLst>
          </p:cNvPr>
          <p:cNvSpPr>
            <a:spLocks xmlns:a="http://schemas.openxmlformats.org/drawingml/2006/main" noGrp="1"/>
          </p:cNvSpPr>
          <p:nvPr/>
        </p:nvSpPr>
        <p:spPr>
          <a:xfrm xmlns:a="http://schemas.openxmlformats.org/drawingml/2006/main">
            <a:off x="609600" y="4800600"/>
            <a:ext cx="51625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이번 목표에 적용할 후보</a:t>
            </a:r>
          </a:p>
        </p:txBody>
      </p:sp>
      <p:sp>
        <p:nvSpPr>
          <p:cNvPr id="13" name="">
            <a:extLst xmlns:a="http://schemas.openxmlformats.org/drawingml/2006/main">
              <a:ext uri="{FF2B5EF4-FFF2-40B4-BE49-F238E27FC236}">
                <a16:creationId xmlns:a16="http://schemas.microsoft.com/office/drawing/2014/main" id="{039BA738-D5EB-40D9-B555-EC2F1644957E}"/>
              </a:ext>
            </a:extLst>
          </p:cNvPr>
          <p:cNvSpPr>
            <a:spLocks xmlns:a="http://schemas.openxmlformats.org/drawingml/2006/main" noGrp="1"/>
          </p:cNvSpPr>
          <p:nvPr/>
        </p:nvSpPr>
        <p:spPr>
          <a:xfrm xmlns:a="http://schemas.openxmlformats.org/drawingml/2006/main">
            <a:off x="6705600" y="2838450"/>
            <a:ext cx="4876800" cy="1790700"/>
          </a:xfrm>
          <a:prstGeom xmlns:a="http://schemas.openxmlformats.org/drawingml/2006/main" prst="rect">
            <a:avLst/>
          </a:prstGeom>
          <a:solidFill xmlns:a="http://schemas.openxmlformats.org/drawingml/2006/main">
            <a:srgbClr val="FFFFFF"/>
          </a:solidFill>
          <a:ln xmlns:a="http://schemas.openxmlformats.org/drawingml/2006/main" w="9525">
            <a:solidFill>
              <a:srgbClr val="C7D0DA"/>
            </a:solidFill>
            <a:prstDash val="solid"/>
          </a:ln>
        </p:spPr>
      </p:sp>
      <p:sp>
        <p:nvSpPr>
          <p:cNvPr id="14" name="의존성 추가에는 작업상 근거 필요&#10;프로젝트 전체 테스트 명령">
            <a:extLst xmlns:a="http://schemas.openxmlformats.org/drawingml/2006/main">
              <a:ext uri="{FF2B5EF4-FFF2-40B4-BE49-F238E27FC236}">
                <a16:creationId xmlns:a16="http://schemas.microsoft.com/office/drawing/2014/main" id="{B6D466EF-A9A9-4F46-807A-A8DC76A4E083}"/>
              </a:ext>
            </a:extLst>
          </p:cNvPr>
          <p:cNvSpPr>
            <a:spLocks xmlns:a="http://schemas.openxmlformats.org/drawingml/2006/main" noGrp="1"/>
          </p:cNvSpPr>
          <p:nvPr/>
        </p:nvSpPr>
        <p:spPr>
          <a:xfrm xmlns:a="http://schemas.openxmlformats.org/drawingml/2006/main">
            <a:off x="6896100" y="3067050"/>
            <a:ext cx="44958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17212B"/>
                </a:solidFill>
                <a:latin typeface="Malgun Gothic"/>
                <a:ea typeface="Malgun Gothic"/>
                <a:cs typeface="Malgun Gothic"/>
              </a:defRPr>
            </a:defPPr>
            <a:lvl1pPr algn="l">
              <a:defRPr sz="2100" b="0">
                <a:solidFill>
                  <a:srgbClr val="17212B"/>
                </a:solidFill>
                <a:latin typeface="Malgun Gothic"/>
                <a:ea typeface="Malgun Gothic"/>
                <a:cs typeface="Malgun Gothic"/>
              </a:defRPr>
            </a:lvl1pPr>
            <a:lvl2pPr algn="l">
              <a:defRPr sz="2100" b="0">
                <a:solidFill>
                  <a:srgbClr val="17212B"/>
                </a:solidFill>
                <a:latin typeface="Malgun Gothic"/>
                <a:ea typeface="Malgun Gothic"/>
                <a:cs typeface="Malgun Gothic"/>
              </a:defRPr>
            </a:lvl2pPr>
            <a:lvl3pPr algn="l">
              <a:defRPr sz="2100" b="0">
                <a:solidFill>
                  <a:srgbClr val="17212B"/>
                </a:solidFill>
                <a:latin typeface="Malgun Gothic"/>
                <a:ea typeface="Malgun Gothic"/>
                <a:cs typeface="Malgun Gothic"/>
              </a:defRPr>
            </a:lvl3pPr>
            <a:lvl4pPr algn="l">
              <a:defRPr sz="2100" b="0">
                <a:solidFill>
                  <a:srgbClr val="17212B"/>
                </a:solidFill>
                <a:latin typeface="Malgun Gothic"/>
                <a:ea typeface="Malgun Gothic"/>
                <a:cs typeface="Malgun Gothic"/>
              </a:defRPr>
            </a:lvl4pPr>
            <a:lvl5pPr algn="l">
              <a:defRPr sz="2100" b="0">
                <a:solidFill>
                  <a:srgbClr val="17212B"/>
                </a:solidFill>
                <a:latin typeface="Malgun Gothic"/>
                <a:ea typeface="Malgun Gothic"/>
                <a:cs typeface="Malgun Gothic"/>
              </a:defRPr>
            </a:lvl5pPr>
            <a:lvl6pPr algn="l">
              <a:defRPr sz="2100" b="0">
                <a:solidFill>
                  <a:srgbClr val="17212B"/>
                </a:solidFill>
                <a:latin typeface="Malgun Gothic"/>
                <a:ea typeface="Malgun Gothic"/>
                <a:cs typeface="Malgun Gothic"/>
              </a:defRPr>
            </a:lvl6pPr>
            <a:lvl7pPr algn="l">
              <a:defRPr sz="2100" b="0">
                <a:solidFill>
                  <a:srgbClr val="17212B"/>
                </a:solidFill>
                <a:latin typeface="Malgun Gothic"/>
                <a:ea typeface="Malgun Gothic"/>
                <a:cs typeface="Malgun Gothic"/>
              </a:defRPr>
            </a:lvl7pPr>
            <a:lvl8pPr algn="l">
              <a:defRPr sz="2100" b="0">
                <a:solidFill>
                  <a:srgbClr val="17212B"/>
                </a:solidFill>
                <a:latin typeface="Malgun Gothic"/>
                <a:ea typeface="Malgun Gothic"/>
                <a:cs typeface="Malgun Gothic"/>
              </a:defRPr>
            </a:lvl8pPr>
            <a:lvl9pPr algn="l">
              <a:defRPr sz="2100" b="0">
                <a:solidFill>
                  <a:srgbClr val="17212B"/>
                </a:solidFill>
                <a:latin typeface="Malgun Gothic"/>
                <a:ea typeface="Malgun Gothic"/>
                <a:cs typeface="Malgun Gothic"/>
              </a:defRPr>
            </a:lvl9pPr>
          </a:lstStyle>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의존성 추가에는 작업상 근거 필요</a:t>
            </a:r>
          </a:p>
          <a:p xmlns:a="http://schemas.openxmlformats.org/drawingml/2006/main">
            <a:pPr algn="l">
              <a:defRPr sz="2100" b="0">
                <a:solidFill>
                  <a:srgbClr val="17212B"/>
                </a:solidFill>
                <a:latin typeface="Malgun Gothic"/>
                <a:ea typeface="Malgun Gothic"/>
                <a:cs typeface="Malgun Gothic"/>
              </a:defRPr>
            </a:pPr>
            <a:r>
              <a:rPr sz="2100" b="0">
                <a:solidFill>
                  <a:srgbClr val="17212B"/>
                </a:solidFill>
                <a:latin typeface="Malgun Gothic"/>
                <a:ea typeface="Malgun Gothic"/>
                <a:cs typeface="Malgun Gothic"/>
              </a:rPr>
              <a:t>프로젝트 전체 테스트 명령</a:t>
            </a:r>
          </a:p>
        </p:txBody>
      </p:sp>
      <p:sp>
        <p:nvSpPr>
          <p:cNvPr id="15" name="여러 작업에서 참고할 후보">
            <a:extLst xmlns:a="http://schemas.openxmlformats.org/drawingml/2006/main">
              <a:ext uri="{FF2B5EF4-FFF2-40B4-BE49-F238E27FC236}">
                <a16:creationId xmlns:a16="http://schemas.microsoft.com/office/drawing/2014/main" id="{F1A4C7AB-C64D-4779-AA81-BF0446E9D60A}"/>
              </a:ext>
            </a:extLst>
          </p:cNvPr>
          <p:cNvSpPr>
            <a:spLocks xmlns:a="http://schemas.openxmlformats.org/drawingml/2006/main" noGrp="1"/>
          </p:cNvSpPr>
          <p:nvPr/>
        </p:nvSpPr>
        <p:spPr>
          <a:xfrm xmlns:a="http://schemas.openxmlformats.org/drawingml/2006/main">
            <a:off x="6705600" y="4800600"/>
            <a:ext cx="4876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a:solidFill>
                  <a:srgbClr val="4D5A68"/>
                </a:solidFill>
                <a:latin typeface="Malgun Gothic"/>
                <a:ea typeface="Malgun Gothic"/>
                <a:cs typeface="Malgun Gothic"/>
              </a:defRPr>
            </a:defPPr>
            <a:lvl1pPr algn="l">
              <a:defRPr sz="1950" b="0">
                <a:solidFill>
                  <a:srgbClr val="4D5A68"/>
                </a:solidFill>
                <a:latin typeface="Malgun Gothic"/>
                <a:ea typeface="Malgun Gothic"/>
                <a:cs typeface="Malgun Gothic"/>
              </a:defRPr>
            </a:lvl1pPr>
            <a:lvl2pPr algn="l">
              <a:defRPr sz="1950" b="0">
                <a:solidFill>
                  <a:srgbClr val="4D5A68"/>
                </a:solidFill>
                <a:latin typeface="Malgun Gothic"/>
                <a:ea typeface="Malgun Gothic"/>
                <a:cs typeface="Malgun Gothic"/>
              </a:defRPr>
            </a:lvl2pPr>
            <a:lvl3pPr algn="l">
              <a:defRPr sz="1950" b="0">
                <a:solidFill>
                  <a:srgbClr val="4D5A68"/>
                </a:solidFill>
                <a:latin typeface="Malgun Gothic"/>
                <a:ea typeface="Malgun Gothic"/>
                <a:cs typeface="Malgun Gothic"/>
              </a:defRPr>
            </a:lvl3pPr>
            <a:lvl4pPr algn="l">
              <a:defRPr sz="1950" b="0">
                <a:solidFill>
                  <a:srgbClr val="4D5A68"/>
                </a:solidFill>
                <a:latin typeface="Malgun Gothic"/>
                <a:ea typeface="Malgun Gothic"/>
                <a:cs typeface="Malgun Gothic"/>
              </a:defRPr>
            </a:lvl4pPr>
            <a:lvl5pPr algn="l">
              <a:defRPr sz="1950" b="0">
                <a:solidFill>
                  <a:srgbClr val="4D5A68"/>
                </a:solidFill>
                <a:latin typeface="Malgun Gothic"/>
                <a:ea typeface="Malgun Gothic"/>
                <a:cs typeface="Malgun Gothic"/>
              </a:defRPr>
            </a:lvl5pPr>
            <a:lvl6pPr algn="l">
              <a:defRPr sz="1950" b="0">
                <a:solidFill>
                  <a:srgbClr val="4D5A68"/>
                </a:solidFill>
                <a:latin typeface="Malgun Gothic"/>
                <a:ea typeface="Malgun Gothic"/>
                <a:cs typeface="Malgun Gothic"/>
              </a:defRPr>
            </a:lvl6pPr>
            <a:lvl7pPr algn="l">
              <a:defRPr sz="1950" b="0">
                <a:solidFill>
                  <a:srgbClr val="4D5A68"/>
                </a:solidFill>
                <a:latin typeface="Malgun Gothic"/>
                <a:ea typeface="Malgun Gothic"/>
                <a:cs typeface="Malgun Gothic"/>
              </a:defRPr>
            </a:lvl7pPr>
            <a:lvl8pPr algn="l">
              <a:defRPr sz="1950" b="0">
                <a:solidFill>
                  <a:srgbClr val="4D5A68"/>
                </a:solidFill>
                <a:latin typeface="Malgun Gothic"/>
                <a:ea typeface="Malgun Gothic"/>
                <a:cs typeface="Malgun Gothic"/>
              </a:defRPr>
            </a:lvl8pPr>
            <a:lvl9pPr algn="l">
              <a:defRPr sz="1950" b="0">
                <a:solidFill>
                  <a:srgbClr val="4D5A68"/>
                </a:solidFill>
                <a:latin typeface="Malgun Gothic"/>
                <a:ea typeface="Malgun Gothic"/>
                <a:cs typeface="Malgun Gothic"/>
              </a:defRPr>
            </a:lvl9pPr>
          </a:lstStyle>
          <a:p xmlns:a="http://schemas.openxmlformats.org/drawingml/2006/main">
            <a:pPr algn="l">
              <a:defRPr sz="1950" b="0">
                <a:solidFill>
                  <a:srgbClr val="4D5A68"/>
                </a:solidFill>
                <a:latin typeface="Malgun Gothic"/>
                <a:ea typeface="Malgun Gothic"/>
                <a:cs typeface="Malgun Gothic"/>
              </a:defRPr>
            </a:pPr>
            <a:r>
              <a:rPr sz="1950" b="0">
                <a:solidFill>
                  <a:srgbClr val="4D5A68"/>
                </a:solidFill>
                <a:latin typeface="Malgun Gothic"/>
                <a:ea typeface="Malgun Gothic"/>
                <a:cs typeface="Malgun Gothic"/>
              </a:rPr>
              <a:t>여러 작업에서 참고할 후보</a:t>
            </a:r>
          </a:p>
        </p:txBody>
      </p:sp>
      <p:sp>
        <p:nvSpPr>
          <p:cNvPr id="16" name="다음 작업에도 필요한 설명은, 어디에 두면 좋을까?">
            <a:extLst xmlns:a="http://schemas.openxmlformats.org/drawingml/2006/main">
              <a:ext uri="{FF2B5EF4-FFF2-40B4-BE49-F238E27FC236}">
                <a16:creationId xmlns:a16="http://schemas.microsoft.com/office/drawing/2014/main" id="{FF0818CC-14BE-4279-B5B3-41CCB4E6F354}"/>
              </a:ext>
            </a:extLst>
          </p:cNvPr>
          <p:cNvSpPr>
            <a:spLocks xmlns:a="http://schemas.openxmlformats.org/drawingml/2006/main" noGrp="1"/>
          </p:cNvSpPr>
          <p:nvPr/>
        </p:nvSpPr>
        <p:spPr>
          <a:xfrm xmlns:a="http://schemas.openxmlformats.org/drawingml/2006/main">
            <a:off x="609600" y="528637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0B6172"/>
                </a:solidFill>
                <a:latin typeface="Malgun Gothic"/>
                <a:ea typeface="Malgun Gothic"/>
                <a:cs typeface="Malgun Gothic"/>
              </a:defRPr>
            </a:defPPr>
            <a:lvl1pPr algn="l">
              <a:defRPr sz="2250" b="1">
                <a:solidFill>
                  <a:srgbClr val="0B6172"/>
                </a:solidFill>
                <a:latin typeface="Malgun Gothic"/>
                <a:ea typeface="Malgun Gothic"/>
                <a:cs typeface="Malgun Gothic"/>
              </a:defRPr>
            </a:lvl1pPr>
            <a:lvl2pPr algn="l">
              <a:defRPr sz="2250" b="1">
                <a:solidFill>
                  <a:srgbClr val="0B6172"/>
                </a:solidFill>
                <a:latin typeface="Malgun Gothic"/>
                <a:ea typeface="Malgun Gothic"/>
                <a:cs typeface="Malgun Gothic"/>
              </a:defRPr>
            </a:lvl2pPr>
            <a:lvl3pPr algn="l">
              <a:defRPr sz="2250" b="1">
                <a:solidFill>
                  <a:srgbClr val="0B6172"/>
                </a:solidFill>
                <a:latin typeface="Malgun Gothic"/>
                <a:ea typeface="Malgun Gothic"/>
                <a:cs typeface="Malgun Gothic"/>
              </a:defRPr>
            </a:lvl3pPr>
            <a:lvl4pPr algn="l">
              <a:defRPr sz="2250" b="1">
                <a:solidFill>
                  <a:srgbClr val="0B6172"/>
                </a:solidFill>
                <a:latin typeface="Malgun Gothic"/>
                <a:ea typeface="Malgun Gothic"/>
                <a:cs typeface="Malgun Gothic"/>
              </a:defRPr>
            </a:lvl4pPr>
            <a:lvl5pPr algn="l">
              <a:defRPr sz="2250" b="1">
                <a:solidFill>
                  <a:srgbClr val="0B6172"/>
                </a:solidFill>
                <a:latin typeface="Malgun Gothic"/>
                <a:ea typeface="Malgun Gothic"/>
                <a:cs typeface="Malgun Gothic"/>
              </a:defRPr>
            </a:lvl5pPr>
            <a:lvl6pPr algn="l">
              <a:defRPr sz="2250" b="1">
                <a:solidFill>
                  <a:srgbClr val="0B6172"/>
                </a:solidFill>
                <a:latin typeface="Malgun Gothic"/>
                <a:ea typeface="Malgun Gothic"/>
                <a:cs typeface="Malgun Gothic"/>
              </a:defRPr>
            </a:lvl6pPr>
            <a:lvl7pPr algn="l">
              <a:defRPr sz="2250" b="1">
                <a:solidFill>
                  <a:srgbClr val="0B6172"/>
                </a:solidFill>
                <a:latin typeface="Malgun Gothic"/>
                <a:ea typeface="Malgun Gothic"/>
                <a:cs typeface="Malgun Gothic"/>
              </a:defRPr>
            </a:lvl7pPr>
            <a:lvl8pPr algn="l">
              <a:defRPr sz="2250" b="1">
                <a:solidFill>
                  <a:srgbClr val="0B6172"/>
                </a:solidFill>
                <a:latin typeface="Malgun Gothic"/>
                <a:ea typeface="Malgun Gothic"/>
                <a:cs typeface="Malgun Gothic"/>
              </a:defRPr>
            </a:lvl8pPr>
            <a:lvl9pPr algn="l">
              <a:defRPr sz="2250" b="1">
                <a:solidFill>
                  <a:srgbClr val="0B6172"/>
                </a:solidFill>
                <a:latin typeface="Malgun Gothic"/>
                <a:ea typeface="Malgun Gothic"/>
                <a:cs typeface="Malgun Gothic"/>
              </a:defRPr>
            </a:lvl9pPr>
          </a:lstStyle>
          <a:p xmlns:a="http://schemas.openxmlformats.org/drawingml/2006/main">
            <a:pPr algn="l">
              <a:defRPr sz="2250" b="1">
                <a:solidFill>
                  <a:srgbClr val="0B6172"/>
                </a:solidFill>
                <a:latin typeface="Malgun Gothic"/>
                <a:ea typeface="Malgun Gothic"/>
                <a:cs typeface="Malgun Gothic"/>
              </a:defRPr>
            </a:pPr>
            <a:r>
              <a:rPr sz="2250" b="1">
                <a:solidFill>
                  <a:srgbClr val="0B6172"/>
                </a:solidFill>
                <a:latin typeface="Malgun Gothic"/>
                <a:ea typeface="Malgun Gothic"/>
                <a:cs typeface="Malgun Gothic"/>
              </a:rPr>
              <a:t>다음 작업에도 필요한 설명은, 어디에 두면 좋을까?</a:t>
            </a:r>
          </a:p>
        </p:txBody>
      </p:sp>
      <p:sp>
        <p:nvSpPr>
          <p:cNvPr id="17" name="Legacy module connection">
            <a:extLst xmlns:a="http://schemas.openxmlformats.org/drawingml/2006/main">
              <a:ext uri="{FF2B5EF4-FFF2-40B4-BE49-F238E27FC236}">
                <a16:creationId xmlns:a16="http://schemas.microsoft.com/office/drawing/2014/main" id="{7FD012D1-C4AB-48F0-8F71-897A7595B00C}"/>
              </a:ext>
            </a:extLst>
          </p:cNvPr>
          <p:cNvSpPr>
            <a:spLocks xmlns:a="http://schemas.openxmlformats.org/drawingml/2006/main" noGrp="1"/>
          </p:cNvSpPr>
          <p:nvPr/>
        </p:nvSpPr>
        <p:spPr>
          <a:xfrm xmlns:a="http://schemas.openxmlformats.org/drawingml/2006/main">
            <a:off x="609600" y="6229350"/>
            <a:ext cx="109728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00" b="0">
                <a:solidFill>
                  <a:srgbClr val="4D5A68"/>
                </a:solidFill>
                <a:latin typeface="Malgun Gothic"/>
                <a:ea typeface="Malgun Gothic"/>
                <a:cs typeface="Malgun Gothic"/>
              </a:defRPr>
            </a:defPPr>
            <a:lvl1pPr algn="r">
              <a:defRPr sz="1200" b="0">
                <a:solidFill>
                  <a:srgbClr val="4D5A68"/>
                </a:solidFill>
                <a:latin typeface="Malgun Gothic"/>
                <a:ea typeface="Malgun Gothic"/>
                <a:cs typeface="Malgun Gothic"/>
              </a:defRPr>
            </a:lvl1pPr>
            <a:lvl2pPr algn="r">
              <a:defRPr sz="1200" b="0">
                <a:solidFill>
                  <a:srgbClr val="4D5A68"/>
                </a:solidFill>
                <a:latin typeface="Malgun Gothic"/>
                <a:ea typeface="Malgun Gothic"/>
                <a:cs typeface="Malgun Gothic"/>
              </a:defRPr>
            </a:lvl2pPr>
            <a:lvl3pPr algn="r">
              <a:defRPr sz="1200" b="0">
                <a:solidFill>
                  <a:srgbClr val="4D5A68"/>
                </a:solidFill>
                <a:latin typeface="Malgun Gothic"/>
                <a:ea typeface="Malgun Gothic"/>
                <a:cs typeface="Malgun Gothic"/>
              </a:defRPr>
            </a:lvl3pPr>
            <a:lvl4pPr algn="r">
              <a:defRPr sz="1200" b="0">
                <a:solidFill>
                  <a:srgbClr val="4D5A68"/>
                </a:solidFill>
                <a:latin typeface="Malgun Gothic"/>
                <a:ea typeface="Malgun Gothic"/>
                <a:cs typeface="Malgun Gothic"/>
              </a:defRPr>
            </a:lvl4pPr>
            <a:lvl5pPr algn="r">
              <a:defRPr sz="1200" b="0">
                <a:solidFill>
                  <a:srgbClr val="4D5A68"/>
                </a:solidFill>
                <a:latin typeface="Malgun Gothic"/>
                <a:ea typeface="Malgun Gothic"/>
                <a:cs typeface="Malgun Gothic"/>
              </a:defRPr>
            </a:lvl5pPr>
            <a:lvl6pPr algn="r">
              <a:defRPr sz="1200" b="0">
                <a:solidFill>
                  <a:srgbClr val="4D5A68"/>
                </a:solidFill>
                <a:latin typeface="Malgun Gothic"/>
                <a:ea typeface="Malgun Gothic"/>
                <a:cs typeface="Malgun Gothic"/>
              </a:defRPr>
            </a:lvl6pPr>
            <a:lvl7pPr algn="r">
              <a:defRPr sz="1200" b="0">
                <a:solidFill>
                  <a:srgbClr val="4D5A68"/>
                </a:solidFill>
                <a:latin typeface="Malgun Gothic"/>
                <a:ea typeface="Malgun Gothic"/>
                <a:cs typeface="Malgun Gothic"/>
              </a:defRPr>
            </a:lvl7pPr>
            <a:lvl8pPr algn="r">
              <a:defRPr sz="1200" b="0">
                <a:solidFill>
                  <a:srgbClr val="4D5A68"/>
                </a:solidFill>
                <a:latin typeface="Malgun Gothic"/>
                <a:ea typeface="Malgun Gothic"/>
                <a:cs typeface="Malgun Gothic"/>
              </a:defRPr>
            </a:lvl8pPr>
            <a:lvl9pPr algn="r">
              <a:defRPr sz="1200" b="0">
                <a:solidFill>
                  <a:srgbClr val="4D5A68"/>
                </a:solidFill>
                <a:latin typeface="Malgun Gothic"/>
                <a:ea typeface="Malgun Gothic"/>
                <a:cs typeface="Malgun Gothic"/>
              </a:defRPr>
            </a:lvl9pPr>
          </a:lstStyle>
          <a:p xmlns:a="http://schemas.openxmlformats.org/drawingml/2006/main">
            <a:pPr algn="r">
              <a:defRPr sz="1200" b="0">
                <a:solidFill>
                  <a:srgbClr val="4D5A68"/>
                </a:solidFill>
                <a:latin typeface="Malgun Gothic"/>
                <a:ea typeface="Malgun Gothic"/>
                <a:cs typeface="Malgun Gothic"/>
              </a:defRPr>
            </a:pPr>
            <a:r>
              <a:rPr sz="1200" b="0">
                <a:solidFill>
                  <a:srgbClr val="4D5A68"/>
                </a:solidFill>
                <a:latin typeface="Malgun Gothic"/>
                <a:ea typeface="Malgun Gothic"/>
                <a:cs typeface="Malgun Gothic"/>
              </a:rPr>
              <a:t>M 연계 · M2</a:t>
            </a:r>
          </a:p>
        </p:txBody>
      </p:sp>
    </p:spTree>
    <p:extLst>
      <p:ext uri="{BB962C8B-B14F-4D97-AF65-F5344CB8AC3E}">
        <p14:creationId xmlns:p14="http://schemas.microsoft.com/office/powerpoint/2010/main" val="5552860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Malgun Gothic"/>
        <a:ea typeface=""/>
        <a:cs typeface=""/>
      </a:majorFont>
      <a:minorFont>
        <a:latin typeface="Malgun Gothic"/>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2026-10-25T08:39:07.3730000Z</dcterms:created>
  <dcterms:modified xsi:type="dcterms:W3CDTF">2026-10-25T08:39:07.3730000Z</dcterms:modified>
</coreProperties>
</file>