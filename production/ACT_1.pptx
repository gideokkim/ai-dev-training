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a62c2d8bbdd4474" /><Relationship Type="http://schemas.openxmlformats.org/officeDocument/2006/relationships/extended-properties" Target="/docProps/app.xml" Id="R56903f6be4654583" /><Relationship Type="http://schemas.openxmlformats.org/officeDocument/2006/relationships/officeDocument" Target="/ppt/presentation.xml" Id="Rc6d8b5f575124afc" /></Relationships>
</file>

<file path=ppt/presentation.xml><?xml version="1.0" encoding="utf-8"?>
<p:presentation xmlns:p="http://schemas.openxmlformats.org/presentationml/2006/main">
  <p:sldMasterIdLst>
    <p:sldMasterId xmlns:r="http://schemas.openxmlformats.org/officeDocument/2006/relationships" id="2147483648" r:id="R5ad485d29c60440e"/>
  </p:sldMasterIdLst>
  <p:notesMasterIdLst>
    <p:notesMasterId xmlns:r="http://schemas.openxmlformats.org/officeDocument/2006/relationships" r:id="R1b53e6f5aec94bb7"/>
  </p:notesMasterIdLst>
  <p:sldIdLst>
    <p:sldId xmlns:r="http://schemas.openxmlformats.org/officeDocument/2006/relationships" id="256" r:id="R53b5f1c73613466b"/>
    <p:sldId xmlns:r="http://schemas.openxmlformats.org/officeDocument/2006/relationships" id="257" r:id="Rdb787b2679b34158"/>
    <p:sldId xmlns:r="http://schemas.openxmlformats.org/officeDocument/2006/relationships" id="258" r:id="R15ef2fdfc3fc4c66"/>
    <p:sldId xmlns:r="http://schemas.openxmlformats.org/officeDocument/2006/relationships" id="259" r:id="R4afab53e72394991"/>
    <p:sldId xmlns:r="http://schemas.openxmlformats.org/officeDocument/2006/relationships" id="260" r:id="R6991b2de36cf4574"/>
    <p:sldId xmlns:r="http://schemas.openxmlformats.org/officeDocument/2006/relationships" id="261" r:id="Reefe892a11634e6e"/>
    <p:sldId xmlns:r="http://schemas.openxmlformats.org/officeDocument/2006/relationships" id="262" r:id="Rc660046a4aee4b62"/>
    <p:sldId xmlns:r="http://schemas.openxmlformats.org/officeDocument/2006/relationships" id="263" r:id="R6671d30a9a674493"/>
    <p:sldId xmlns:r="http://schemas.openxmlformats.org/officeDocument/2006/relationships" id="264" r:id="R622f7f149fe64add"/>
    <p:sldId xmlns:r="http://schemas.openxmlformats.org/officeDocument/2006/relationships" id="265" r:id="Recccec0b02b94bcd"/>
    <p:sldId xmlns:r="http://schemas.openxmlformats.org/officeDocument/2006/relationships" id="266" r:id="Ra34cdac4f2ae4f66"/>
    <p:sldId xmlns:r="http://schemas.openxmlformats.org/officeDocument/2006/relationships" id="267" r:id="R24872ffc5e43470c"/>
    <p:sldId xmlns:r="http://schemas.openxmlformats.org/officeDocument/2006/relationships" id="268" r:id="Ra09b486bd3494af1"/>
    <p:sldId xmlns:r="http://schemas.openxmlformats.org/officeDocument/2006/relationships" id="269" r:id="R63a41de556e8443c"/>
    <p:sldId xmlns:r="http://schemas.openxmlformats.org/officeDocument/2006/relationships" id="270" r:id="R0565985cb09f4a47"/>
    <p:sldId xmlns:r="http://schemas.openxmlformats.org/officeDocument/2006/relationships" id="271" r:id="Recd5491b6ea3414e"/>
    <p:sldId xmlns:r="http://schemas.openxmlformats.org/officeDocument/2006/relationships" id="272" r:id="Rc0dbeecec05d4365"/>
    <p:sldId xmlns:r="http://schemas.openxmlformats.org/officeDocument/2006/relationships" id="273" r:id="Rd20122bcdfe04052"/>
    <p:sldId xmlns:r="http://schemas.openxmlformats.org/officeDocument/2006/relationships" id="274" r:id="R5a17122b530246b7"/>
    <p:sldId xmlns:r="http://schemas.openxmlformats.org/officeDocument/2006/relationships" id="275" r:id="Rded92fe5c21b46cc"/>
    <p:sldId xmlns:r="http://schemas.openxmlformats.org/officeDocument/2006/relationships" id="276" r:id="R94b109f609ff43a4"/>
    <p:sldId xmlns:r="http://schemas.openxmlformats.org/officeDocument/2006/relationships" id="277" r:id="R4139da827e6c459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124731db2ca4542" /><Relationship Type="http://schemas.openxmlformats.org/officeDocument/2006/relationships/slideMaster" Target="/ppt/slideMasters/slideMaster1.xml" Id="R5ad485d29c60440e" /><Relationship Type="http://schemas.openxmlformats.org/officeDocument/2006/relationships/notesMaster" Target="/ppt/notesMasters/notesMaster1.xml" Id="R1b53e6f5aec94bb7" /><Relationship Type="http://schemas.openxmlformats.org/officeDocument/2006/relationships/presProps" Target="/ppt/presProps.xml" Id="Ra89db6ae51574db1" /><Relationship Type="http://schemas.openxmlformats.org/officeDocument/2006/relationships/tableStyles" Target="/ppt/tableStyles.xml" Id="Rb1b4c5e4218145b1" /><Relationship Type="http://schemas.openxmlformats.org/officeDocument/2006/relationships/slide" Target="/ppt/slides/slide1.xml" Id="R53b5f1c73613466b" /><Relationship Type="http://schemas.openxmlformats.org/officeDocument/2006/relationships/slide" Target="/ppt/slides/slide2.xml" Id="Rdb787b2679b34158" /><Relationship Type="http://schemas.openxmlformats.org/officeDocument/2006/relationships/slide" Target="/ppt/slides/slide3.xml" Id="R15ef2fdfc3fc4c66" /><Relationship Type="http://schemas.openxmlformats.org/officeDocument/2006/relationships/slide" Target="/ppt/slides/slide4.xml" Id="R4afab53e72394991" /><Relationship Type="http://schemas.openxmlformats.org/officeDocument/2006/relationships/slide" Target="/ppt/slides/slide5.xml" Id="R6991b2de36cf4574" /><Relationship Type="http://schemas.openxmlformats.org/officeDocument/2006/relationships/slide" Target="/ppt/slides/slide6.xml" Id="Reefe892a11634e6e" /><Relationship Type="http://schemas.openxmlformats.org/officeDocument/2006/relationships/slide" Target="/ppt/slides/slide7.xml" Id="Rc660046a4aee4b62" /><Relationship Type="http://schemas.openxmlformats.org/officeDocument/2006/relationships/slide" Target="/ppt/slides/slide8.xml" Id="R6671d30a9a674493" /><Relationship Type="http://schemas.openxmlformats.org/officeDocument/2006/relationships/slide" Target="/ppt/slides/slide9.xml" Id="R622f7f149fe64add" /><Relationship Type="http://schemas.openxmlformats.org/officeDocument/2006/relationships/slide" Target="/ppt/slides/slide10.xml" Id="Recccec0b02b94bcd" /><Relationship Type="http://schemas.openxmlformats.org/officeDocument/2006/relationships/slide" Target="/ppt/slides/slide11.xml" Id="Ra34cdac4f2ae4f66" /><Relationship Type="http://schemas.openxmlformats.org/officeDocument/2006/relationships/slide" Target="/ppt/slides/slide12.xml" Id="R24872ffc5e43470c" /><Relationship Type="http://schemas.openxmlformats.org/officeDocument/2006/relationships/slide" Target="/ppt/slides/slide13.xml" Id="Ra09b486bd3494af1" /><Relationship Type="http://schemas.openxmlformats.org/officeDocument/2006/relationships/slide" Target="/ppt/slides/slide14.xml" Id="R63a41de556e8443c" /><Relationship Type="http://schemas.openxmlformats.org/officeDocument/2006/relationships/slide" Target="/ppt/slides/slide15.xml" Id="R0565985cb09f4a47" /><Relationship Type="http://schemas.openxmlformats.org/officeDocument/2006/relationships/slide" Target="/ppt/slides/slide16.xml" Id="Recd5491b6ea3414e" /><Relationship Type="http://schemas.openxmlformats.org/officeDocument/2006/relationships/slide" Target="/ppt/slides/slide17.xml" Id="Rc0dbeecec05d4365" /><Relationship Type="http://schemas.openxmlformats.org/officeDocument/2006/relationships/slide" Target="/ppt/slides/slide18.xml" Id="Rd20122bcdfe04052" /><Relationship Type="http://schemas.openxmlformats.org/officeDocument/2006/relationships/slide" Target="/ppt/slides/slide19.xml" Id="R5a17122b530246b7" /><Relationship Type="http://schemas.openxmlformats.org/officeDocument/2006/relationships/slide" Target="/ppt/slides/slide20.xml" Id="Rded92fe5c21b46cc" /><Relationship Type="http://schemas.openxmlformats.org/officeDocument/2006/relationships/slide" Target="/ppt/slides/slide21.xml" Id="R94b109f609ff43a4" /><Relationship Type="http://schemas.openxmlformats.org/officeDocument/2006/relationships/slide" Target="/ppt/slides/slide22.xml" Id="R4139da827e6c459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c857445844543c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acaa807d7bf485c" /><Relationship Type="http://schemas.openxmlformats.org/officeDocument/2006/relationships/notesMaster" Target="/ppt/notesMasters/notesMaster1.xml" Id="R36d6577fd59d4eb8" /></Relationships>
</file>

<file path=ppt/notesSlides/_rels/notesSlide2.xml.rels>&#65279;<?xml version="1.0" encoding="utf-8"?><Relationships xmlns="http://schemas.openxmlformats.org/package/2006/relationships"><Relationship Type="http://schemas.openxmlformats.org/officeDocument/2006/relationships/slide" Target="/ppt/slides/slide2.xml" Id="R1592b63181124d97" /><Relationship Type="http://schemas.openxmlformats.org/officeDocument/2006/relationships/notesMaster" Target="/ppt/notesMasters/notesMaster1.xml" Id="R672d28a1813d4a5a" /></Relationships>
</file>

<file path=ppt/notesSlides/_rels/notesSlide3.xml.rels>&#65279;<?xml version="1.0" encoding="utf-8"?><Relationships xmlns="http://schemas.openxmlformats.org/package/2006/relationships"><Relationship Type="http://schemas.openxmlformats.org/officeDocument/2006/relationships/slide" Target="/ppt/slides/slide3.xml" Id="R7afded7447d0471f" /><Relationship Type="http://schemas.openxmlformats.org/officeDocument/2006/relationships/notesMaster" Target="/ppt/notesMasters/notesMaster1.xml" Id="R9a26090d4a8b42a2" /></Relationships>
</file>

<file path=ppt/notesSlides/_rels/notesSlide4.xml.rels>&#65279;<?xml version="1.0" encoding="utf-8"?><Relationships xmlns="http://schemas.openxmlformats.org/package/2006/relationships"><Relationship Type="http://schemas.openxmlformats.org/officeDocument/2006/relationships/slide" Target="/ppt/slides/slide4.xml" Id="R8716808bad4b425a" /><Relationship Type="http://schemas.openxmlformats.org/officeDocument/2006/relationships/notesMaster" Target="/ppt/notesMasters/notesMaster1.xml" Id="R617c8c08fdbf4876" /></Relationships>
</file>

<file path=ppt/notesSlides/_rels/notesSlide5.xml.rels>&#65279;<?xml version="1.0" encoding="utf-8"?><Relationships xmlns="http://schemas.openxmlformats.org/package/2006/relationships"><Relationship Type="http://schemas.openxmlformats.org/officeDocument/2006/relationships/slide" Target="/ppt/slides/slide5.xml" Id="R0e460dfbab354cb4" /><Relationship Type="http://schemas.openxmlformats.org/officeDocument/2006/relationships/notesMaster" Target="/ppt/notesMasters/notesMaster1.xml" Id="Rfa46175d4c134cdf" /></Relationships>
</file>

<file path=ppt/notesSlides/_rels/notesSlide6.xml.rels>&#65279;<?xml version="1.0" encoding="utf-8"?><Relationships xmlns="http://schemas.openxmlformats.org/package/2006/relationships"><Relationship Type="http://schemas.openxmlformats.org/officeDocument/2006/relationships/slide" Target="/ppt/slides/slide6.xml" Id="R9dc2a9886c644945" /><Relationship Type="http://schemas.openxmlformats.org/officeDocument/2006/relationships/notesMaster" Target="/ppt/notesMasters/notesMaster1.xml" Id="R3351aec3c7e8426d" /></Relationships>
</file>

<file path=ppt/notesSlides/_rels/notesSlide7.xml.rels>&#65279;<?xml version="1.0" encoding="utf-8"?><Relationships xmlns="http://schemas.openxmlformats.org/package/2006/relationships"><Relationship Type="http://schemas.openxmlformats.org/officeDocument/2006/relationships/slide" Target="/ppt/slides/slide7.xml" Id="R479266ec22234c40" /><Relationship Type="http://schemas.openxmlformats.org/officeDocument/2006/relationships/notesMaster" Target="/ppt/notesMasters/notesMaster1.xml" Id="Re40d57c9ae274efc" /></Relationships>
</file>

<file path=ppt/notesSlides/_rels/notesSlide8.xml.rels>&#65279;<?xml version="1.0" encoding="utf-8"?><Relationships xmlns="http://schemas.openxmlformats.org/package/2006/relationships"><Relationship Type="http://schemas.openxmlformats.org/officeDocument/2006/relationships/slide" Target="/ppt/slides/slide8.xml" Id="Rfda5792dc1ec444d" /><Relationship Type="http://schemas.openxmlformats.org/officeDocument/2006/relationships/notesMaster" Target="/ppt/notesMasters/notesMaster1.xml" Id="R65cd63a25e9d4be8" /></Relationships>
</file>

<file path=ppt/notesSlides/_rels/notesSlide9.xml.rels>&#65279;<?xml version="1.0" encoding="utf-8"?><Relationships xmlns="http://schemas.openxmlformats.org/package/2006/relationships"><Relationship Type="http://schemas.openxmlformats.org/officeDocument/2006/relationships/slide" Target="/ppt/slides/slide9.xml" Id="Ra308a06b543746fa" /><Relationship Type="http://schemas.openxmlformats.org/officeDocument/2006/relationships/notesMaster" Target="/ppt/notesMasters/notesMaster1.xml" Id="R7db1ec9373fe46f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10eca4d616f4415" /><Relationship Type="http://schemas.openxmlformats.org/officeDocument/2006/relationships/notesMaster" Target="/ppt/notesMasters/notesMaster1.xml" Id="Rf34dd4d9278c4b3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b069cbed5ca4d27" /><Relationship Type="http://schemas.openxmlformats.org/officeDocument/2006/relationships/notesMaster" Target="/ppt/notesMasters/notesMaster1.xml" Id="R0a42fd8d1fec49a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8851504de1842a1" /><Relationship Type="http://schemas.openxmlformats.org/officeDocument/2006/relationships/notesMaster" Target="/ppt/notesMasters/notesMaster1.xml" Id="R812a5b04ffe44e6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f2bb8f720f84336" /><Relationship Type="http://schemas.openxmlformats.org/officeDocument/2006/relationships/notesMaster" Target="/ppt/notesMasters/notesMaster1.xml" Id="R660933af8b2d436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28d70e2058a41d1" /><Relationship Type="http://schemas.openxmlformats.org/officeDocument/2006/relationships/notesMaster" Target="/ppt/notesMasters/notesMaster1.xml" Id="R9a0439634b9e412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1f961977d584416" /><Relationship Type="http://schemas.openxmlformats.org/officeDocument/2006/relationships/notesMaster" Target="/ppt/notesMasters/notesMaster1.xml" Id="R12bffd481365440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f438ec642c64ef4" /><Relationship Type="http://schemas.openxmlformats.org/officeDocument/2006/relationships/notesMaster" Target="/ppt/notesMasters/notesMaster1.xml" Id="Rd5518c5e79fc4f1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0add4228c0a47ae" /><Relationship Type="http://schemas.openxmlformats.org/officeDocument/2006/relationships/notesMaster" Target="/ppt/notesMasters/notesMaster1.xml" Id="R927408a8d05340a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c79308fde8d4adb" /><Relationship Type="http://schemas.openxmlformats.org/officeDocument/2006/relationships/notesMaster" Target="/ppt/notesMasters/notesMaster1.xml" Id="R4834c3f9ba5c41c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0ab5b6f63db468a" /><Relationship Type="http://schemas.openxmlformats.org/officeDocument/2006/relationships/notesMaster" Target="/ppt/notesMasters/notesMaster1.xml" Id="R81034e5a4c06414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9a414a1cdb44005" /><Relationship Type="http://schemas.openxmlformats.org/officeDocument/2006/relationships/notesMaster" Target="/ppt/notesMasters/notesMaster1.xml" Id="R1723e4ca1e8e4463"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4517a8e40454d60" /><Relationship Type="http://schemas.openxmlformats.org/officeDocument/2006/relationships/notesMaster" Target="/ppt/notesMasters/notesMaster1.xml" Id="Rf8b439c29ccf41d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86faef6c2e2445e" /><Relationship Type="http://schemas.openxmlformats.org/officeDocument/2006/relationships/notesMaster" Target="/ppt/notesMasters/notesMaster1.xml" Id="Re643198b01a1441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Prompt를 작업 명세로 만들기</a:t>
            </a:r>
          </a:p>
          <a:p xmlns:a="http://schemas.openxmlformats.org/drawingml/2006/main">
            <a:r>
              <a:t/>
            </a:r>
          </a:p>
          <a:p xmlns:a="http://schemas.openxmlformats.org/drawingml/2006/main">
            <a:r>
              <a:t>**Slide ID:**</a:t>
            </a:r>
          </a:p>
          <a:p xmlns:a="http://schemas.openxmlformats.org/drawingml/2006/main">
            <a:r>
              <a:t>S16</a:t>
            </a:r>
          </a:p>
          <a:p xmlns:a="http://schemas.openxmlformats.org/drawingml/2006/main">
            <a:r>
              <a:t/>
            </a:r>
          </a:p>
          <a:p xmlns:a="http://schemas.openxmlformats.org/drawingml/2006/main">
            <a:r>
              <a:t>**Working Title:**</a:t>
            </a:r>
          </a:p>
          <a:p xmlns:a="http://schemas.openxmlformats.org/drawingml/2006/main">
            <a:r>
              <a:t>Prompt를 작업 명세로 만들기</a:t>
            </a:r>
          </a:p>
          <a:p xmlns:a="http://schemas.openxmlformats.org/drawingml/2006/main">
            <a:r>
              <a:t/>
            </a:r>
          </a:p>
          <a:p xmlns:a="http://schemas.openxmlformats.org/drawingml/2006/main">
            <a:r>
              <a:t>**ACT / Section:**</a:t>
            </a:r>
          </a:p>
          <a:p xmlns:a="http://schemas.openxmlformats.org/drawingml/2006/main">
            <a:r>
              <a:t>ACT 1 / 1A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Prompt를 작업 명세로 만들기 — Prompt Engineering · 요청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1의 제목 “Prompt를 작업 명세로 만들기”을 가리키며 구간을 연다.</a:t>
            </a:r>
          </a:p>
          <a:p xmlns:a="http://schemas.openxmlformats.org/drawingml/2006/main">
            <a:r>
              <a:t>2. (0:20–0:40 / Transition) 부제 “Prompt Engineering · 요청 설계”는 이번 구간의 관점만 안내한다. 구체적 기능·해결 방법·결과는 앞서 설명하지 않는다.</a:t>
            </a:r>
          </a:p>
          <a:p xmlns:a="http://schemas.openxmlformats.org/drawingml/2006/main">
            <a:r>
              <a:t>3. (0:40–1:00 / Transition) S17의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S17 — Task에는 무엇이 아직 정해지지 않았을까?로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1 총64분, 전체406분이다. 제목·부제만 안내하고1분에 S17로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production/preview/full/S16.png 또는 production/ACT_1.pptx의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Task에는 무엇이 아직 정해지지 않았을까?</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S15의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S18로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S17 또는 `production/preview/act1/S17.png`를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요청만으로는 의도가 보이지 않는다</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S19의 교육용 구체화 예시로 이동한다.</a:t>
            </a:r>
          </a:p>
          <a:p xmlns:a="http://schemas.openxmlformats.org/drawingml/2006/main">
            <a:r>
              <a:t/>
            </a:r>
          </a:p>
          <a:p xmlns:a="http://schemas.openxmlformats.org/drawingml/2006/main">
            <a:r>
              <a:t>Time Management: 원래 Case 4분을 S18 Case 2분 + 새 S19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원하는 작업 경로를 Prompt에 담는다</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S20로 연결한다.</a:t>
            </a:r>
          </a:p>
          <a:p xmlns:a="http://schemas.openxmlformats.org/drawingml/2006/main">
            <a:r>
              <a:t/>
            </a:r>
          </a:p>
          <a:p xmlns:a="http://schemas.openxmlformats.org/drawingml/2006/main">
            <a:r>
              <a:t>Time Management: Case 2분. 다섯 줄 요청 45초, 목표 경로와 검증 경계 45초, 다음 질문 연결 30초. S18와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개발자가 정해야 하는 경계</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S21로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Task Specification의 다섯 책임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S20의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S22의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더 긴 Prompt보다 분명한 경계</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S23의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S22 또는 `production/preview/act1/S22.png`를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요청한 과정은 기록에도 남았을까?</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S22은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S24, 05 확인·보고 결과는 S25로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S22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S24, 05 실제 검증 결과는 S25에서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S24로 이동한다. 05 확인·보고 결과는 S25에서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강의·S24 코드 diff·S25 결과 수치 설명을 추가하지 않는다. 실측 리허설은 UNVERIFIED다.</a:t>
            </a:r>
          </a:p>
          <a:p xmlns:a="http://schemas.openxmlformats.org/drawingml/2006/main">
            <a:r>
              <a:t/>
            </a:r>
          </a:p>
          <a:p xmlns:a="http://schemas.openxmlformats.org/drawingml/2006/main">
            <a:r>
              <a:t>Fallback: production/ACT_1.pptx S23 또는 production/preview/act1/S23.png의 정적 대응 표를 사용한다. 원시 CLI 이벤트 파일이 없어도 확인된 관찰 요약이라는 한계를 밝히고 진행한다. 상세한 변경·검증은 기존 S24/S23로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대응·S24/S23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조사에서 한 줄 변경까지</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S23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S07–S08의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S23의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S23의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S24에서 S23의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S25로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변경 결과와 확인 증거</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S22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S26으로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S26으로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S25 또는 `production/preview/act1/S25.png`를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Generated ≠ Done</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S25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S27의 승인된 ON-SCREEN SUPPORTING vector·GoogleTest 도식으로 완료 조건과 검사 범위를 연결한다. 주요 C++ 패턴 전이는 S73에서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S27의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S25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S26 또는 `production/preview/act1/S26.png`를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Check마다 확인하는 범위</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S26의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S03와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S73에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S28로 이동한다. 기존 반복 Context 질문은 새8장 뒤의 S36–S37에서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S27 또는 `production/preview/act1/S27.png`를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지시와 참고 자료의 구분</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입력과 기대 결과의 작은 예시</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바로 검토할 수 있는 결과 형식</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S30 또는 production/preview/act1/S30.png.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근거가 있는 설명과 미확인의 구분</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S31 또는 production/preview/act1/S31.png.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결과를 바꾸는 결정에서 확인 질문</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S32 또는 production/preview/act1/S32.png.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큰 작업을 검토할 결과물로 나누기</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S33 또는 production/preview/act1/S33.png.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기준을 지정한 코드 리뷰 요청</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S34 또는 production/preview/act1/S34.png.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구체적인 근거로 수정 방향 피드백</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S28–S29의 반복 Context 질문으로 연결한다. 현재 기존 두 장은 S36–S37이다.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a:t>
            </a:r>
          </a:p>
          <a:p xmlns:a="http://schemas.openxmlformats.org/drawingml/2006/main">
            <a:r>
              <a:t>“이 조건 중 다음 작업에도 다시 적게 될 것은 무엇일까요?”라고 기존 S28–S29의 반복 Context 질문으로 연결한다. 현재 기존 두 장은 S36–S37이다.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S35 또는 production/preview/act1/S35.png.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이번 Task인가, 계속 유지할 Project 정보인가?</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S27에서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S37에서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S37으로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S36 또는 `production/preview/act1/S36.png`를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반복하는 설명을 두 범주로 나누기</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S39의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기존 연결 질문을 유지한 채 ACT 2 제목 S38를 거쳐 S39의 첫 문제로 이어간다. 제목의 Transition1분은 다음 ACT에 별도로 배정한다.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a:t>
            </a:r>
          </a:p>
          <a:p xmlns:a="http://schemas.openxmlformats.org/drawingml/2006/main">
            <a:r>
              <a:t>“요청은 구체화했지만, 같은 테스트 명령과 보존 조건은 다음 작업에도 다시 적게 됩니다. Project 설명을 왜 매번 Prompt에 다시 쓰고 있을까요?”라고 S39의 반복 Project Context 문제로 연결한다.</a:t>
            </a:r>
          </a:p>
          <a:p xmlns:a="http://schemas.openxmlformats.org/drawingml/2006/main">
            <a:r>
              <a:t>기존 연결 질문을 유지한 채 ACT 2 제목 S38를 거쳐 S39의 첫 문제로 이어간다. 제목의 Transition1분은 다음 ACT에 별도로 배정한다.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S37 또는 `production/preview/act1/S37.png`를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05b1cf0e36646c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12f174a12b1428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2100e51e976404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34b68cbe7a940d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0cd025dc1ab4c6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6270f5878df4f6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58355F7-6B27-4F25-9C6D-0F44A75526A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8EDF54A-1FBD-497B-A2B3-9A75B07E280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62E5653-B08A-4B4E-A805-719C4024661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6F29A70-4305-49BA-8A5C-C450FAF46A3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0F3AA39-B8C0-4520-B07B-222F2962737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EDBABD2-558D-43FE-B791-CBF825A049E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6559118-AD83-424D-B33D-BBDAF12A818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075D5F2-95FB-498D-A956-7C955840784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7BB1C92-99C1-4A52-BEF0-61BBC399487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66B54BC-8316-43D2-8CAE-6A3F211D0B9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15d47f4cc0a4ace" /><Relationship Type="http://schemas.openxmlformats.org/officeDocument/2006/relationships/slideLayout" Target="/ppt/slideLayouts/slideLayout1.xml" Id="R5ce2de4e8fa7415f" /><Relationship Type="http://schemas.openxmlformats.org/officeDocument/2006/relationships/slideLayout" Target="/ppt/slideLayouts/slideLayout2.xml" Id="Rea6753f6f1f04d67" /><Relationship Type="http://schemas.openxmlformats.org/officeDocument/2006/relationships/slideLayout" Target="/ppt/slideLayouts/slideLayout3.xml" Id="Re8b91caf35914db3" /><Relationship Type="http://schemas.openxmlformats.org/officeDocument/2006/relationships/slideLayout" Target="/ppt/slideLayouts/slideLayout4.xml" Id="R5dc09f5d544d4e3e" /><Relationship Type="http://schemas.openxmlformats.org/officeDocument/2006/relationships/slideLayout" Target="/ppt/slideLayouts/slideLayout5.xml" Id="R6e3000ebb8514e77" /><Relationship Type="http://schemas.openxmlformats.org/officeDocument/2006/relationships/slideLayout" Target="/ppt/slideLayouts/slideLayout6.xml" Id="R90a5453354804be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ce2de4e8fa7415f"/>
    <p:sldLayoutId xmlns:r="http://schemas.openxmlformats.org/officeDocument/2006/relationships" id="2147483650" r:id="Rea6753f6f1f04d67"/>
    <p:sldLayoutId xmlns:r="http://schemas.openxmlformats.org/officeDocument/2006/relationships" id="2147483651" r:id="Re8b91caf35914db3"/>
    <p:sldLayoutId xmlns:r="http://schemas.openxmlformats.org/officeDocument/2006/relationships" id="2147483652" r:id="R5dc09f5d544d4e3e"/>
    <p:sldLayoutId xmlns:r="http://schemas.openxmlformats.org/officeDocument/2006/relationships" id="2147483653" r:id="R6e3000ebb8514e77"/>
    <p:sldLayoutId xmlns:r="http://schemas.openxmlformats.org/officeDocument/2006/relationships" id="2147483654" r:id="R90a5453354804be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ad7803c980e42a0" /><Relationship Type="http://schemas.openxmlformats.org/officeDocument/2006/relationships/notesSlide" Target="/ppt/notesSlides/notesSlide1.xml" Id="R36abd3fbf265451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e88f5dda8444150" /><Relationship Type="http://schemas.openxmlformats.org/officeDocument/2006/relationships/image" Target="/ppt/media/image.png" Id="R1151dae526e14079" /><Relationship Type="http://schemas.openxmlformats.org/officeDocument/2006/relationships/image" Target="/ppt/media/image2.png" Id="Re8960ff56698420f" /><Relationship Type="http://schemas.openxmlformats.org/officeDocument/2006/relationships/image" Target="/ppt/media/image3.png" Id="Rf95eed63be56453e" /><Relationship Type="http://schemas.openxmlformats.org/officeDocument/2006/relationships/notesSlide" Target="/ppt/notesSlides/notesSlide2.xml" Id="R466e06394efa478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f9e211dcf194a88" /><Relationship Type="http://schemas.openxmlformats.org/officeDocument/2006/relationships/image" Target="/ppt/media/image4.png" Id="R5f24b3f7316d4fc0" /><Relationship Type="http://schemas.openxmlformats.org/officeDocument/2006/relationships/notesSlide" Target="/ppt/notesSlides/notesSlide3.xml" Id="Rc0bfba0cd575462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cc61266394f4168" /><Relationship Type="http://schemas.openxmlformats.org/officeDocument/2006/relationships/image" Target="/ppt/media/image5.png" Id="Rf93d63b7dbc343a5" /><Relationship Type="http://schemas.openxmlformats.org/officeDocument/2006/relationships/notesSlide" Target="/ppt/notesSlides/notesSlide4.xml" Id="R61d8dcdf764b4f9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cb106ef32d940fd" /><Relationship Type="http://schemas.openxmlformats.org/officeDocument/2006/relationships/notesSlide" Target="/ppt/notesSlides/notesSlide5.xml" Id="R702d380e6c6e492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5cce670e8df4839" /><Relationship Type="http://schemas.openxmlformats.org/officeDocument/2006/relationships/notesSlide" Target="/ppt/notesSlides/notesSlide6.xml" Id="R287444aaaf534b9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2c6770f3421461e" /><Relationship Type="http://schemas.openxmlformats.org/officeDocument/2006/relationships/notesSlide" Target="/ppt/notesSlides/notesSlide7.xml" Id="R500429f82c5e470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3ef8e3ae9754cb6" /><Relationship Type="http://schemas.openxmlformats.org/officeDocument/2006/relationships/notesSlide" Target="/ppt/notesSlides/notesSlide8.xml" Id="R8e6036dd5e974f2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ecadc14ae374a4f" /><Relationship Type="http://schemas.openxmlformats.org/officeDocument/2006/relationships/notesSlide" Target="/ppt/notesSlides/notesSlide9.xml" Id="R7c38dbacc39a451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23b6a6c99a04df8" /><Relationship Type="http://schemas.openxmlformats.org/officeDocument/2006/relationships/notesSlide" Target="/ppt/notesSlides/notesSlide10.xml" Id="Re0d377eef6e74aa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03c4c684d43424d" /><Relationship Type="http://schemas.openxmlformats.org/officeDocument/2006/relationships/notesSlide" Target="/ppt/notesSlides/notesSlide11.xml" Id="Rf027dc91b8ec4fd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c5505e880f44fac" /><Relationship Type="http://schemas.openxmlformats.org/officeDocument/2006/relationships/notesSlide" Target="/ppt/notesSlides/notesSlide12.xml" Id="R57c6aa2f813b46f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a21134ea430d41da" /><Relationship Type="http://schemas.openxmlformats.org/officeDocument/2006/relationships/notesSlide" Target="/ppt/notesSlides/notesSlide13.xml" Id="R272b0262969045f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61466081ecd5410f" /><Relationship Type="http://schemas.openxmlformats.org/officeDocument/2006/relationships/notesSlide" Target="/ppt/notesSlides/notesSlide14.xml" Id="R17eb6248e84c4fd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71f8b4b52e74924" /><Relationship Type="http://schemas.openxmlformats.org/officeDocument/2006/relationships/notesSlide" Target="/ppt/notesSlides/notesSlide15.xml" Id="R3da40e35a74f479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7c079c8d7da74671" /><Relationship Type="http://schemas.openxmlformats.org/officeDocument/2006/relationships/notesSlide" Target="/ppt/notesSlides/notesSlide16.xml" Id="R1cfe567876e843a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a01535f7b056466d" /><Relationship Type="http://schemas.openxmlformats.org/officeDocument/2006/relationships/notesSlide" Target="/ppt/notesSlides/notesSlide17.xml" Id="R6863f883f4234f0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a5fa52cf39504c68" /><Relationship Type="http://schemas.openxmlformats.org/officeDocument/2006/relationships/notesSlide" Target="/ppt/notesSlides/notesSlide18.xml" Id="Rc78b322686094c5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8b3e6f63960b44d2" /><Relationship Type="http://schemas.openxmlformats.org/officeDocument/2006/relationships/notesSlide" Target="/ppt/notesSlides/notesSlide19.xml" Id="R5a2048b1583d4b8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ac9747284bb74b7f" /><Relationship Type="http://schemas.openxmlformats.org/officeDocument/2006/relationships/notesSlide" Target="/ppt/notesSlides/notesSlide20.xml" Id="Ra9c81e7cbba246e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c58ae7ec3f984649" /><Relationship Type="http://schemas.openxmlformats.org/officeDocument/2006/relationships/notesSlide" Target="/ppt/notesSlides/notesSlide21.xml" Id="Rbb398f5d55c045c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44984def97b84757" /><Relationship Type="http://schemas.openxmlformats.org/officeDocument/2006/relationships/notesSlide" Target="/ppt/notesSlides/notesSlide22.xml" Id="R07098526ace44748"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1">
            <a:extLst xmlns:a="http://schemas.openxmlformats.org/drawingml/2006/main">
              <a:ext uri="{FF2B5EF4-FFF2-40B4-BE49-F238E27FC236}">
                <a16:creationId xmlns:a16="http://schemas.microsoft.com/office/drawing/2014/main" id="{839281C4-8BF6-4EA0-A084-8B19780853F0}"/>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1</a:t>
            </a:r>
          </a:p>
        </p:txBody>
      </p:sp>
      <p:sp>
        <p:nvSpPr>
          <p:cNvPr id="2" name="S15">
            <a:extLst xmlns:a="http://schemas.openxmlformats.org/drawingml/2006/main">
              <a:ext uri="{FF2B5EF4-FFF2-40B4-BE49-F238E27FC236}">
                <a16:creationId xmlns:a16="http://schemas.microsoft.com/office/drawing/2014/main" id="{3D5B15E5-5768-4CC2-9476-76B57EADE3C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
            <a:extLst xmlns:a="http://schemas.openxmlformats.org/drawingml/2006/main">
              <a:ext uri="{FF2B5EF4-FFF2-40B4-BE49-F238E27FC236}">
                <a16:creationId xmlns:a16="http://schemas.microsoft.com/office/drawing/2014/main" id="{8DA45C04-1095-4041-AC56-C55F681EDAC4}"/>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Prompt를&#10;작업 명세로 만들기">
            <a:extLst xmlns:a="http://schemas.openxmlformats.org/drawingml/2006/main">
              <a:ext uri="{FF2B5EF4-FFF2-40B4-BE49-F238E27FC236}">
                <a16:creationId xmlns:a16="http://schemas.microsoft.com/office/drawing/2014/main" id="{83E68C12-91B0-4C3A-BE40-2E8FB8AAEA19}"/>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Prompt를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작업 명세로 만들기</a:t>
            </a:r>
          </a:p>
        </p:txBody>
      </p:sp>
      <p:sp>
        <p:nvSpPr>
          <p:cNvPr id="5" name="Prompt Engineering · 요청 설계">
            <a:extLst xmlns:a="http://schemas.openxmlformats.org/drawingml/2006/main">
              <a:ext uri="{FF2B5EF4-FFF2-40B4-BE49-F238E27FC236}">
                <a16:creationId xmlns:a16="http://schemas.microsoft.com/office/drawing/2014/main" id="{43B1EFBA-D28C-4B3A-94C0-61C893F2A080}"/>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Prompt Engineering · 요청 설계</a:t>
            </a:r>
          </a:p>
        </p:txBody>
      </p:sp>
      <p:sp>
        <p:nvSpPr>
          <p:cNvPr id="6" name="ChatGPT &amp; Codex · 개발자 교육">
            <a:extLst xmlns:a="http://schemas.openxmlformats.org/drawingml/2006/main">
              <a:ext uri="{FF2B5EF4-FFF2-40B4-BE49-F238E27FC236}">
                <a16:creationId xmlns:a16="http://schemas.microsoft.com/office/drawing/2014/main" id="{0EF111E6-C64A-47AC-BBA7-16CF30E5BD46}"/>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4DCD8D5C-669F-45C2-BEB5-8320B8974B4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593995768"/>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A6B59397-1DD6-4B2E-AE4A-C1489303EB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6">
            <a:extLst xmlns:a="http://schemas.openxmlformats.org/drawingml/2006/main">
              <a:ext uri="{FF2B5EF4-FFF2-40B4-BE49-F238E27FC236}">
                <a16:creationId xmlns:a16="http://schemas.microsoft.com/office/drawing/2014/main" id="{14B4FB34-3D8E-4018-ACA7-66889035BF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Task에는 무엇이 아직 정해지지 않았을까?">
            <a:extLst xmlns:a="http://schemas.openxmlformats.org/drawingml/2006/main">
              <a:ext uri="{FF2B5EF4-FFF2-40B4-BE49-F238E27FC236}">
                <a16:creationId xmlns:a16="http://schemas.microsoft.com/office/drawing/2014/main" id="{A73DA06F-B5F6-4479-B691-03E17B7EB35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512B6947-B5F3-463B-A96B-A518397AD3B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EEFFD97E-E50C-450F-BE0A-C7B6B0E6F54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C8C71D05-349A-4000-8B55-8183C56DC7D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D97D85A7-BDD1-43D2-8E77-920E576517C3}"/>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20C3FEEE-68F0-4D0C-9EE8-FB052A295776}"/>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13B8974A-1215-4F5F-9333-E9D7B2663B96}"/>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E65F6F6F-198B-4822-B9C1-7B552906FF92}"/>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A24FB57F-613C-4299-9102-90C07BCD5507}"/>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52C77D2A-9195-407B-B994-FB60FD2A1485}"/>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46FCAAE0-B6EA-4B12-9CB0-3660FCC49F47}"/>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3871E4D-1E9F-4774-A87E-005F11315358}"/>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5967AE3C-1A65-43BF-AD70-176E7567C9F6}"/>
              </a:ext>
            </a:extLst>
          </p:cNvPr>
          <p:cNvPicPr>
            <a:picLocks xmlns:a="http://schemas.openxmlformats.org/drawingml/2006/main" noChangeAspect="1"/>
          </p:cNvPicPr>
          <p:nvPr/>
        </p:nvPicPr>
        <p:blipFill>
          <a:blip xmlns:r="http://schemas.openxmlformats.org/officeDocument/2006/relationships" xmlns:a="http://schemas.openxmlformats.org/drawingml/2006/main" r:embed="R1151dae526e14079"/>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1696EFC4-576E-4D70-8E61-FF6E4E576A7E}"/>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A5E4DC17-5624-41AE-A71C-0FE1082025A6}"/>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809B32E6-0514-478B-BEC7-CF6C4DA4B577}"/>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622BE895-40AE-4CE2-9637-BB96F18982C0}"/>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86156628-DF12-47A4-9507-8EE1CCCDFC69}"/>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31E1B927-8B79-4819-9DD9-663539BDE0DE}"/>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F9200CED-FA3B-4C1E-B462-7490673E2563}"/>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F9B62919-FD1D-41F4-ADEE-D72A0505DAC4}"/>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BA3C1D05-6E6E-4674-A062-E6952C811F3C}"/>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61DDAF87-4DCB-4C64-8CAA-C4070E384615}"/>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EC6F9311-F699-4442-B2DC-F1EF6FAB2E5E}"/>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406535AF-9AEC-406A-8EE0-3849A20E4BAD}"/>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ED84E271-AC7C-45C2-AFDB-3233C91BA226}"/>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8068621D-6EE2-4A22-9333-958550E12CDE}"/>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61DF5AE6-1B6E-40F1-98D6-94B8C95CAD40}"/>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8460EE30-2687-45FA-B1C8-F2D7B17D412B}"/>
              </a:ext>
            </a:extLst>
          </p:cNvPr>
          <p:cNvPicPr>
            <a:picLocks xmlns:a="http://schemas.openxmlformats.org/drawingml/2006/main" noChangeAspect="1"/>
          </p:cNvPicPr>
          <p:nvPr/>
        </p:nvPicPr>
        <p:blipFill>
          <a:blip xmlns:r="http://schemas.openxmlformats.org/officeDocument/2006/relationships" xmlns:a="http://schemas.openxmlformats.org/drawingml/2006/main" r:embed="Re8960ff56698420f"/>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F3C018BB-CE4D-4B79-BE82-019757F70E1A}"/>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A19FCBBA-3F0F-4D9F-BC20-37CF4B1052FF}"/>
              </a:ext>
            </a:extLst>
          </p:cNvPr>
          <p:cNvPicPr>
            <a:picLocks xmlns:a="http://schemas.openxmlformats.org/drawingml/2006/main" noChangeAspect="1"/>
          </p:cNvPicPr>
          <p:nvPr/>
        </p:nvPicPr>
        <p:blipFill>
          <a:blip xmlns:r="http://schemas.openxmlformats.org/officeDocument/2006/relationships" xmlns:a="http://schemas.openxmlformats.org/drawingml/2006/main" r:embed="Rf95eed63be56453e"/>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6AC8C828-1C54-4335-B508-69E47181A8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45072659"/>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6FD9A17F-5A45-40AF-A745-5B2E64A525C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7">
            <a:extLst xmlns:a="http://schemas.openxmlformats.org/drawingml/2006/main">
              <a:ext uri="{FF2B5EF4-FFF2-40B4-BE49-F238E27FC236}">
                <a16:creationId xmlns:a16="http://schemas.microsoft.com/office/drawing/2014/main" id="{2414BF10-0279-417B-9BA4-2A0C42C4DB3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요청만으로는 의도가 보이지 않는다">
            <a:extLst xmlns:a="http://schemas.openxmlformats.org/drawingml/2006/main">
              <a:ext uri="{FF2B5EF4-FFF2-40B4-BE49-F238E27FC236}">
                <a16:creationId xmlns:a16="http://schemas.microsoft.com/office/drawing/2014/main" id="{10A0722C-C505-4ECF-9BD2-4AB69D94F86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32A931DC-D1F1-4DD5-8CF3-2AF30EA0D75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7D79DBAB-5271-4181-9480-A7C7E62E7D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5E56D2BD-C3BA-4F7A-881D-00BAC362E4F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C10D6B5C-D491-45C9-95C3-FC52F00399BB}"/>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F69720BB-B05A-43F2-8117-1E0515C3875F}"/>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E6EA1F46-5F42-4CEE-89B8-96FF937686B3}"/>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159903BB-3A76-46EB-B09A-A664E8074463}"/>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E1860AB6-EE45-45DF-B7A9-08FE71951AFB}"/>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8263915B-517E-4C0C-A2EF-1C2D7AC87305}"/>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70512A4F-840D-459E-81D2-6DB9CE0DD164}"/>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2BADB87-37A1-43E9-A1FF-3B374BD84FFA}"/>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6C7BB414-AB13-4723-B6B3-E97591B2201B}"/>
              </a:ext>
            </a:extLst>
          </p:cNvPr>
          <p:cNvPicPr>
            <a:picLocks xmlns:a="http://schemas.openxmlformats.org/drawingml/2006/main" noChangeAspect="1"/>
          </p:cNvPicPr>
          <p:nvPr/>
        </p:nvPicPr>
        <p:blipFill>
          <a:blip xmlns:r="http://schemas.openxmlformats.org/officeDocument/2006/relationships" xmlns:a="http://schemas.openxmlformats.org/drawingml/2006/main" r:embed="R5f24b3f7316d4fc0"/>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6351ED93-DFAF-403D-B240-04FA01CC19A2}"/>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A078E1FE-31DA-4754-A793-435DD000EE03}"/>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005578FE-5F9A-4206-BF1E-EB3809F8083F}"/>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1F7F9492-87EA-4C20-934A-CC2A3EA38765}"/>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2D842140-1B0D-4B06-94A0-D9238FCB7D16}"/>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B64D7F53-AC42-4CB0-ADC5-2BFA93B1C93C}"/>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9D2DC62C-8ECB-4910-BBC7-D2A64F551404}"/>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C6752317-4A73-4A85-8808-ABF6399268D2}"/>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B795A609-F584-4DCA-8572-EC7C8406623A}"/>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32B5B6D1-0868-45BB-BE58-D1F11B24457E}"/>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FBA9608A-EFC6-4FF8-956F-A9757E01EFD2}"/>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A437DA19-6796-4DC5-9669-2197406C9BFF}"/>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44F157ED-4935-446C-9BBB-1D11F53FADA5}"/>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F166F11C-6DB9-4E6E-B4A3-19846BABC3AD}"/>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2E2F0A11-F120-4C96-893A-89DF6D641E39}"/>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9B835FF6-8559-4DD3-8FA2-2380E12743CE}"/>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70136F11-5C52-4248-B718-F4F68B39F4A1}"/>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A3BE5C38-672C-4BBA-9B13-17C77ECDE217}"/>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46EFA654-DB22-4D20-88B0-CB42EC7B8D3C}"/>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A207F2DA-3C0A-4727-9DF5-DECD1F05F007}"/>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7096D422-0CEB-45E9-BDC6-8DC327634C53}"/>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A3613223-A84C-461B-B593-725C846E8E39}"/>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2BC2C9AD-7F4E-440B-A5DD-395DF9B26CD6}"/>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4627BB7A-01E6-4E44-9755-17C40987657F}"/>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0E656292-B04E-455C-A792-419310CBB978}"/>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36963D65-0209-458F-88FF-01916779F8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27827427"/>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801A8C0C-4496-46FF-B019-F072C5276D7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8">
            <a:extLst xmlns:a="http://schemas.openxmlformats.org/drawingml/2006/main">
              <a:ext uri="{FF2B5EF4-FFF2-40B4-BE49-F238E27FC236}">
                <a16:creationId xmlns:a16="http://schemas.microsoft.com/office/drawing/2014/main" id="{EF91FB69-AD39-497A-BCFD-8ACD356F709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원하는 작업 경로를 Prompt에 담는다">
            <a:extLst xmlns:a="http://schemas.openxmlformats.org/drawingml/2006/main">
              <a:ext uri="{FF2B5EF4-FFF2-40B4-BE49-F238E27FC236}">
                <a16:creationId xmlns:a16="http://schemas.microsoft.com/office/drawing/2014/main" id="{F05D24C4-B45F-4541-93A7-38922A5B89F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ED8325BA-435D-4C3E-99B3-A28CBE103E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5FE20F1A-9B05-40B0-9F13-BF241D16A36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63FCA034-D416-4B7E-9C0B-E854613287C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401D73F8-9DB5-4A13-B4B5-F91617D1D988}"/>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665DF728-9CB9-4F17-A929-57810EA7C401}"/>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A073796A-5E34-43D9-8E1D-9EA515634AAB}"/>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9957591B-6CCD-46F1-B933-AF2CECB7C248}"/>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6516432B-E4AA-4E9C-B382-94982D6EA177}"/>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33E84A0E-7A94-4D12-9333-93266953A159}"/>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5F9E2059-DC69-42AA-B4B0-311C81B26836}"/>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3BB70944-7638-422C-91D9-9B5DA5744081}"/>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C0A4974D-DACD-4F7C-8BC9-587924F4ADC8}"/>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A190BD37-1DE6-49B0-BEA7-123F612BC71C}"/>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BCB60E06-39C8-4603-B963-E269165C1235}"/>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91616AEB-4E3F-4FE2-A944-FBF61C6F9E72}"/>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9A6741DF-741D-45BC-B440-B221364C4CEC}"/>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264CB44F-497A-4685-8885-F98660664F14}"/>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0E896307-30BF-4FA2-AC16-7E0893B9B9F0}"/>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D770AF0E-9A2F-4C72-9F6C-D6DF85338786}"/>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379685D5-219B-4106-AD6B-E5CC770AC133}"/>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A66BEB1D-C5EB-4BC2-AA39-4F6C09776513}"/>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42B218F6-DF91-4127-9C89-B16A5A2BB64B}"/>
              </a:ext>
            </a:extLst>
          </p:cNvPr>
          <p:cNvPicPr>
            <a:picLocks xmlns:a="http://schemas.openxmlformats.org/drawingml/2006/main" noChangeAspect="1"/>
          </p:cNvPicPr>
          <p:nvPr/>
        </p:nvPicPr>
        <p:blipFill>
          <a:blip xmlns:r="http://schemas.openxmlformats.org/officeDocument/2006/relationships" xmlns:a="http://schemas.openxmlformats.org/drawingml/2006/main" r:embed="Rf93d63b7dbc343a5"/>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A0AE5188-1F43-4E8C-863B-5A952ACD4C61}"/>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AD19C42A-75E0-4EE9-8B23-4F34FB9C9D4D}"/>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A149A188-AB3A-490E-BB61-4BB6605DC14A}"/>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AB1B3144-FEBF-4055-B647-6B2B942A6E3E}"/>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4BAB1AE3-39A9-41D0-8156-A20D36EF7829}"/>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6E782F3B-2B6C-4034-A0B2-84A1917F4FED}"/>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82DB461B-FD42-47B9-949B-2B6856B78AA1}"/>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0C871AB8-9A8A-44C0-9C4D-3C9EEBB830B3}"/>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30F17173-C485-4EC7-B08E-02D81F029523}"/>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0AE7D4BE-3072-4109-9C99-5A085C1285CB}"/>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BAC48172-F68D-4B1F-B7E5-DB935265C837}"/>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421405D2-EBBB-406F-9554-4C7BC57D1F85}"/>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82885B39-E79B-4C4D-AE5C-1FFA73D8DD9B}"/>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BD8057B0-9F73-4183-8506-2B1B93F1586C}"/>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0FC6CC70-1B70-4DA1-BCF3-3731B5FA024B}"/>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9BBF82ED-1EAC-4C8A-B570-6760DEB85FF7}"/>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57550ED0-BF93-418A-8F53-F1680CA77A70}"/>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58D1E0D2-3CB3-48D9-AEDE-D0E239486591}"/>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0142D6C4-FE7E-4896-90EA-D6608393F6F4}"/>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1A22B33E-DD08-4DCB-905C-DF215803BB1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62764830"/>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9DA9E6B9-43F5-42A6-A776-B719BCB168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9">
            <a:extLst xmlns:a="http://schemas.openxmlformats.org/drawingml/2006/main">
              <a:ext uri="{FF2B5EF4-FFF2-40B4-BE49-F238E27FC236}">
                <a16:creationId xmlns:a16="http://schemas.microsoft.com/office/drawing/2014/main" id="{8DD75F80-C30B-480F-8D5D-D72FA44FC9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개발자가 정해야 하는 경계">
            <a:extLst xmlns:a="http://schemas.openxmlformats.org/drawingml/2006/main">
              <a:ext uri="{FF2B5EF4-FFF2-40B4-BE49-F238E27FC236}">
                <a16:creationId xmlns:a16="http://schemas.microsoft.com/office/drawing/2014/main" id="{B39286F4-C45A-408F-B80D-026CCE96C9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AC5CA25F-CF80-4120-A4CE-B5693CC2E72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EBC9BBA3-9294-445E-A578-E50C6CC37B3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AD1A5962-75A9-4C1E-B251-E519428DFA3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0B1DE39C-C1B5-47D2-823E-8F71EC060541}"/>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7366D5D5-66C4-4441-A1D7-662A9BE2024B}"/>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DB8B953F-0DB2-4EDF-83AC-219EFE0CA7FE}"/>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E70FAA15-A7DD-4F96-96CD-4972627E70A9}"/>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89323BC4-8A39-4CB3-9E73-96E4DD0D814F}"/>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5FDFFDB2-FC6F-4E5B-96D7-7A8955A86594}"/>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2CE7A18A-C043-41E5-9BB4-B0C218315784}"/>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20F8B931-5F47-46DD-9FC6-7CC2B189647D}"/>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F17FBD00-8D9C-4CA0-B327-603C306C0C5C}"/>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E031A07C-C538-4CCB-9160-BC6872B9DCFE}"/>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715ACAF2-F4E4-49B5-BA3F-69D4E514CE55}"/>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5DC524BE-1655-41CE-A4AB-90DAB89BF10C}"/>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DBA1F78C-3C28-42A4-8870-C747D12ACBA2}"/>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B4B563B7-F824-4B9D-B12F-42E6903FEA12}"/>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B48288A9-D551-4406-B365-E21F761487CE}"/>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6C73ACA7-203E-4708-9C43-3C2D106BA77D}"/>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BBFE6F0E-C46C-46EA-9809-69D8EFACC13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857888138"/>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1DA949EC-7368-4EDD-8EA7-2CD1074292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20">
            <a:extLst xmlns:a="http://schemas.openxmlformats.org/drawingml/2006/main">
              <a:ext uri="{FF2B5EF4-FFF2-40B4-BE49-F238E27FC236}">
                <a16:creationId xmlns:a16="http://schemas.microsoft.com/office/drawing/2014/main" id="{FCE4A6D4-645E-42B9-B525-24AB1B8A09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Task Specification의 다섯 책임">
            <a:extLst xmlns:a="http://schemas.openxmlformats.org/drawingml/2006/main">
              <a:ext uri="{FF2B5EF4-FFF2-40B4-BE49-F238E27FC236}">
                <a16:creationId xmlns:a16="http://schemas.microsoft.com/office/drawing/2014/main" id="{355FE293-1DBB-4396-9744-2AB712B8B7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52A5E790-5C0F-488B-BD77-3E14F85E2A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3E446B2F-6B63-4B49-A0C0-163A68C53F0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033BFFB0-C8FD-41F3-B8CE-F944D2CCF9C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4A825CFC-5140-409B-A44F-F32E49761749}"/>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C0DF166C-264C-4285-86C1-BD2D0435244E}"/>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0CBCD98A-EC6D-406B-8236-82CBD88DAD3C}"/>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8168DB09-B753-4339-AB46-87447CFD3D56}"/>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5D3C178F-A19F-4774-AF54-47FFB2175445}"/>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37F318C2-C64E-456B-8A79-78738309F50D}"/>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00088C96-4F61-455E-A097-99FA012A6F34}"/>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8357F030-618E-4301-9D28-61858B5F506E}"/>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7624E435-EBD3-4EF3-BAEB-4DAF9DFF225E}"/>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27FEB806-E466-4CF0-9470-7BBBBA7C9393}"/>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986B359C-D612-4F2A-AFBD-F835A118F159}"/>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FB700E73-C76C-48D0-B20E-4F1016D760BB}"/>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AEA5E6B0-DDB0-424E-8EE1-FA828E2C9906}"/>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998FDAA7-773F-4A69-A188-689AA4BB5190}"/>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DBDCE24E-40EF-4302-8056-8714CF7CA7C9}"/>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02F5AAA8-47DF-46F2-9F45-0C5746719D6C}"/>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FB5C1DD2-07D2-43EF-8096-0B28C9F3FEA2}"/>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BCF37187-E0BF-4D25-8E35-CB282138BE61}"/>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8CBAF9EE-205A-4133-A213-A958FAD8A8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21425000"/>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02D7B718-CC82-432B-BF37-2157D195771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21">
            <a:extLst xmlns:a="http://schemas.openxmlformats.org/drawingml/2006/main">
              <a:ext uri="{FF2B5EF4-FFF2-40B4-BE49-F238E27FC236}">
                <a16:creationId xmlns:a16="http://schemas.microsoft.com/office/drawing/2014/main" id="{6AF3FF46-9D64-4DE3-A073-22378D8170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더 긴 Prompt보다 분명한 경계">
            <a:extLst xmlns:a="http://schemas.openxmlformats.org/drawingml/2006/main">
              <a:ext uri="{FF2B5EF4-FFF2-40B4-BE49-F238E27FC236}">
                <a16:creationId xmlns:a16="http://schemas.microsoft.com/office/drawing/2014/main" id="{C9AAF7DF-F8A2-45A2-BAD0-A358BAB28F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9AB8CA94-F45A-4156-AE7B-2C8A0607096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D2A2392B-A6C7-4B68-A89B-062362492D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682D8E26-3E2E-491B-84B4-E1C27C6E1E1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B626DE9E-FB11-4202-AD63-091A4D1CC0DF}"/>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060EDBD9-F803-4783-84F1-1A5F81CD77B1}"/>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878EC4F7-2541-4B80-BC8E-F007BA63EDAC}"/>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BBD2A914-523C-46D8-A4C7-F14E24EF14B0}"/>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6E429C07-1548-448D-B7B7-1B1328FAAB7C}"/>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66C008F6-A9C2-4CD9-BE59-9B7E4207A4E6}"/>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43DC34C1-1A1E-4B9F-9E8F-68D259F234FE}"/>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EC5F8DBB-6272-4B5C-941C-5EFABDB55EDB}"/>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5B69BF23-13F1-434E-8CDD-9BF81A34CE38}"/>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A6D95DE5-F6FF-4C20-980C-AA186EDA40AF}"/>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BF286DB2-2F5E-43B2-B4E3-6E0F1B83D39E}"/>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E6126269-8E81-4220-9D56-D76E2E756907}"/>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D2E678FF-8D51-42AE-9129-E006C21E09CA}"/>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E32576BC-E0B7-437D-BB4C-99ABC653E07B}"/>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70E838BE-239D-46D0-9E19-7C349EFB2E63}"/>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74877CB1-EF72-4C8B-8213-25F06EFC3E9F}"/>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76AC8665-0FF3-4FDA-866D-984AE9B146A5}"/>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EB282E88-F4F1-4702-8954-E9103EF0446D}"/>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194C2E06-568E-47CF-8980-3BBC8F2E3709}"/>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CCE5B6FB-DABD-486C-A21A-9A90FB6C28AA}"/>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46713F86-6821-47FE-8547-EBA3C6714CD6}"/>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A8223662-5E03-4306-B9B8-459F9F83721B}"/>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6B06B5CE-1C79-43E8-BC3B-734B942179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2144264491"/>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2EE9F4DA-CB10-4081-932C-45ECF515A93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2">
            <a:extLst xmlns:a="http://schemas.openxmlformats.org/drawingml/2006/main">
              <a:ext uri="{FF2B5EF4-FFF2-40B4-BE49-F238E27FC236}">
                <a16:creationId xmlns:a16="http://schemas.microsoft.com/office/drawing/2014/main" id="{2C488A74-1663-40AE-8817-42B76486BA7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요청한 과정은 기록에도 남았을까?">
            <a:extLst xmlns:a="http://schemas.openxmlformats.org/drawingml/2006/main">
              <a:ext uri="{FF2B5EF4-FFF2-40B4-BE49-F238E27FC236}">
                <a16:creationId xmlns:a16="http://schemas.microsoft.com/office/drawing/2014/main" id="{CA2D7AC9-9B9A-447E-AC16-6A29CCECB0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CC55153F-F80F-4878-B5A2-B1881CDC154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2BF77762-807F-4E70-AEB9-B4BA4E60B2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21 예시의 실행 결과 아님 · 단일 CLI 관찰이며 Prompt 단독 효과는 미">
            <a:extLst xmlns:a="http://schemas.openxmlformats.org/drawingml/2006/main">
              <a:ext uri="{FF2B5EF4-FFF2-40B4-BE49-F238E27FC236}">
                <a16:creationId xmlns:a16="http://schemas.microsoft.com/office/drawing/2014/main" id="{706C7E66-C59B-4CF8-A03C-6DAE1A0C655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a:t>
            </a:r>
            <a:r>
              <a:rPr sz="1425" b="0">
                <a:solidFill>
                  <a:srgbClr val="4D5A68"/>
                </a:solidFill>
                <a:latin typeface="Malgun Gothic"/>
                <a:ea typeface="Malgun Gothic"/>
                <a:cs typeface="Malgun Gothic"/>
              </a:rPr>
              <a:t>S22</a:t>
            </a:r>
            <a:r>
              <a:rPr sz="1425" b="0">
                <a:solidFill>
                  <a:srgbClr val="4D5A68"/>
                </a:solidFill>
                <a:latin typeface="Malgun Gothic"/>
                <a:ea typeface="Malgun Gothic"/>
                <a:cs typeface="Malgun Gothic"/>
              </a:rPr>
              <a:t>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1D6E771E-8E7A-4A74-8E1D-ADB1166AA128}"/>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DFDF131F-1BDF-44AD-A271-F3B9A813549A}"/>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B3947DB6-F33E-4D1D-A579-67481658E231}"/>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5B510A65-0967-4A02-890E-D999B6B0DF7D}"/>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0E58A502-FEDE-4F36-AA04-E011A831626F}"/>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8A3EAC57-DD5D-413B-898C-9921AB03876F}"/>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75E544BA-A1C6-44D0-8FF6-3FF555CCD159}"/>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5A756DCE-03E5-4F71-AAE6-D6994280588D}"/>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1FFDFB21-5411-4208-B428-76B4B06A85BA}"/>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5569C1E3-2E80-4DF8-8042-AD18E3451F37}"/>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D2C3A19B-2ACE-4961-9DBC-56CD52CA7D89}"/>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6BDE2241-011A-4D06-9029-1818D4504FB6}"/>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F7D52D8F-867A-4B76-A046-33AD6887FC38}"/>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F3F4C0C6-399A-4226-81AE-E548CD69656C}"/>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9FD724C3-1B38-4A96-B2FE-1830FCF6AC0C}"/>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42465228-C8D2-4762-A159-39088C0F8F6E}"/>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34EA274D-52BB-4E65-B302-F545E6E0843B}"/>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9AF5F3A7-17A1-4986-89BB-C3BE1124C790}"/>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0DF5362D-7D5A-4EDD-86D2-994751DA9489}"/>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7FABEE22-193E-422D-A7FB-4D5EF83F0D2D}"/>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400FFC39-CEFF-4FB2-A7D9-9368F3324266}"/>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2E6934D2-3CEF-4D24-A10C-B975095ED516}"/>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B3881259-9EFA-47DF-8B37-6B306DB68CFA}"/>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CB6602F7-3CE2-479F-9F63-E191E805FE7B}"/>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7BFA4D95-EDF3-41F3-9291-14E628A16E06}"/>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3">
            <a:extLst xmlns:a="http://schemas.openxmlformats.org/drawingml/2006/main">
              <a:ext uri="{FF2B5EF4-FFF2-40B4-BE49-F238E27FC236}">
                <a16:creationId xmlns:a16="http://schemas.microsoft.com/office/drawing/2014/main" id="{0025582E-3E4C-49A7-91B1-B0EF7CB6FCCE}"/>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a:t>
            </a:r>
            <a:r>
              <a:rPr sz="2025" b="1">
                <a:solidFill>
                  <a:srgbClr val="0B6172"/>
                </a:solidFill>
                <a:latin typeface="Malgun Gothic"/>
                <a:ea typeface="Malgun Gothic"/>
                <a:cs typeface="Malgun Gothic"/>
              </a:rPr>
              <a:t>S24</a:t>
            </a:r>
          </a:p>
        </p:txBody>
      </p:sp>
      <p:sp>
        <p:nvSpPr>
          <p:cNvPr id="33" name="05 확인·보고 결과  ·  S24">
            <a:extLst xmlns:a="http://schemas.openxmlformats.org/drawingml/2006/main">
              <a:ext uri="{FF2B5EF4-FFF2-40B4-BE49-F238E27FC236}">
                <a16:creationId xmlns:a16="http://schemas.microsoft.com/office/drawing/2014/main" id="{B674D6AE-B346-4B08-989B-C63A067C5418}"/>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a:t>
            </a:r>
            <a:r>
              <a:rPr sz="2025" b="1">
                <a:solidFill>
                  <a:srgbClr val="0B6172"/>
                </a:solidFill>
                <a:latin typeface="Malgun Gothic"/>
                <a:ea typeface="Malgun Gothic"/>
                <a:cs typeface="Malgun Gothic"/>
              </a:rPr>
              <a:t>S25</a:t>
            </a:r>
          </a:p>
        </p:txBody>
      </p:sp>
      <p:sp>
        <p:nvSpPr>
          <p:cNvPr id="34" name="Legacy module connection">
            <a:extLst xmlns:a="http://schemas.openxmlformats.org/drawingml/2006/main">
              <a:ext uri="{FF2B5EF4-FFF2-40B4-BE49-F238E27FC236}">
                <a16:creationId xmlns:a16="http://schemas.microsoft.com/office/drawing/2014/main" id="{3E0B4A9A-DD36-42BF-8701-2B45CAA1F2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54221206"/>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5DA1BE56-938E-497F-A9ED-B610DC2177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3">
            <a:extLst xmlns:a="http://schemas.openxmlformats.org/drawingml/2006/main">
              <a:ext uri="{FF2B5EF4-FFF2-40B4-BE49-F238E27FC236}">
                <a16:creationId xmlns:a16="http://schemas.microsoft.com/office/drawing/2014/main" id="{4414127E-C5C6-4055-91E5-168C771BC8F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조사에서 한 줄 변경까지">
            <a:extLst xmlns:a="http://schemas.openxmlformats.org/drawingml/2006/main">
              <a:ext uri="{FF2B5EF4-FFF2-40B4-BE49-F238E27FC236}">
                <a16:creationId xmlns:a16="http://schemas.microsoft.com/office/drawing/2014/main" id="{99A7ACA8-9737-4D23-A817-D9A41F8E30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1A155215-9751-4451-9E85-596FFC2EB09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C2289B37-897F-4423-AC2D-5EAB9290C4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35ABBB23-1BC0-4B71-8F42-B590BE5933A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53F76BB2-3182-4FCC-8C84-65846F637A4A}"/>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54375F05-A7CE-4036-8058-4E7A9B4C99C8}"/>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A7719F38-A426-43F1-B2D1-21C47AF359AA}"/>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02569D4-5D69-48F4-8F05-8D6D7FA48965}"/>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215E5EBD-F33B-4525-BD34-56F03BBC4051}"/>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08DC3F14-34FC-4256-BD61-823D6642FB76}"/>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AD52ABA7-E9CE-40A1-8A0D-464CB5FEBB01}"/>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B7ED88C5-FA84-422C-9A28-DABC82D9D1CF}"/>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A97BDB4C-A560-410E-8213-5ECBA560CC03}"/>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477C5286-AA6C-44CC-ABD3-64088DEF4E35}"/>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FDDD2226-443C-4A64-9AF2-82B8278A13B1}"/>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91FF2546-C8F8-478E-B20E-4D8A7718F046}"/>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EEEE60C0-2C92-40C1-A294-34460213E9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79713621"/>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1C8E74F6-8BE0-498A-864E-EBA2EC6C6B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4">
            <a:extLst xmlns:a="http://schemas.openxmlformats.org/drawingml/2006/main">
              <a:ext uri="{FF2B5EF4-FFF2-40B4-BE49-F238E27FC236}">
                <a16:creationId xmlns:a16="http://schemas.microsoft.com/office/drawing/2014/main" id="{C6D16E04-B519-46BF-B81F-0F803B2BAE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변경 결과와 확인 증거">
            <a:extLst xmlns:a="http://schemas.openxmlformats.org/drawingml/2006/main">
              <a:ext uri="{FF2B5EF4-FFF2-40B4-BE49-F238E27FC236}">
                <a16:creationId xmlns:a16="http://schemas.microsoft.com/office/drawing/2014/main" id="{B378134D-A8C4-4460-9CF4-16C4E54D964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DDC62901-992A-46F6-8617-BDD114107E1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A2F9D92F-80FD-48EC-813B-BEADD796F84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06B92B26-EE4D-44CD-B74B-FA94791838C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972E0961-4D12-4396-880E-68804BB3DF3A}"/>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1B3544CC-6E78-4DBE-A980-4C26D1BB51AD}"/>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33E2EC2B-ED7B-44C2-A479-DCF20981DAF5}"/>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E7C80E9F-BFA9-4B25-A316-95ED81A060EF}"/>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04AF645A-3A28-42EE-AE04-B6E36A92A729}"/>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575B1351-6E93-4860-874D-62C675014E4D}"/>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69FAC89A-B6FC-4A52-B1E2-26FB85518C79}"/>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8578EF1E-BA2A-4862-9ADA-A3D559809CA4}"/>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5356E1CA-FFE4-4AC0-BEAA-5D8C6C6F7A17}"/>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F1C8CADB-015D-4BEC-A870-12B8C657C2A3}"/>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2F120871-5BD4-43BE-AA80-CBE98C01FEC3}"/>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231C9E88-6111-4549-A367-7AE8610ADCF0}"/>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68452808-3BCF-4625-9642-341A82D4538D}"/>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F8A48214-BDFD-49C9-BAA3-0F4AFC3E953F}"/>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66DC022A-4293-4179-9514-7C9D6CA1E39E}"/>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E6C29561-8601-4913-B7BF-20DF9711258C}"/>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6AEC96FC-75D1-4151-94F9-0BC4D74653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60646814"/>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F3C81B1A-1F05-4FE0-B0AF-A0291D5063D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5">
            <a:extLst xmlns:a="http://schemas.openxmlformats.org/drawingml/2006/main">
              <a:ext uri="{FF2B5EF4-FFF2-40B4-BE49-F238E27FC236}">
                <a16:creationId xmlns:a16="http://schemas.microsoft.com/office/drawing/2014/main" id="{AA229A43-AD19-456C-BC39-13EB5FAECB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Generated ≠ Done">
            <a:extLst xmlns:a="http://schemas.openxmlformats.org/drawingml/2006/main">
              <a:ext uri="{FF2B5EF4-FFF2-40B4-BE49-F238E27FC236}">
                <a16:creationId xmlns:a16="http://schemas.microsoft.com/office/drawing/2014/main" id="{BD21A8A3-65C7-4B18-A633-CFA3347D9A5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7708297D-FA21-4F2D-8B5E-E6F0AD9CAC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0BCB5C05-079B-4F3E-BAFC-CBA389A78B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D419F347-95F9-460B-BB3C-7821E9A97DD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C34253DE-58A3-41DD-B9D6-59FCDB06C54F}"/>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095255FA-7489-46BC-9EAE-DE41F5081F29}"/>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48E5E9AB-69D1-4621-A9FE-A1CE7F9DA4C5}"/>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FB582E21-AB06-4184-A663-872AAF780D19}"/>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2A9C5EB8-B1C1-42B7-A7B6-0BDC41AA8C86}"/>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8AAC25C1-0FCA-4CDA-A229-8EDBEA71241B}"/>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4AE69245-532F-426F-8000-FB8EF9C7E78F}"/>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03289E1D-E75D-4E3C-8A5A-65C44F0B4DDB}"/>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93703B26-A83D-4F67-8F21-F498267E07FF}"/>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870EAF94-4C7D-4074-9062-2213D3761304}"/>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F7FE2439-D3D6-472A-AD02-E6F5DBB013D6}"/>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14646EC9-0E99-49FA-A1EF-05B9FB17413A}"/>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EA9D1E5C-A0F7-48FF-A5BC-38BCA423B4A1}"/>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7F22C5D8-8F1E-4596-BC07-04C1A0AE7319}"/>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9D363D9B-97BC-4A82-B92B-CF3E1BA6A378}"/>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4DA4DD74-B39E-408C-986C-49AA4D517E54}"/>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373B34FE-7CC8-4935-A1DF-E9BB2C4607A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1269539284"/>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C2896C7D-F7F0-4EB4-982F-366EDC0418F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6">
            <a:extLst xmlns:a="http://schemas.openxmlformats.org/drawingml/2006/main">
              <a:ext uri="{FF2B5EF4-FFF2-40B4-BE49-F238E27FC236}">
                <a16:creationId xmlns:a16="http://schemas.microsoft.com/office/drawing/2014/main" id="{15CD3DB7-CBA2-4D23-B29A-CFDD81FA5F9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Check마다 확인하는 범위">
            <a:extLst xmlns:a="http://schemas.openxmlformats.org/drawingml/2006/main">
              <a:ext uri="{FF2B5EF4-FFF2-40B4-BE49-F238E27FC236}">
                <a16:creationId xmlns:a16="http://schemas.microsoft.com/office/drawing/2014/main" id="{C98C57C1-B86C-4953-9D60-609886A12B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22F46D59-EDD3-4932-8AE9-FDC9BF0211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4B6CFB03-19E1-42A0-B31B-8DA776D4E18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72F17543-E503-49D5-8BD6-59E2EED6424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28B0C3B1-0AEC-479D-BDBA-4FFDB4B068AB}"/>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BBBDBA03-7910-4FB9-91B4-FC652E1F458B}"/>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650A523C-770C-4EBD-A7C2-B5FBDFE7B1C2}"/>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6C301181-5839-4E82-A9A5-3135BDE7D559}"/>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4048BA12-DD3E-4085-80B1-9CF23950FB36}"/>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C850C74D-E1C4-4C3A-BB6C-E63AC96AF6AE}"/>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29E2F2A9-0CA6-4EE3-BA0C-E1C53DCA481B}"/>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8BA166BA-2742-4824-96E1-7A8C2B2008F2}"/>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6A375019-84A7-4103-9B5C-830265AD17FD}"/>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7F134EFB-7335-45FD-B770-D681944E03C2}"/>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659C72B0-A415-4E9F-825B-6213C153DC24}"/>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DBA15E9F-1F46-4EAC-AD40-1FAB1BA2331A}"/>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D6736BEB-CD30-4AD9-9D59-78DD34792290}"/>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AE0C5FC0-04A8-49A7-B06A-6D83B7380A87}"/>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F7379C8C-C90A-4D9E-BA93-CB641287ACAA}"/>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DD58173A-6C2E-4811-BBE8-145F16B83776}"/>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5EA75BE3-BC97-4720-A382-1AC200FE8DD5}"/>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B12A63A6-7C14-4445-A3A4-A06328ADBB09}"/>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8D4F8AA4-F862-4455-BEC8-B37698210A4F}"/>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D99863C3-A664-4728-A744-3E4F8B8BC441}"/>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902C905F-FF68-47E5-AA72-0F0E128106C1}"/>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390BA248-AB88-4FB4-9E5D-6AC96374B86D}"/>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953364F8-F4CA-415C-B696-FAF178883F80}"/>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445334F8-A7B4-40B4-95E8-D00C7C9B5935}"/>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6AF03F9D-04AE-4E54-A918-65B9DAD2C153}"/>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DD36BD56-76BC-4759-962C-402E0C13B44E}"/>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A9DB46E2-046D-44E9-8459-228907C8A73B}"/>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8AC9D10A-1C71-4193-8AED-B9C57118F0DF}"/>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491EE6A4-0975-4985-967D-83FDBDA72CE0}"/>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4ACCA970-4146-49DB-A373-BF11A2C91246}"/>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A2BCADF8-A81D-4127-9C55-245E4B7D446C}"/>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985F92DD-BC6B-42B8-A8D4-AF7770A801CC}"/>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77C23E2B-22CF-468A-A1BA-CD46A414934A}"/>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8C39E47E-722D-497C-85C9-ACD6DCC4E2DF}"/>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AC78ABF0-329E-42E7-A23F-4947DBCA60C3}"/>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D9F66C04-811D-41BA-81F6-94A1170B349F}"/>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4BB2C931-D0AC-40C8-B011-2268875139AC}"/>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7AEBA09F-B4C0-4F49-9B12-50DA0F539B62}"/>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F55D358A-F179-4FD1-A4DB-26431E446E7A}"/>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538D6D4E-9A01-4CB3-A25F-B0096CFD891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78722941"/>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1/8 · Delimiters">
            <a:extLst xmlns:a="http://schemas.openxmlformats.org/drawingml/2006/main">
              <a:ext uri="{FF2B5EF4-FFF2-40B4-BE49-F238E27FC236}">
                <a16:creationId xmlns:a16="http://schemas.microsoft.com/office/drawing/2014/main" id="{443334A0-E4A7-477E-8423-B81C9952E2F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7">
            <a:extLst xmlns:a="http://schemas.openxmlformats.org/drawingml/2006/main">
              <a:ext uri="{FF2B5EF4-FFF2-40B4-BE49-F238E27FC236}">
                <a16:creationId xmlns:a16="http://schemas.microsoft.com/office/drawing/2014/main" id="{FD7E67BD-8E20-4FD2-AA2F-5CB05C9C280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지시와 참고 자료의 구분">
            <a:extLst xmlns:a="http://schemas.openxmlformats.org/drawingml/2006/main">
              <a:ext uri="{FF2B5EF4-FFF2-40B4-BE49-F238E27FC236}">
                <a16:creationId xmlns:a16="http://schemas.microsoft.com/office/drawing/2014/main" id="{94A8A276-023A-4F64-BFC0-702DFDD2CD3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4F824471-ABF9-4613-B4F3-5BE0AD59E25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9560C89B-35E5-44CA-A3D4-6DDAD1FF741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5AC6A3A3-4B41-4FF9-AECE-C1AB77081DE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5A4E0A15-AB84-4FF4-BF71-45F43FFF442C}"/>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DF29514-2FCD-4F19-A6BE-6AB74334355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B9D02202-C336-4963-A0A2-61CC7658FBF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614E53FE-BA14-41EA-8B30-84CD7E8D1E8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F9FF651-4F01-4C8C-8A0B-20AD91FF3C7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7BD8CA1-8092-45EF-A23F-31F63D9B2C3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507184DE-73E8-430A-B4A3-30E8D67558C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CE3BAD29-0AE8-4295-A26E-2427271B7CAE}"/>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CD357B2C-6BCF-4C68-B207-5B6AECD1F82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6E3E0411-C1C2-47BA-A55B-E86C90D0F3A4}"/>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9993AD7D-A7E5-46DF-86EE-5BBD14CD20C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33775DD7-12DB-495A-845A-2D434E95311B}"/>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35F02541-8FCF-463E-B309-740848D8BCB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B42D83C6-F33E-4E65-A355-71E7B9E1474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
            <a:extLst xmlns:a="http://schemas.openxmlformats.org/drawingml/2006/main">
              <a:ext uri="{FF2B5EF4-FFF2-40B4-BE49-F238E27FC236}">
                <a16:creationId xmlns:a16="http://schemas.microsoft.com/office/drawing/2014/main" id="{3FDCAAC3-946A-48E9-B3DF-30B0C3EF21C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C3EFB493-26DE-469B-B2C5-A6484320145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FDDDE2F0-6285-4A01-8D63-AE6C58592B6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8406347"/>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2/8 · Few-shot examples">
            <a:extLst xmlns:a="http://schemas.openxmlformats.org/drawingml/2006/main">
              <a:ext uri="{FF2B5EF4-FFF2-40B4-BE49-F238E27FC236}">
                <a16:creationId xmlns:a16="http://schemas.microsoft.com/office/drawing/2014/main" id="{09743287-BD63-414A-9146-7336F37FCB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8">
            <a:extLst xmlns:a="http://schemas.openxmlformats.org/drawingml/2006/main">
              <a:ext uri="{FF2B5EF4-FFF2-40B4-BE49-F238E27FC236}">
                <a16:creationId xmlns:a16="http://schemas.microsoft.com/office/drawing/2014/main" id="{DF79DE9B-76B8-4489-B247-6413F1909A8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입력과 기대 결과의 작은 예시">
            <a:extLst xmlns:a="http://schemas.openxmlformats.org/drawingml/2006/main">
              <a:ext uri="{FF2B5EF4-FFF2-40B4-BE49-F238E27FC236}">
                <a16:creationId xmlns:a16="http://schemas.microsoft.com/office/drawing/2014/main" id="{19D556F3-A00B-4365-900A-D6F836AE29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5973EDFB-A85C-4948-8E6B-EAE4759B64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23FC7B6C-2E6F-4FB2-AD61-64E66B07CD1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E07B2D35-A73F-49D3-89CD-AAB737FA96E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676434CB-8F9C-4454-8AEB-26CF3CF85A5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3ECD500-265D-4456-8BB6-988F719E131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C1722B7C-8917-4FCF-AB6B-9DDE411D19DA}"/>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57EE7005-8DD7-47A2-BD9F-0DE164BA75C3}"/>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722D893D-51DA-4CA3-BDAC-9F746C941F9C}"/>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28ED8D3-14AB-4479-B055-573B4D7C801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548923FD-5215-43C5-B993-E08752A9365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2BEFCF43-E76D-4091-91CF-367C7210FA0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45D4AEC7-0C11-4AC9-8515-C1D3A056AC0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DB1D9E72-D4C1-4040-95BC-F8E178B37C4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0E459027-AAAC-47FC-8859-B2098D007AF6}"/>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F49BA044-8416-4BAA-A710-671C850F10C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7A18BC37-36E3-45F0-9B17-4F83360D0792}"/>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B22388A4-3E6D-4BBB-B762-7388D4C9531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
            <a:extLst xmlns:a="http://schemas.openxmlformats.org/drawingml/2006/main">
              <a:ext uri="{FF2B5EF4-FFF2-40B4-BE49-F238E27FC236}">
                <a16:creationId xmlns:a16="http://schemas.microsoft.com/office/drawing/2014/main" id="{015C3727-CFD8-4C41-BD2B-6840421DD4B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C79865AE-7F5D-43A6-ACC0-BCEC4582B67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F7C46EC0-6E95-4C5B-BECA-C87772D050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98305267"/>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3/8 · Output format">
            <a:extLst xmlns:a="http://schemas.openxmlformats.org/drawingml/2006/main">
              <a:ext uri="{FF2B5EF4-FFF2-40B4-BE49-F238E27FC236}">
                <a16:creationId xmlns:a16="http://schemas.microsoft.com/office/drawing/2014/main" id="{B3AD14C2-4E01-4CB9-BC7D-8436F1E6DA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9">
            <a:extLst xmlns:a="http://schemas.openxmlformats.org/drawingml/2006/main">
              <a:ext uri="{FF2B5EF4-FFF2-40B4-BE49-F238E27FC236}">
                <a16:creationId xmlns:a16="http://schemas.microsoft.com/office/drawing/2014/main" id="{827EF201-C8C4-4F06-BDEE-08A70BE92BE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바로 검토할 수 있는 결과 형식">
            <a:extLst xmlns:a="http://schemas.openxmlformats.org/drawingml/2006/main">
              <a:ext uri="{FF2B5EF4-FFF2-40B4-BE49-F238E27FC236}">
                <a16:creationId xmlns:a16="http://schemas.microsoft.com/office/drawing/2014/main" id="{273ADA84-6C5B-4E33-A97F-DA5FEC686BB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EA12FDE7-BD9A-4C78-AC3F-7B71B51EFB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490A87E0-E8BD-4FF1-A31D-C390612BB0A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7EF8A4D5-C117-4035-998C-D085FC59647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9154366C-B38A-478E-86F8-D2F513474F8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6E2ED5C-3700-49AC-A40D-48CF530B4079}"/>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0261ECAE-0057-41DC-97E5-C533992B6C9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E98DC771-7D78-4644-8CAF-B92EB1A0AF8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A74D412B-3902-4877-99C9-06B802CA267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7BE8DE0-A6B1-44D4-AD5A-FEC087E5503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48BC947B-2B3A-4AD1-BB5B-3E2C7E786CC0}"/>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BEE5DECC-5D1B-48F5-95E5-BAD28F1685F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C8F3F555-F767-4E95-A5AA-2F9099525B4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B2D5127D-8A3E-4D86-8A61-E530111B6545}"/>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5C5A3F46-4C33-47E2-902D-BFBB16A71ED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85E10E75-AC5E-4EE6-B876-92EC10B0D27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90227CF1-E01F-467C-9BF7-4248970A2E20}"/>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A40CA642-BD8E-4556-BCFC-4C9BE6096FE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
            <a:extLst xmlns:a="http://schemas.openxmlformats.org/drawingml/2006/main">
              <a:ext uri="{FF2B5EF4-FFF2-40B4-BE49-F238E27FC236}">
                <a16:creationId xmlns:a16="http://schemas.microsoft.com/office/drawing/2014/main" id="{593F7C29-DCCC-4566-80FC-D84ABD25104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A530104B-A6A2-44C6-9002-534FE3188FA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40C9D1A3-88CD-483E-8779-58675D1CD7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89757013"/>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4/8 · Grounding">
            <a:extLst xmlns:a="http://schemas.openxmlformats.org/drawingml/2006/main">
              <a:ext uri="{FF2B5EF4-FFF2-40B4-BE49-F238E27FC236}">
                <a16:creationId xmlns:a16="http://schemas.microsoft.com/office/drawing/2014/main" id="{2146BFBC-F6D3-4C40-BCFB-17FDC6955B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30">
            <a:extLst xmlns:a="http://schemas.openxmlformats.org/drawingml/2006/main">
              <a:ext uri="{FF2B5EF4-FFF2-40B4-BE49-F238E27FC236}">
                <a16:creationId xmlns:a16="http://schemas.microsoft.com/office/drawing/2014/main" id="{8C3A68AC-62AF-4C50-B222-D474EB5A58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근거가 있는 설명과 미확인의 구분">
            <a:extLst xmlns:a="http://schemas.openxmlformats.org/drawingml/2006/main">
              <a:ext uri="{FF2B5EF4-FFF2-40B4-BE49-F238E27FC236}">
                <a16:creationId xmlns:a16="http://schemas.microsoft.com/office/drawing/2014/main" id="{8D5031E9-83E5-4A0A-A8D8-18FF825B77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B515E54D-E54A-4300-9B61-FC1CD58822B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863C0983-BC37-4B04-BBD9-A7A00D565E0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868A45F1-0DC1-4DA4-AFFB-1D61CAC059B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6C981EF7-900B-4861-BB21-E0AD6B3204F5}"/>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369CDF1-6C17-463D-8C29-6469E79C4A2A}"/>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204E2A48-A1DE-428E-9655-DA3F0DA6703B}"/>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4664B292-D25E-435F-85E1-872AA3B6E01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FDF44689-2BD9-4DFF-9984-8E2ED249ED7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5DBB56C-369D-4148-92AD-2B461BB7E91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54C6480D-2691-48CE-857E-1E23D054A771}"/>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3FD0D2AF-A8D1-48B0-84BB-9D1D2213BD0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969C9E66-22C9-4A9C-AC79-96C70215215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0B339FC5-B350-4B81-A56E-C6F76CB86149}"/>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65233441-BD85-4E20-A75A-4C3F630C6EA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02E78172-D83C-4D96-9ADD-2AD22FB548F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D2476DD3-28B7-447D-912D-1BB1255F895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0CA3CDA4-5F31-4A1E-B2E2-7D46F231691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
            <a:extLst xmlns:a="http://schemas.openxmlformats.org/drawingml/2006/main">
              <a:ext uri="{FF2B5EF4-FFF2-40B4-BE49-F238E27FC236}">
                <a16:creationId xmlns:a16="http://schemas.microsoft.com/office/drawing/2014/main" id="{FE6287AC-3EC1-4F18-B8BF-26DF77A5AF3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A9908A6F-4175-48FC-B616-7298B8C6D34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9FB78490-E028-43F7-9A76-3777E824B22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61163427"/>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5/8 · Clarification">
            <a:extLst xmlns:a="http://schemas.openxmlformats.org/drawingml/2006/main">
              <a:ext uri="{FF2B5EF4-FFF2-40B4-BE49-F238E27FC236}">
                <a16:creationId xmlns:a16="http://schemas.microsoft.com/office/drawing/2014/main" id="{5088D742-3222-4894-8CEF-2B897D6078C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31">
            <a:extLst xmlns:a="http://schemas.openxmlformats.org/drawingml/2006/main">
              <a:ext uri="{FF2B5EF4-FFF2-40B4-BE49-F238E27FC236}">
                <a16:creationId xmlns:a16="http://schemas.microsoft.com/office/drawing/2014/main" id="{45000865-F940-4CEF-8F1E-D2EE82A6E85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결과를 바꾸는 결정에서 확인 질문">
            <a:extLst xmlns:a="http://schemas.openxmlformats.org/drawingml/2006/main">
              <a:ext uri="{FF2B5EF4-FFF2-40B4-BE49-F238E27FC236}">
                <a16:creationId xmlns:a16="http://schemas.microsoft.com/office/drawing/2014/main" id="{2686E39E-49F7-49FD-9D2D-79FD8E1E44C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0C72C03D-EFF8-4421-AE62-DDA7206CD51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3AC94427-B292-4352-BB79-A830919737B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DB3B269E-6C08-472B-B091-E092694A91F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EA7B2CE7-5882-4A19-9FB2-99CD0DBDB6A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792AD802-E372-4ABE-9F5C-393F7BE0621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1121A739-4639-4FEE-A57D-15478CCA9AA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1A2F3AFA-7B97-4312-8415-77278F68684D}"/>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04D74739-4DE2-43AD-8351-5D749E338070}"/>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9A509775-54BC-4FFD-8930-8D99F815201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55151D0F-712B-4F7C-BC92-EF4A91CD2B96}"/>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239D3122-6690-46C9-956E-D7B1A8CA1E7A}"/>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CCCF8B1C-8FEC-4D74-A5A4-B63AE6BD834D}"/>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0DCB8F46-5813-4BCA-8C8C-17827485AF8B}"/>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2CE8AFCF-F334-4D8A-A259-410BE0F7D6CE}"/>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2666C9D0-502C-453E-8C52-53965AEBCC10}"/>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7590E581-22AA-4F17-B218-27377A6A57B1}"/>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B3AFF7F0-D21B-4D4A-A05A-F21CE6F8D418}"/>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
            <a:extLst xmlns:a="http://schemas.openxmlformats.org/drawingml/2006/main">
              <a:ext uri="{FF2B5EF4-FFF2-40B4-BE49-F238E27FC236}">
                <a16:creationId xmlns:a16="http://schemas.microsoft.com/office/drawing/2014/main" id="{80226AD5-8B93-4513-8FAD-9390DFD6DEC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F526845-485B-42A5-A9D0-24F80B40F46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6E57032D-4521-4EC1-A22C-D2EEC8595C4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44383295"/>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6/8 · Task decomposition">
            <a:extLst xmlns:a="http://schemas.openxmlformats.org/drawingml/2006/main">
              <a:ext uri="{FF2B5EF4-FFF2-40B4-BE49-F238E27FC236}">
                <a16:creationId xmlns:a16="http://schemas.microsoft.com/office/drawing/2014/main" id="{2E36D320-1759-4642-A4FF-D8A145CEAF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32">
            <a:extLst xmlns:a="http://schemas.openxmlformats.org/drawingml/2006/main">
              <a:ext uri="{FF2B5EF4-FFF2-40B4-BE49-F238E27FC236}">
                <a16:creationId xmlns:a16="http://schemas.microsoft.com/office/drawing/2014/main" id="{580F6ECF-EC1F-476E-A9BA-14ADE0272D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큰 작업을 검토할 결과물로 나누기">
            <a:extLst xmlns:a="http://schemas.openxmlformats.org/drawingml/2006/main">
              <a:ext uri="{FF2B5EF4-FFF2-40B4-BE49-F238E27FC236}">
                <a16:creationId xmlns:a16="http://schemas.microsoft.com/office/drawing/2014/main" id="{64098292-6D87-4C4E-B4CB-2F564529BF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F04CF148-CA25-46B2-A0DB-3F09E243F44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9338E3B8-77F1-4B5B-B883-1A2F68C635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627B3C7C-B08C-40EA-B77C-08187D990DB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E58D5FC0-6D79-48F9-801B-5D62FFFF9041}"/>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0D9C815-9038-460C-996E-E6BCE83FD399}"/>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AE2BB880-6F2A-41CA-9EE2-E5E0E225E4C2}"/>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CC02C580-18F8-4296-B246-4EDFBE500AAF}"/>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0552AEA-5AAE-42BB-BF4F-75E33B2B361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7BD49AEA-6557-42D2-A08B-AA87E27F89A8}"/>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F76DD0EF-3D62-4999-A492-ACC3B839558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7E80BC9A-1B79-4526-A3E9-AF5CF8899617}"/>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3C820D72-A4A4-40F8-A0CB-99DFDD2F3773}"/>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CA4F3ED7-1518-4C93-AFEE-877A863C0E8E}"/>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B18C7829-9B95-4944-824F-24E557F8DBC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B37A57DE-5608-4E4D-96C6-84BD91FF5BA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E28D57D8-F9F4-49CB-BC8D-D8328C7A9A14}"/>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CF8F6AAB-D144-4DB0-A89C-A332DB8AC54E}"/>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
            <a:extLst xmlns:a="http://schemas.openxmlformats.org/drawingml/2006/main">
              <a:ext uri="{FF2B5EF4-FFF2-40B4-BE49-F238E27FC236}">
                <a16:creationId xmlns:a16="http://schemas.microsoft.com/office/drawing/2014/main" id="{D2F246D7-1C20-4D90-97E1-ABC3A4EF0A4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92ABAAD6-09FA-4BC7-A37B-B2910614A64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16F257C9-D7E1-4AD4-B7AE-84215F0890E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32227053"/>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7/8 · Criteria-focused review">
            <a:extLst xmlns:a="http://schemas.openxmlformats.org/drawingml/2006/main">
              <a:ext uri="{FF2B5EF4-FFF2-40B4-BE49-F238E27FC236}">
                <a16:creationId xmlns:a16="http://schemas.microsoft.com/office/drawing/2014/main" id="{2ED031F7-206E-4F03-A250-73DA4367CCD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33">
            <a:extLst xmlns:a="http://schemas.openxmlformats.org/drawingml/2006/main">
              <a:ext uri="{FF2B5EF4-FFF2-40B4-BE49-F238E27FC236}">
                <a16:creationId xmlns:a16="http://schemas.microsoft.com/office/drawing/2014/main" id="{F5981C71-EE18-4765-B0E6-C66D147E068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기준을 지정한 코드 리뷰 요청">
            <a:extLst xmlns:a="http://schemas.openxmlformats.org/drawingml/2006/main">
              <a:ext uri="{FF2B5EF4-FFF2-40B4-BE49-F238E27FC236}">
                <a16:creationId xmlns:a16="http://schemas.microsoft.com/office/drawing/2014/main" id="{EC24E039-188C-4FD1-B743-5223B50980D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A643C14C-7FFD-49D3-8EC9-6B8F894A543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97BD720B-5DF9-4A4D-BAE6-69ED680032A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D3B0EC8E-99FC-4023-9E53-551AF318B99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0216F524-9F29-4C91-9CC7-5163F8E259D6}"/>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75724EF-98C1-4F92-B40D-04C32C371A38}"/>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58C6F529-BD3C-4F10-86C8-F14D1E68BB3B}"/>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704C43BF-BDB2-40B8-B115-96359A4E4DA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774BFB6-B73B-40F3-BA4D-64F3E9B4043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4EB8B346-156B-402F-9169-AAE13251C20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17D4A1E9-18AE-4793-B683-94A073D60B0C}"/>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C7C393D3-8FA0-4A04-AFCA-FC1C8A292F7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3800007C-8584-438F-9340-1194CA10728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8600B309-E2B9-4DBA-822C-A582B94C74B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23B2DEFE-4C04-42E7-8CA6-C966FB3AA96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8775B023-31F8-4D33-8216-5E3C4075C708}"/>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18B16B19-BD14-42E9-A1EC-7BA71D947E37}"/>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95098F27-8DB1-4810-953B-CF948C900CF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
            <a:extLst xmlns:a="http://schemas.openxmlformats.org/drawingml/2006/main">
              <a:ext uri="{FF2B5EF4-FFF2-40B4-BE49-F238E27FC236}">
                <a16:creationId xmlns:a16="http://schemas.microsoft.com/office/drawing/2014/main" id="{BE96064F-A983-4085-898A-7127251813A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06CDF8B2-F77B-41ED-B9DD-F6E5FF2B40EF}"/>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495AEDE2-1C16-4811-A7C5-C129770DBE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70437075"/>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8/8 · Iterative refinement">
            <a:extLst xmlns:a="http://schemas.openxmlformats.org/drawingml/2006/main">
              <a:ext uri="{FF2B5EF4-FFF2-40B4-BE49-F238E27FC236}">
                <a16:creationId xmlns:a16="http://schemas.microsoft.com/office/drawing/2014/main" id="{82190421-8DAB-4476-BD99-46ECAAB1C8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34">
            <a:extLst xmlns:a="http://schemas.openxmlformats.org/drawingml/2006/main">
              <a:ext uri="{FF2B5EF4-FFF2-40B4-BE49-F238E27FC236}">
                <a16:creationId xmlns:a16="http://schemas.microsoft.com/office/drawing/2014/main" id="{B25B66C1-BE33-48BE-9A12-B99043D6AE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구체적인 근거로 수정 방향 피드백">
            <a:extLst xmlns:a="http://schemas.openxmlformats.org/drawingml/2006/main">
              <a:ext uri="{FF2B5EF4-FFF2-40B4-BE49-F238E27FC236}">
                <a16:creationId xmlns:a16="http://schemas.microsoft.com/office/drawing/2014/main" id="{506CF9D2-434C-4BC6-A43E-95AE8F8432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A885CD56-DA62-406D-80E4-3CAC389C122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367D4CD2-9254-412F-99CC-3323EBCC56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39EED254-393E-4450-A8E4-759125196EE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7A3E6D2C-386A-4ED5-93C5-44FCC263C13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56A080A-F113-4B79-8B94-6C5EE4B4403C}"/>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D35363AF-5394-4941-A29A-8F6CA222CF2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DE6036DD-75E2-4D5A-8F46-03AB5DAAE06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49ABE55-7F79-4C2F-BB10-662BA43B645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81DA84C5-13A0-4A13-91F2-C0C52351BF3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5915007C-5664-4711-A111-87C7848AB32A}"/>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19FE7F50-C86D-4531-AA6C-7BB065162A6B}"/>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62F26E08-4F62-4A87-9426-2C4EAB3436A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ABA292FF-4439-4C20-BB96-EBB44A47D8BB}"/>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FA0D5D22-2DC8-4CB5-828A-D81E0EAAEE3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490D8131-A700-4021-BC25-C452E071D5C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69F7412C-BACD-4B0E-BB99-89262375E11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D4FDF633-746D-4D2D-A046-FEC0CD2D4BB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
            <a:extLst xmlns:a="http://schemas.openxmlformats.org/drawingml/2006/main">
              <a:ext uri="{FF2B5EF4-FFF2-40B4-BE49-F238E27FC236}">
                <a16:creationId xmlns:a16="http://schemas.microsoft.com/office/drawing/2014/main" id="{8DC95FCA-4B2B-44D2-8790-C43D6CD351D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F668C28D-18E1-480D-8C7B-8239D93593F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0FC29F89-889F-4C4A-91DE-31E73A8D08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57853816"/>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30374A03-F015-4C97-AE8E-C3A8D53B45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5">
            <a:extLst xmlns:a="http://schemas.openxmlformats.org/drawingml/2006/main">
              <a:ext uri="{FF2B5EF4-FFF2-40B4-BE49-F238E27FC236}">
                <a16:creationId xmlns:a16="http://schemas.microsoft.com/office/drawing/2014/main" id="{40B566BB-D071-4DF7-940C-38965B2F2A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이번 Task인가,&#10;계속 유지할 Project 정보인가?">
            <a:extLst xmlns:a="http://schemas.openxmlformats.org/drawingml/2006/main">
              <a:ext uri="{FF2B5EF4-FFF2-40B4-BE49-F238E27FC236}">
                <a16:creationId xmlns:a16="http://schemas.microsoft.com/office/drawing/2014/main" id="{5ECED37E-E12E-485C-9A00-5B4A4B7A278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8FB51E20-09D3-4237-94FC-6DC10A00799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2D53BCF5-985B-4EF9-B930-357A5E1901B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75E8A8C3-B6F3-4998-9171-5A376018B3C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6994E3C7-9081-4B64-BF2D-8E11713E37AE}"/>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4DA888B1-168C-4715-873A-00AAB71C80A7}"/>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4C3B085F-920A-4A87-B6D3-2C49E1B91216}"/>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6F80F880-89F9-431D-A44B-B1A80982DA6B}"/>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AFDD1768-983E-4E7C-A3D5-C63F5F1866EB}"/>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A9B5BDFC-62A1-429D-BD8C-7805C0DE762B}"/>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F651F29C-FF9B-4A7E-8326-1F6652E93ED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63347352"/>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91C83128-AED9-436A-A8E0-02949CDB33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6">
            <a:extLst xmlns:a="http://schemas.openxmlformats.org/drawingml/2006/main">
              <a:ext uri="{FF2B5EF4-FFF2-40B4-BE49-F238E27FC236}">
                <a16:creationId xmlns:a16="http://schemas.microsoft.com/office/drawing/2014/main" id="{4E65CA30-097F-4E4C-8985-E534EF4711A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반복하는 설명을 두 범주로 나누기">
            <a:extLst xmlns:a="http://schemas.openxmlformats.org/drawingml/2006/main">
              <a:ext uri="{FF2B5EF4-FFF2-40B4-BE49-F238E27FC236}">
                <a16:creationId xmlns:a16="http://schemas.microsoft.com/office/drawing/2014/main" id="{69A7EC02-0FE8-4D63-A0B9-6A6093F3D7E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64E735D5-93F1-4BA7-9ED4-0CD4787BA5C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70CF7536-3A0A-4DB4-9A14-C71481A132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2B237082-0AE3-4F11-B4DF-D0C3D5145B2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990660FC-7B3A-4E9A-B9B8-5E38E162BC1D}"/>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0795F3BB-B52A-4239-B366-EFA5FF35A7A1}"/>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7B188836-0096-4D89-955B-571EEF3F4897}"/>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90ABBE86-B5B9-4A29-9A6F-821B364DC1D7}"/>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0F79E574-8BD2-459C-B5E6-1A18B8984E67}"/>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2D767A98-13CF-4AB1-96AC-D74BF2DB084C}"/>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20810458-8108-4F76-A7E1-FEE3BDA5099F}"/>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9E666685-D467-4B0F-8F83-A947EEC283D5}"/>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4D326B6F-34A5-4345-A750-4DC5CFB24BA7}"/>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738391FE-0D2F-4A8E-92B0-562F769FB840}"/>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B2FD03C6-D8F2-40C9-9078-4D347FC5A74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0345043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2026-10-25T11:25:53.9090000Z</dcterms:created>
  <dcterms:modified xsi:type="dcterms:W3CDTF">2026-10-25T11:25:53.9090000Z</dcterms:modified>
</coreProperties>
</file>