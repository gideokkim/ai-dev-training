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8ba07c0d2a4801" /><Relationship Type="http://schemas.openxmlformats.org/officeDocument/2006/relationships/extended-properties" Target="/docProps/app.xml" Id="R9b88fa2cca404918" /><Relationship Type="http://schemas.openxmlformats.org/officeDocument/2006/relationships/officeDocument" Target="/ppt/presentation.xml" Id="Rd99fb587b4014615" /></Relationships>
</file>

<file path=ppt/presentation.xml><?xml version="1.0" encoding="utf-8"?>
<p:presentation xmlns:p="http://schemas.openxmlformats.org/presentationml/2006/main">
  <p:sldMasterIdLst>
    <p:sldMasterId xmlns:r="http://schemas.openxmlformats.org/officeDocument/2006/relationships" id="2147483648" r:id="R783c2039438048c0"/>
  </p:sldMasterIdLst>
  <p:notesMasterIdLst>
    <p:notesMasterId xmlns:r="http://schemas.openxmlformats.org/officeDocument/2006/relationships" r:id="R7b40ede9357e4a70"/>
  </p:notesMasterIdLst>
  <p:sldIdLst>
    <p:sldId xmlns:r="http://schemas.openxmlformats.org/officeDocument/2006/relationships" id="256" r:id="R02d8bfe0adcc42c3"/>
    <p:sldId xmlns:r="http://schemas.openxmlformats.org/officeDocument/2006/relationships" id="257" r:id="Ra6f3cc2e3d4040fa"/>
    <p:sldId xmlns:r="http://schemas.openxmlformats.org/officeDocument/2006/relationships" id="258" r:id="R5725749775b5458f"/>
    <p:sldId xmlns:r="http://schemas.openxmlformats.org/officeDocument/2006/relationships" id="259" r:id="Re4f8d24c76c54f7e"/>
    <p:sldId xmlns:r="http://schemas.openxmlformats.org/officeDocument/2006/relationships" id="260" r:id="R7f833d8256c44fff"/>
    <p:sldId xmlns:r="http://schemas.openxmlformats.org/officeDocument/2006/relationships" id="261" r:id="Ra29219ab180c40c8"/>
    <p:sldId xmlns:r="http://schemas.openxmlformats.org/officeDocument/2006/relationships" id="262" r:id="Rfbe1fd3573b34880"/>
    <p:sldId xmlns:r="http://schemas.openxmlformats.org/officeDocument/2006/relationships" id="263" r:id="R61b4c268050b41c2"/>
    <p:sldId xmlns:r="http://schemas.openxmlformats.org/officeDocument/2006/relationships" id="264" r:id="Re37c5a6fb54b4cfc"/>
    <p:sldId xmlns:r="http://schemas.openxmlformats.org/officeDocument/2006/relationships" id="265" r:id="Rd4562cefae83477c"/>
    <p:sldId xmlns:r="http://schemas.openxmlformats.org/officeDocument/2006/relationships" id="266" r:id="R076ff67cf5604810"/>
    <p:sldId xmlns:r="http://schemas.openxmlformats.org/officeDocument/2006/relationships" id="267" r:id="R3b73695e13a84ce5"/>
    <p:sldId xmlns:r="http://schemas.openxmlformats.org/officeDocument/2006/relationships" id="268" r:id="R97ace6e26f2148a8"/>
    <p:sldId xmlns:r="http://schemas.openxmlformats.org/officeDocument/2006/relationships" id="269" r:id="R861198091a6d4fca"/>
    <p:sldId xmlns:r="http://schemas.openxmlformats.org/officeDocument/2006/relationships" id="270" r:id="R8dc30463387a4525"/>
    <p:sldId xmlns:r="http://schemas.openxmlformats.org/officeDocument/2006/relationships" id="271" r:id="R3f6a16e6847643f5"/>
    <p:sldId xmlns:r="http://schemas.openxmlformats.org/officeDocument/2006/relationships" id="272" r:id="R95b453a538004808"/>
    <p:sldId xmlns:r="http://schemas.openxmlformats.org/officeDocument/2006/relationships" id="273" r:id="Rac8aa3ea13f94f29"/>
    <p:sldId xmlns:r="http://schemas.openxmlformats.org/officeDocument/2006/relationships" id="274" r:id="R851aaf55a98241ee"/>
    <p:sldId xmlns:r="http://schemas.openxmlformats.org/officeDocument/2006/relationships" id="275" r:id="R1f02decdec1449ef"/>
    <p:sldId xmlns:r="http://schemas.openxmlformats.org/officeDocument/2006/relationships" id="276" r:id="Rdb61e8ddbabd4e5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0af50c1f4449f5" /><Relationship Type="http://schemas.openxmlformats.org/officeDocument/2006/relationships/slideMaster" Target="/ppt/slideMasters/slideMaster1.xml" Id="R783c2039438048c0" /><Relationship Type="http://schemas.openxmlformats.org/officeDocument/2006/relationships/notesMaster" Target="/ppt/notesMasters/notesMaster1.xml" Id="R7b40ede9357e4a70" /><Relationship Type="http://schemas.openxmlformats.org/officeDocument/2006/relationships/presProps" Target="/ppt/presProps.xml" Id="Re41132fea1c84830" /><Relationship Type="http://schemas.openxmlformats.org/officeDocument/2006/relationships/tableStyles" Target="/ppt/tableStyles.xml" Id="R727f312e21704f81" /><Relationship Type="http://schemas.openxmlformats.org/officeDocument/2006/relationships/slide" Target="/ppt/slides/slide1.xml" Id="R02d8bfe0adcc42c3" /><Relationship Type="http://schemas.openxmlformats.org/officeDocument/2006/relationships/slide" Target="/ppt/slides/slide2.xml" Id="Ra6f3cc2e3d4040fa" /><Relationship Type="http://schemas.openxmlformats.org/officeDocument/2006/relationships/slide" Target="/ppt/slides/slide3.xml" Id="R5725749775b5458f" /><Relationship Type="http://schemas.openxmlformats.org/officeDocument/2006/relationships/slide" Target="/ppt/slides/slide4.xml" Id="Re4f8d24c76c54f7e" /><Relationship Type="http://schemas.openxmlformats.org/officeDocument/2006/relationships/slide" Target="/ppt/slides/slide5.xml" Id="R7f833d8256c44fff" /><Relationship Type="http://schemas.openxmlformats.org/officeDocument/2006/relationships/slide" Target="/ppt/slides/slide6.xml" Id="Ra29219ab180c40c8" /><Relationship Type="http://schemas.openxmlformats.org/officeDocument/2006/relationships/slide" Target="/ppt/slides/slide7.xml" Id="Rfbe1fd3573b34880" /><Relationship Type="http://schemas.openxmlformats.org/officeDocument/2006/relationships/slide" Target="/ppt/slides/slide8.xml" Id="R61b4c268050b41c2" /><Relationship Type="http://schemas.openxmlformats.org/officeDocument/2006/relationships/slide" Target="/ppt/slides/slide9.xml" Id="Re37c5a6fb54b4cfc" /><Relationship Type="http://schemas.openxmlformats.org/officeDocument/2006/relationships/slide" Target="/ppt/slides/slide10.xml" Id="Rd4562cefae83477c" /><Relationship Type="http://schemas.openxmlformats.org/officeDocument/2006/relationships/slide" Target="/ppt/slides/slide11.xml" Id="R076ff67cf5604810" /><Relationship Type="http://schemas.openxmlformats.org/officeDocument/2006/relationships/slide" Target="/ppt/slides/slide12.xml" Id="R3b73695e13a84ce5" /><Relationship Type="http://schemas.openxmlformats.org/officeDocument/2006/relationships/slide" Target="/ppt/slides/slide13.xml" Id="R97ace6e26f2148a8" /><Relationship Type="http://schemas.openxmlformats.org/officeDocument/2006/relationships/slide" Target="/ppt/slides/slide14.xml" Id="R861198091a6d4fca" /><Relationship Type="http://schemas.openxmlformats.org/officeDocument/2006/relationships/slide" Target="/ppt/slides/slide15.xml" Id="R8dc30463387a4525" /><Relationship Type="http://schemas.openxmlformats.org/officeDocument/2006/relationships/slide" Target="/ppt/slides/slide16.xml" Id="R3f6a16e6847643f5" /><Relationship Type="http://schemas.openxmlformats.org/officeDocument/2006/relationships/slide" Target="/ppt/slides/slide17.xml" Id="R95b453a538004808" /><Relationship Type="http://schemas.openxmlformats.org/officeDocument/2006/relationships/slide" Target="/ppt/slides/slide18.xml" Id="Rac8aa3ea13f94f29" /><Relationship Type="http://schemas.openxmlformats.org/officeDocument/2006/relationships/slide" Target="/ppt/slides/slide19.xml" Id="R851aaf55a98241ee" /><Relationship Type="http://schemas.openxmlformats.org/officeDocument/2006/relationships/slide" Target="/ppt/slides/slide20.xml" Id="R1f02decdec1449ef" /><Relationship Type="http://schemas.openxmlformats.org/officeDocument/2006/relationships/slide" Target="/ppt/slides/slide21.xml" Id="Rdb61e8ddbabd4e5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1ea238f2acb4d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795ed3d05704187" /><Relationship Type="http://schemas.openxmlformats.org/officeDocument/2006/relationships/notesMaster" Target="/ppt/notesMasters/notesMaster1.xml" Id="R020b33c5d9c4444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aabe9c9ab514944" /><Relationship Type="http://schemas.openxmlformats.org/officeDocument/2006/relationships/notesMaster" Target="/ppt/notesMasters/notesMaster1.xml" Id="Rda24239a263b40f3" /></Relationships>
</file>

<file path=ppt/notesSlides/_rels/notesSlide3.xml.rels>&#65279;<?xml version="1.0" encoding="utf-8"?><Relationships xmlns="http://schemas.openxmlformats.org/package/2006/relationships"><Relationship Type="http://schemas.openxmlformats.org/officeDocument/2006/relationships/slide" Target="/ppt/slides/slide3.xml" Id="R421c2e2656b94d8f" /><Relationship Type="http://schemas.openxmlformats.org/officeDocument/2006/relationships/notesMaster" Target="/ppt/notesMasters/notesMaster1.xml" Id="R7b1c81ea05c94c8e"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7245466ff64bfc" /><Relationship Type="http://schemas.openxmlformats.org/officeDocument/2006/relationships/notesMaster" Target="/ppt/notesMasters/notesMaster1.xml" Id="R022fbe369a2b4d72" /></Relationships>
</file>

<file path=ppt/notesSlides/_rels/notesSlide5.xml.rels>&#65279;<?xml version="1.0" encoding="utf-8"?><Relationships xmlns="http://schemas.openxmlformats.org/package/2006/relationships"><Relationship Type="http://schemas.openxmlformats.org/officeDocument/2006/relationships/slide" Target="/ppt/slides/slide5.xml" Id="Rf6c5f4597d4f473f" /><Relationship Type="http://schemas.openxmlformats.org/officeDocument/2006/relationships/notesMaster" Target="/ppt/notesMasters/notesMaster1.xml" Id="Rdd33d71d9ae84750" /></Relationships>
</file>

<file path=ppt/notesSlides/_rels/notesSlide6.xml.rels>&#65279;<?xml version="1.0" encoding="utf-8"?><Relationships xmlns="http://schemas.openxmlformats.org/package/2006/relationships"><Relationship Type="http://schemas.openxmlformats.org/officeDocument/2006/relationships/slide" Target="/ppt/slides/slide6.xml" Id="Ra8f67aa05f0a44e9" /><Relationship Type="http://schemas.openxmlformats.org/officeDocument/2006/relationships/notesMaster" Target="/ppt/notesMasters/notesMaster1.xml" Id="R916d8d1fe7c446ae" /></Relationships>
</file>

<file path=ppt/notesSlides/_rels/notesSlide7.xml.rels>&#65279;<?xml version="1.0" encoding="utf-8"?><Relationships xmlns="http://schemas.openxmlformats.org/package/2006/relationships"><Relationship Type="http://schemas.openxmlformats.org/officeDocument/2006/relationships/slide" Target="/ppt/slides/slide7.xml" Id="Rc754f23285c94e6b" /><Relationship Type="http://schemas.openxmlformats.org/officeDocument/2006/relationships/notesMaster" Target="/ppt/notesMasters/notesMaster1.xml" Id="Rf858203f0b1649de" /></Relationships>
</file>

<file path=ppt/notesSlides/_rels/notesSlide8.xml.rels>&#65279;<?xml version="1.0" encoding="utf-8"?><Relationships xmlns="http://schemas.openxmlformats.org/package/2006/relationships"><Relationship Type="http://schemas.openxmlformats.org/officeDocument/2006/relationships/slide" Target="/ppt/slides/slide8.xml" Id="R9b0537eb06d3430d" /><Relationship Type="http://schemas.openxmlformats.org/officeDocument/2006/relationships/notesMaster" Target="/ppt/notesMasters/notesMaster1.xml" Id="R6b9877c5c03e47bb" /></Relationships>
</file>

<file path=ppt/notesSlides/_rels/notesSlide9.xml.rels>&#65279;<?xml version="1.0" encoding="utf-8"?><Relationships xmlns="http://schemas.openxmlformats.org/package/2006/relationships"><Relationship Type="http://schemas.openxmlformats.org/officeDocument/2006/relationships/slide" Target="/ppt/slides/slide9.xml" Id="Ra2e49d9141d34efd" /><Relationship Type="http://schemas.openxmlformats.org/officeDocument/2006/relationships/notesMaster" Target="/ppt/notesMasters/notesMaster1.xml" Id="R133fb61d9d144ea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70de92978774e98" /><Relationship Type="http://schemas.openxmlformats.org/officeDocument/2006/relationships/notesMaster" Target="/ppt/notesMasters/notesMaster1.xml" Id="R598513f3746244e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6903ecdcf084887" /><Relationship Type="http://schemas.openxmlformats.org/officeDocument/2006/relationships/notesMaster" Target="/ppt/notesMasters/notesMaster1.xml" Id="Rfe1be80bcb7545e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a2eb64ab1544333" /><Relationship Type="http://schemas.openxmlformats.org/officeDocument/2006/relationships/notesMaster" Target="/ppt/notesMasters/notesMaster1.xml" Id="R6a26db94d1ac481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4b08c0de29a4d8c" /><Relationship Type="http://schemas.openxmlformats.org/officeDocument/2006/relationships/notesMaster" Target="/ppt/notesMasters/notesMaster1.xml" Id="R7da5f2dbb7cd419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cf002a3576d48e7" /><Relationship Type="http://schemas.openxmlformats.org/officeDocument/2006/relationships/notesMaster" Target="/ppt/notesMasters/notesMaster1.xml" Id="Ra27b78f3abcb4af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759559136974b56" /><Relationship Type="http://schemas.openxmlformats.org/officeDocument/2006/relationships/notesMaster" Target="/ppt/notesMasters/notesMaster1.xml" Id="Rf4a4377b614e4cd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515a2f5eecd45ea" /><Relationship Type="http://schemas.openxmlformats.org/officeDocument/2006/relationships/notesMaster" Target="/ppt/notesMasters/notesMaster1.xml" Id="R57a65c9ce88640d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09abacb3fc94730" /><Relationship Type="http://schemas.openxmlformats.org/officeDocument/2006/relationships/notesMaster" Target="/ppt/notesMasters/notesMaster1.xml" Id="R156bb438b59c4fb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a5e3d95cd8d4712" /><Relationship Type="http://schemas.openxmlformats.org/officeDocument/2006/relationships/notesMaster" Target="/ppt/notesMasters/notesMaster1.xml" Id="R2c5b3709b0a54b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895b3ba93ac4585" /><Relationship Type="http://schemas.openxmlformats.org/officeDocument/2006/relationships/notesMaster" Target="/ppt/notesMasters/notesMaster1.xml" Id="Rd6642218e731465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fd8341885974abe" /><Relationship Type="http://schemas.openxmlformats.org/officeDocument/2006/relationships/notesMaster" Target="/ppt/notesMasters/notesMaster1.xml" Id="R4df1649822304c3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ef695e9da0043be" /><Relationship Type="http://schemas.openxmlformats.org/officeDocument/2006/relationships/notesMaster" Target="/ppt/notesMasters/notesMaster1.xml" Id="R4741c2f9c50849a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Task에는 무엇이 아직 정해지지 않았을까?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S13의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S15로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요청만으로는 의도가 보이지 않는다</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S16의 교육용 구체화 예시로 이동한다.</a:t>
            </a:r>
          </a:p>
          <a:p xmlns:a="http://schemas.openxmlformats.org/drawingml/2006/main">
            <a:r>
              <a:t/>
            </a:r>
          </a:p>
          <a:p xmlns:a="http://schemas.openxmlformats.org/drawingml/2006/main">
            <a:r>
              <a:t>Time Management: 원래 Case 4분을 S15 Case 2분 + 새 S16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원하는 작업 경로를 Prompt에 담는다</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S17로 연결한다.</a:t>
            </a:r>
          </a:p>
          <a:p xmlns:a="http://schemas.openxmlformats.org/drawingml/2006/main">
            <a:r>
              <a:t/>
            </a:r>
          </a:p>
          <a:p xmlns:a="http://schemas.openxmlformats.org/drawingml/2006/main">
            <a:r>
              <a:t>Time Management: Case 2분. 다섯 줄 요청 45초, 목표 경로와 검증 경계 45초, 다음 질문 연결 30초. S15와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개발자가 정해야 하는 경계</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S18로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Task Specification의 다섯 책임</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S17의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S19의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더 긴 Prompt보다 분명한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S20의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요청한 과정은 기록에도 남았을까?</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S19은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S21, 05 확인·보고 결과는 S22로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S19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S21, 05 실제 검증 결과는 S22에서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S21로 이동한다. 05 확인·보고 결과는 S22에서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강의·S21 코드 diff·S22 결과 수치 설명을 추가하지 않는다. 실측 리허설은 UNVERIFIED다.</a:t>
            </a:r>
          </a:p>
          <a:p xmlns:a="http://schemas.openxmlformats.org/drawingml/2006/main">
            <a:r>
              <a:t/>
            </a:r>
          </a:p>
          <a:p xmlns:a="http://schemas.openxmlformats.org/drawingml/2006/main">
            <a:r>
              <a:t>Fallback: production/ACT_1.pptx S20 또는 production/preview/act1/S20.png의 정적 대응 표를 사용한다. 원시 CLI 이벤트 파일이 없어도 확인된 관찰 요약이라는 한계를 밝히고 진행한다. 상세한 변경·검증은 기존 S21/S22로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대응·S21/S22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조사에서 한 줄 변경까지</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S20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S05–S06의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S20의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S20의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S21에서 S20의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S22로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변경 결과와 확인 증거</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S19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S23으로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S23으로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Generated ≠ Done</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S22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S24의 승인된 ON-SCREEN SUPPORTING vector·GoogleTest 도식으로 완료 조건과 검사 범위를 연결한다. 주요 C++ 패턴 전이는 S66에서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S24의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S22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Check마다 확인하는 범위</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S23의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S66에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S25로 이동한다. 기존 반복 Context 질문은 새8장 뒤의 S33–S34에서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지시와 참고 자료의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입력과 기대 결과의 작은 예시</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바로 검토할 수 있는 결과 형식</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근거가 있는 설명과 미확인의 구분</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결과를 바꾸는 결정에서 확인 질문</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큰 작업을 검토할 결과물로 나누기</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기준을 지정한 코드 리뷰 요청</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구체적인 근거로 수정 방향 피드백</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S25–S26의 반복 Context 질문으로 연결한다. 현재 기존 두 장은 S33–S34이다.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S25–S26의 반복 Context 질문으로 연결한다. 현재 기존 두 장은 S33–S34이다.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이번 Task인가, 계속 유지할 Project 정보인가?</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S24에서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S34에서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S34으로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S33 또는 `production/preview/act1/S33.png`를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반복하는 설명을 두 범주로 나누기</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S35의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S35의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S34 또는 `production/preview/act1/S34.png`를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631205408ad413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34fc2f2e499422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5c7fb9631a74e4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20c9726092f406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458aa8b68b14f0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d80f360eeb0409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F470F48-624F-4242-ACFF-8B21489EBFA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112ED51-959C-493B-8719-86C6D842821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7D9AEC2-C951-4722-8705-8F9F5B79034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A022C1C-3DDD-4207-A5A9-FDEB8F76B57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3901C51-4F9C-4F71-8569-229BC54E722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75E84D9-7D19-40CD-A9C3-575848E1455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EE83808-6E4F-4FE2-84A7-BF06C148892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168BBEE-784E-4BC4-BC09-2DE4BACBD76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D3D24D-D397-4A25-8CCB-0527D2B16B5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616A84-0C0F-4B1B-B6D7-66D299335D0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0b28ca528544bbb" /><Relationship Type="http://schemas.openxmlformats.org/officeDocument/2006/relationships/slideLayout" Target="/ppt/slideLayouts/slideLayout1.xml" Id="Rabdf3cb952cb4d5a" /><Relationship Type="http://schemas.openxmlformats.org/officeDocument/2006/relationships/slideLayout" Target="/ppt/slideLayouts/slideLayout2.xml" Id="R48d6c0371db84992" /><Relationship Type="http://schemas.openxmlformats.org/officeDocument/2006/relationships/slideLayout" Target="/ppt/slideLayouts/slideLayout3.xml" Id="Rc7c70c5b0ba54945" /><Relationship Type="http://schemas.openxmlformats.org/officeDocument/2006/relationships/slideLayout" Target="/ppt/slideLayouts/slideLayout4.xml" Id="Rb025379e12cd4396" /><Relationship Type="http://schemas.openxmlformats.org/officeDocument/2006/relationships/slideLayout" Target="/ppt/slideLayouts/slideLayout5.xml" Id="R51e9cf9687ac4a26" /><Relationship Type="http://schemas.openxmlformats.org/officeDocument/2006/relationships/slideLayout" Target="/ppt/slideLayouts/slideLayout6.xml" Id="R46e23b8f6ced422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bdf3cb952cb4d5a"/>
    <p:sldLayoutId xmlns:r="http://schemas.openxmlformats.org/officeDocument/2006/relationships" id="2147483650" r:id="R48d6c0371db84992"/>
    <p:sldLayoutId xmlns:r="http://schemas.openxmlformats.org/officeDocument/2006/relationships" id="2147483651" r:id="Rc7c70c5b0ba54945"/>
    <p:sldLayoutId xmlns:r="http://schemas.openxmlformats.org/officeDocument/2006/relationships" id="2147483652" r:id="Rb025379e12cd4396"/>
    <p:sldLayoutId xmlns:r="http://schemas.openxmlformats.org/officeDocument/2006/relationships" id="2147483653" r:id="R51e9cf9687ac4a26"/>
    <p:sldLayoutId xmlns:r="http://schemas.openxmlformats.org/officeDocument/2006/relationships" id="2147483654" r:id="R46e23b8f6ced422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e1d0f02ba144afc" /><Relationship Type="http://schemas.openxmlformats.org/officeDocument/2006/relationships/image" Target="/ppt/media/image.png" Id="R1ee82b63f2194e14" /><Relationship Type="http://schemas.openxmlformats.org/officeDocument/2006/relationships/image" Target="/ppt/media/image2.png" Id="Re15c2331c4fc46ed" /><Relationship Type="http://schemas.openxmlformats.org/officeDocument/2006/relationships/image" Target="/ppt/media/image3.png" Id="Reb3f1298e695416c" /><Relationship Type="http://schemas.openxmlformats.org/officeDocument/2006/relationships/notesSlide" Target="/ppt/notesSlides/notesSlide1.xml" Id="R52bbe60563334b5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f65489017e04177" /><Relationship Type="http://schemas.openxmlformats.org/officeDocument/2006/relationships/image" Target="/ppt/media/image4.png" Id="Ra606517fa02849a6" /><Relationship Type="http://schemas.openxmlformats.org/officeDocument/2006/relationships/notesSlide" Target="/ppt/notesSlides/notesSlide2.xml" Id="R3d8b843017e0467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8fe5be44b0d4505" /><Relationship Type="http://schemas.openxmlformats.org/officeDocument/2006/relationships/image" Target="/ppt/media/image5.png" Id="R2db9f603b81a4eef" /><Relationship Type="http://schemas.openxmlformats.org/officeDocument/2006/relationships/notesSlide" Target="/ppt/notesSlides/notesSlide3.xml" Id="R504b4aa9c936417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bb9ebf548c743c1" /><Relationship Type="http://schemas.openxmlformats.org/officeDocument/2006/relationships/notesSlide" Target="/ppt/notesSlides/notesSlide4.xml" Id="R15b261997e45402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5582cb0b23b4609" /><Relationship Type="http://schemas.openxmlformats.org/officeDocument/2006/relationships/notesSlide" Target="/ppt/notesSlides/notesSlide5.xml" Id="Ra85eb5160515472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e437d6c4f2545a7" /><Relationship Type="http://schemas.openxmlformats.org/officeDocument/2006/relationships/notesSlide" Target="/ppt/notesSlides/notesSlide6.xml" Id="R0c999a0895a8437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dd5160657414269" /><Relationship Type="http://schemas.openxmlformats.org/officeDocument/2006/relationships/notesSlide" Target="/ppt/notesSlides/notesSlide7.xml" Id="Raec5b755bcd4428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20b9a61e1d041b5" /><Relationship Type="http://schemas.openxmlformats.org/officeDocument/2006/relationships/notesSlide" Target="/ppt/notesSlides/notesSlide8.xml" Id="R57950057c3a747f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8457fbc9dd544fa" /><Relationship Type="http://schemas.openxmlformats.org/officeDocument/2006/relationships/notesSlide" Target="/ppt/notesSlides/notesSlide9.xml" Id="Rfa5c1f83f87c4be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4306995337649e0" /><Relationship Type="http://schemas.openxmlformats.org/officeDocument/2006/relationships/notesSlide" Target="/ppt/notesSlides/notesSlide10.xml" Id="R21abffbd20214e5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f9130193b2c4a06" /><Relationship Type="http://schemas.openxmlformats.org/officeDocument/2006/relationships/notesSlide" Target="/ppt/notesSlides/notesSlide11.xml" Id="R106b181ad4354d5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f75c10cfa9049ee" /><Relationship Type="http://schemas.openxmlformats.org/officeDocument/2006/relationships/notesSlide" Target="/ppt/notesSlides/notesSlide12.xml" Id="R9be21971fc1c47a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fcb3b1e553f4535" /><Relationship Type="http://schemas.openxmlformats.org/officeDocument/2006/relationships/notesSlide" Target="/ppt/notesSlides/notesSlide13.xml" Id="Race4803bcada4b7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2c26f7d83c74c68" /><Relationship Type="http://schemas.openxmlformats.org/officeDocument/2006/relationships/notesSlide" Target="/ppt/notesSlides/notesSlide14.xml" Id="R9bc4ab5cd4154bb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be5d8f24a554499" /><Relationship Type="http://schemas.openxmlformats.org/officeDocument/2006/relationships/notesSlide" Target="/ppt/notesSlides/notesSlide15.xml" Id="R9f4a8a3d331b4a7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b06b1fd81104fc7" /><Relationship Type="http://schemas.openxmlformats.org/officeDocument/2006/relationships/notesSlide" Target="/ppt/notesSlides/notesSlide16.xml" Id="R3b7e50a347244c8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58246430fcd4721" /><Relationship Type="http://schemas.openxmlformats.org/officeDocument/2006/relationships/notesSlide" Target="/ppt/notesSlides/notesSlide17.xml" Id="R44f5f67bf0504eb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aa38bfce72f45b8" /><Relationship Type="http://schemas.openxmlformats.org/officeDocument/2006/relationships/notesSlide" Target="/ppt/notesSlides/notesSlide18.xml" Id="R8381f71ef0cb47b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5f92daf6b5894362" /><Relationship Type="http://schemas.openxmlformats.org/officeDocument/2006/relationships/notesSlide" Target="/ppt/notesSlides/notesSlide19.xml" Id="R582320b7dea440e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ed46c487b434dbe" /><Relationship Type="http://schemas.openxmlformats.org/officeDocument/2006/relationships/notesSlide" Target="/ppt/notesSlides/notesSlide20.xml" Id="R5f4b8c59d1c64f1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ea8b903749e452f" /><Relationship Type="http://schemas.openxmlformats.org/officeDocument/2006/relationships/notesSlide" Target="/ppt/notesSlides/notesSlide21.xml" Id="R742acf1efeef4601"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A5122790-32C9-4296-9B83-4148F81E68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4">
            <a:extLst xmlns:a="http://schemas.openxmlformats.org/drawingml/2006/main">
              <a:ext uri="{FF2B5EF4-FFF2-40B4-BE49-F238E27FC236}">
                <a16:creationId xmlns:a16="http://schemas.microsoft.com/office/drawing/2014/main" id="{1F0D8B38-D001-428E-8334-D300C240DE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Task에는 무엇이 아직 정해지지 않았을까?">
            <a:extLst xmlns:a="http://schemas.openxmlformats.org/drawingml/2006/main">
              <a:ext uri="{FF2B5EF4-FFF2-40B4-BE49-F238E27FC236}">
                <a16:creationId xmlns:a16="http://schemas.microsoft.com/office/drawing/2014/main" id="{F27B4C20-28EB-420F-9347-65A293454F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0AB2B719-3AC5-4CD1-A886-DF138BE8D7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708F492B-3F0C-4641-89FE-94BFDA4356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25BEE2F3-89E6-4867-B59E-917D6BC277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965C4AF4-F69E-4D39-8E3C-D157E16A9A04}"/>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0EFA290C-67B3-4E8F-9476-9B40BFD8425F}"/>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578B6F14-D510-42EE-AC1D-53DB37F331A8}"/>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0D2312C0-AAE6-414D-9432-8BE1D606D74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BC674851-1BCA-4053-9DD2-1A0CF8D7E562}"/>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098EC162-9CC6-4738-B4AF-5439EB681102}"/>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7837313-2078-4FD4-AA3E-0372C6A7BC9F}"/>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3B43A78-1577-43C0-8DDA-D0E26A2ED6BD}"/>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1FEEA571-DDDF-4494-A379-1585AE67C1EB}"/>
              </a:ext>
            </a:extLst>
          </p:cNvPr>
          <p:cNvPicPr>
            <a:picLocks xmlns:a="http://schemas.openxmlformats.org/drawingml/2006/main" noChangeAspect="1"/>
          </p:cNvPicPr>
          <p:nvPr/>
        </p:nvPicPr>
        <p:blipFill>
          <a:blip xmlns:r="http://schemas.openxmlformats.org/officeDocument/2006/relationships" xmlns:a="http://schemas.openxmlformats.org/drawingml/2006/main" r:embed="R1ee82b63f2194e14"/>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1F7462A3-8C95-424E-9B0F-DA6DC8D13219}"/>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62597CB6-2BC0-446E-BC64-EC9D82F22186}"/>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31601227-0437-4852-B863-CEE613606769}"/>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EC992063-CC23-40D8-BF8B-22DF6A965769}"/>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59474DF3-9BD1-4B9E-A06B-2FB9704ED041}"/>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78BA87A2-CE34-410B-A3C6-F745EB1C30D2}"/>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146AB27E-CD7B-46F9-95FA-C34C1AEC5298}"/>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25D44C7B-7668-4589-AD1D-55B6CC104945}"/>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FA774CC4-391A-416D-BEC7-BAFC98FDF8B1}"/>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4BF7F36A-79DD-42E8-AEED-500CBA77C205}"/>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E63B3D83-7EE0-461B-977F-A9AB19C4892F}"/>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F6357C46-CDB3-4DAA-8E0B-1BB4533DEE36}"/>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B4311732-C42B-4BEF-9122-3AA20DBB88C4}"/>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65D64903-87AF-4F83-A59D-46F266AF47FC}"/>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351B8936-DA75-4B5C-BA41-2E534CA614EE}"/>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13984EA1-7837-4CC9-9ED8-6B1CFB9235ED}"/>
              </a:ext>
            </a:extLst>
          </p:cNvPr>
          <p:cNvPicPr>
            <a:picLocks xmlns:a="http://schemas.openxmlformats.org/drawingml/2006/main" noChangeAspect="1"/>
          </p:cNvPicPr>
          <p:nvPr/>
        </p:nvPicPr>
        <p:blipFill>
          <a:blip xmlns:r="http://schemas.openxmlformats.org/officeDocument/2006/relationships" xmlns:a="http://schemas.openxmlformats.org/drawingml/2006/main" r:embed="Re15c2331c4fc46ed"/>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1F79EA1D-A276-4B29-861F-DF7296D96454}"/>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FF88E602-446A-49E8-9298-B30A178085D9}"/>
              </a:ext>
            </a:extLst>
          </p:cNvPr>
          <p:cNvPicPr>
            <a:picLocks xmlns:a="http://schemas.openxmlformats.org/drawingml/2006/main" noChangeAspect="1"/>
          </p:cNvPicPr>
          <p:nvPr/>
        </p:nvPicPr>
        <p:blipFill>
          <a:blip xmlns:r="http://schemas.openxmlformats.org/officeDocument/2006/relationships" xmlns:a="http://schemas.openxmlformats.org/drawingml/2006/main" r:embed="Reb3f1298e695416c"/>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24048F89-2E0F-4718-BF75-F5F517AFA1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279717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E69084B5-1367-4D50-8E81-0E09AB7FF3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5">
            <a:extLst xmlns:a="http://schemas.openxmlformats.org/drawingml/2006/main">
              <a:ext uri="{FF2B5EF4-FFF2-40B4-BE49-F238E27FC236}">
                <a16:creationId xmlns:a16="http://schemas.microsoft.com/office/drawing/2014/main" id="{CA01B66E-03E2-4626-92AE-10EAFADBB5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요청만으로는 의도가 보이지 않는다">
            <a:extLst xmlns:a="http://schemas.openxmlformats.org/drawingml/2006/main">
              <a:ext uri="{FF2B5EF4-FFF2-40B4-BE49-F238E27FC236}">
                <a16:creationId xmlns:a16="http://schemas.microsoft.com/office/drawing/2014/main" id="{3846C500-05FB-4F92-B47B-86B96F377D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0CD010E4-7C49-4C1F-936F-8900241956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FC3F48B3-A1B6-49A8-91AF-CC74564363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FF6C8175-3103-4D81-9BC3-79E530CC27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409B3DF0-C02E-4D5D-85E6-9CFB1FD55C9D}"/>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73954959-BAF5-42EE-86E3-6DD1BDF173D1}"/>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FEEC62D9-B01C-400F-ADE0-627DFB50E5AD}"/>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AF979E43-FD2B-4B3B-BB93-BAD60FD463D5}"/>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EEA6624-7EEF-41B1-ADF6-EFAA97402B86}"/>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F4FDDC99-3715-4642-AC71-52C909B4EA7B}"/>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25CA213-31E1-4D83-8209-84F13F9F4F1F}"/>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28FB09F-A8A7-4B3D-AF77-0530485B321F}"/>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860678B-FA0B-4036-B684-CE73710FA8DA}"/>
              </a:ext>
            </a:extLst>
          </p:cNvPr>
          <p:cNvPicPr>
            <a:picLocks xmlns:a="http://schemas.openxmlformats.org/drawingml/2006/main" noChangeAspect="1"/>
          </p:cNvPicPr>
          <p:nvPr/>
        </p:nvPicPr>
        <p:blipFill>
          <a:blip xmlns:r="http://schemas.openxmlformats.org/officeDocument/2006/relationships" xmlns:a="http://schemas.openxmlformats.org/drawingml/2006/main" r:embed="Ra606517fa02849a6"/>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FB940EB7-3602-44B0-902D-71400C2A419E}"/>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D33EA515-F385-474E-9C9C-F4F5D98CB0B6}"/>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E946B175-7207-441F-BAD4-91880C0EBC08}"/>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12F0F1E9-4E2D-44C1-A1B0-E24F27F8211B}"/>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0DFC3CF5-CCE1-4428-B815-B899F18CF949}"/>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9D0133E3-4DC5-452E-A645-8C09517B15BE}"/>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FF5C9886-DFD2-413D-A7B9-5D36B98E29E0}"/>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CD395E48-A35E-494F-8CAE-A75E4F756307}"/>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57ADC240-B1E9-4C38-A443-B8A83D14211B}"/>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E8EA11BA-2E63-42F5-BB5F-7D13D7BE13F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07D9DCE5-E924-452D-9705-B38AAD70648E}"/>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B71DDC8E-B056-4861-92D6-F94D3FA38422}"/>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D7EFC591-D971-4976-9295-7CD9B0E3134B}"/>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7D83D8FD-A949-49B2-96DA-5327185233E1}"/>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EF55DE33-F250-4988-94C7-B584CF1371E3}"/>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1D55A1DC-7A39-48E6-9175-072750C760EF}"/>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86FC9E5A-D232-46E7-898C-B2D22B7E4046}"/>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3E56A612-E561-4D55-BE21-0B943B3E3C1A}"/>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1375426A-9803-4720-8ED3-B8D7F01F9C54}"/>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34659676-0DE5-4C4A-9A53-C3E4136DEE69}"/>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42075F05-F6E4-4B45-9245-31FB41617EAE}"/>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362C07EB-3C65-46A9-9ABC-C74853D029A4}"/>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09493067-361B-4DAA-A32C-477706DE84B3}"/>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30CAC7B-11A5-4D3B-8048-71C9DA1DBB2E}"/>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DB82B5D5-B0BE-4BA2-BF2B-165F2EFC6EAE}"/>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827747B9-8879-43C3-8E4A-8F80B5016A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09320365"/>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7C474D67-3442-4999-8FDD-C2AE6A7F3D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6">
            <a:extLst xmlns:a="http://schemas.openxmlformats.org/drawingml/2006/main">
              <a:ext uri="{FF2B5EF4-FFF2-40B4-BE49-F238E27FC236}">
                <a16:creationId xmlns:a16="http://schemas.microsoft.com/office/drawing/2014/main" id="{A0031306-D7FD-46B5-BC34-BEB46E91EF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원하는 작업 경로를 Prompt에 담는다">
            <a:extLst xmlns:a="http://schemas.openxmlformats.org/drawingml/2006/main">
              <a:ext uri="{FF2B5EF4-FFF2-40B4-BE49-F238E27FC236}">
                <a16:creationId xmlns:a16="http://schemas.microsoft.com/office/drawing/2014/main" id="{21438656-3005-449D-A0BE-3F2DA9DFB0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454F9FE9-C4E8-4979-AA13-40A33A8B83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92DF2043-1271-4A4D-8703-7916EEA2BA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D94C774F-3FBA-4268-841F-F518A64217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85742A35-FD70-4B29-BFCD-4B80451356F4}"/>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5C44B553-FBC7-494F-84DD-FC9F1FC10E6D}"/>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BA3DA480-2D0A-4EDE-81B6-9BEF1D2A3DCD}"/>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F59A8D52-BEB1-488E-A2CB-13CCB08C29BE}"/>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6F0E2A9F-958D-4DB3-9114-98A30630DC44}"/>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820F193E-169D-413B-A7B3-BAE4129690BF}"/>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6C8987ED-B151-4C81-AFCB-F2C09BAAC80E}"/>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AAF5B770-5999-4453-BCF4-A09D80E353EB}"/>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B47766AE-2A6C-48B8-A5D4-623C9CE1D3B0}"/>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F9B8AF25-22F0-4A62-A63D-81AEDAEB61AA}"/>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E936AA6C-D578-4125-B952-DED335441B1D}"/>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2473FC40-6492-4A54-A9C2-4529F6DBC2B1}"/>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295B691B-DFE5-43D1-B9B2-7B4892A7D814}"/>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D1FD1257-3DCD-4F1D-AEA6-D03D1AF45B47}"/>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7B2120CC-B5F0-4619-8F4F-E4DF894B0478}"/>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6D1E4730-CAEA-4A23-A8A9-F1E331F21C11}"/>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E0AED02-D861-47A5-B645-C91778EF21A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6D03AC1F-2FFE-41B4-9D9C-5C83A2DBA2A2}"/>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6995099B-E836-4CE6-84C4-6D3305F18493}"/>
              </a:ext>
            </a:extLst>
          </p:cNvPr>
          <p:cNvPicPr>
            <a:picLocks xmlns:a="http://schemas.openxmlformats.org/drawingml/2006/main" noChangeAspect="1"/>
          </p:cNvPicPr>
          <p:nvPr/>
        </p:nvPicPr>
        <p:blipFill>
          <a:blip xmlns:r="http://schemas.openxmlformats.org/officeDocument/2006/relationships" xmlns:a="http://schemas.openxmlformats.org/drawingml/2006/main" r:embed="R2db9f603b81a4eef"/>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6283BDE5-E6E1-4D33-BF58-DCE407FA5EEA}"/>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58B50B7-765F-48A9-87AA-B2878AC8534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E9954C8B-EE37-470B-9B13-2EA9669566F4}"/>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F314DA83-BAAA-4D44-9250-4141F0A47EF6}"/>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82829BD6-B1AA-446E-87DD-EDC67939B50A}"/>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F959D5FC-6F75-4779-B7B3-F267410D922B}"/>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6D55BCA1-26F7-4478-9453-FF6E04AAFB88}"/>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546049F-0E28-4490-86C1-F6FDEA47DC29}"/>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2ABED72E-1A92-4DF5-8318-9D4A8F29601A}"/>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1CF2A7EC-8D92-4BB0-9337-3032E6046273}"/>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1A6FCEDE-4C6E-4F82-9A00-479B87DC8AE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A75611FE-1AE8-4376-B9C3-D37D8EF3A742}"/>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70FD10AB-71F0-4250-A5F0-739B90298A2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BCFA119C-F67C-46A0-96FE-1DA646DD6F6E}"/>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53516A4D-A607-4E9E-A6A3-954135D29D3B}"/>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9225E58B-6E38-4CEB-973E-2EE181E35BA5}"/>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4D442D7-A19D-4E81-93F9-E81BEB7AC1D5}"/>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1D785D2C-E70E-44C4-BC01-F3AAF472EB9F}"/>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FD8FEA07-E63C-4F10-A7E0-1FDBA661EEA6}"/>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C69B3B66-09D6-47CD-A09C-AC85CB9EA5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3509445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A0550472-FFC0-4A53-AD92-F8B9BB4D6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7">
            <a:extLst xmlns:a="http://schemas.openxmlformats.org/drawingml/2006/main">
              <a:ext uri="{FF2B5EF4-FFF2-40B4-BE49-F238E27FC236}">
                <a16:creationId xmlns:a16="http://schemas.microsoft.com/office/drawing/2014/main" id="{AE1E80C9-C814-416F-B60D-4561D605A2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개발자가 정해야 하는 경계">
            <a:extLst xmlns:a="http://schemas.openxmlformats.org/drawingml/2006/main">
              <a:ext uri="{FF2B5EF4-FFF2-40B4-BE49-F238E27FC236}">
                <a16:creationId xmlns:a16="http://schemas.microsoft.com/office/drawing/2014/main" id="{D7C2767E-54F0-4E6F-A026-E70FB7362E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BE8FC47E-FB7A-4279-A348-94A7140F88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C73A9D62-9B22-4861-B904-52AAC4E543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9A96C829-A37C-4CB4-9BDD-9DA2A192CC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71355AD7-FABE-444D-B34D-0A94B3C6C9C5}"/>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97D8E593-654F-4A58-8FC6-3DFBC87C3CCC}"/>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618E33A1-DA2B-4BB3-9426-9D42CA9A9CC7}"/>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98BE00D0-CC86-4ACE-A50E-DAE121EEA884}"/>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2AC49E4E-C152-4A2B-BA11-D4915CB3497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271AD029-94B1-48F3-B145-760F2F930DB9}"/>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DE6F76E1-60FA-420D-BE3F-D2D01330F91A}"/>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35EBFD8D-31B2-49B5-AC76-27B3F6BD03A6}"/>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C1E086FF-10A5-48DA-BA7F-D2096CF4F2E5}"/>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1040EB7E-6C3C-4B5A-B125-179DF02D3742}"/>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15D8452E-E7C3-4257-9451-9714F6708D46}"/>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4BED029-EBAA-456A-9F96-9E7AE8F94147}"/>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92CD3F33-42EC-48FE-BFBB-80D6CC236F5A}"/>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07113479-5D7E-4237-9780-0AEE159A4D6C}"/>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0004A8DF-1E94-49EB-9A0C-BF116A8F6C11}"/>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284B9B66-D63A-44DD-A57A-9828111EB274}"/>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CE103900-DAB8-4011-97F1-77F10D719F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90910496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8EABF477-8425-4B17-B392-638B8F9062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8">
            <a:extLst xmlns:a="http://schemas.openxmlformats.org/drawingml/2006/main">
              <a:ext uri="{FF2B5EF4-FFF2-40B4-BE49-F238E27FC236}">
                <a16:creationId xmlns:a16="http://schemas.microsoft.com/office/drawing/2014/main" id="{66D5D362-E65E-4C65-B6AF-312D9FC812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Task Specification의 다섯 책임">
            <a:extLst xmlns:a="http://schemas.openxmlformats.org/drawingml/2006/main">
              <a:ext uri="{FF2B5EF4-FFF2-40B4-BE49-F238E27FC236}">
                <a16:creationId xmlns:a16="http://schemas.microsoft.com/office/drawing/2014/main" id="{40AA3D46-54C6-4DEA-B76A-548E70E0F7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44F14BFC-96D4-414E-8D33-2E621E790C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B36B357E-B77B-4CC9-9D0D-E8CF660D44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CC8CD627-CBB4-4BB5-83B4-91599D38BE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644305FE-75CA-4B4B-B823-0120FDE42B6F}"/>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59AE3C1-500D-41E7-854D-7043F120F039}"/>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48D868D-782B-4551-88CF-2186756717A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5DE4ACE7-F30A-4C8A-8D10-8FC197C45C29}"/>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F55B6ACA-9FBB-4A34-B19F-E225D2E250B0}"/>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E2415B79-8253-4A9E-9DE6-D6DB44B6949E}"/>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C449B48E-C3DD-4F24-AF8C-D7A08D2B97E5}"/>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B3BB0888-3569-4A39-B1FA-2B9049C05F8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2ADB329A-B169-4941-983F-05EED67C6901}"/>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026BBC1C-7183-43C9-B6A8-7B6B896C208C}"/>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D974784E-69E7-4953-A962-78C68F39D6A7}"/>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23A088B8-C960-4731-B9A7-EC3F12D9488D}"/>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8FAA4B53-4A9D-45E2-B7F2-EFD741DA13D9}"/>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0E3DC8AA-9D39-4579-A248-4A17C8CF69B0}"/>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ECD63B32-900F-466C-9C28-D550AE2FB984}"/>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336C43F7-6291-43DA-9392-391B83564973}"/>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2832C33-968D-4958-81C2-1DB512168400}"/>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0557AE9A-73FC-4D88-AF1F-C15C29851FB3}"/>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D6DE905D-59EE-44D4-88CD-E949777185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4128947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6D514D10-5F22-4DC7-913E-381CACB0F2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9">
            <a:extLst xmlns:a="http://schemas.openxmlformats.org/drawingml/2006/main">
              <a:ext uri="{FF2B5EF4-FFF2-40B4-BE49-F238E27FC236}">
                <a16:creationId xmlns:a16="http://schemas.microsoft.com/office/drawing/2014/main" id="{843507E8-09C5-406E-95C0-5CA8FC6479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더 긴 Prompt보다 분명한 경계">
            <a:extLst xmlns:a="http://schemas.openxmlformats.org/drawingml/2006/main">
              <a:ext uri="{FF2B5EF4-FFF2-40B4-BE49-F238E27FC236}">
                <a16:creationId xmlns:a16="http://schemas.microsoft.com/office/drawing/2014/main" id="{AF293268-3454-428E-9A7E-698C183A52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948BE6E-3CA7-487F-9914-EE130D9847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369045B7-D0A4-4496-8F80-34FDB837EC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5B1FF89A-E43E-4586-9FEC-4C39DF8E7E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FC32532C-A212-40F7-A7AD-B366F6089C76}"/>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F0524A96-A1B1-40CB-8BE5-3F18FAF616B3}"/>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D37754BD-1403-4E08-AC86-75D46DC5F395}"/>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22692B64-F4E7-49B1-AAF2-036F06ED3AF3}"/>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631F1605-61ED-47F0-BE80-96100D6C0989}"/>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606CE6FE-2723-434D-AA4C-D747A443E4AC}"/>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F8E09A8D-F51E-4428-B37E-B22980685013}"/>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40B61D1D-2194-4144-AFA6-FE2780B650EA}"/>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CF6068BB-730A-46E4-93C8-F8F61AE6F22E}"/>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680145CE-975C-46EB-8A00-2610F397DA72}"/>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125F2E22-8C0A-4450-9F26-4E3164C34E89}"/>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2D7C58DC-5570-4CEE-BE48-92F91C73EB93}"/>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89383EB0-A48D-4A87-84DE-D1E191ED4636}"/>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3D956669-B5DF-4F65-85D3-33D3E1CC9AEE}"/>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982E7E77-FB91-45A4-A613-588B3B0263E9}"/>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E2FF1E29-F8ED-4A66-A084-B8EC73E78EE7}"/>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D7F522E-2178-4A30-A67E-4C8A285ACAEC}"/>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FD675A16-522E-40E4-BB2F-08B6554EA244}"/>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F002F42E-9BB5-4DC1-AA9A-5B8E21635AC3}"/>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81F5B4DF-4F0D-4008-B4D7-5ED910643A50}"/>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0A5E316E-D5B1-482C-96C2-6E59DBBECFB2}"/>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88B647B1-558A-49E4-83B6-B271B8F18E0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D4ABA95E-21F2-4067-AAC2-99ABFFC68A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62088919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175CFF0B-784D-4ADD-8933-F51F3D7018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0">
            <a:extLst xmlns:a="http://schemas.openxmlformats.org/drawingml/2006/main">
              <a:ext uri="{FF2B5EF4-FFF2-40B4-BE49-F238E27FC236}">
                <a16:creationId xmlns:a16="http://schemas.microsoft.com/office/drawing/2014/main" id="{CF42D653-8C59-41EB-B598-BD98DFAA38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요청한 과정은 기록에도 남았을까?">
            <a:extLst xmlns:a="http://schemas.openxmlformats.org/drawingml/2006/main">
              <a:ext uri="{FF2B5EF4-FFF2-40B4-BE49-F238E27FC236}">
                <a16:creationId xmlns:a16="http://schemas.microsoft.com/office/drawing/2014/main" id="{3AE30244-26D3-4E06-AF16-58823AD3CD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050AA02D-A300-459E-844A-124AC942B4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619BA655-2597-4603-9C56-2AEFBE7AF7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9 예시의 실행 결과 아님 · 단일 CLI 관찰이며 Prompt 단독 효과는 미">
            <a:extLst xmlns:a="http://schemas.openxmlformats.org/drawingml/2006/main">
              <a:ext uri="{FF2B5EF4-FFF2-40B4-BE49-F238E27FC236}">
                <a16:creationId xmlns:a16="http://schemas.microsoft.com/office/drawing/2014/main" id="{80CC6099-9C1F-481A-B36C-EB112018CA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S19</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E36F6D4B-0C20-4844-8417-154814827BD9}"/>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E04F32C3-2496-497C-B16D-249345B9832A}"/>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F80A00A7-2C8D-4870-A60E-1D70DA9E2BC2}"/>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E65F2D26-A692-47DD-A85C-D01669A9F4F3}"/>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0CF57A69-75DE-4EF1-A766-104374B51D88}"/>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BFF6EDE1-0218-4033-AE56-98AC7769C351}"/>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347DC92E-E623-4212-9D66-C9A7AB9F75C2}"/>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97DD0D8-F4EE-4D56-8DE1-A9EBD9505849}"/>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D9C7BA31-7338-4EA6-B05A-F191ECBBF970}"/>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74477F1-9071-44E2-9E8B-150C28E1A5A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826BF93B-F263-43B2-A0F1-BB4E8D73A63C}"/>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D61AFF09-6ACC-4424-BD75-3CE518A9813C}"/>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046D8FD4-8465-4A14-A101-5AB4A0F08142}"/>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4C199D9B-75D0-4CB5-A5B7-761600184072}"/>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CF2C9857-D974-4AAA-AB30-611912187A2D}"/>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560D9E76-D873-4746-8655-9943957E1023}"/>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E8CAC08F-3E29-4A35-9E8B-14E36C065320}"/>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DA7DA29D-0CAF-4A76-9424-C89240C96871}"/>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CEBCE21A-8F89-472E-BE5B-1042ACE42F26}"/>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260C78A2-2867-4E9F-8AE8-D780CFD626E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80A05929-6E04-46BA-AD89-3874E33726C8}"/>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AAE2930E-7448-455F-831B-1D43B0479232}"/>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3434A07-39E6-4F8F-8430-293D3497F74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CB0D63F1-B274-4BF3-971B-4A93B01B4048}"/>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AADD2B48-CDA9-434A-8630-CEC3CBDCB704}"/>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1">
            <a:extLst xmlns:a="http://schemas.openxmlformats.org/drawingml/2006/main">
              <a:ext uri="{FF2B5EF4-FFF2-40B4-BE49-F238E27FC236}">
                <a16:creationId xmlns:a16="http://schemas.microsoft.com/office/drawing/2014/main" id="{8DDBD01B-3E41-42E7-8D67-BA758C804D5B}"/>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S21</a:t>
            </a:r>
          </a:p>
        </p:txBody>
      </p:sp>
      <p:sp>
        <p:nvSpPr>
          <p:cNvPr id="33" name="05 확인·보고 결과  ·  S22">
            <a:extLst xmlns:a="http://schemas.openxmlformats.org/drawingml/2006/main">
              <a:ext uri="{FF2B5EF4-FFF2-40B4-BE49-F238E27FC236}">
                <a16:creationId xmlns:a16="http://schemas.microsoft.com/office/drawing/2014/main" id="{9D512DE7-E043-4A36-81EE-10CF3933321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S22</a:t>
            </a:r>
          </a:p>
        </p:txBody>
      </p:sp>
      <p:sp>
        <p:nvSpPr>
          <p:cNvPr id="34" name="Legacy module connection">
            <a:extLst xmlns:a="http://schemas.openxmlformats.org/drawingml/2006/main">
              <a:ext uri="{FF2B5EF4-FFF2-40B4-BE49-F238E27FC236}">
                <a16:creationId xmlns:a16="http://schemas.microsoft.com/office/drawing/2014/main" id="{69AD1937-90A1-4F9E-99ED-C0F4F04916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0673470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CF19BB66-E404-43E1-89C2-ED1FF5698D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1">
            <a:extLst xmlns:a="http://schemas.openxmlformats.org/drawingml/2006/main">
              <a:ext uri="{FF2B5EF4-FFF2-40B4-BE49-F238E27FC236}">
                <a16:creationId xmlns:a16="http://schemas.microsoft.com/office/drawing/2014/main" id="{BC19F673-12D2-4171-9E3B-312FB0A8E8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조사에서 한 줄 변경까지">
            <a:extLst xmlns:a="http://schemas.openxmlformats.org/drawingml/2006/main">
              <a:ext uri="{FF2B5EF4-FFF2-40B4-BE49-F238E27FC236}">
                <a16:creationId xmlns:a16="http://schemas.microsoft.com/office/drawing/2014/main" id="{9FC69399-CB1A-41B8-A405-92E8D2D1BD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AC0E921F-A645-40CB-929F-226D3FD5B0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C59C25D8-1C56-4CB0-93C8-9179696966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6BA03A87-D23E-4F84-8093-3D12B4C5AB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F3DDBA25-FDCB-4B20-8C00-09E2EAF03DB0}"/>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C3A7A918-F2D0-4C98-80B8-F6567CB6641A}"/>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A683CBF-8711-460C-8AB4-CAEACDEC821F}"/>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D03B948-28EE-4AB1-BEDE-A63481550771}"/>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55F0036B-780E-42D1-ADAB-2C7BB27B3733}"/>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98FA7BD2-81F9-4C9E-B512-16C6F737359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049A0FE1-F6A1-41E7-A617-0C30EAD65A71}"/>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2AAFF405-42B0-4CF0-9C85-582EC68A82E6}"/>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A2E96555-FD63-41AD-8A60-3F91FE82855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4E96A9AA-FDFC-4950-8BB4-1F1633F16D2D}"/>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76543FE7-786C-4B36-9D18-B42B6A3CAE0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9A28F5FF-F134-4F55-88E6-292BF0591DDD}"/>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9487D965-1153-4B6D-A927-84246D94C8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49984035"/>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0F2CE636-4FEF-4A4E-A1B4-E510F5E5DE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2">
            <a:extLst xmlns:a="http://schemas.openxmlformats.org/drawingml/2006/main">
              <a:ext uri="{FF2B5EF4-FFF2-40B4-BE49-F238E27FC236}">
                <a16:creationId xmlns:a16="http://schemas.microsoft.com/office/drawing/2014/main" id="{8B58F9AC-1A3C-4EE3-8C68-27095DD834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변경 결과와 확인 증거">
            <a:extLst xmlns:a="http://schemas.openxmlformats.org/drawingml/2006/main">
              <a:ext uri="{FF2B5EF4-FFF2-40B4-BE49-F238E27FC236}">
                <a16:creationId xmlns:a16="http://schemas.microsoft.com/office/drawing/2014/main" id="{FF08A7B7-8569-4BE2-8AE6-256D6875D2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60A32C63-0E21-4635-9400-B09AA35F47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0ABA0A7B-B3C8-43E2-BE0E-A715760D7A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C0337110-7B2E-4558-8A10-098FA935DD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D9A8E7CC-D53E-42E5-9111-6B2BFD7EC581}"/>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2A2B1EAF-770E-4498-9DF7-56FE4D6F1138}"/>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53658DD6-4A4F-450F-91F8-71FAA3081236}"/>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BDCFEB35-27B9-483C-A86B-6C4D23B922C2}"/>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4C540257-0E83-4F1D-AE2F-9351AAC0002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0560DF1B-07DA-4935-ABFD-C499FF7A9B5A}"/>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9E9E9625-4141-4263-9FAB-5051C15EE61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119DC6EC-C162-4712-9AAE-482F6232DDA7}"/>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F2B92AD3-DB04-4818-B6E0-72EE6FB8B900}"/>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661983F2-3DFF-4194-B25E-55828306D148}"/>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44146974-865B-48BB-AF20-590A229C8D35}"/>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4D328B1F-E1CE-4EA5-9AA8-1C747B1BBC4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BD17FDAD-C0EF-458E-9966-527B3D0182DD}"/>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14B0E0BB-CF7A-479F-AF14-6C12192D62F3}"/>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AD1DCF74-A209-4F18-B140-D1B77CEDCEFF}"/>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081610BB-0EB9-408D-B9E1-D2517A7939AA}"/>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627F9D9-D556-44EA-A1EE-7BA248B703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6355215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08E9789E-EF4C-43A2-995B-38DB26115C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3">
            <a:extLst xmlns:a="http://schemas.openxmlformats.org/drawingml/2006/main">
              <a:ext uri="{FF2B5EF4-FFF2-40B4-BE49-F238E27FC236}">
                <a16:creationId xmlns:a16="http://schemas.microsoft.com/office/drawing/2014/main" id="{BC4E86D4-1935-4769-A988-669A9E476A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Generated ≠ Done">
            <a:extLst xmlns:a="http://schemas.openxmlformats.org/drawingml/2006/main">
              <a:ext uri="{FF2B5EF4-FFF2-40B4-BE49-F238E27FC236}">
                <a16:creationId xmlns:a16="http://schemas.microsoft.com/office/drawing/2014/main" id="{79376CC6-C2EB-4CD0-BF09-403B3FB678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238B639C-006F-496B-BA1C-D86FAB8DF1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4D29FE40-E0FE-4A35-9C79-9914F78DD5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DDF5C30A-E724-4C6D-87F4-BE7B39C060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2B7B2FE0-8763-43FE-9E71-752C2CD3279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7351D999-DF46-4938-ABD6-3E2C06B9ED28}"/>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0143F630-5B58-4268-89E3-61A8334E24E0}"/>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17213DAE-1DFD-4FD2-A096-CF1A8F9DE46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A0E5ACE0-DA77-4616-BC37-20B266D46039}"/>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DB6EB0D1-3C1E-4FF7-9C30-88926E400DF0}"/>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99FF1735-077B-4B13-8335-F1DDCD1CEE48}"/>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B15FB57-6501-4977-9676-4A332B503207}"/>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1721E0BD-2566-4CE2-8067-18F39F3C06CA}"/>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9714A30C-E188-4E0E-A61A-04E88223BFE0}"/>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E6C6FFBF-C3CB-45BF-8DB9-68C84BC95E13}"/>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E73F2830-51F7-462F-ABA8-B68922700E09}"/>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838A3709-DF55-4E56-B387-E205532A997F}"/>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1AFE8DB7-E2B9-432F-9332-03F78505A44C}"/>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3A63C625-09EB-4E89-BC0D-D7EDCF15AD7E}"/>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3A3AAE36-7B79-4601-8DA7-F4C5AC2D23CC}"/>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7240A91B-40E0-4230-9AC6-29950740A7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46949932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6ED907FA-560E-4BCC-A00A-E03DCC5BF6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4">
            <a:extLst xmlns:a="http://schemas.openxmlformats.org/drawingml/2006/main">
              <a:ext uri="{FF2B5EF4-FFF2-40B4-BE49-F238E27FC236}">
                <a16:creationId xmlns:a16="http://schemas.microsoft.com/office/drawing/2014/main" id="{ED13981A-8051-4C6C-9CA8-41C8D6F29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Check마다 확인하는 범위">
            <a:extLst xmlns:a="http://schemas.openxmlformats.org/drawingml/2006/main">
              <a:ext uri="{FF2B5EF4-FFF2-40B4-BE49-F238E27FC236}">
                <a16:creationId xmlns:a16="http://schemas.microsoft.com/office/drawing/2014/main" id="{6A75E687-7F04-43E2-9537-0995CF0E84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7E1DF855-0872-4126-946E-57A335D00C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3A283CF2-8D21-443F-B91A-694472C2DA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0FEC5326-5BD5-4D26-9E46-5DE88DC6C8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539C5159-B791-4E69-A810-BB9804501F63}"/>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9EB7CC0B-B781-47AF-8576-3AB5D12C88B4}"/>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90B18593-C0B7-459F-B728-F2796DFF91E5}"/>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217C6887-2CDB-4192-8E8A-86B7BF9E070F}"/>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BF10D4A8-02AF-4A77-8CE4-DE7D5524846D}"/>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D4433FC6-1C85-4E39-94EF-826947800463}"/>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CA760A9C-CFD1-4A4F-B04F-6D458C036047}"/>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6525ABA6-FA66-4EE8-955C-2D1663685401}"/>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E8930F7B-A8A3-4B96-BA0B-E0A0AFD965A2}"/>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2B5309B7-43FE-4389-BE66-BD3E44F3FAB7}"/>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F4ADD5EE-EFD3-4B73-9A4D-9F6D242C5FC1}"/>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02B32B43-7F86-4F82-9488-9EDFDD128F3F}"/>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689CBD3E-7252-430D-84CA-0F8DD6247814}"/>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F418233B-F88F-4DB0-8BCD-FBA8AB341258}"/>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C3991CF8-9636-406E-8F45-293A62C5DD6D}"/>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AA1FE353-D0FF-4C17-A42F-8AE50B8634D8}"/>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941248F4-D62C-4B13-980F-17325F6B91BE}"/>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D38C5FC4-F97D-408E-A2F9-1B1408419238}"/>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2A0F564A-DDE0-4957-BF81-CC4F3AD6A833}"/>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9780039F-C6A1-4A29-8FA7-FADD0A90B063}"/>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8B0D8F72-F6E7-48A8-9A44-693B61626BBE}"/>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BCA91BCD-DA77-4D09-92CA-DBE4C6B5FA97}"/>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C52F23CF-983B-4FDA-AC60-5342D844489C}"/>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5168A57D-E819-47CE-A272-FDE68FBA1D75}"/>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18844D9D-4D4D-4F04-993D-BFEA4E0D93E1}"/>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A710D1C1-9559-4B64-A002-E39A9FE509D0}"/>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4DC7971E-EA79-420D-BDD8-6210DFD02E81}"/>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C5C4DA96-47BC-4EF4-96C1-FC31E0732810}"/>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CF02512B-58B2-422B-B0E7-B75C9ECFC11F}"/>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81AE557C-7785-46A7-ADC7-4FDF2F128E3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05993FDE-BC2C-478F-B340-77BE2A11AB54}"/>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7640CA1B-5855-4BCF-99CA-336A520C2837}"/>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716332C-D11B-49BD-B6F9-1FCFABD8F9F0}"/>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E1AC9132-ADCB-458C-AABA-71B0273DC55E}"/>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7536877C-8990-4364-8FE9-4E1E243E3CED}"/>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2DE2209-B0FB-4AFB-AC21-D71D1659334D}"/>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EA156B69-F3BB-4496-8632-E8A6B542B0A6}"/>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63C8C14A-3CB1-4DA4-B0DD-8555EF7686B6}"/>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79272528-BBE8-42D9-9B96-232F4D47912B}"/>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25BF21E6-C735-46BD-8442-0913778530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5968666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CDC94519-8429-4F83-B686-52B37A1DB2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5">
            <a:extLst xmlns:a="http://schemas.openxmlformats.org/drawingml/2006/main">
              <a:ext uri="{FF2B5EF4-FFF2-40B4-BE49-F238E27FC236}">
                <a16:creationId xmlns:a16="http://schemas.microsoft.com/office/drawing/2014/main" id="{37BC0A40-A29B-4F5C-960E-03F5A99BEF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지시와 참고 자료의 구분">
            <a:extLst xmlns:a="http://schemas.openxmlformats.org/drawingml/2006/main">
              <a:ext uri="{FF2B5EF4-FFF2-40B4-BE49-F238E27FC236}">
                <a16:creationId xmlns:a16="http://schemas.microsoft.com/office/drawing/2014/main" id="{33E85A1A-F7E5-4E0C-A5DF-D1183D4AB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AA75306E-FAA0-4974-B485-E36C24FE60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B8A05B2C-9F7F-495E-9DF6-2BBE6FBA0F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EF142080-8BA4-4C8F-91F1-B8DA32FC74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E88E73DA-F932-4EEB-B038-BEE180308D4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F0AB948-1FA8-45D7-8B1A-E70F882D69B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6546A18C-66B0-4E76-9FD3-4C62A026090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79C091-6883-48E1-9269-C3C0CC9087A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A3A18AC-EEAC-47EB-8EA6-D6B4F62D7F1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8696140-1BC6-4CE0-9E80-11564563A46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D7D8E198-5C0D-4A4D-B922-93CC920191F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03B29614-1D2C-4390-80C6-C8F962D9982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AC8AB52-F5DA-4E0B-9639-9C2725F8C0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5F1C7D11-4434-469D-89AB-62348E98F66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0448763F-23A6-4298-8CAA-D9623E94957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598CE58D-8B73-4063-A27C-45996DC22AE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8B7700AE-7F19-4703-AC2D-DFA21FD50A5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0B5DB9EA-DB71-4291-AB9A-5B12B36CB4F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EE81CF1F-3A29-43DE-B3A3-E6DF291461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79367693"/>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4EB43D38-7200-4DC3-88AF-2AD3B7B954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6">
            <a:extLst xmlns:a="http://schemas.openxmlformats.org/drawingml/2006/main">
              <a:ext uri="{FF2B5EF4-FFF2-40B4-BE49-F238E27FC236}">
                <a16:creationId xmlns:a16="http://schemas.microsoft.com/office/drawing/2014/main" id="{B72C4280-5B26-4544-AC09-749BCC12E7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입력과 기대 결과의 작은 예시">
            <a:extLst xmlns:a="http://schemas.openxmlformats.org/drawingml/2006/main">
              <a:ext uri="{FF2B5EF4-FFF2-40B4-BE49-F238E27FC236}">
                <a16:creationId xmlns:a16="http://schemas.microsoft.com/office/drawing/2014/main" id="{3A50AF96-92E1-4C0B-B2A7-F105A7DDB1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621CB582-7254-4246-B847-0975F8561D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7B842C95-701C-4987-8B94-7334DCF7F3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59B7355E-7960-4EF7-BC8B-7F75517281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87CCBE6E-B71B-4970-AACE-459EFD17E3F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849957E-AB44-48C9-ADE6-96360F53A17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E5ADA390-31F8-4FA3-B807-69BB557D07F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A906555D-FDF6-4B68-B3E2-938086418CC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A4244B5-C9E5-499E-A453-5908A69B217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949F941-4340-46D6-9024-BC78B5B54C6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6DC1F53C-5708-4016-9E99-EA0E78EB960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003F6981-E8E8-4204-8140-AF85E406BA3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CDA26332-5DFF-4FED-8519-D9F8E6348AC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B73B4C2B-2DE8-4573-BE44-287D5D81616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9EB192BC-9549-4F85-8FF9-98937F9B67E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D4189863-7E0F-463E-83FE-3B6E17DDD1C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801D626-83CB-429D-97F2-F147DF57750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E8611A57-72E6-4FF0-9CA8-E1A55B2C252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BB5CE8B6-FFFF-468A-A00C-B9BE7AC115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72865381"/>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0C92342C-46EF-47CE-9EED-F879810146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7">
            <a:extLst xmlns:a="http://schemas.openxmlformats.org/drawingml/2006/main">
              <a:ext uri="{FF2B5EF4-FFF2-40B4-BE49-F238E27FC236}">
                <a16:creationId xmlns:a16="http://schemas.microsoft.com/office/drawing/2014/main" id="{657A3BA4-ED37-48E0-AD86-B9EB970424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바로 검토할 수 있는 결과 형식">
            <a:extLst xmlns:a="http://schemas.openxmlformats.org/drawingml/2006/main">
              <a:ext uri="{FF2B5EF4-FFF2-40B4-BE49-F238E27FC236}">
                <a16:creationId xmlns:a16="http://schemas.microsoft.com/office/drawing/2014/main" id="{17645169-4E20-467D-8A9E-77DF689FE7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DDA850D1-3523-40A1-9B94-9A5C723407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88F44A09-07FE-4843-83A5-E9DF243ED2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3DE135B8-31AD-4611-8CAC-C7849051D5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A8F2FEEE-0D6B-41CE-A388-EEE596487D2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845EEA4-7593-41AF-884D-ADEBA816CCE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F5B8F5D2-FF53-4D2C-935E-516138580B8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AEB090C6-E720-4292-B539-03B28BE58C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ADF5A9F-3733-4EDE-B9D6-5ACC9914F2C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9F97994-87F2-4200-B012-B53E8D95CA9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F16D9513-0A84-46D6-8685-74E27744FD0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80332428-9555-4F91-9FF4-0958CDC8139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00B56DE3-63AF-41A5-A3C0-0323F6D1209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1FEA9357-F2FC-443E-88A0-3B934835D79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0D02497D-B07C-4C36-BD9F-5738C59D9BA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3CF4D354-E052-4AEE-8A30-33BD5E36F54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2C5C46D5-9661-4E18-ACA1-70CB88CFE35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3EC61C77-055A-4DD9-B54D-47E62F36995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7E1A3D38-9E01-4AF7-A75A-C4FBCE5CAC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73316716"/>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4065E79F-C97A-4334-ABCA-2B155B1AF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8">
            <a:extLst xmlns:a="http://schemas.openxmlformats.org/drawingml/2006/main">
              <a:ext uri="{FF2B5EF4-FFF2-40B4-BE49-F238E27FC236}">
                <a16:creationId xmlns:a16="http://schemas.microsoft.com/office/drawing/2014/main" id="{9FE3C9F9-0CB8-417B-9A25-FC30D8CF34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근거가 있는 설명과 미확인의 구분">
            <a:extLst xmlns:a="http://schemas.openxmlformats.org/drawingml/2006/main">
              <a:ext uri="{FF2B5EF4-FFF2-40B4-BE49-F238E27FC236}">
                <a16:creationId xmlns:a16="http://schemas.microsoft.com/office/drawing/2014/main" id="{262744F7-EFF7-477A-80FF-896DAFDB2B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A8494928-7BD6-4052-886C-ACB602DC40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4CA44065-A7F8-4BE4-9DB2-C7E315B9C1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46D881AD-0BFB-455F-8A0E-C5AF28CBD4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C61DD198-1481-4E6D-B55C-E0C53D275FB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AD05468-5861-442E-9183-FBACE484F4B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03ADA0F8-FEFC-4636-9237-D85FCCD5241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ECF8EB21-F172-4E1A-B3D5-434ABE62C13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B63C1B3-6EAA-4F66-AE02-2755207EE65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197FCEA-893D-43A6-BC81-2D1257758B9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C8E4F109-13F5-45D1-B665-76CD8F6AFD3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47DC65D7-88B0-4D5A-8989-FD974B00DAC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AD3A7270-4B9E-4F2E-837B-04205F49A57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98120AAA-292B-479E-BE0D-F649CE2D8DD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80079748-3DBE-4B74-855F-6A365C15E83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67B5C1D7-1EA6-45DC-8924-8E58A1998CD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D1E03D77-80A2-4459-BD0E-CAF86CD8974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A3B9B68A-055B-4C2C-BE15-E726F9EEC6F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A8866AA7-AC43-4634-9A27-F7CEFD084A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4765471"/>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F71B966C-0492-4797-94D8-6B55D53A17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9">
            <a:extLst xmlns:a="http://schemas.openxmlformats.org/drawingml/2006/main">
              <a:ext uri="{FF2B5EF4-FFF2-40B4-BE49-F238E27FC236}">
                <a16:creationId xmlns:a16="http://schemas.microsoft.com/office/drawing/2014/main" id="{2B79D040-6D7C-4DBB-B711-5F18A819BC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결과를 바꾸는 결정에서 확인 질문">
            <a:extLst xmlns:a="http://schemas.openxmlformats.org/drawingml/2006/main">
              <a:ext uri="{FF2B5EF4-FFF2-40B4-BE49-F238E27FC236}">
                <a16:creationId xmlns:a16="http://schemas.microsoft.com/office/drawing/2014/main" id="{01AEF776-3A75-48CC-8DF2-82758DB827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3B802943-E1BC-47EB-BA8A-769C08E44D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8DE84246-5336-4959-A40B-3F8BCC1851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1F7855E7-354E-4B55-9872-B52D520EA9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3DAEE03F-5A5B-4E30-952B-B1AFE3454BA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1BBA185-9F1E-4F96-B80D-8F1B5629F24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5D4972C9-86E2-49DD-B449-C5B44F094C6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D2A1606B-9CAA-4045-8D74-92A411CA55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DCF3F29-0E7A-40DD-979F-01B61A0920C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39C44CD-975C-4A73-9BC9-A39B1FDB1ED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69EC5D7A-BCDB-4C6D-837F-7818A82FA45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A5933773-195A-4441-BB7F-9D521802DDB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2AEB1EC0-3BBF-4E50-AE93-D8FDCFB5E7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8FFAB85C-0714-421C-8D7A-422844BD234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E943F08C-1F93-4BBD-98FD-2A7631952F0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B182D34-A0FF-4AD5-97EF-1C321CDC1A8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4A2F672B-F2E8-402D-818B-FF6B4FC57DB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8B16BC3A-FC29-4505-8667-D4CFD92EE2B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4DDCDA7F-1913-419A-8307-923AD474E1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2087285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CE55D778-05CF-4E54-9568-375A49F7D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0">
            <a:extLst xmlns:a="http://schemas.openxmlformats.org/drawingml/2006/main">
              <a:ext uri="{FF2B5EF4-FFF2-40B4-BE49-F238E27FC236}">
                <a16:creationId xmlns:a16="http://schemas.microsoft.com/office/drawing/2014/main" id="{081F8D46-D93F-41AF-9080-27716FB164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큰 작업을 검토할 결과물로 나누기">
            <a:extLst xmlns:a="http://schemas.openxmlformats.org/drawingml/2006/main">
              <a:ext uri="{FF2B5EF4-FFF2-40B4-BE49-F238E27FC236}">
                <a16:creationId xmlns:a16="http://schemas.microsoft.com/office/drawing/2014/main" id="{10E5AFC0-ADC6-452F-B1E9-13837826F5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2F69A11-F9D3-4329-A533-6DF6885BFD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3195E814-7610-4AF1-87BD-9CC8F24999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A38BAD39-638E-4545-B543-0516F9B77B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A29F5EF9-5688-460B-A868-6C084E25B4E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59C33AA-9D39-4252-9994-8411057A61E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3B8E4E77-8A26-41E5-8AB6-251F8BFE17F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5FE6CE44-CB38-4781-8EA0-7AED249FA48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802B12D-1870-40C7-8948-89227C1F72F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5EC703C-437D-4B22-AF0A-F7B40A7FA96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4B9DFF89-861A-458E-BEB4-B4CE11DAB9C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25B85D4C-8C39-4129-A728-98E8B503D36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C035A765-44BA-464D-A75A-4BD3D99FCB3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B33D12C5-3D9C-4064-AEA3-1CC0AFC5B50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5FDBEAF6-3668-4C39-9153-7ACC67C4924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EE89919A-87B8-4E19-AD95-AD70CBA404F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594C34E2-E1E5-48A9-B2CB-A5146ED4765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E9EBB751-54C7-4CB2-95D8-194091F0ABA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2F506154-498B-4A71-80B6-1200B9D666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031263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00980ED3-E8D2-4A18-AE0C-5DFB85FB66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1">
            <a:extLst xmlns:a="http://schemas.openxmlformats.org/drawingml/2006/main">
              <a:ext uri="{FF2B5EF4-FFF2-40B4-BE49-F238E27FC236}">
                <a16:creationId xmlns:a16="http://schemas.microsoft.com/office/drawing/2014/main" id="{7E5FBCD6-483F-48C9-B12C-B9B261278F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기준을 지정한 코드 리뷰 요청">
            <a:extLst xmlns:a="http://schemas.openxmlformats.org/drawingml/2006/main">
              <a:ext uri="{FF2B5EF4-FFF2-40B4-BE49-F238E27FC236}">
                <a16:creationId xmlns:a16="http://schemas.microsoft.com/office/drawing/2014/main" id="{EFC98A32-715E-4D96-88E2-AA735927B9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CBC42132-B0ED-4417-A497-D69B5E3862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4C9F5EE4-EDAC-4063-8E23-A1750101FD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D08577B5-F2BD-471F-8AC1-EA5EA0B9E8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EF8CC83D-05BA-427B-902A-C171AC31521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E79C928-8858-4164-8B3E-482A0939F87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55751C79-B3E0-4B75-99BE-037CB0E2894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46B73CA9-C5E1-4122-8192-83054F8DC68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1D7F5CB-528A-49DC-A816-E4BAAC5C9A5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EA535AD-2A68-47D0-A28B-A01AB88E280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760B28ED-FF55-4E2D-BEDF-638EC1970E1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A2778B6-E42F-45B7-BE54-1067ACF38C4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5AEA58E5-41E7-4A60-BBCD-94D20E40B77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49C19479-EC8E-4BE4-B701-B80AA942CC9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1FFC524-AF45-4AE7-AFF3-91CB40E6EF4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702072B0-B25C-4794-805D-0A671E167D6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C2CAAD9A-F3CB-4933-A423-1BB77DFAF0A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7FAA0ACF-0068-4E5C-9D68-768905C12E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A292E37D-BF51-4004-B6EF-BF58C8D021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500244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C7D411E8-C8FE-466D-9832-35510E56A1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2">
            <a:extLst xmlns:a="http://schemas.openxmlformats.org/drawingml/2006/main">
              <a:ext uri="{FF2B5EF4-FFF2-40B4-BE49-F238E27FC236}">
                <a16:creationId xmlns:a16="http://schemas.microsoft.com/office/drawing/2014/main" id="{6B3C8370-D0C7-43F2-AD18-AA47D9E2AF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구체적인 근거로 수정 방향 피드백">
            <a:extLst xmlns:a="http://schemas.openxmlformats.org/drawingml/2006/main">
              <a:ext uri="{FF2B5EF4-FFF2-40B4-BE49-F238E27FC236}">
                <a16:creationId xmlns:a16="http://schemas.microsoft.com/office/drawing/2014/main" id="{5BDE8B6D-EF57-4B44-812A-2923E23694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0F94568C-0D0C-438B-8E16-FCD02F3391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CE93FA67-68CF-4737-A654-7108EBD0A8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CE46737A-392B-47B0-912F-E8B27FEF81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F76EB626-0A14-4BCB-BFCB-0E139CBB918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20E6120-F949-4E86-B086-CF71026F782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EEEE8639-6CB9-415F-B4C7-48DD6249886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0D11C738-4677-4B57-A3A6-BF3D64DA8E2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0AD0E9-0A78-4026-846E-CBE77C8D463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3FAD584-48E5-419F-B913-1E59BCB6B79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3D3CA832-DA1D-4908-99B6-4D145B1E5EB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67B70A2B-1CB8-40DE-B255-51B8D6F03B4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2762087-B532-475C-80C4-F368DE8D57C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09FC37EC-FA48-48A6-BFBB-A32CEC6EA96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06F52D5-E231-4507-9021-D0DD8FC0A85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610EDF5D-CCEE-4BBF-83A1-83B1C305EF2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5AA37877-6A75-4AAF-A189-68CEA7F7BB0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0C1A942E-CB28-4423-9E2D-88AA3C90AB8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BE9B8D41-E853-4606-81CD-9C3B219437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017338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BB566F40-FFDB-4541-9C52-ACC17ECAA7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3">
            <a:extLst xmlns:a="http://schemas.openxmlformats.org/drawingml/2006/main">
              <a:ext uri="{FF2B5EF4-FFF2-40B4-BE49-F238E27FC236}">
                <a16:creationId xmlns:a16="http://schemas.microsoft.com/office/drawing/2014/main" id="{4FF5F50A-89C3-452D-8C7F-DBCCBB0095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이번 Task인가,&#10;계속 유지할 Project 정보인가?">
            <a:extLst xmlns:a="http://schemas.openxmlformats.org/drawingml/2006/main">
              <a:ext uri="{FF2B5EF4-FFF2-40B4-BE49-F238E27FC236}">
                <a16:creationId xmlns:a16="http://schemas.microsoft.com/office/drawing/2014/main" id="{50123480-5B53-4E2B-A61C-502C0EE8F4A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A96C6BE9-E26A-467E-8A1B-AB80A7184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E4C45F59-F41E-473D-A02B-087D1E907D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1CA7E6ED-1C88-4505-827C-E926A88E66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B31DA978-EA44-4582-A23F-10E93074890D}"/>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B2CBA1A5-A59E-4B19-990B-2637227BB913}"/>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067D970C-D813-480E-A66F-3CB149832647}"/>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4AEDBC67-555C-4D49-ADAA-C6FCFA45C6AA}"/>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ED5DA0D-4BD2-40B9-BE62-6D2CD0990A70}"/>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112B59F0-7CD2-48D8-88FC-ADDD63B7FBA0}"/>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4BE95E17-55DA-45CF-89A2-CCB7271918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67495847"/>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E9D41319-6FD9-4405-9300-8A7515A62D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4">
            <a:extLst xmlns:a="http://schemas.openxmlformats.org/drawingml/2006/main">
              <a:ext uri="{FF2B5EF4-FFF2-40B4-BE49-F238E27FC236}">
                <a16:creationId xmlns:a16="http://schemas.microsoft.com/office/drawing/2014/main" id="{2FD575A2-DDEE-44FA-BDF0-ABB380C692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반복하는 설명을 두 범주로 나누기">
            <a:extLst xmlns:a="http://schemas.openxmlformats.org/drawingml/2006/main">
              <a:ext uri="{FF2B5EF4-FFF2-40B4-BE49-F238E27FC236}">
                <a16:creationId xmlns:a16="http://schemas.microsoft.com/office/drawing/2014/main" id="{4D33DECB-A5B6-454E-AB68-EAAF61107A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15B930E9-2AA2-4C40-B108-7E23DA8C08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334B41AB-CDBA-4AF9-AE96-52001EB5E6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0DE8779B-A5BF-41D6-984F-6B270E27B4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BF822BE5-3530-4074-9DC6-C579C783BA9E}"/>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BB6FAF65-3886-498E-8110-9BCAA5919244}"/>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33BEBA5C-C835-409F-A8AA-FD0873081DF2}"/>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B5D8C668-2F26-45DC-8B89-4EC7B0B58F0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DB2AFFB7-3818-46ED-B07F-9740001CD375}"/>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C4F7B5FF-109F-42BC-BC98-8B57778A3005}"/>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6C3D41BC-7577-4955-8EC9-2F9D481A8B7F}"/>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E2B63C3C-0D5A-4596-8BED-F76BEC8195C6}"/>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429F90D1-734C-4840-B457-4AA66DFA5219}"/>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2385B788-521F-4814-81D7-772F3031FB6C}"/>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88F7EA85-5ACA-403D-AEF7-3FCD76599D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010089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2026-10-25T01:33:28.0740000Z</dcterms:created>
  <dcterms:modified xsi:type="dcterms:W3CDTF">2026-10-25T01:33:28.0740000Z</dcterms:modified>
</coreProperties>
</file>