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71efd4804bf405c" /><Relationship Type="http://schemas.openxmlformats.org/officeDocument/2006/relationships/extended-properties" Target="/docProps/app.xml" Id="R111a1cba57a249f6" /><Relationship Type="http://schemas.openxmlformats.org/officeDocument/2006/relationships/officeDocument" Target="/ppt/presentation.xml" Id="R316ceb644cf44698" /></Relationships>
</file>

<file path=ppt/presentation.xml><?xml version="1.0" encoding="utf-8"?>
<p:presentation xmlns:p="http://schemas.openxmlformats.org/presentationml/2006/main">
  <p:sldMasterIdLst>
    <p:sldMasterId xmlns:r="http://schemas.openxmlformats.org/officeDocument/2006/relationships" id="2147483648" r:id="R74fc9d5948a24627"/>
  </p:sldMasterIdLst>
  <p:notesMasterIdLst>
    <p:notesMasterId xmlns:r="http://schemas.openxmlformats.org/officeDocument/2006/relationships" r:id="R14c65a0dd6b84fe2"/>
  </p:notesMasterIdLst>
  <p:sldIdLst>
    <p:sldId xmlns:r="http://schemas.openxmlformats.org/officeDocument/2006/relationships" id="256" r:id="R20fb9352645e40a9"/>
    <p:sldId xmlns:r="http://schemas.openxmlformats.org/officeDocument/2006/relationships" id="257" r:id="Ra40dbceec7664840"/>
    <p:sldId xmlns:r="http://schemas.openxmlformats.org/officeDocument/2006/relationships" id="258" r:id="Re41fad5bf2c94a61"/>
    <p:sldId xmlns:r="http://schemas.openxmlformats.org/officeDocument/2006/relationships" id="259" r:id="Rdb906ab8c14c49f4"/>
    <p:sldId xmlns:r="http://schemas.openxmlformats.org/officeDocument/2006/relationships" id="260" r:id="R447546daaf784eb3"/>
    <p:sldId xmlns:r="http://schemas.openxmlformats.org/officeDocument/2006/relationships" id="261" r:id="R61c1e8ed37024d0b"/>
    <p:sldId xmlns:r="http://schemas.openxmlformats.org/officeDocument/2006/relationships" id="262" r:id="R06ea993cb6df4c40"/>
    <p:sldId xmlns:r="http://schemas.openxmlformats.org/officeDocument/2006/relationships" id="263" r:id="R512ffe8717fa40c8"/>
    <p:sldId xmlns:r="http://schemas.openxmlformats.org/officeDocument/2006/relationships" id="264" r:id="Rabbbecd9ba654970"/>
    <p:sldId xmlns:r="http://schemas.openxmlformats.org/officeDocument/2006/relationships" id="265" r:id="R4e866600269c47dd"/>
    <p:sldId xmlns:r="http://schemas.openxmlformats.org/officeDocument/2006/relationships" id="266" r:id="Rb146da1044bb48d7"/>
    <p:sldId xmlns:r="http://schemas.openxmlformats.org/officeDocument/2006/relationships" id="267" r:id="Ref4f9fdc0159477a"/>
    <p:sldId xmlns:r="http://schemas.openxmlformats.org/officeDocument/2006/relationships" id="268" r:id="R17c81466de9a4d49"/>
    <p:sldId xmlns:r="http://schemas.openxmlformats.org/officeDocument/2006/relationships" id="269" r:id="R543af784df9f446d"/>
    <p:sldId xmlns:r="http://schemas.openxmlformats.org/officeDocument/2006/relationships" id="270" r:id="R51440eca03f34a3f"/>
    <p:sldId xmlns:r="http://schemas.openxmlformats.org/officeDocument/2006/relationships" id="271" r:id="R7f66a92ede714aab"/>
    <p:sldId xmlns:r="http://schemas.openxmlformats.org/officeDocument/2006/relationships" id="272" r:id="Rb801f7f77100490c"/>
    <p:sldId xmlns:r="http://schemas.openxmlformats.org/officeDocument/2006/relationships" id="273" r:id="R7d92dfa4f1b642ff"/>
    <p:sldId xmlns:r="http://schemas.openxmlformats.org/officeDocument/2006/relationships" id="274" r:id="R8268c015dd6143e3"/>
    <p:sldId xmlns:r="http://schemas.openxmlformats.org/officeDocument/2006/relationships" id="275" r:id="R5acadb2a3fd64d32"/>
    <p:sldId xmlns:r="http://schemas.openxmlformats.org/officeDocument/2006/relationships" id="276" r:id="R0e95b6bfd9d243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3533662f3e441ac" /><Relationship Type="http://schemas.openxmlformats.org/officeDocument/2006/relationships/slideMaster" Target="/ppt/slideMasters/slideMaster1.xml" Id="R74fc9d5948a24627" /><Relationship Type="http://schemas.openxmlformats.org/officeDocument/2006/relationships/notesMaster" Target="/ppt/notesMasters/notesMaster1.xml" Id="R14c65a0dd6b84fe2" /><Relationship Type="http://schemas.openxmlformats.org/officeDocument/2006/relationships/presProps" Target="/ppt/presProps.xml" Id="Rde076e52885747e1" /><Relationship Type="http://schemas.openxmlformats.org/officeDocument/2006/relationships/tableStyles" Target="/ppt/tableStyles.xml" Id="R42e0be3187824db0" /><Relationship Type="http://schemas.openxmlformats.org/officeDocument/2006/relationships/slide" Target="/ppt/slides/slide1.xml" Id="R20fb9352645e40a9" /><Relationship Type="http://schemas.openxmlformats.org/officeDocument/2006/relationships/slide" Target="/ppt/slides/slide2.xml" Id="Ra40dbceec7664840" /><Relationship Type="http://schemas.openxmlformats.org/officeDocument/2006/relationships/slide" Target="/ppt/slides/slide3.xml" Id="Re41fad5bf2c94a61" /><Relationship Type="http://schemas.openxmlformats.org/officeDocument/2006/relationships/slide" Target="/ppt/slides/slide4.xml" Id="Rdb906ab8c14c49f4" /><Relationship Type="http://schemas.openxmlformats.org/officeDocument/2006/relationships/slide" Target="/ppt/slides/slide5.xml" Id="R447546daaf784eb3" /><Relationship Type="http://schemas.openxmlformats.org/officeDocument/2006/relationships/slide" Target="/ppt/slides/slide6.xml" Id="R61c1e8ed37024d0b" /><Relationship Type="http://schemas.openxmlformats.org/officeDocument/2006/relationships/slide" Target="/ppt/slides/slide7.xml" Id="R06ea993cb6df4c40" /><Relationship Type="http://schemas.openxmlformats.org/officeDocument/2006/relationships/slide" Target="/ppt/slides/slide8.xml" Id="R512ffe8717fa40c8" /><Relationship Type="http://schemas.openxmlformats.org/officeDocument/2006/relationships/slide" Target="/ppt/slides/slide9.xml" Id="Rabbbecd9ba654970" /><Relationship Type="http://schemas.openxmlformats.org/officeDocument/2006/relationships/slide" Target="/ppt/slides/slide10.xml" Id="R4e866600269c47dd" /><Relationship Type="http://schemas.openxmlformats.org/officeDocument/2006/relationships/slide" Target="/ppt/slides/slide11.xml" Id="Rb146da1044bb48d7" /><Relationship Type="http://schemas.openxmlformats.org/officeDocument/2006/relationships/slide" Target="/ppt/slides/slide12.xml" Id="Ref4f9fdc0159477a" /><Relationship Type="http://schemas.openxmlformats.org/officeDocument/2006/relationships/slide" Target="/ppt/slides/slide13.xml" Id="R17c81466de9a4d49" /><Relationship Type="http://schemas.openxmlformats.org/officeDocument/2006/relationships/slide" Target="/ppt/slides/slide14.xml" Id="R543af784df9f446d" /><Relationship Type="http://schemas.openxmlformats.org/officeDocument/2006/relationships/slide" Target="/ppt/slides/slide15.xml" Id="R51440eca03f34a3f" /><Relationship Type="http://schemas.openxmlformats.org/officeDocument/2006/relationships/slide" Target="/ppt/slides/slide16.xml" Id="R7f66a92ede714aab" /><Relationship Type="http://schemas.openxmlformats.org/officeDocument/2006/relationships/slide" Target="/ppt/slides/slide17.xml" Id="Rb801f7f77100490c" /><Relationship Type="http://schemas.openxmlformats.org/officeDocument/2006/relationships/slide" Target="/ppt/slides/slide18.xml" Id="R7d92dfa4f1b642ff" /><Relationship Type="http://schemas.openxmlformats.org/officeDocument/2006/relationships/slide" Target="/ppt/slides/slide19.xml" Id="R8268c015dd6143e3" /><Relationship Type="http://schemas.openxmlformats.org/officeDocument/2006/relationships/slide" Target="/ppt/slides/slide20.xml" Id="R5acadb2a3fd64d32" /><Relationship Type="http://schemas.openxmlformats.org/officeDocument/2006/relationships/slide" Target="/ppt/slides/slide21.xml" Id="R0e95b6bfd9d243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0679d5c6764e6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76aeccd02404f45" /><Relationship Type="http://schemas.openxmlformats.org/officeDocument/2006/relationships/notesMaster" Target="/ppt/notesMasters/notesMaster1.xml" Id="Rc206583295cd4b2a"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75c04d473e448e" /><Relationship Type="http://schemas.openxmlformats.org/officeDocument/2006/relationships/notesMaster" Target="/ppt/notesMasters/notesMaster1.xml" Id="Rfdb060476fb74e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6237c1eedc4a01" /><Relationship Type="http://schemas.openxmlformats.org/officeDocument/2006/relationships/notesMaster" Target="/ppt/notesMasters/notesMaster1.xml" Id="Rf7d7d45ba1ca4d5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007a663d4b944d6" /><Relationship Type="http://schemas.openxmlformats.org/officeDocument/2006/relationships/notesMaster" Target="/ppt/notesMasters/notesMaster1.xml" Id="R97fb022f64d34b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7b7783adace14099" /><Relationship Type="http://schemas.openxmlformats.org/officeDocument/2006/relationships/notesMaster" Target="/ppt/notesMasters/notesMaster1.xml" Id="R3900ea74d4384437" /></Relationships>
</file>

<file path=ppt/notesSlides/_rels/notesSlide6.xml.rels>&#65279;<?xml version="1.0" encoding="utf-8"?><Relationships xmlns="http://schemas.openxmlformats.org/package/2006/relationships"><Relationship Type="http://schemas.openxmlformats.org/officeDocument/2006/relationships/slide" Target="/ppt/slides/slide6.xml" Id="Rae8c87c545ac41f0" /><Relationship Type="http://schemas.openxmlformats.org/officeDocument/2006/relationships/notesMaster" Target="/ppt/notesMasters/notesMaster1.xml" Id="R1f44b3bc33784a79" /></Relationships>
</file>

<file path=ppt/notesSlides/_rels/notesSlide7.xml.rels>&#65279;<?xml version="1.0" encoding="utf-8"?><Relationships xmlns="http://schemas.openxmlformats.org/package/2006/relationships"><Relationship Type="http://schemas.openxmlformats.org/officeDocument/2006/relationships/slide" Target="/ppt/slides/slide7.xml" Id="R5d4e334c642c4834" /><Relationship Type="http://schemas.openxmlformats.org/officeDocument/2006/relationships/notesMaster" Target="/ppt/notesMasters/notesMaster1.xml" Id="R90eed5cd2a2140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bd6fdae160724fae" /><Relationship Type="http://schemas.openxmlformats.org/officeDocument/2006/relationships/notesMaster" Target="/ppt/notesMasters/notesMaster1.xml" Id="Re650a98471404001" /></Relationships>
</file>

<file path=ppt/notesSlides/_rels/notesSlide9.xml.rels>&#65279;<?xml version="1.0" encoding="utf-8"?><Relationships xmlns="http://schemas.openxmlformats.org/package/2006/relationships"><Relationship Type="http://schemas.openxmlformats.org/officeDocument/2006/relationships/slide" Target="/ppt/slides/slide9.xml" Id="R582819a4e3f941ee" /><Relationship Type="http://schemas.openxmlformats.org/officeDocument/2006/relationships/notesMaster" Target="/ppt/notesMasters/notesMaster1.xml" Id="R36a770c707de4b9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88abdd6a5044085" /><Relationship Type="http://schemas.openxmlformats.org/officeDocument/2006/relationships/notesMaster" Target="/ppt/notesMasters/notesMaster1.xml" Id="R2b013701ec2c44f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dca163fb39544cd" /><Relationship Type="http://schemas.openxmlformats.org/officeDocument/2006/relationships/notesMaster" Target="/ppt/notesMasters/notesMaster1.xml" Id="Rcc7f9f550515462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e325fdcaa6c4774" /><Relationship Type="http://schemas.openxmlformats.org/officeDocument/2006/relationships/notesMaster" Target="/ppt/notesMasters/notesMaster1.xml" Id="R01f36e03882d4f1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3297365beed4ad1" /><Relationship Type="http://schemas.openxmlformats.org/officeDocument/2006/relationships/notesMaster" Target="/ppt/notesMasters/notesMaster1.xml" Id="Rcf705fc342194e3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9e92451c7c14911" /><Relationship Type="http://schemas.openxmlformats.org/officeDocument/2006/relationships/notesMaster" Target="/ppt/notesMasters/notesMaster1.xml" Id="Rb3126d80971346b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aac10e726ff4a84" /><Relationship Type="http://schemas.openxmlformats.org/officeDocument/2006/relationships/notesMaster" Target="/ppt/notesMasters/notesMaster1.xml" Id="R2777d560981147c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784c4d9629e4535" /><Relationship Type="http://schemas.openxmlformats.org/officeDocument/2006/relationships/notesMaster" Target="/ppt/notesMasters/notesMaster1.xml" Id="Rda61425f6afd450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511feecd6a848ef" /><Relationship Type="http://schemas.openxmlformats.org/officeDocument/2006/relationships/notesMaster" Target="/ppt/notesMasters/notesMaster1.xml" Id="Ra4fe279cda8f4f3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2b4f31b75db46eb" /><Relationship Type="http://schemas.openxmlformats.org/officeDocument/2006/relationships/notesMaster" Target="/ppt/notesMasters/notesMaster1.xml" Id="Rfd8f5cbc822745c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1710eb05b794906" /><Relationship Type="http://schemas.openxmlformats.org/officeDocument/2006/relationships/notesMaster" Target="/ppt/notesMasters/notesMaster1.xml" Id="R4fa134567ed8414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1a2c74f2c86446e" /><Relationship Type="http://schemas.openxmlformats.org/officeDocument/2006/relationships/notesMaster" Target="/ppt/notesMasters/notesMaster1.xml" Id="R1e029b521efe4ca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97f0efc6a0f4cbc" /><Relationship Type="http://schemas.openxmlformats.org/officeDocument/2006/relationships/notesMaster" Target="/ppt/notesMasters/notesMaster1.xml" Id="Rcc6ced90fe94482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“언제”의 상황에서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ece2f557bda4f6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b12e0b9f5e8436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cde4be535bd440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9816c80e0b48f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922efc72b6c4ce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82761d2b64474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500C90-EC2E-4E1B-AA98-1240E5DE98F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DA361A1-FA5A-4E93-B8E2-B84E2062A37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23038D7-F097-4B92-85B2-247C12CC788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920CC2-25D0-417F-89F3-D8DBCE5C163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611B304-E1AB-4917-9522-F6C83B44AFB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07D1330-2194-4B8E-808D-B191905387D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E35F7C-366B-4976-A2A7-F94A7E0FD3E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1111E5B-E99B-4887-B67C-B08D02391DB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C7FF3FD-5192-456A-A2C6-4FB23298819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21CE4F6-F518-4C38-ACCD-24F1C2520D0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d476dc6e8a41be" /><Relationship Type="http://schemas.openxmlformats.org/officeDocument/2006/relationships/slideLayout" Target="/ppt/slideLayouts/slideLayout1.xml" Id="Rc58a5c3a08f441f8" /><Relationship Type="http://schemas.openxmlformats.org/officeDocument/2006/relationships/slideLayout" Target="/ppt/slideLayouts/slideLayout2.xml" Id="R018d506672974e22" /><Relationship Type="http://schemas.openxmlformats.org/officeDocument/2006/relationships/slideLayout" Target="/ppt/slideLayouts/slideLayout3.xml" Id="R7bf01e7972da4c4d" /><Relationship Type="http://schemas.openxmlformats.org/officeDocument/2006/relationships/slideLayout" Target="/ppt/slideLayouts/slideLayout4.xml" Id="R50b5d4027a2f4aeb" /><Relationship Type="http://schemas.openxmlformats.org/officeDocument/2006/relationships/slideLayout" Target="/ppt/slideLayouts/slideLayout5.xml" Id="R6af49aa114d54a06" /><Relationship Type="http://schemas.openxmlformats.org/officeDocument/2006/relationships/slideLayout" Target="/ppt/slideLayouts/slideLayout6.xml" Id="R31e4705586f34a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8a5c3a08f441f8"/>
    <p:sldLayoutId xmlns:r="http://schemas.openxmlformats.org/officeDocument/2006/relationships" id="2147483650" r:id="R018d506672974e22"/>
    <p:sldLayoutId xmlns:r="http://schemas.openxmlformats.org/officeDocument/2006/relationships" id="2147483651" r:id="R7bf01e7972da4c4d"/>
    <p:sldLayoutId xmlns:r="http://schemas.openxmlformats.org/officeDocument/2006/relationships" id="2147483652" r:id="R50b5d4027a2f4aeb"/>
    <p:sldLayoutId xmlns:r="http://schemas.openxmlformats.org/officeDocument/2006/relationships" id="2147483653" r:id="R6af49aa114d54a06"/>
    <p:sldLayoutId xmlns:r="http://schemas.openxmlformats.org/officeDocument/2006/relationships" id="2147483654" r:id="R31e4705586f34a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e6a796c1c684193" /><Relationship Type="http://schemas.openxmlformats.org/officeDocument/2006/relationships/image" Target="/ppt/media/image.png" Id="Rc8cb7cc3887c4b5d" /><Relationship Type="http://schemas.openxmlformats.org/officeDocument/2006/relationships/image" Target="/ppt/media/image2.png" Id="R83b8e38d695a47e5" /><Relationship Type="http://schemas.openxmlformats.org/officeDocument/2006/relationships/image" Target="/ppt/media/image3.png" Id="R45d515ba316d4295" /><Relationship Type="http://schemas.openxmlformats.org/officeDocument/2006/relationships/notesSlide" Target="/ppt/notesSlides/notesSlide1.xml" Id="R0a7b8d665ccb44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3bfa4894f3f4d9c" /><Relationship Type="http://schemas.openxmlformats.org/officeDocument/2006/relationships/image" Target="/ppt/media/image4.png" Id="R47edf565392545da" /><Relationship Type="http://schemas.openxmlformats.org/officeDocument/2006/relationships/notesSlide" Target="/ppt/notesSlides/notesSlide2.xml" Id="Rd5b6dfe3955d415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2fb14a2bc4d484e" /><Relationship Type="http://schemas.openxmlformats.org/officeDocument/2006/relationships/image" Target="/ppt/media/image5.png" Id="Ref1e898aa13d4ede" /><Relationship Type="http://schemas.openxmlformats.org/officeDocument/2006/relationships/notesSlide" Target="/ppt/notesSlides/notesSlide3.xml" Id="R415131b98a8d4cf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c355369cf064400" /><Relationship Type="http://schemas.openxmlformats.org/officeDocument/2006/relationships/notesSlide" Target="/ppt/notesSlides/notesSlide4.xml" Id="R12bef6a37cb6402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c7ebb1756ae469e" /><Relationship Type="http://schemas.openxmlformats.org/officeDocument/2006/relationships/notesSlide" Target="/ppt/notesSlides/notesSlide5.xml" Id="R77b05aa235b143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0c5ba4615324f88" /><Relationship Type="http://schemas.openxmlformats.org/officeDocument/2006/relationships/notesSlide" Target="/ppt/notesSlides/notesSlide6.xml" Id="R022a6aed24d243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f49574a10c74293" /><Relationship Type="http://schemas.openxmlformats.org/officeDocument/2006/relationships/notesSlide" Target="/ppt/notesSlides/notesSlide7.xml" Id="R29f182974eb5485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07e9308a5594d9b" /><Relationship Type="http://schemas.openxmlformats.org/officeDocument/2006/relationships/notesSlide" Target="/ppt/notesSlides/notesSlide8.xml" Id="R799a09d71d8c4dd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dc06f4abd874e16" /><Relationship Type="http://schemas.openxmlformats.org/officeDocument/2006/relationships/notesSlide" Target="/ppt/notesSlides/notesSlide9.xml" Id="R2fd06fe93b42425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b0a2f759f694da4" /><Relationship Type="http://schemas.openxmlformats.org/officeDocument/2006/relationships/notesSlide" Target="/ppt/notesSlides/notesSlide10.xml" Id="R0cac2b5148cf42f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17ce4e8b82c47af" /><Relationship Type="http://schemas.openxmlformats.org/officeDocument/2006/relationships/notesSlide" Target="/ppt/notesSlides/notesSlide11.xml" Id="R6814a1eef51048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f3098c262114902" /><Relationship Type="http://schemas.openxmlformats.org/officeDocument/2006/relationships/notesSlide" Target="/ppt/notesSlides/notesSlide12.xml" Id="R49c3254a76f6490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70c6b9883a045d6" /><Relationship Type="http://schemas.openxmlformats.org/officeDocument/2006/relationships/notesSlide" Target="/ppt/notesSlides/notesSlide13.xml" Id="R5039c8a95f6d4b4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7a66af5b8ca430d" /><Relationship Type="http://schemas.openxmlformats.org/officeDocument/2006/relationships/notesSlide" Target="/ppt/notesSlides/notesSlide14.xml" Id="R4a351f012e4c4dd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b99510ef2e74ec4" /><Relationship Type="http://schemas.openxmlformats.org/officeDocument/2006/relationships/notesSlide" Target="/ppt/notesSlides/notesSlide15.xml" Id="R4604d14b3dea4ff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b784d8ae4da44a2" /><Relationship Type="http://schemas.openxmlformats.org/officeDocument/2006/relationships/notesSlide" Target="/ppt/notesSlides/notesSlide16.xml" Id="Rfa03e3b18dc5490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c70b2e867824e30" /><Relationship Type="http://schemas.openxmlformats.org/officeDocument/2006/relationships/notesSlide" Target="/ppt/notesSlides/notesSlide17.xml" Id="R10c49a8f56104ea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78f4eee35ea4e8e" /><Relationship Type="http://schemas.openxmlformats.org/officeDocument/2006/relationships/notesSlide" Target="/ppt/notesSlides/notesSlide18.xml" Id="Rb9534a9697b44bf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043dac5a40c4767" /><Relationship Type="http://schemas.openxmlformats.org/officeDocument/2006/relationships/notesSlide" Target="/ppt/notesSlides/notesSlide19.xml" Id="Rede89ad2c3644c1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0574ad509b34e21" /><Relationship Type="http://schemas.openxmlformats.org/officeDocument/2006/relationships/notesSlide" Target="/ppt/notesSlides/notesSlide20.xml" Id="Rfe1bd25e1cd94bb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65d585ec420448e" /><Relationship Type="http://schemas.openxmlformats.org/officeDocument/2006/relationships/notesSlide" Target="/ppt/notesSlides/notesSlide21.xml" Id="R1756a008b8af49ad"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A07DBDC3-9624-4FF6-8EC6-33F061647E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98FE3623-6C5E-40A1-917B-6724115CC0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11070F17-2975-4D73-B6EC-EDABA92821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5B2C3E5C-BA59-4888-BCE0-E4F89C28ED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E6E6D3E9-9650-4142-BA50-574F4ABA77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1F7C5EF4-3752-4074-8841-68B9767750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72E4A462-8877-4DB8-84E7-03497E032E1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0D919D6E-36E2-4F03-A53C-4A571C1D4180}"/>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92C6B42C-E91F-4E63-8989-B6E1F46EB88D}"/>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E2883F0-A788-4A7C-A763-FCB76D3EF4D9}"/>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13DBEAE4-D245-4068-BA4F-8B14F07B503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07256717-41F4-4D1C-BDF4-F0C5A5284681}"/>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964A9B2-C622-43AF-BC20-04BC071328E3}"/>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44FFFFF-671D-481E-BAD4-B6C74DAC3D5C}"/>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C24C56DB-114B-42BF-856A-9C8CEA009E3E}"/>
              </a:ext>
            </a:extLst>
          </p:cNvPr>
          <p:cNvPicPr>
            <a:picLocks xmlns:a="http://schemas.openxmlformats.org/drawingml/2006/main" noChangeAspect="1"/>
          </p:cNvPicPr>
          <p:nvPr/>
        </p:nvPicPr>
        <p:blipFill>
          <a:blip xmlns:r="http://schemas.openxmlformats.org/officeDocument/2006/relationships" xmlns:a="http://schemas.openxmlformats.org/drawingml/2006/main" r:embed="Rc8cb7cc3887c4b5d"/>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65DC3DCD-AC84-4BD7-926E-F53216577C28}"/>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3164D2EA-6277-4852-BEED-61824F043F68}"/>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091C1E6-D953-406D-AAF2-205FF1790BEA}"/>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576543B4-8F79-41F1-91A3-B3B5587DFBC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762506F0-3FF3-4017-9815-796565898368}"/>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8164A428-BF00-4309-B48E-E6731F18334A}"/>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B11067D6-B43C-4331-B59B-5DE8440F8F31}"/>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3B8FD67A-0B09-48E3-B4F5-D8652119792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76B79057-59D6-4711-A738-939A781102FF}"/>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03E9FEE7-E00A-4171-B3CB-A8676E60B392}"/>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44A2D4F2-13EE-452E-85A9-39E7EEC5B5D6}"/>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57695DF4-4ADC-4888-8BEC-9B0F76F7172E}"/>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BDB8CDC0-96A2-46BA-9356-B9755F1286FA}"/>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5709F1B4-7945-48DC-AAA2-0063E69E4059}"/>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8B55445F-CA95-4310-912C-765D381C4D99}"/>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9C7A0AB8-E1B6-4E09-98E5-AF617FEE7E3E}"/>
              </a:ext>
            </a:extLst>
          </p:cNvPr>
          <p:cNvPicPr>
            <a:picLocks xmlns:a="http://schemas.openxmlformats.org/drawingml/2006/main" noChangeAspect="1"/>
          </p:cNvPicPr>
          <p:nvPr/>
        </p:nvPicPr>
        <p:blipFill>
          <a:blip xmlns:r="http://schemas.openxmlformats.org/officeDocument/2006/relationships" xmlns:a="http://schemas.openxmlformats.org/drawingml/2006/main" r:embed="R83b8e38d695a47e5"/>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B4B7B15D-947D-486D-810D-409AF54E9B7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6D44C3D-7C6C-48A9-808B-58EAA5042A2B}"/>
              </a:ext>
            </a:extLst>
          </p:cNvPr>
          <p:cNvPicPr>
            <a:picLocks xmlns:a="http://schemas.openxmlformats.org/drawingml/2006/main" noChangeAspect="1"/>
          </p:cNvPicPr>
          <p:nvPr/>
        </p:nvPicPr>
        <p:blipFill>
          <a:blip xmlns:r="http://schemas.openxmlformats.org/officeDocument/2006/relationships" xmlns:a="http://schemas.openxmlformats.org/drawingml/2006/main" r:embed="R45d515ba316d4295"/>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C77C0EF-F6B5-42E5-8B3A-569ADBE45F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9035614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80804DC8-0537-4153-8B4A-DDE1E29E15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855AFF5B-CF6F-4DB2-A684-C9EBFF5417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91755E4E-1E59-4714-9F03-071E8B9EA1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AA362DAB-E754-4FB5-BF18-A31D78BD5A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122EFCA5-3C20-4961-B3E4-962A499A5B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BAFF8F98-B4D2-412C-94CA-A302888BDA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ECCCE0A1-6AFE-4EA4-9F79-9D07D91B8642}"/>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D8B972B6-228F-402A-8DD4-44AC10673295}"/>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2FB91EE8-CDD8-47C5-8929-C5D9C78AED5C}"/>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D4312B93-4B13-486C-84C6-409C57264AD7}"/>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785BFF88-93E1-46DD-9998-8746F52AF7D2}"/>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A51BECF9-493E-4E1B-B13E-45A650F614DB}"/>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FEAAD8A-1A41-4A3C-8322-D2ABCF72001A}"/>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5F7F07-B536-4F28-8FB6-C8E0AE8FC44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F7E75BA-C5F4-41AD-B3E8-860DDBEE3596}"/>
              </a:ext>
            </a:extLst>
          </p:cNvPr>
          <p:cNvPicPr>
            <a:picLocks xmlns:a="http://schemas.openxmlformats.org/drawingml/2006/main" noChangeAspect="1"/>
          </p:cNvPicPr>
          <p:nvPr/>
        </p:nvPicPr>
        <p:blipFill>
          <a:blip xmlns:r="http://schemas.openxmlformats.org/officeDocument/2006/relationships" xmlns:a="http://schemas.openxmlformats.org/drawingml/2006/main" r:embed="R47edf565392545da"/>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06DD5EAA-7E36-4FD2-97B6-B6740FBC7E33}"/>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D17A175D-7258-492C-A042-9F440BE237DB}"/>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A50CC88F-377A-498A-8C7F-893C150C0D62}"/>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D47BAE8E-174B-4A05-9171-9F6031EEC1EB}"/>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08A2BB6A-2AE7-4094-BCEB-8F5492158BD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4FAA85EC-D329-472B-8198-1305A7C0B8DA}"/>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F1B57485-FCF6-4707-AA6B-6D503C4990F5}"/>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1E1C7212-5C25-47E4-9F0A-04219C7B62F3}"/>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00828B6-7309-4219-9279-27BFCA7B116F}"/>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C38615E0-1793-4753-BBB8-F1D03AD0368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F4448076-CCE5-4279-84EB-75BF2F6589B0}"/>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ACF6978E-4BB1-456E-96EB-F8D5EB5DBAC6}"/>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85734F96-1C8C-4E76-93D8-4E7F1AC019C1}"/>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49750FAA-F63F-45A5-8245-3538595F82D7}"/>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3C1DA9B4-06A7-4A3D-985B-84FA57C9425A}"/>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59721C5E-E0CC-4797-A6FA-CEF75C39E084}"/>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31C0E2-DD08-4692-9125-BC68689B1CC8}"/>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501DD201-9F69-4117-A7FD-C46F238A2BEB}"/>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D6687355-AA04-4CFA-9288-00BEEA88ADEF}"/>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80DBD548-AF90-42A4-84E9-EAA6A33B0060}"/>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FDE22E57-554A-48DD-835F-389725BA8A92}"/>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D3AEBA1-4950-45BA-8914-1C2955AEDA5B}"/>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5758F95D-A752-4FD9-B9F2-12B88611C5C7}"/>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46A7FE22-4934-4FBC-BDEC-479282D53D65}"/>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F149FD5D-CF1D-4B43-A66C-B385553D7757}"/>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88A678E6-1B87-48BE-9F87-956C21A9D4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2378434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56DED42A-8828-4363-9DFF-C93CBAFD92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7EE85357-421F-45DD-9B2F-E9D52E6B53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7DDFC939-4288-445A-A6BA-2396E78887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DC98B99-79B9-4FD3-A9E9-CA0832CF90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378D3CE5-533D-474D-9A33-A55D26A08F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3B5376C4-D639-4D40-B13F-D2F222C1CD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0BE67CEA-91B5-45E7-80D8-2872B29F157B}"/>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A0C9A3FF-76EF-4CB8-B28B-24B17D29A357}"/>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EC637629-2C74-4A3E-B50F-3FF7AF7008F3}"/>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BD6AF5AF-2437-4310-A142-EB2C6900DE81}"/>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80A5C5E4-33D4-4F65-90E1-BD8242EE1A58}"/>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2EB5F87-2C7D-4C2C-A5B1-6A841ECA1D7C}"/>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91D319D4-3F2B-44EF-9F4D-2BD5E01ECB30}"/>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1E348456-F896-4CE3-B9A2-B9C0605CA1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E6653E96-CB5B-427B-A77D-CBD57D472559}"/>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47431832-EF74-4A0A-BB91-4B4178CD6A4A}"/>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A8F7A12F-6483-4D8B-A0F2-5D0700127624}"/>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D6910DFF-7F6C-4B66-B731-A1C76339F9A3}"/>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3DAC120-42CB-41C0-B634-23B7CCAE7BAE}"/>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C93E005D-E144-4333-ACF9-D54C92B0201F}"/>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CAAE51B-DB07-4FFA-AE3A-EBC708BD3548}"/>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450A21CA-E41E-4103-A1C4-CEDBE942BB57}"/>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9DD63AC-AB8A-4EEB-B97C-992E4BCCAE63}"/>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F83AF57B-1BEC-4ACE-8EB7-A750032891FE}"/>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C49763BD-E3C7-4772-BF57-AF43004F1CCA}"/>
              </a:ext>
            </a:extLst>
          </p:cNvPr>
          <p:cNvPicPr>
            <a:picLocks xmlns:a="http://schemas.openxmlformats.org/drawingml/2006/main" noChangeAspect="1"/>
          </p:cNvPicPr>
          <p:nvPr/>
        </p:nvPicPr>
        <p:blipFill>
          <a:blip xmlns:r="http://schemas.openxmlformats.org/officeDocument/2006/relationships" xmlns:a="http://schemas.openxmlformats.org/drawingml/2006/main" r:embed="Ref1e898aa13d4ede"/>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17B58EA1-2349-4B3A-B8E1-C8E3A4257863}"/>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EE8605E5-64D5-4703-B407-2FA79C772406}"/>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56E6543-46ED-47F6-8BF1-0A3AB912D9A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6B8215C-F5C6-4E03-A07A-141522404B2D}"/>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375D2FF9-0AA2-4598-A8C2-7D24E567A2ED}"/>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D0876BB2-CC29-4ADD-A784-3251C91AF3B9}"/>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D70A805F-4B80-49CD-BE88-82B44C1D0FCD}"/>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BB3A45BE-65C9-495F-AEBC-C340D701844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6E2D5A71-4EE9-4AC9-8B01-199D8D39F471}"/>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65705DB7-DA63-495E-85D0-D801B0B1BA98}"/>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819E6420-E26A-499E-A5FB-41B4F8D44563}"/>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1979889A-1048-460F-AE63-A489CEC087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E6A9FCFF-9DF3-464A-A551-244E6BD156D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086BCED8-582D-4DC1-9905-C7FB9544E673}"/>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4DC63889-584C-4A48-8F4F-AC2892FAA963}"/>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0652F6F3-4D65-4209-991E-3427AF4F22F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1B59953A-8BE9-4968-AE85-5F1D119211EF}"/>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98D392D0-A3B5-49B7-A95F-94B4D11DD266}"/>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5ABC53AA-DD25-47A6-BE3C-1E272462C218}"/>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72E21747-6290-4077-ADDD-3C99F65F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0524158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87C254D8-60D4-4624-BBB0-38870DF5AD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084228FA-87E8-4F56-8994-6392A93072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4EEBD488-C547-4EA5-80B7-925F8B6D25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97686A1E-0293-4F41-BD81-EB552E5C45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C1B565EC-C2D4-4503-9A6E-327D779CC0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F9C963FE-E991-4C2D-B175-C7D00357FC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33FD2CB7-11C6-4F9B-B633-E5D6071A35F7}"/>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A3812B1A-B14E-45D6-BE64-8FEA438EF3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7C115D5C-722A-4653-8121-4BE4A05C68EC}"/>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D8E06F48-B216-4712-B0EA-B736DB2504C6}"/>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FBE1AEAE-814C-4102-BEEA-A4F98ACB4E13}"/>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4039EBA2-93F9-4AA3-9868-5A7FB219F3E0}"/>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9FF7A24-E661-450E-97F4-1834F787114F}"/>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03F3B1AB-801E-43BB-92A4-2404D2FE9FB3}"/>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0477DC0F-FC78-41DB-8613-3F48959A35B3}"/>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17703740-3AAF-4BB7-90FD-0906393EB81D}"/>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3ED65FDA-2751-4C21-B309-B44E4FFED806}"/>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4D8B47A3-41ED-43DB-964B-134E47D2EB68}"/>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07FC9D25-F032-4660-BC57-824948766C53}"/>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4913120-20C2-47FB-B9DE-1AA3567EB683}"/>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97C20272-5CA3-4F9C-BFB3-AA46AE1C617D}"/>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93AE26D7-43BA-4964-AF11-383084DFFD55}"/>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A41B3B5E-C5E0-4C24-A60F-9B7A1AF38C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12758090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C88D04AA-0D5D-4733-944F-2755401937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64C10454-1C3F-4A02-AAD9-CC511350B0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53365FD4-9B8E-4CE2-AFFC-78597C1822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80B45293-CDB4-4512-8592-3645154048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8BAD62F1-DBA9-4881-8B6C-2066427E0C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551439C2-A9AD-410B-8D2F-5F65ADA1F6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38D68A5A-29BA-4739-B623-13FB826D2406}"/>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62A412B-5C8B-4DFB-9587-9C56284D8F69}"/>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E4B4C83-E2BD-40DA-9483-DB4F841E99C1}"/>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60D029FB-B7B3-4E4B-BC0E-6A2D40150100}"/>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2593C9B7-EBBF-4A04-8C45-BEC06DC14893}"/>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B975F6-829A-4996-8126-228C61B14683}"/>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2D9E5AE1-53E4-4340-AB4B-28BF885ADCB8}"/>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4F5D1EA4-715A-4EF9-9CFF-FA9B22095C1D}"/>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C6083F3-6C85-4ED0-B9B7-3BF6411D52B4}"/>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E92EBB75-7FF3-4BC0-94DF-E40FA50F623D}"/>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76C47F82-2154-457C-81C6-841E34076AF2}"/>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A37D556-957E-46DB-BE14-2EF0B545AC0C}"/>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98F9CE55-1100-4BF3-8E27-E7B3AA895D83}"/>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53038B4D-FDE3-4934-968D-B39FA6A71073}"/>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E3192BE9-2F73-441D-AF97-C0772BEE674E}"/>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3BE8CDD6-EDEE-43BB-AD33-C7AB126518F4}"/>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B3EC3952-0C79-4B6B-8637-EA0234D44D66}"/>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3780F245-0B93-4A2F-8C9A-DAE2384BDCB0}"/>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5974667A-EC22-4DA8-AB37-C3E7E98EB5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1979203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0DE98938-A7A6-46A5-AE45-14D47217B2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5340147D-CECD-4B36-BA67-03CA123629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908A1B76-1B03-49CF-9CD7-EC35764CBF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6282CDF0-D145-4FA9-9460-C001484247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C9E96F55-B0C2-4AD3-A996-80E36B76FC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AB0269D2-397E-4E77-806C-948D7725F6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6D5BDD28-E5B7-4061-A918-98E30210ACE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4927BB4-2AD3-4074-A437-D4474AB18843}"/>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A17A92A1-ADF3-4AB5-A0A6-F7050105C3A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52F71FCD-BA50-489D-AF85-4B95465AA2C3}"/>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6247DD6D-79C9-4DDA-B34E-6838D874A6F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57075233-CDDE-4DED-ABA4-7B87F46DD1CD}"/>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EBD4099D-B1FC-42F1-B5A0-77BAC2ED89B2}"/>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7F597EB1-F131-4DD0-8CD3-8B6FD1C3CF1E}"/>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5D28B761-8809-495D-80C5-BDEB46761498}"/>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6DE7E8FF-848D-4276-8B8E-06F52B0EDE3E}"/>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ADF69411-4FB8-42A2-97C4-379523988B26}"/>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FD7B2137-1E44-4DD2-A065-7E344C512A91}"/>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6C36DD91-CF4C-47A7-89DB-3532BEF49644}"/>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17E1CD54-B5F9-4598-9A6F-F723B7683B5D}"/>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FEFC76D8-040B-4AC6-98A0-A13D4334BCD3}"/>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D983335B-141C-4A8D-906C-527D9776A5C4}"/>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98377AAF-1031-40F3-973A-43CF8C624C6A}"/>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8CC252AF-7F40-43C5-A323-743901695639}"/>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9D6A5669-BEE8-48AD-BCF6-63BEE0ED4839}"/>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A82570B2-93C3-4857-99F6-62746822DF34}"/>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B9CD16E5-84AA-42E6-85ED-380F75659078}"/>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CF8F5B8F-57CC-40F4-892C-B2ED3C31B43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34B21E04-C5F2-48F1-B00F-1C843ADBBC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35659068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032C6C32-C8D0-477F-8795-8B94D5D3ED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32CBFC0C-A959-4704-B2B0-8B1F836398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B286A91B-3011-400A-A8B5-25BBC386EF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4AB03DBB-ACE5-472A-A699-8045BF12E2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D3853BEF-F99F-4D1A-B480-A614037464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C87BBA6F-DA4D-451E-ACA5-F019DCFB45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B4A50713-A4FB-47D7-8E36-91D46F17B573}"/>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78206933-931B-463B-8D2B-B230D2FD6004}"/>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69B6143B-C7CB-4ABA-864A-55CE3A70BBBC}"/>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E8402-D6EF-4D5F-8569-7146DC731C71}"/>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1C564B08-6B50-49D6-A7C2-1C33193395AA}"/>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59C75599-C2A6-4E3D-8184-C94A0CFE9D88}"/>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C078AAC1-219B-4C80-AC0E-0A0F8F5BE19B}"/>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34D5C7DE-EEDB-4E4C-9288-5BDA8D829292}"/>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544B0698-93B4-4A05-9178-CFC7CABBB452}"/>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94ED6612-2528-4CDF-81E7-7A5F8306091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A004CCE6-155B-47FB-B7C8-D07999FC1CB2}"/>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6499391-8A56-40FF-A5CF-2635411EDB1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C8E0865B-971F-4BCC-AA8D-72E25F46C4FB}"/>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EED25302-2872-4FA2-B255-BEFC98AD9EC4}"/>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129D05F-00E4-4DE9-AB61-958EC5B56732}"/>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30C24FF6-F36E-47B9-8BE6-4EC2F5C11C44}"/>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667FB9D2-1E0C-480C-B034-6247E512DFB3}"/>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2D6A3A92-6A12-43BE-8CFE-1577E7CB77A7}"/>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3B0A1D12-15D9-48ED-8D57-90594298823D}"/>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E39CEBEA-8548-466F-9717-BC0B035FFDCA}"/>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D46B960F-3B47-428E-98FC-1932F3EE9D2D}"/>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5D8CCDA0-58AD-437C-BC80-03F887C15472}"/>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26A0D559-A6E0-4679-AC3A-76334258DFB4}"/>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9B7005F2-74F5-405E-AF0E-710A00CCC033}"/>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DCF4C3E7-E262-4F0D-9849-C5BF7B621212}"/>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9B783B5E-4191-456D-8254-072A4FAAA861}"/>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918FBBB8-7EFB-4571-A7D5-19B2989E36A6}"/>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D5A5CA77-EBBD-4325-9101-86A2DF5B46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9738265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FC61E723-3CFB-4F88-8186-CEFE0A8F54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AF7804F3-E9B9-4D16-80A2-CD4B4DE92A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B2309399-4AD6-4555-946C-D350A9BDD3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EA826943-09B5-416C-822F-44538FCFEA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300D1C64-3BA9-48A7-8F5C-687895DEE8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E9047B63-B58C-4A25-914D-9AF29B0C88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982CDBCE-A9EE-43AF-8DF1-8F3FB88748C4}"/>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F8F24923-D75B-40E4-8DBB-575A5442C664}"/>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46C1EBF0-0377-4903-B2F8-789FB6671F2D}"/>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90F66D5-D389-434A-AF2F-4DD718BF5E8F}"/>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FB4C4760-5D12-4B10-A7D5-840C3E8DF61B}"/>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015952C-AB6D-4670-B9DF-D5AEDC74D51B}"/>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2666D478-316F-4695-980C-6F5EF7BD1B4A}"/>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D503DCB0-7B01-4838-98CC-D75F0B2A9AE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DFC63F85-5CD0-44AE-8027-EEC83911BFD7}"/>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B72F5FC9-8603-4AB2-BA87-27E9965DE62E}"/>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3E4EE453-00CC-4E05-9B48-997DAB26B5CB}"/>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21B5B4B4-4B9F-4E5E-BE35-81E7A21A8490}"/>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829E0A9A-A78D-4492-ACD4-89EC79CF98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9836534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BFF84C46-DEA3-4C1E-9F1E-5AFBDA4D09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A44F67CB-EFF1-403D-8799-6B28F1EDD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660117F7-92D1-4CA5-8690-12BF99E8E7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FDF05BE8-3863-4E95-8078-F1F69DE063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FC9330C2-41C2-4929-8E33-63F950E9B0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83E99567-EC2B-4908-8854-8EAFBB6779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221D463B-FCB4-40A4-864E-02312415188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B08747E9-1F84-40CA-ADDB-AC99BAC6EA20}"/>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2DE42663-59AD-4B7F-8E59-CB9836C47573}"/>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A194F35-6FBE-4526-AC36-D12C43277127}"/>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DC1ED952-BDD7-4193-9F57-C6EB4D1D336A}"/>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397CD772-9AA7-4FC8-8561-7C2F411B40D2}"/>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C26FCD1F-212C-4823-A7E6-36C01CA54C84}"/>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E5216F10-393F-4DAB-9CA0-49F52E34431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BCD27794-4617-48E6-8B8D-9221BCC7F0A8}"/>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83F85AC7-C83C-4D3B-B5C9-6775699A95BD}"/>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CBBF040C-605C-45A2-B5AA-DEF30911D91F}"/>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821B50F3-0ACB-41FA-9C07-246AF5169629}"/>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7F5A76B7-5E33-4748-BE9F-E5A040397DD9}"/>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35C476D7-35E6-4661-AE36-E788CDB80D1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9DD66AD2-D618-4E66-A367-56A61B5D5BC7}"/>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B3DD35EC-8B33-46B6-98B6-150DDC4E4A6B}"/>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F2461F7F-ABE6-4C1B-8CA3-CE43606F73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9835219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C698C34-39F4-4013-AB85-D84CE13826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5242B14C-B4B8-4CFC-8747-46387FEF85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46162AF6-9579-4561-AE79-73DF2AAC39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699E2C53-E939-4285-B7D3-543EB1766F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B85325F6-C284-4A44-ACF6-BF087A6784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31A8F984-775D-461E-B2F6-CC616C0783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335BE100-32E7-4588-AE6D-4020750B55A3}"/>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6EDD166-739C-4790-A104-60674E595964}"/>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17C2E48D-BA69-4D2C-B5DC-010E05430B3F}"/>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7A7FD6A6-E9B9-412A-9778-6B839038E04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0E245C77-D600-4EA3-B79D-012D84F7605F}"/>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C78229F7-475C-4CF6-A587-D1648D45DEB6}"/>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33EBBE2-4D42-4519-BCA8-C2492E2DC4FA}"/>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628E91EC-0328-4D82-BC31-278E9DA8F80E}"/>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813F32BB-16BD-4D63-9F7A-88C25DB1B52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2046B69D-211C-41C8-AA3A-DE140227A8A1}"/>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937E3FA6-9042-4FAE-9660-F7E3332D1077}"/>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6A7397E4-0D3B-4F4F-AD81-F385D4D897E0}"/>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A4AD0E6-BFF2-402C-BE55-C744B3DD8542}"/>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670107FF-AB20-4F24-9E6D-DA3225ECF3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5A33FDAD-6642-4C82-8444-808869B8982C}"/>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EA6D2CD7-5B9B-4428-B68A-9B588E09B2B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0F14688D-A705-4775-9D01-87DB1D62A7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74721989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F046E238-9536-4DBE-881D-2CC21DF2E3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ADCE20C8-AA02-4315-9056-C91938F6A3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28C26227-0DD5-4801-B11A-ABA8065BE4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50D557D5-F823-40A0-A952-9B9EB46267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05824295-1BE5-4CCD-B2B1-69BD8AC310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B499031B-78AA-4D80-86B5-D08CCD0EA8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88B75D97-588C-4B37-A53D-E53BFCFB5A58}"/>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B3494F46-A569-42A3-89B3-F414F5206807}"/>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271DAFED-1783-497F-BFBD-C80EEC96415D}"/>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B8AB0615-C4BF-4052-B79D-4BA023E87354}"/>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5E1B0610-0360-4E77-8B19-C4B8B004B7DF}"/>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03609A56-67B8-42A6-80E9-C71C9649792F}"/>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BDC6E9E9-5583-457C-B35F-CE2B0A48F933}"/>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23157E5B-C605-4639-A0BF-046CC4D6495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39B4E30A-A927-4BE5-AC05-3C989E2F399F}"/>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8905B1B9-1ECD-41FE-AE85-A4A11CC08AD7}"/>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5380FBF0-439B-43FD-80D6-A081DB15D31D}"/>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CA37197C-5162-482D-BC7F-E8CBD56D2018}"/>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E68D4966-62F4-48D3-B469-F67D266AECC9}"/>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782701E8-D3DB-432A-92D8-83D5CE4A17FC}"/>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9957EE95-6306-4CC0-A074-892F733A801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0726D9D1-BBF3-4A47-9ECB-E975939A727B}"/>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984AF389-20DF-44F5-A17E-3A8D343B9D7D}"/>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20596EF-9CCC-4CEE-8754-030D66DB6B4B}"/>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8B14E8AE-AA0E-46AA-8A18-D8BB53F34F6D}"/>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5D87E636-07AD-4E39-9B16-123F71A6D2C0}"/>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42A1336F-F3EB-4B0B-BA74-AF1208AA8667}"/>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45984555-A300-4EC7-8735-52591B74C746}"/>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397EB661-8A3C-449C-80FE-4D398FBBAF97}"/>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648BC728-28E9-41AB-856B-B7C320694C8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E21E75E0-03AC-4391-AC5D-308DE8AB361B}"/>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84BFA4A1-6013-4435-8F3B-2F5F2187FF95}"/>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1516A355-96D5-4DF9-890E-0194342A1629}"/>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7966AE71-8EA6-4F25-A03A-57A224C3E006}"/>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C6F86FB-5235-4A79-A7D8-10EE7787E8EE}"/>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7E34A5C7-BE66-4723-9B2D-E4079FE3CF8A}"/>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723A26B5-943F-4039-9208-959E56945044}"/>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9E265042-A6FA-4AAC-BBE0-CE6F74C0FFCA}"/>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B67EAC9D-1EE9-476B-B98D-F37875DE56A5}"/>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77A25E6E-4070-46FF-A2B4-45F270F60C7A}"/>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718219E-95FD-4E99-99BC-0BB007101173}"/>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81BB51F2-3C82-4462-973C-88F7BF7257A2}"/>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13AC626D-53B2-42EF-AD56-CEC3033BF2F3}"/>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74F09650-EB0E-4EE5-8997-08103FADA7D4}"/>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E1B0E35A-E2C2-45ED-A798-B37FEC315AA4}"/>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070AF3F8-8957-4770-85B6-2932A78DCB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7403783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1/8 · Delimiters">
            <a:extLst xmlns:a="http://schemas.openxmlformats.org/drawingml/2006/main">
              <a:ext uri="{FF2B5EF4-FFF2-40B4-BE49-F238E27FC236}">
                <a16:creationId xmlns:a16="http://schemas.microsoft.com/office/drawing/2014/main" id="{1A6F9F16-342A-4684-9E6D-4942D300F7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F112E8EE-07F6-4C19-B660-71C625328E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DED0B907-B5FE-4BAE-AA5D-1FFCFE1BAC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573AD3B-ED1B-4512-A275-034AE1E4A6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6FDD2740-14AC-4F59-B110-DB0D030B9D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11C4FC51-7655-403C-A9C3-965A89E19D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언제  로그·명세·요청이 섞여 있을 때">
            <a:extLst xmlns:a="http://schemas.openxmlformats.org/drawingml/2006/main">
              <a:ext uri="{FF2B5EF4-FFF2-40B4-BE49-F238E27FC236}">
                <a16:creationId xmlns:a16="http://schemas.microsoft.com/office/drawing/2014/main" id="{502E2A8F-DC9A-4548-8B90-6B077F6D6B9B}"/>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로그·명세·요청이 섞여 있을 때</a:t>
            </a:r>
          </a:p>
        </p:txBody>
      </p:sp>
      <p:sp>
        <p:nvSpPr>
          <p:cNvPr id="8" name="">
            <a:extLst xmlns:a="http://schemas.openxmlformats.org/drawingml/2006/main">
              <a:ext uri="{FF2B5EF4-FFF2-40B4-BE49-F238E27FC236}">
                <a16:creationId xmlns:a16="http://schemas.microsoft.com/office/drawing/2014/main" id="{EBA65F65-A515-4277-B9F6-714C040C420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A500F244-652B-4F44-86E5-F72ABEABDE5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E62FD8BD-DFA2-4452-ABB6-6A7D9D0A816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6387CB67-A1C5-40A9-8BE8-4E53E1398DB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2" name="따라야 할 요청">
            <a:extLst xmlns:a="http://schemas.openxmlformats.org/drawingml/2006/main">
              <a:ext uri="{FF2B5EF4-FFF2-40B4-BE49-F238E27FC236}">
                <a16:creationId xmlns:a16="http://schemas.microsoft.com/office/drawing/2014/main" id="{0436884D-1021-4DC0-B192-6C0EBBAE89F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3" name="">
            <a:extLst xmlns:a="http://schemas.openxmlformats.org/drawingml/2006/main">
              <a:ext uri="{FF2B5EF4-FFF2-40B4-BE49-F238E27FC236}">
                <a16:creationId xmlns:a16="http://schemas.microsoft.com/office/drawing/2014/main" id="{D1AF74E2-5BB5-46E8-9526-86A9C1B0A16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원인 후보 설명&#10;지금은 읽기 전용">
            <a:extLst xmlns:a="http://schemas.openxmlformats.org/drawingml/2006/main">
              <a:ext uri="{FF2B5EF4-FFF2-40B4-BE49-F238E27FC236}">
                <a16:creationId xmlns:a16="http://schemas.microsoft.com/office/drawing/2014/main" id="{DBF9172E-ABE6-45D0-8225-BA7FBEF9815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5" name="분석할 자료">
            <a:extLst xmlns:a="http://schemas.openxmlformats.org/drawingml/2006/main">
              <a:ext uri="{FF2B5EF4-FFF2-40B4-BE49-F238E27FC236}">
                <a16:creationId xmlns:a16="http://schemas.microsoft.com/office/drawing/2014/main" id="{91253BAD-1955-4D25-8768-AB644C87FF3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6" name="">
            <a:extLst xmlns:a="http://schemas.openxmlformats.org/drawingml/2006/main">
              <a:ext uri="{FF2B5EF4-FFF2-40B4-BE49-F238E27FC236}">
                <a16:creationId xmlns:a16="http://schemas.microsoft.com/office/drawing/2014/main" id="{6B3F103D-A604-457E-9617-D0A2E3CA4CD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명세·로그 예시&#10;새 지시와 구분">
            <a:extLst xmlns:a="http://schemas.openxmlformats.org/drawingml/2006/main">
              <a:ext uri="{FF2B5EF4-FFF2-40B4-BE49-F238E27FC236}">
                <a16:creationId xmlns:a16="http://schemas.microsoft.com/office/drawing/2014/main" id="{102871B9-C8FF-49E4-A14E-ABDB75AEE4D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18" name="제목과 태그로 지시와 분석 자료의 경계를 표시한다.">
            <a:extLst xmlns:a="http://schemas.openxmlformats.org/drawingml/2006/main">
              <a:ext uri="{FF2B5EF4-FFF2-40B4-BE49-F238E27FC236}">
                <a16:creationId xmlns:a16="http://schemas.microsoft.com/office/drawing/2014/main" id="{CBC1D272-AD01-49D4-BA6F-7010C424F77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19" name="Legacy module connection">
            <a:extLst xmlns:a="http://schemas.openxmlformats.org/drawingml/2006/main">
              <a:ext uri="{FF2B5EF4-FFF2-40B4-BE49-F238E27FC236}">
                <a16:creationId xmlns:a16="http://schemas.microsoft.com/office/drawing/2014/main" id="{6D36175E-79F5-45D3-8FDC-DEF03EB47B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657244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2/8 · Few-shot examples">
            <a:extLst xmlns:a="http://schemas.openxmlformats.org/drawingml/2006/main">
              <a:ext uri="{FF2B5EF4-FFF2-40B4-BE49-F238E27FC236}">
                <a16:creationId xmlns:a16="http://schemas.microsoft.com/office/drawing/2014/main" id="{A0818653-2678-4BEB-8905-56C1D2A27D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F45ABCFF-BE2F-4FAB-881A-0F10158EBF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ED476298-F790-4C0D-9729-E5A620F560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03373C47-3678-4184-A08C-516C5A76E9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D8E45ED7-5813-4079-A0BE-51015673F5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778B1F67-6FF4-4331-96C7-602B31D3C1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언제  범위·출력 패턴의 뜻이 엇갈릴 때">
            <a:extLst xmlns:a="http://schemas.openxmlformats.org/drawingml/2006/main">
              <a:ext uri="{FF2B5EF4-FFF2-40B4-BE49-F238E27FC236}">
                <a16:creationId xmlns:a16="http://schemas.microsoft.com/office/drawing/2014/main" id="{91A52E05-E075-43D7-9028-659C0DEDD737}"/>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범위·출력 패턴의 뜻이 엇갈릴 때</a:t>
            </a:r>
          </a:p>
        </p:txBody>
      </p:sp>
      <p:sp>
        <p:nvSpPr>
          <p:cNvPr id="8" name="">
            <a:extLst xmlns:a="http://schemas.openxmlformats.org/drawingml/2006/main">
              <a:ext uri="{FF2B5EF4-FFF2-40B4-BE49-F238E27FC236}">
                <a16:creationId xmlns:a16="http://schemas.microsoft.com/office/drawing/2014/main" id="{AC02EEF6-A107-4465-94DD-F62FFF39E58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FEE197B6-EF14-4664-B932-C958A62EDF4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FE74E590-9CD9-4DC5-AB02-7C983903E58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범위 설명을 아래 형식으로 작성해줘.&#10;입력 {1,2,3,4}에 대한 예시:&#10;[1,3) ⇒ {2,3}">
            <a:extLst xmlns:a="http://schemas.openxmlformats.org/drawingml/2006/main">
              <a:ext uri="{FF2B5EF4-FFF2-40B4-BE49-F238E27FC236}">
                <a16:creationId xmlns:a16="http://schemas.microsoft.com/office/drawing/2014/main" id="{03DA1E1A-150A-4620-AC4D-E7D4496558B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2" name="보여주는 패턴">
            <a:extLst xmlns:a="http://schemas.openxmlformats.org/drawingml/2006/main">
              <a:ext uri="{FF2B5EF4-FFF2-40B4-BE49-F238E27FC236}">
                <a16:creationId xmlns:a16="http://schemas.microsoft.com/office/drawing/2014/main" id="{7DC4CB6B-9800-4B23-926D-5AF134F702B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3" name="">
            <a:extLst xmlns:a="http://schemas.openxmlformats.org/drawingml/2006/main">
              <a:ext uri="{FF2B5EF4-FFF2-40B4-BE49-F238E27FC236}">
                <a16:creationId xmlns:a16="http://schemas.microsoft.com/office/drawing/2014/main" id="{B69BE94B-8ACD-4151-B3E0-9FD33650A9D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범위&#10;포함한 값&#10;결과의 폭">
            <a:extLst xmlns:a="http://schemas.openxmlformats.org/drawingml/2006/main">
              <a:ext uri="{FF2B5EF4-FFF2-40B4-BE49-F238E27FC236}">
                <a16:creationId xmlns:a16="http://schemas.microsoft.com/office/drawing/2014/main" id="{68374748-0F5E-495F-B1F8-0751918740D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5" name="추가할 때">
            <a:extLst xmlns:a="http://schemas.openxmlformats.org/drawingml/2006/main">
              <a:ext uri="{FF2B5EF4-FFF2-40B4-BE49-F238E27FC236}">
                <a16:creationId xmlns:a16="http://schemas.microsoft.com/office/drawing/2014/main" id="{83A96864-B2BB-4397-9339-BF9D4A6BCE9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6" name="">
            <a:extLst xmlns:a="http://schemas.openxmlformats.org/drawingml/2006/main">
              <a:ext uri="{FF2B5EF4-FFF2-40B4-BE49-F238E27FC236}">
                <a16:creationId xmlns:a16="http://schemas.microsoft.com/office/drawing/2014/main" id="{21A0FD2C-281F-40B9-90C3-CB7A817CBDD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설명만으로&#10;의도가 안 맞을 때">
            <a:extLst xmlns:a="http://schemas.openxmlformats.org/drawingml/2006/main">
              <a:ext uri="{FF2B5EF4-FFF2-40B4-BE49-F238E27FC236}">
                <a16:creationId xmlns:a16="http://schemas.microsoft.com/office/drawing/2014/main" id="{A0A7DD5C-06E0-43DF-85C0-595B0D8CEED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18" name="설명만으로 부족할 때 입력과 원하는 결과를 함께 준다.">
            <a:extLst xmlns:a="http://schemas.openxmlformats.org/drawingml/2006/main">
              <a:ext uri="{FF2B5EF4-FFF2-40B4-BE49-F238E27FC236}">
                <a16:creationId xmlns:a16="http://schemas.microsoft.com/office/drawing/2014/main" id="{6E1562A6-30B3-4596-91DE-5FC00F1FE40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19" name="Legacy module connection">
            <a:extLst xmlns:a="http://schemas.openxmlformats.org/drawingml/2006/main">
              <a:ext uri="{FF2B5EF4-FFF2-40B4-BE49-F238E27FC236}">
                <a16:creationId xmlns:a16="http://schemas.microsoft.com/office/drawing/2014/main" id="{388E55AE-31D9-4605-A43F-DA18DCE254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0130311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3/8 · Output format">
            <a:extLst xmlns:a="http://schemas.openxmlformats.org/drawingml/2006/main">
              <a:ext uri="{FF2B5EF4-FFF2-40B4-BE49-F238E27FC236}">
                <a16:creationId xmlns:a16="http://schemas.microsoft.com/office/drawing/2014/main" id="{66646EDF-16D2-44E5-8944-FE93C60A08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44B640B7-1131-40C4-9B57-7DADE64C62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589A6B9A-5338-414F-A7A4-4B53767C96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7ED9D757-0441-471A-A690-AF99E7504B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66614118-8973-4F66-B304-E8BD40F576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C4E129AD-45D9-461D-95FD-4FBA00C5C8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언제  장황한 답을 다시 가공하게 될 때">
            <a:extLst xmlns:a="http://schemas.openxmlformats.org/drawingml/2006/main">
              <a:ext uri="{FF2B5EF4-FFF2-40B4-BE49-F238E27FC236}">
                <a16:creationId xmlns:a16="http://schemas.microsoft.com/office/drawing/2014/main" id="{AC16E1F1-A40A-4F5F-8764-95F4C7EC8C5C}"/>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장황한 답을 다시 가공하게 될 때</a:t>
            </a:r>
          </a:p>
        </p:txBody>
      </p:sp>
      <p:sp>
        <p:nvSpPr>
          <p:cNvPr id="8" name="">
            <a:extLst xmlns:a="http://schemas.openxmlformats.org/drawingml/2006/main">
              <a:ext uri="{FF2B5EF4-FFF2-40B4-BE49-F238E27FC236}">
                <a16:creationId xmlns:a16="http://schemas.microsoft.com/office/drawing/2014/main" id="{1B69A507-1B64-4C5D-BB74-5050FD1DD37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D64CCC3D-AC1F-475E-9952-F6A1F6E1922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B325A653-BD60-4B5C-AD9D-472ABA6B0F9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234C40-8D69-4671-95C1-E1D9C363FA4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2" name="보고할 순서">
            <a:extLst xmlns:a="http://schemas.openxmlformats.org/drawingml/2006/main">
              <a:ext uri="{FF2B5EF4-FFF2-40B4-BE49-F238E27FC236}">
                <a16:creationId xmlns:a16="http://schemas.microsoft.com/office/drawing/2014/main" id="{9DFFE3BB-77C3-4835-93AD-953FBD98B5D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3" name="">
            <a:extLst xmlns:a="http://schemas.openxmlformats.org/drawingml/2006/main">
              <a:ext uri="{FF2B5EF4-FFF2-40B4-BE49-F238E27FC236}">
                <a16:creationId xmlns:a16="http://schemas.microsoft.com/office/drawing/2014/main" id="{17446A47-928C-4609-85F6-8F149617D69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변경 내용&#10;실행한 확인&#10;미확인·남은 결정">
            <a:extLst xmlns:a="http://schemas.openxmlformats.org/drawingml/2006/main">
              <a:ext uri="{FF2B5EF4-FFF2-40B4-BE49-F238E27FC236}">
                <a16:creationId xmlns:a16="http://schemas.microsoft.com/office/drawing/2014/main" id="{3FCA6787-5FFA-4400-B6B4-48E330661AB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5" name="사용할 곳">
            <a:extLst xmlns:a="http://schemas.openxmlformats.org/drawingml/2006/main">
              <a:ext uri="{FF2B5EF4-FFF2-40B4-BE49-F238E27FC236}">
                <a16:creationId xmlns:a16="http://schemas.microsoft.com/office/drawing/2014/main" id="{F3E27850-26A9-4ED5-A0A1-B35B1C894B9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6" name="">
            <a:extLst xmlns:a="http://schemas.openxmlformats.org/drawingml/2006/main">
              <a:ext uri="{FF2B5EF4-FFF2-40B4-BE49-F238E27FC236}">
                <a16:creationId xmlns:a16="http://schemas.microsoft.com/office/drawing/2014/main" id="{DAF273F9-F323-425D-BDE0-2AFB109F8AF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검토·회의·인계&#10;필요한 형태를 지정">
            <a:extLst xmlns:a="http://schemas.openxmlformats.org/drawingml/2006/main">
              <a:ext uri="{FF2B5EF4-FFF2-40B4-BE49-F238E27FC236}">
                <a16:creationId xmlns:a16="http://schemas.microsoft.com/office/drawing/2014/main" id="{4D043F34-302E-463C-9708-67C0883ED46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18" name="받고 싶은 항목과 길이를 요청에 적는다.">
            <a:extLst xmlns:a="http://schemas.openxmlformats.org/drawingml/2006/main">
              <a:ext uri="{FF2B5EF4-FFF2-40B4-BE49-F238E27FC236}">
                <a16:creationId xmlns:a16="http://schemas.microsoft.com/office/drawing/2014/main" id="{52E20039-3380-40A6-8B67-E73FCDDF03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19" name="Legacy module connection">
            <a:extLst xmlns:a="http://schemas.openxmlformats.org/drawingml/2006/main">
              <a:ext uri="{FF2B5EF4-FFF2-40B4-BE49-F238E27FC236}">
                <a16:creationId xmlns:a16="http://schemas.microsoft.com/office/drawing/2014/main" id="{22433E4F-14B2-40E9-AF0F-0CB02A86D4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30432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4/8 · Grounding">
            <a:extLst xmlns:a="http://schemas.openxmlformats.org/drawingml/2006/main">
              <a:ext uri="{FF2B5EF4-FFF2-40B4-BE49-F238E27FC236}">
                <a16:creationId xmlns:a16="http://schemas.microsoft.com/office/drawing/2014/main" id="{93032B75-6D79-476C-AA52-699ECD1B12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40824852-C80B-4CD3-B01D-5F72C0AE58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5258D4F2-F1EB-49BA-A961-17F82D7F8E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084613-6BFE-4DA0-B4E2-5443C72255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E769CB35-58ED-4672-99C2-C4C6316F97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68261E8B-A4CD-42DA-AF4C-485F27BBEE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언제  저장소 설명의 출처를 확인해야 할 때">
            <a:extLst xmlns:a="http://schemas.openxmlformats.org/drawingml/2006/main">
              <a:ext uri="{FF2B5EF4-FFF2-40B4-BE49-F238E27FC236}">
                <a16:creationId xmlns:a16="http://schemas.microsoft.com/office/drawing/2014/main" id="{1F07BDA1-1D6D-4A17-9D76-E26E3B256472}"/>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저장소 설명의 출처를 확인해야 할 때</a:t>
            </a:r>
          </a:p>
        </p:txBody>
      </p:sp>
      <p:sp>
        <p:nvSpPr>
          <p:cNvPr id="8" name="">
            <a:extLst xmlns:a="http://schemas.openxmlformats.org/drawingml/2006/main">
              <a:ext uri="{FF2B5EF4-FFF2-40B4-BE49-F238E27FC236}">
                <a16:creationId xmlns:a16="http://schemas.microsoft.com/office/drawing/2014/main" id="{8EFF7C66-00A4-4E64-AD9C-55E04496D3C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DB224752-0A39-41EA-B22B-CB8A68FAC0F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4C67F477-72E1-41CF-A700-76BD3A00F5A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8DB2D277-5EC6-40B0-8628-09CA9A93BB7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2" name="받아야 할 연결">
            <a:extLst xmlns:a="http://schemas.openxmlformats.org/drawingml/2006/main">
              <a:ext uri="{FF2B5EF4-FFF2-40B4-BE49-F238E27FC236}">
                <a16:creationId xmlns:a16="http://schemas.microsoft.com/office/drawing/2014/main" id="{4DE3A424-DD0F-42C9-99F8-2DAE8A4828F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3" name="">
            <a:extLst xmlns:a="http://schemas.openxmlformats.org/drawingml/2006/main">
              <a:ext uri="{FF2B5EF4-FFF2-40B4-BE49-F238E27FC236}">
                <a16:creationId xmlns:a16="http://schemas.microsoft.com/office/drawing/2014/main" id="{6A56B464-82D7-4660-B1B3-9E27EEDF6A4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주장과 자료 위치&#10;확인과 추정의 구분">
            <a:extLst xmlns:a="http://schemas.openxmlformats.org/drawingml/2006/main">
              <a:ext uri="{FF2B5EF4-FFF2-40B4-BE49-F238E27FC236}">
                <a16:creationId xmlns:a16="http://schemas.microsoft.com/office/drawing/2014/main" id="{76511FD7-5018-4306-A91A-1DCBD6E076C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5" name="다시 확인할 것">
            <a:extLst xmlns:a="http://schemas.openxmlformats.org/drawingml/2006/main">
              <a:ext uri="{FF2B5EF4-FFF2-40B4-BE49-F238E27FC236}">
                <a16:creationId xmlns:a16="http://schemas.microsoft.com/office/drawing/2014/main" id="{39DBFFFA-82E3-41F3-9C9A-6C00563EF65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6" name="">
            <a:extLst xmlns:a="http://schemas.openxmlformats.org/drawingml/2006/main">
              <a:ext uri="{FF2B5EF4-FFF2-40B4-BE49-F238E27FC236}">
                <a16:creationId xmlns:a16="http://schemas.microsoft.com/office/drawing/2014/main" id="{39FFDA72-064C-4617-9A77-813CC10EE6B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인용한 위치에&#10;실제 근거가 있나?">
            <a:extLst xmlns:a="http://schemas.openxmlformats.org/drawingml/2006/main">
              <a:ext uri="{FF2B5EF4-FFF2-40B4-BE49-F238E27FC236}">
                <a16:creationId xmlns:a16="http://schemas.microsoft.com/office/drawing/2014/main" id="{860AFABA-6F41-47C6-8E87-607E9E737F8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18" name="결론에 자료 위치를 붙이고, 확인하지 못한 것은 남긴다.">
            <a:extLst xmlns:a="http://schemas.openxmlformats.org/drawingml/2006/main">
              <a:ext uri="{FF2B5EF4-FFF2-40B4-BE49-F238E27FC236}">
                <a16:creationId xmlns:a16="http://schemas.microsoft.com/office/drawing/2014/main" id="{36B72C26-D8B4-4C56-ACF3-A3D15A7BB76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19" name="Legacy module connection">
            <a:extLst xmlns:a="http://schemas.openxmlformats.org/drawingml/2006/main">
              <a:ext uri="{FF2B5EF4-FFF2-40B4-BE49-F238E27FC236}">
                <a16:creationId xmlns:a16="http://schemas.microsoft.com/office/drawing/2014/main" id="{C132EB94-0CFD-44EB-9AE6-62310B32AE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27144358"/>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5/8 · Clarification">
            <a:extLst xmlns:a="http://schemas.openxmlformats.org/drawingml/2006/main">
              <a:ext uri="{FF2B5EF4-FFF2-40B4-BE49-F238E27FC236}">
                <a16:creationId xmlns:a16="http://schemas.microsoft.com/office/drawing/2014/main" id="{7038ADE6-35CA-4A35-A9EE-8B724254A4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6FA7458B-0B2A-4277-80CC-5808657D38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0E7800C4-A800-46D3-A8B9-7A931F9A19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89575B6B-33DB-429D-8E2E-DD4C3AC679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36022A63-1F9A-4136-B134-04C4670028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802B91E4-6658-4A90-BD85-B69D712288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언제  정책을 사람이 선택해야 할 때">
            <a:extLst xmlns:a="http://schemas.openxmlformats.org/drawingml/2006/main">
              <a:ext uri="{FF2B5EF4-FFF2-40B4-BE49-F238E27FC236}">
                <a16:creationId xmlns:a16="http://schemas.microsoft.com/office/drawing/2014/main" id="{0B74D283-EF10-4DDE-B0A0-9538D2B41932}"/>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정책을 사람이 선택해야 할 때</a:t>
            </a:r>
          </a:p>
        </p:txBody>
      </p:sp>
      <p:sp>
        <p:nvSpPr>
          <p:cNvPr id="8" name="">
            <a:extLst xmlns:a="http://schemas.openxmlformats.org/drawingml/2006/main">
              <a:ext uri="{FF2B5EF4-FFF2-40B4-BE49-F238E27FC236}">
                <a16:creationId xmlns:a16="http://schemas.microsoft.com/office/drawing/2014/main" id="{DE6F7276-79D1-41B9-AF13-B0D620EE29A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E3E438C6-2397-4BF3-8A68-C4508B8826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D7469599-5C81-4A0C-AECF-F3741A7DE1B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7EF28493-D031-46AB-BAB1-FF369098BCB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2" name="저장소에 답이 있다">
            <a:extLst xmlns:a="http://schemas.openxmlformats.org/drawingml/2006/main">
              <a:ext uri="{FF2B5EF4-FFF2-40B4-BE49-F238E27FC236}">
                <a16:creationId xmlns:a16="http://schemas.microsoft.com/office/drawing/2014/main" id="{6821AF4F-F6E0-461A-B898-44888868029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3" name="">
            <a:extLst xmlns:a="http://schemas.openxmlformats.org/drawingml/2006/main">
              <a:ext uri="{FF2B5EF4-FFF2-40B4-BE49-F238E27FC236}">
                <a16:creationId xmlns:a16="http://schemas.microsoft.com/office/drawing/2014/main" id="{06CBFD97-C16C-4292-A103-EC462152136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조사하고&#10;근거를 보고">
            <a:extLst xmlns:a="http://schemas.openxmlformats.org/drawingml/2006/main">
              <a:ext uri="{FF2B5EF4-FFF2-40B4-BE49-F238E27FC236}">
                <a16:creationId xmlns:a16="http://schemas.microsoft.com/office/drawing/2014/main" id="{A0849943-A882-4356-8433-7AF466D705F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5" name="정책 선택이 남았다">
            <a:extLst xmlns:a="http://schemas.openxmlformats.org/drawingml/2006/main">
              <a:ext uri="{FF2B5EF4-FFF2-40B4-BE49-F238E27FC236}">
                <a16:creationId xmlns:a16="http://schemas.microsoft.com/office/drawing/2014/main" id="{49C46E1A-3D91-45B7-B96C-5F3C2BCAC3C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6" name="">
            <a:extLst xmlns:a="http://schemas.openxmlformats.org/drawingml/2006/main">
              <a:ext uri="{FF2B5EF4-FFF2-40B4-BE49-F238E27FC236}">
                <a16:creationId xmlns:a16="http://schemas.microsoft.com/office/drawing/2014/main" id="{03D63968-C03D-41CD-B871-A7F9963677E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영향을 설명하고&#10;사람에게 질문">
            <a:extLst xmlns:a="http://schemas.openxmlformats.org/drawingml/2006/main">
              <a:ext uri="{FF2B5EF4-FFF2-40B4-BE49-F238E27FC236}">
                <a16:creationId xmlns:a16="http://schemas.microsoft.com/office/drawing/2014/main" id="{BA0CEBC0-89D0-4E08-9A1A-CF478ADB763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18" name="조사할 사실과 답을 받아야 할 결정을 구분한다.">
            <a:extLst xmlns:a="http://schemas.openxmlformats.org/drawingml/2006/main">
              <a:ext uri="{FF2B5EF4-FFF2-40B4-BE49-F238E27FC236}">
                <a16:creationId xmlns:a16="http://schemas.microsoft.com/office/drawing/2014/main" id="{FCC94D8D-DE1C-4963-A23C-6B0D1B7CC61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19" name="Legacy module connection">
            <a:extLst xmlns:a="http://schemas.openxmlformats.org/drawingml/2006/main">
              <a:ext uri="{FF2B5EF4-FFF2-40B4-BE49-F238E27FC236}">
                <a16:creationId xmlns:a16="http://schemas.microsoft.com/office/drawing/2014/main" id="{10D1D14E-4813-4363-97A5-290B22079B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124407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6/8 · Task decomposition">
            <a:extLst xmlns:a="http://schemas.openxmlformats.org/drawingml/2006/main">
              <a:ext uri="{FF2B5EF4-FFF2-40B4-BE49-F238E27FC236}">
                <a16:creationId xmlns:a16="http://schemas.microsoft.com/office/drawing/2014/main" id="{44C18076-7238-47DF-82AF-3E725A4E71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A3F04F45-8E94-4BAD-B316-CC65F87450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29F972FF-CC0B-4FA5-A9A9-0EA66356B1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EA96A50-E635-4696-BEAD-214E8191F0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6409CE57-B657-478A-9546-0F20464DE5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3409DAFD-42FF-4438-B43E-CFE124A059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언제  조사 결과에 따라 구현 범위가 달라질 때">
            <a:extLst xmlns:a="http://schemas.openxmlformats.org/drawingml/2006/main">
              <a:ext uri="{FF2B5EF4-FFF2-40B4-BE49-F238E27FC236}">
                <a16:creationId xmlns:a16="http://schemas.microsoft.com/office/drawing/2014/main" id="{53578F6C-233A-4BA0-80C7-BD7AD9F94C8D}"/>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조사 결과에 따라 구현 범위가 달라질 때</a:t>
            </a:r>
          </a:p>
        </p:txBody>
      </p:sp>
      <p:sp>
        <p:nvSpPr>
          <p:cNvPr id="8" name="">
            <a:extLst xmlns:a="http://schemas.openxmlformats.org/drawingml/2006/main">
              <a:ext uri="{FF2B5EF4-FFF2-40B4-BE49-F238E27FC236}">
                <a16:creationId xmlns:a16="http://schemas.microsoft.com/office/drawing/2014/main" id="{6B3F5A80-D5BB-49A8-8C58-E5709B6D7D2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3F69D9B3-29B7-4EB4-8E57-1915C13CFAB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1D23B81B-2187-4F2D-B73D-833001AB746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981B147F-F252-40C4-910D-1A3F7BAC4F9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2" name="첫 요청의 결과">
            <a:extLst xmlns:a="http://schemas.openxmlformats.org/drawingml/2006/main">
              <a:ext uri="{FF2B5EF4-FFF2-40B4-BE49-F238E27FC236}">
                <a16:creationId xmlns:a16="http://schemas.microsoft.com/office/drawing/2014/main" id="{568C89A2-AEE9-4E8C-9D6F-15C1A99DF37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3" name="">
            <a:extLst xmlns:a="http://schemas.openxmlformats.org/drawingml/2006/main">
              <a:ext uri="{FF2B5EF4-FFF2-40B4-BE49-F238E27FC236}">
                <a16:creationId xmlns:a16="http://schemas.microsoft.com/office/drawing/2014/main" id="{C511FAED-F661-4BED-8BC2-55C6D37C31C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현재 전달 경로&#10;변경 후보·미확인">
            <a:extLst xmlns:a="http://schemas.openxmlformats.org/drawingml/2006/main">
              <a:ext uri="{FF2B5EF4-FFF2-40B4-BE49-F238E27FC236}">
                <a16:creationId xmlns:a16="http://schemas.microsoft.com/office/drawing/2014/main" id="{BC068963-6DF7-4982-8D9C-3250B7F9CF7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5" name="다음 요청의 범위">
            <a:extLst xmlns:a="http://schemas.openxmlformats.org/drawingml/2006/main">
              <a:ext uri="{FF2B5EF4-FFF2-40B4-BE49-F238E27FC236}">
                <a16:creationId xmlns:a16="http://schemas.microsoft.com/office/drawing/2014/main" id="{28A53839-2C97-4190-9426-C6233FED3C7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6" name="">
            <a:extLst xmlns:a="http://schemas.openxmlformats.org/drawingml/2006/main">
              <a:ext uri="{FF2B5EF4-FFF2-40B4-BE49-F238E27FC236}">
                <a16:creationId xmlns:a16="http://schemas.microsoft.com/office/drawing/2014/main" id="{DEAD3FFF-18F2-4A4E-B579-93EAD776AE5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선택한 경로에서&#10;한 부분만 구현">
            <a:extLst xmlns:a="http://schemas.openxmlformats.org/drawingml/2006/main">
              <a:ext uri="{FF2B5EF4-FFF2-40B4-BE49-F238E27FC236}">
                <a16:creationId xmlns:a16="http://schemas.microsoft.com/office/drawing/2014/main" id="{E6112057-65A0-4E55-BDDF-2C223BAFA26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18" name="다음 결정을 할 수 있는 작은 결과부터 요청한다.">
            <a:extLst xmlns:a="http://schemas.openxmlformats.org/drawingml/2006/main">
              <a:ext uri="{FF2B5EF4-FFF2-40B4-BE49-F238E27FC236}">
                <a16:creationId xmlns:a16="http://schemas.microsoft.com/office/drawing/2014/main" id="{48CAC22F-C640-4B83-823F-D83AC434FE0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19" name="Legacy module connection">
            <a:extLst xmlns:a="http://schemas.openxmlformats.org/drawingml/2006/main">
              <a:ext uri="{FF2B5EF4-FFF2-40B4-BE49-F238E27FC236}">
                <a16:creationId xmlns:a16="http://schemas.microsoft.com/office/drawing/2014/main" id="{D5DD8CA0-270E-44C9-853B-E735371B79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74640015"/>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7/8 · Criteria-focused review">
            <a:extLst xmlns:a="http://schemas.openxmlformats.org/drawingml/2006/main">
              <a:ext uri="{FF2B5EF4-FFF2-40B4-BE49-F238E27FC236}">
                <a16:creationId xmlns:a16="http://schemas.microsoft.com/office/drawing/2014/main" id="{C8C94C8A-A83E-415D-8897-62C8D026CB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13AD74C7-A7F6-44E2-9AF1-958EC04BA5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6C095B90-7FA5-426B-B346-4032A228C7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DE2993E-E703-4A35-A1DD-558194FE0C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07A4C63A-D19D-43C9-8EEC-E816B4DAD1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09A05F98-2B76-4FBA-8828-9DD5CDA0A2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언제  “검토해줘”의 범위를 분명히 할 때">
            <a:extLst xmlns:a="http://schemas.openxmlformats.org/drawingml/2006/main">
              <a:ext uri="{FF2B5EF4-FFF2-40B4-BE49-F238E27FC236}">
                <a16:creationId xmlns:a16="http://schemas.microsoft.com/office/drawing/2014/main" id="{C017293D-1FC9-4757-9193-5FFB6CE92719}"/>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“검토해줘”의 범위를 분명히 할 때</a:t>
            </a:r>
          </a:p>
        </p:txBody>
      </p:sp>
      <p:sp>
        <p:nvSpPr>
          <p:cNvPr id="8" name="">
            <a:extLst xmlns:a="http://schemas.openxmlformats.org/drawingml/2006/main">
              <a:ext uri="{FF2B5EF4-FFF2-40B4-BE49-F238E27FC236}">
                <a16:creationId xmlns:a16="http://schemas.microsoft.com/office/drawing/2014/main" id="{3AED4A4A-9802-4B63-AD8D-3B1BDCA5524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0A059793-7B40-4AB4-9C2D-6F86C6BC845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F256A12B-3C5B-4CC7-9AAD-7D195B7FF0F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217CB836-5C38-46F4-87C7-C1AC98C0D0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2" name="역할은 검토 관점">
            <a:extLst xmlns:a="http://schemas.openxmlformats.org/drawingml/2006/main">
              <a:ext uri="{FF2B5EF4-FFF2-40B4-BE49-F238E27FC236}">
                <a16:creationId xmlns:a16="http://schemas.microsoft.com/office/drawing/2014/main" id="{784295F9-BB6F-4904-9706-2CB627AD94D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3" name="">
            <a:extLst xmlns:a="http://schemas.openxmlformats.org/drawingml/2006/main">
              <a:ext uri="{FF2B5EF4-FFF2-40B4-BE49-F238E27FC236}">
                <a16:creationId xmlns:a16="http://schemas.microsoft.com/office/drawing/2014/main" id="{8589CF68-2731-4620-87CA-05391D742AA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토할 문제를&#10;구체적으로 지정">
            <a:extLst xmlns:a="http://schemas.openxmlformats.org/drawingml/2006/main">
              <a:ext uri="{FF2B5EF4-FFF2-40B4-BE49-F238E27FC236}">
                <a16:creationId xmlns:a16="http://schemas.microsoft.com/office/drawing/2014/main" id="{EDEEF6D3-A9FF-4582-BB6A-AC3ACEF8EEC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5" name="리뷰 항목의 형태">
            <a:extLst xmlns:a="http://schemas.openxmlformats.org/drawingml/2006/main">
              <a:ext uri="{FF2B5EF4-FFF2-40B4-BE49-F238E27FC236}">
                <a16:creationId xmlns:a16="http://schemas.microsoft.com/office/drawing/2014/main" id="{037E028C-21B2-445E-B948-9744C3A2821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6" name="">
            <a:extLst xmlns:a="http://schemas.openxmlformats.org/drawingml/2006/main">
              <a:ext uri="{FF2B5EF4-FFF2-40B4-BE49-F238E27FC236}">
                <a16:creationId xmlns:a16="http://schemas.microsoft.com/office/drawing/2014/main" id="{71BC7BC2-28E5-4785-80F7-B32CAC762EE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위치·기준·영향&#10;수정 제안과 근거">
            <a:extLst xmlns:a="http://schemas.openxmlformats.org/drawingml/2006/main">
              <a:ext uri="{FF2B5EF4-FFF2-40B4-BE49-F238E27FC236}">
                <a16:creationId xmlns:a16="http://schemas.microsoft.com/office/drawing/2014/main" id="{09B34AFA-9E6F-4A51-BBD5-EDF47716F48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18" name="무엇을 찾을지와 어떤 근거로 보고할지를 지정한다.">
            <a:extLst xmlns:a="http://schemas.openxmlformats.org/drawingml/2006/main">
              <a:ext uri="{FF2B5EF4-FFF2-40B4-BE49-F238E27FC236}">
                <a16:creationId xmlns:a16="http://schemas.microsoft.com/office/drawing/2014/main" id="{F75CD14F-C4D4-460B-9866-C5B9CCBC80B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19" name="Legacy module connection">
            <a:extLst xmlns:a="http://schemas.openxmlformats.org/drawingml/2006/main">
              <a:ext uri="{FF2B5EF4-FFF2-40B4-BE49-F238E27FC236}">
                <a16:creationId xmlns:a16="http://schemas.microsoft.com/office/drawing/2014/main" id="{6F18C3AA-7AB5-45B4-8593-D02A53201E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626175"/>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 문장 도구 8/8 · Iterative refinement">
            <a:extLst xmlns:a="http://schemas.openxmlformats.org/drawingml/2006/main">
              <a:ext uri="{FF2B5EF4-FFF2-40B4-BE49-F238E27FC236}">
                <a16:creationId xmlns:a16="http://schemas.microsoft.com/office/drawing/2014/main" id="{C0266CE1-E83A-499A-94F1-30E48FEDEF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40F9C63B-D890-42F7-B7C1-3589234D09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EC6C5D81-A87E-4973-98E7-B7CFA91AD9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002CF7FC-A9E7-4679-9CB3-F58FB6AAFD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07D1674F-761C-4FAB-9E94-B57F0AC4DB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BC685D11-97FE-4BC1-9DD3-8ABDC7BF84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언제  첫 제안의 일부가 의도와 다를 때">
            <a:extLst xmlns:a="http://schemas.openxmlformats.org/drawingml/2006/main">
              <a:ext uri="{FF2B5EF4-FFF2-40B4-BE49-F238E27FC236}">
                <a16:creationId xmlns:a16="http://schemas.microsoft.com/office/drawing/2014/main" id="{4988FD6A-60D0-4236-9D1E-3090D969CB04}"/>
              </a:ext>
            </a:extLst>
          </p:cNvPr>
          <p:cNvSpPr>
            <a:spLocks xmlns:a="http://schemas.openxmlformats.org/drawingml/2006/main" noGrp="1"/>
          </p:cNvSpPr>
          <p:nvPr/>
        </p:nvSpPr>
        <p:spPr>
          <a:xfrm xmlns:a="http://schemas.openxmlformats.org/drawingml/2006/main">
            <a:off x="609600" y="1619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언제  첫 제안의 일부가 의도와 다를 때</a:t>
            </a:r>
          </a:p>
        </p:txBody>
      </p:sp>
      <p:sp>
        <p:nvSpPr>
          <p:cNvPr id="8" name="">
            <a:extLst xmlns:a="http://schemas.openxmlformats.org/drawingml/2006/main">
              <a:ext uri="{FF2B5EF4-FFF2-40B4-BE49-F238E27FC236}">
                <a16:creationId xmlns:a16="http://schemas.microsoft.com/office/drawing/2014/main" id="{ECB12CD2-1211-4B6D-A151-3CA70FE6242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예시 · 교육용 구성">
            <a:extLst xmlns:a="http://schemas.openxmlformats.org/drawingml/2006/main">
              <a:ext uri="{FF2B5EF4-FFF2-40B4-BE49-F238E27FC236}">
                <a16:creationId xmlns:a16="http://schemas.microsoft.com/office/drawing/2014/main" id="{55781F8C-B2B2-4D27-A2B1-CFED379D4F0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0" name="">
            <a:extLst xmlns:a="http://schemas.openxmlformats.org/drawingml/2006/main">
              <a:ext uri="{FF2B5EF4-FFF2-40B4-BE49-F238E27FC236}">
                <a16:creationId xmlns:a16="http://schemas.microsoft.com/office/drawing/2014/main" id="{6229E45B-95F9-490B-AD13-DB828A37E57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BCC54C55-C5DA-40B6-97A1-7EF17270507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2" name="피드백에 담을 것">
            <a:extLst xmlns:a="http://schemas.openxmlformats.org/drawingml/2006/main">
              <a:ext uri="{FF2B5EF4-FFF2-40B4-BE49-F238E27FC236}">
                <a16:creationId xmlns:a16="http://schemas.microsoft.com/office/drawing/2014/main" id="{C2E3863B-E73B-429D-BC7F-EA957CBF0E2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3" name="">
            <a:extLst xmlns:a="http://schemas.openxmlformats.org/drawingml/2006/main">
              <a:ext uri="{FF2B5EF4-FFF2-40B4-BE49-F238E27FC236}">
                <a16:creationId xmlns:a16="http://schemas.microsoft.com/office/drawing/2014/main" id="{BDE09894-562C-46F1-ADA4-F4208333773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틀린 지점과 근거&#10;원하는 변경&#10;유지할 조건">
            <a:extLst xmlns:a="http://schemas.openxmlformats.org/drawingml/2006/main">
              <a:ext uri="{FF2B5EF4-FFF2-40B4-BE49-F238E27FC236}">
                <a16:creationId xmlns:a16="http://schemas.microsoft.com/office/drawing/2014/main" id="{800ECFDC-2BCF-4B3D-9516-CB223DC1D09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5" name="남는 질문">
            <a:extLst xmlns:a="http://schemas.openxmlformats.org/drawingml/2006/main">
              <a:ext uri="{FF2B5EF4-FFF2-40B4-BE49-F238E27FC236}">
                <a16:creationId xmlns:a16="http://schemas.microsoft.com/office/drawing/2014/main" id="{728DC3EE-6C6C-414F-9C10-A2FE780E2F5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6" name="">
            <a:extLst xmlns:a="http://schemas.openxmlformats.org/drawingml/2006/main">
              <a:ext uri="{FF2B5EF4-FFF2-40B4-BE49-F238E27FC236}">
                <a16:creationId xmlns:a16="http://schemas.microsoft.com/office/drawing/2014/main" id="{5C0FCE97-ADE7-4469-9066-3D0C3FFC62C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다음 작업에도&#10;같은 조건을 쓴다면?">
            <a:extLst xmlns:a="http://schemas.openxmlformats.org/drawingml/2006/main">
              <a:ext uri="{FF2B5EF4-FFF2-40B4-BE49-F238E27FC236}">
                <a16:creationId xmlns:a16="http://schemas.microsoft.com/office/drawing/2014/main" id="{A1D98D1C-34F9-4BF6-A907-E79E9D2E549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18" name="어긋난 지점과 원하는 변경, 유지할 조건을 적는다.">
            <a:extLst xmlns:a="http://schemas.openxmlformats.org/drawingml/2006/main">
              <a:ext uri="{FF2B5EF4-FFF2-40B4-BE49-F238E27FC236}">
                <a16:creationId xmlns:a16="http://schemas.microsoft.com/office/drawing/2014/main" id="{F8C846F5-CC5E-4CCF-91B8-D1975D3F53C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19" name="Legacy module connection">
            <a:extLst xmlns:a="http://schemas.openxmlformats.org/drawingml/2006/main">
              <a:ext uri="{FF2B5EF4-FFF2-40B4-BE49-F238E27FC236}">
                <a16:creationId xmlns:a16="http://schemas.microsoft.com/office/drawing/2014/main" id="{D2DC1BF3-F9A7-499B-A3A4-B0D1C96FFD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3474878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50EBC76A-A572-4E11-9DAE-F2DEF039C0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B802718D-4B7F-47A3-92D1-D55A2F88AD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C2001057-EAC9-4A59-A810-BC1331ADE2C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FFF379ED-3C39-40AA-8E5F-F7DFF0F62C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D68C850D-9CA0-46E8-8EF4-826500AB90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3BF6A76C-3DC6-427E-8726-33DA08C5E7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2C91E64F-75DB-40E5-A890-FB5EA11A61A9}"/>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AB93697B-0859-4C7B-B16D-84ADA20B6CAF}"/>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524D5D29-A59B-4965-8BAC-9E9A4508E79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B476B4EE-D38A-4035-8CB8-CCA917E78E3C}"/>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F956D429-015C-4726-A4A7-FAC2D0B36BD7}"/>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1B957ADD-42B3-493B-859F-86715AC89AD3}"/>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BBDDE7E5-0215-41F5-AA36-A01932315E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652381"/>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2DD3D16-7EE0-48AA-B6C2-47C9D119F8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A79E4AA5-F6E2-4DC8-ABB2-26E2AA3219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6658EAE7-DB48-45DB-B8F2-3E9D29483C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EC87DA9-D610-4E14-9E89-3D622E1BFA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7489131C-9373-4254-961A-FB3DEB500E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4AC3C829-9ACA-49DA-BA02-425205D982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81990B7C-E7EB-4F95-BA0D-D9965B6E97C5}"/>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1B87F7A-05BD-4EE0-A169-6DB0D9C7233B}"/>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907A6C83-46D9-4420-A96A-8B8A7628157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4B7A562A-A78F-47E9-B6DF-8C19C3E34AB7}"/>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D46E50CF-52E0-4DA7-8918-9E7E525E479E}"/>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850C3806-C30B-4E1D-A97D-5D9767EAD52D}"/>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BC22B7C1-3E14-411F-9559-E6DAD989DE19}"/>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6CEACC3E-158B-4418-9C6E-A0D6395CBF8E}"/>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A9E13380-7B4A-4A99-B58B-7C9262D410A2}"/>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3226A11C-C4F3-43E2-A7E4-86A9E66F6F28}"/>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C79AD5E8-DF2F-4817-A54F-5D1FD50A69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13344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2026-10-21T14:03:15.8050000Z</dcterms:created>
  <dcterms:modified xsi:type="dcterms:W3CDTF">2026-10-21T14:03:15.8050000Z</dcterms:modified>
</coreProperties>
</file>