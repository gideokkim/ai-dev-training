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6B59397-1DD6-4B2E-AE4A-C1489303E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14B4FB34-3D8E-4018-ACA7-66889035B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A73DA06F-B5F6-4479-B691-03E17B7EB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12B6947-B5F3-463B-A96B-A518397AD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EFFD97E-E50C-450F-BE0A-C7B6B0E6F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D97D85A7-BDD1-43D2-8E77-920E576517C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3FEEE-68F0-4D0C-9EE8-FB052A29577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3B8974A-1215-4F5F-9333-E9D7B2663B9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65F6F6F-198B-4822-B9C1-7B552906FF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24FB57F-613C-4299-9102-90C07BCD550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2C77D2A-9195-407B-B994-FB60FD2A148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FCAAE0-B6EA-4B12-9CB0-3660FCC49F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871E4D-1E9F-4774-A87E-005F1131535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67AE3C-1A65-43BF-AD70-176E7567C9F6}"/>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696EFC4-576E-4D70-8E61-FF6E4E576A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E4DC17-5624-41AE-A71C-0FE10820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09B32E6-0514-478B-BEC7-CF6C4DA4B57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22BE895-40AE-4CE2-9637-BB96F18982C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6156628-DF12-47A4-9507-8EE1CCCDFC6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E1B927-8B79-4819-9DD9-663539BDE0D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9200CED-FA3B-4C1E-B462-7490673E256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9B62919-FD1D-41F4-ADEE-D72A0505DA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A3C1D05-6E6E-4674-A062-E6952C811F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1DDAF87-4DCB-4C64-8CAA-C4070E38461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6F9311-F699-4442-B2DC-F1EF6FAB2E5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06535AF-9AEC-406A-8EE0-3849A20E4B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84E271-AC7C-45C2-AFDB-3233C91BA2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68621D-6EE2-4A22-9333-958550E12C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1DF5AE6-1B6E-40F1-98D6-94B8C95CAD4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460EE30-2687-45FA-B1C8-F2D7B17D412B}"/>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C018BB-CE4D-4B79-BE82-019757F70E1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9FCBBA-3F0F-4D9F-BC20-37CF4B1052FF}"/>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C8C828-1C54-4335-B508-69E47181A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D9A17F-5A45-40AF-A745-5B2E64A52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414BF10-0279-417B-9BA4-2A0C42C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10A0722C-C505-4ECF-9BD2-4AB69D94F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2A931DC-D1F1-4DD5-8CF3-2AF30EA0D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D79DBAB-5271-4181-9480-A7C7E62E7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C10D6B5C-D491-45C9-95C3-FC52F00399B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69720BB-B05A-43F2-8117-1E0515C38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EA1F46-5F42-4CEE-89B8-96FF937686B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9903BB-3A76-46EB-B09A-A664E807446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1860AB6-EE45-45DF-B7A9-08FE71951AF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263915B-517E-4C0C-A2EF-1C2D7AC8730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512A4F-840D-459E-81D2-6DB9CE0DD16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BADB87-37A1-43E9-A1FF-3B374BD84FF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C7BB414-AB13-4723-B6B3-E97591B2201B}"/>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51ED93-DFAF-403D-B240-04FA01CC19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078E1FE-31DA-4754-A793-435DD000EE0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05578FE-5F9A-4206-BF1E-EB3809F8083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7F9492-87EA-4C20-934A-CC2A3EA387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842140-1B0D-4B06-94A0-D9238FCB7D1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64D7F53-AC42-4CB0-ADC5-2BFA93B1C93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D2DC62C-8ECB-4910-BBC7-D2A64F5514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6752317-4A73-4A85-8808-ABF6399268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B795A609-F584-4DCA-8572-EC7C8406623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2B5B6D1-0868-45BB-BE58-D1F11B2445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BA9608A-EFC6-4FF8-956F-A9757E01EFD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437DA19-6796-4DC5-9669-2197406C9BF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F157ED-4935-446C-9BBB-1D11F53FAD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66F11C-6DB9-4E6E-B4A3-19846BABC3A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E2F0A11-F120-4C96-893A-89DF6D641E3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835FF6-8559-4DD3-8FA2-2380E12743C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0136F11-5C52-4248-B718-F4F68B39F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3BE5C38-672C-4BBA-9B13-17C77ECDE21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6EFA654-DB22-4D20-88B0-CB42EC7B8D3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07F2DA-3C0A-4727-9DF5-DECD1F05F0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096D422-0CEB-45E9-BDC6-8DC327634C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613223-A84C-461B-B593-725C846E8E3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C2C9AD-7F4E-440B-A5DD-395DF9B26CD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27BB7A-01E6-4E44-9755-17C40987657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656292-B04E-455C-A792-419310CBB9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6963D65-0209-458F-88FF-01916779F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1A8C0C-4496-46FF-B019-F072C5276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EF91FB69-AD39-497A-BCFD-8ACD356F70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F05D24C4-B45F-4541-93A7-38922A5B8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8325BA-435D-4C3E-99B3-A28CBE103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FE20F1A-9B05-40B0-9F13-BF241D16A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401D73F8-9DB5-4A13-B4B5-F91617D1D98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5DF728-9CB9-4F17-A929-57810EA7C40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073796A-5E34-43D9-8E1D-9EA515634AA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957591B-6CCD-46F1-B933-AF2CECB7C24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516432B-E4AA-4E9C-B382-94982D6EA17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3E84A0E-7A94-4D12-9333-93266953A15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F9E2059-DC69-42AA-B4B0-311C81B268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BB70944-7638-422C-91D9-9B5DA574408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0A4974D-DACD-4F7C-8BC9-587924F4ADC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90BD37-1DE6-49B0-BEA7-123F612BC71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B60E06-39C8-4603-B963-E269165C123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616AEB-4E3F-4FE2-A944-FBF61C6F9E7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6741DF-741D-45BC-B440-B221364C4CE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64CB44F-497A-4685-8885-F98660664F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E896307-30BF-4FA2-AC16-7E0893B9B9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770AF0E-9A2F-4C72-9F6C-D6DF853387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9685D5-219B-4106-AD6B-E5CC770AC13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66BEB1D-C5EB-4BC2-AA39-4F6C0977651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2B218F6-DF91-4127-9C89-B16A5A2BB64B}"/>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0AE5188-1F43-4E8C-863B-5A952ACD4C6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D19C42A-75E0-4EE9-8B23-4F34FB9C9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149A188-AB3A-490E-BB61-4BB6605DC14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B1B3144-FEBF-4055-B647-6B2B942A6E3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BAB1AE3-39A9-41D0-8156-A20D36EF78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E782F3B-2B6C-4034-A0B2-84A1917F4FE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DB461B-FD42-47B9-949B-2B6856B78AA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C871AB8-9A8A-44C0-9C4D-3C9EEBB830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0F17173-C485-4EC7-B08E-02D81F0295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AE7D4BE-3072-4109-9C99-5A085C1285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AC48172-F68D-4B1F-B7E5-DB935265C83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1405D2-EBBB-406F-9554-4C7BC57D1F8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2885B39-E79B-4C4D-AE5C-1FFA73D8DD9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D8057B0-9F73-4183-8506-2B1B93F1586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FC6CC70-1B70-4DA1-BCF3-3731B5FA024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BBF82ED-1EAC-4C8A-B570-6760DEB85F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7550ED0-BF93-418A-8F53-F1680CA77A7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8D1E0D2-3CB3-48D9-AEDE-D0E23948659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142D6C4-FE7E-4896-90EA-D6608393F6F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2B33E-DD08-4DCB-905C-DF215803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