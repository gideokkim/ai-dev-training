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257ebf61d3a4ed0" /><Relationship Type="http://schemas.openxmlformats.org/officeDocument/2006/relationships/extended-properties" Target="/docProps/app.xml" Id="R4bce1ca46780482c" /><Relationship Type="http://schemas.openxmlformats.org/officeDocument/2006/relationships/officeDocument" Target="/ppt/presentation.xml" Id="Rdfa4d76ddbe74f69" /></Relationships>
</file>

<file path=ppt/presentation.xml><?xml version="1.0" encoding="utf-8"?>
<p:presentation xmlns:p="http://schemas.openxmlformats.org/presentationml/2006/main">
  <p:sldMasterIdLst>
    <p:sldMasterId xmlns:r="http://schemas.openxmlformats.org/officeDocument/2006/relationships" id="2147483648" r:id="R6a90b2c1a7484d1c"/>
  </p:sldMasterIdLst>
  <p:notesMasterIdLst>
    <p:notesMasterId xmlns:r="http://schemas.openxmlformats.org/officeDocument/2006/relationships" r:id="R204b022658314904"/>
  </p:notesMasterIdLst>
  <p:sldIdLst>
    <p:sldId xmlns:r="http://schemas.openxmlformats.org/officeDocument/2006/relationships" id="256" r:id="R3fa14be4c64840db"/>
    <p:sldId xmlns:r="http://schemas.openxmlformats.org/officeDocument/2006/relationships" id="257" r:id="R21f51b4e7bbd4d9d"/>
    <p:sldId xmlns:r="http://schemas.openxmlformats.org/officeDocument/2006/relationships" id="258" r:id="R140ae58772d542f3"/>
    <p:sldId xmlns:r="http://schemas.openxmlformats.org/officeDocument/2006/relationships" id="259" r:id="R67618628ac814ce6"/>
    <p:sldId xmlns:r="http://schemas.openxmlformats.org/officeDocument/2006/relationships" id="260" r:id="R9c136152323f4598"/>
    <p:sldId xmlns:r="http://schemas.openxmlformats.org/officeDocument/2006/relationships" id="261" r:id="Rbb1ad600400a47da"/>
    <p:sldId xmlns:r="http://schemas.openxmlformats.org/officeDocument/2006/relationships" id="262" r:id="Rf68e89e183794909"/>
    <p:sldId xmlns:r="http://schemas.openxmlformats.org/officeDocument/2006/relationships" id="263" r:id="Re447ee7161d84f0e"/>
    <p:sldId xmlns:r="http://schemas.openxmlformats.org/officeDocument/2006/relationships" id="264" r:id="R641c6a07a3bd4f2b"/>
    <p:sldId xmlns:r="http://schemas.openxmlformats.org/officeDocument/2006/relationships" id="265" r:id="R62349d3c7a1e4344"/>
    <p:sldId xmlns:r="http://schemas.openxmlformats.org/officeDocument/2006/relationships" id="266" r:id="Rbbdd0dc355314cba"/>
    <p:sldId xmlns:r="http://schemas.openxmlformats.org/officeDocument/2006/relationships" id="267" r:id="Rf9a354002d59458c"/>
    <p:sldId xmlns:r="http://schemas.openxmlformats.org/officeDocument/2006/relationships" id="268" r:id="R30ef9c7b1e9a41c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aa2375fd5b041f6" /><Relationship Type="http://schemas.openxmlformats.org/officeDocument/2006/relationships/slideMaster" Target="/ppt/slideMasters/slideMaster1.xml" Id="R6a90b2c1a7484d1c" /><Relationship Type="http://schemas.openxmlformats.org/officeDocument/2006/relationships/notesMaster" Target="/ppt/notesMasters/notesMaster1.xml" Id="R204b022658314904" /><Relationship Type="http://schemas.openxmlformats.org/officeDocument/2006/relationships/presProps" Target="/ppt/presProps.xml" Id="Ra216e52665944182" /><Relationship Type="http://schemas.openxmlformats.org/officeDocument/2006/relationships/tableStyles" Target="/ppt/tableStyles.xml" Id="R21e13a439a644588" /><Relationship Type="http://schemas.openxmlformats.org/officeDocument/2006/relationships/slide" Target="/ppt/slides/slide1.xml" Id="R3fa14be4c64840db" /><Relationship Type="http://schemas.openxmlformats.org/officeDocument/2006/relationships/slide" Target="/ppt/slides/slide2.xml" Id="R21f51b4e7bbd4d9d" /><Relationship Type="http://schemas.openxmlformats.org/officeDocument/2006/relationships/slide" Target="/ppt/slides/slide3.xml" Id="R140ae58772d542f3" /><Relationship Type="http://schemas.openxmlformats.org/officeDocument/2006/relationships/slide" Target="/ppt/slides/slide4.xml" Id="R67618628ac814ce6" /><Relationship Type="http://schemas.openxmlformats.org/officeDocument/2006/relationships/slide" Target="/ppt/slides/slide5.xml" Id="R9c136152323f4598" /><Relationship Type="http://schemas.openxmlformats.org/officeDocument/2006/relationships/slide" Target="/ppt/slides/slide6.xml" Id="Rbb1ad600400a47da" /><Relationship Type="http://schemas.openxmlformats.org/officeDocument/2006/relationships/slide" Target="/ppt/slides/slide7.xml" Id="Rf68e89e183794909" /><Relationship Type="http://schemas.openxmlformats.org/officeDocument/2006/relationships/slide" Target="/ppt/slides/slide8.xml" Id="Re447ee7161d84f0e" /><Relationship Type="http://schemas.openxmlformats.org/officeDocument/2006/relationships/slide" Target="/ppt/slides/slide9.xml" Id="R641c6a07a3bd4f2b" /><Relationship Type="http://schemas.openxmlformats.org/officeDocument/2006/relationships/slide" Target="/ppt/slides/slide10.xml" Id="R62349d3c7a1e4344" /><Relationship Type="http://schemas.openxmlformats.org/officeDocument/2006/relationships/slide" Target="/ppt/slides/slide11.xml" Id="Rbbdd0dc355314cba" /><Relationship Type="http://schemas.openxmlformats.org/officeDocument/2006/relationships/slide" Target="/ppt/slides/slide12.xml" Id="Rf9a354002d59458c" /><Relationship Type="http://schemas.openxmlformats.org/officeDocument/2006/relationships/slide" Target="/ppt/slides/slide13.xml" Id="R30ef9c7b1e9a41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f8d1acd59f4da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80fbbd463554688" /><Relationship Type="http://schemas.openxmlformats.org/officeDocument/2006/relationships/notesMaster" Target="/ppt/notesMasters/notesMaster1.xml" Id="R32a07d4c36124a9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344b9177704c5a" /><Relationship Type="http://schemas.openxmlformats.org/officeDocument/2006/relationships/notesMaster" Target="/ppt/notesMasters/notesMaster1.xml" Id="Ra9395542467f4a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d119b79b264cd3" /><Relationship Type="http://schemas.openxmlformats.org/officeDocument/2006/relationships/notesMaster" Target="/ppt/notesMasters/notesMaster1.xml" Id="Re473c344f3e145b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aca17370154e29" /><Relationship Type="http://schemas.openxmlformats.org/officeDocument/2006/relationships/notesMaster" Target="/ppt/notesMasters/notesMaster1.xml" Id="R2c5efe4b94864be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6496dd68ab34051" /><Relationship Type="http://schemas.openxmlformats.org/officeDocument/2006/relationships/notesMaster" Target="/ppt/notesMasters/notesMaster1.xml" Id="Rdd53be4a10a8410f" /></Relationships>
</file>

<file path=ppt/notesSlides/_rels/notesSlide6.xml.rels>&#65279;<?xml version="1.0" encoding="utf-8"?><Relationships xmlns="http://schemas.openxmlformats.org/package/2006/relationships"><Relationship Type="http://schemas.openxmlformats.org/officeDocument/2006/relationships/slide" Target="/ppt/slides/slide6.xml" Id="R8bdfa1737074471f" /><Relationship Type="http://schemas.openxmlformats.org/officeDocument/2006/relationships/notesMaster" Target="/ppt/notesMasters/notesMaster1.xml" Id="R1c897cec9cfa4f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b9c87f3ddbc4656" /><Relationship Type="http://schemas.openxmlformats.org/officeDocument/2006/relationships/notesMaster" Target="/ppt/notesMasters/notesMaster1.xml" Id="R248a518d020f4c2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e973ce14cb74076" /><Relationship Type="http://schemas.openxmlformats.org/officeDocument/2006/relationships/notesMaster" Target="/ppt/notesMasters/notesMaster1.xml" Id="R6798e69b5c0f4082"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484507f5ca4b51" /><Relationship Type="http://schemas.openxmlformats.org/officeDocument/2006/relationships/notesMaster" Target="/ppt/notesMasters/notesMaster1.xml" Id="Rfd1cd2f54137486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145ec922348498f" /><Relationship Type="http://schemas.openxmlformats.org/officeDocument/2006/relationships/notesMaster" Target="/ppt/notesMasters/notesMaster1.xml" Id="R8b5b8a638d4b41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94280dd0dd47ab" /><Relationship Type="http://schemas.openxmlformats.org/officeDocument/2006/relationships/notesMaster" Target="/ppt/notesMasters/notesMaster1.xml" Id="R03ec6c42b78e40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254d7d749fd4066" /><Relationship Type="http://schemas.openxmlformats.org/officeDocument/2006/relationships/notesMaster" Target="/ppt/notesMasters/notesMaster1.xml" Id="Rf75c7a78e6c542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f0f42fc37e42d2" /><Relationship Type="http://schemas.openxmlformats.org/officeDocument/2006/relationships/notesMaster" Target="/ppt/notesMasters/notesMaster1.xml" Id="R865f7030e99148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“실제로 전달한 Process·Verification 지시와 기록된 행동이 연결되는가?”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“여기까지는 교육용 요청 예시였다. 이제 실제로 전달한 지시와 기록된 작업 과정을 보겠다”고 S16과 구분한다. 좌측은 TRIAL-002 실제 Prompt의 핵심 지시 발췌·번역이며 당시 입력창 Screenshot이나 전체 원문이 아니다.</a:t>
            </a:r>
          </a:p>
          <a:p xmlns:a="http://schemas.openxmlformats.org/drawingml/2006/main">
            <a:r>
              <a:t>2. (0:30–1:35) 좌측 01–05와 우측 같은 번호를 순서대로 짚는다. Process의 먼저 실패 재현, 관련 구현·호출 경로 조사, 수정 전 짧은 계획 알림과 승인 대기 없이 계속, 필요한 코드만 변경이 관찰 기준이다. Verification은 관련 테스트 묶음·프로젝트 전체 테스트, 가능한 CLI 샘플 실행, 변경 내용 확인과 정확한 근거 보고다. 절차 자체를 새로 가르치기보다 요청한 내용과 외부 행동을 대응시킬 기준으로 읽는다. 아직 결과·통과 수치는 공개하지 않는다.</a:t>
            </a:r>
          </a:p>
          <a:p xmlns:a="http://schemas.openxmlformats.org/drawingml/2006/main">
            <a:r>
              <a:t>3. (1:35–2:00) 조사·보존 조건·최소 변경 요청이 실제 diff와 어떻게 연결됐는지 S18에서 확인하겠다고 넘긴다. 번호 대응이 내부 사고나 Prompt 단독 인과성의 증거는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지시와 같은 번호의 외부 행동을 대조한다. 여기서 조사·확인은 새 절차 수업이 아니라 실제 요청의 Process·Verification을 확인할 기준이다.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“요청한 조사와 보존 조건은 실제 04 수정에 어떻게 반영됐을까?”를 묻고 S18에서 02 조사·03 계획과 실제 diff를 대조한다.</a:t>
            </a:r>
          </a:p>
          <a:p xmlns:a="http://schemas.openxmlformats.org/drawingml/2006/main">
            <a:r>
              <a:t/>
            </a:r>
          </a:p>
          <a:p xmlns:a="http://schemas.openxmlformats.org/drawingml/2006/main">
            <a:r>
              <a:t>Time Management: Lecture2분 안에 실제 Prompt 발췌·번역과 번호 대응을 확인한다. Process·Verification을 새 작업 절차 강의로 펼치지 않고 결과·수치는 S18–S19에 남긴다.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S55에서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그 확인 명령과 보존 조건이 다음 작업에도 필요할지 생각하며 S22로 연결한다.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S55에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“이렇게 요청할 검사와 보존 조건을 정했지만, 테스트 명령과 같은 조건을 다음 작업에도 다시 쓰게 됩니다. 이번 Task에만 필요한 정보일까요?”라고 S22로 연결한다.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S23에서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S23으로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S24의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S24의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50d64bc86a435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5d625a4ac7e4ac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a9127423e6445c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eb1cd5a1e0d425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ec047f38dac41d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142cd9ba3f4ae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012259-250F-4B0B-BD42-86071AF2665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00F44F-D330-43F0-A689-10459871BBE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EAE8237-B8CC-4336-B11D-84CBFC34FDE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3044F73-C96C-4F13-90B9-71F2A6239C6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7AB3AEF-9093-4BD6-93BC-D81040D742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A4EE80-B6FD-459E-B17A-8266AB7B891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9E3B4F-FC6B-4F99-8097-8B155C0CEC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B6EF2BE-2269-4553-9098-B890CA052AC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9925BE-59B0-40D8-A3FF-709B0597C18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68A8D5-124E-46F1-A3CD-291A4531C55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ad8c5d1e7648ec" /><Relationship Type="http://schemas.openxmlformats.org/officeDocument/2006/relationships/slideLayout" Target="/ppt/slideLayouts/slideLayout1.xml" Id="R8885f829310b4bef" /><Relationship Type="http://schemas.openxmlformats.org/officeDocument/2006/relationships/slideLayout" Target="/ppt/slideLayouts/slideLayout2.xml" Id="Ree51540256af4a29" /><Relationship Type="http://schemas.openxmlformats.org/officeDocument/2006/relationships/slideLayout" Target="/ppt/slideLayouts/slideLayout3.xml" Id="R5ddb05b400434216" /><Relationship Type="http://schemas.openxmlformats.org/officeDocument/2006/relationships/slideLayout" Target="/ppt/slideLayouts/slideLayout4.xml" Id="R0818393f378f4c91" /><Relationship Type="http://schemas.openxmlformats.org/officeDocument/2006/relationships/slideLayout" Target="/ppt/slideLayouts/slideLayout5.xml" Id="R140853c76d42492b" /><Relationship Type="http://schemas.openxmlformats.org/officeDocument/2006/relationships/slideLayout" Target="/ppt/slideLayouts/slideLayout6.xml" Id="Rb478337da8be48b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85f829310b4bef"/>
    <p:sldLayoutId xmlns:r="http://schemas.openxmlformats.org/officeDocument/2006/relationships" id="2147483650" r:id="Ree51540256af4a29"/>
    <p:sldLayoutId xmlns:r="http://schemas.openxmlformats.org/officeDocument/2006/relationships" id="2147483651" r:id="R5ddb05b400434216"/>
    <p:sldLayoutId xmlns:r="http://schemas.openxmlformats.org/officeDocument/2006/relationships" id="2147483652" r:id="R0818393f378f4c91"/>
    <p:sldLayoutId xmlns:r="http://schemas.openxmlformats.org/officeDocument/2006/relationships" id="2147483653" r:id="R140853c76d42492b"/>
    <p:sldLayoutId xmlns:r="http://schemas.openxmlformats.org/officeDocument/2006/relationships" id="2147483654" r:id="Rb478337da8be48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b9d8045a98e461b" /><Relationship Type="http://schemas.openxmlformats.org/officeDocument/2006/relationships/image" Target="/ppt/media/image.png" Id="R7b07a9f400d741df" /><Relationship Type="http://schemas.openxmlformats.org/officeDocument/2006/relationships/image" Target="/ppt/media/image2.png" Id="R92b33e7748254714" /><Relationship Type="http://schemas.openxmlformats.org/officeDocument/2006/relationships/image" Target="/ppt/media/image3.png" Id="Raaaa25bce53b4f9b" /><Relationship Type="http://schemas.openxmlformats.org/officeDocument/2006/relationships/notesSlide" Target="/ppt/notesSlides/notesSlide1.xml" Id="Rfa6ef31008e2430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8dd27b2b3c4552" /><Relationship Type="http://schemas.openxmlformats.org/officeDocument/2006/relationships/image" Target="/ppt/media/image4.png" Id="Rd85fbc4b7d6d4d18" /><Relationship Type="http://schemas.openxmlformats.org/officeDocument/2006/relationships/notesSlide" Target="/ppt/notesSlides/notesSlide2.xml" Id="R0e02a364370b49b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fe6d491a20949a1" /><Relationship Type="http://schemas.openxmlformats.org/officeDocument/2006/relationships/image" Target="/ppt/media/image5.png" Id="R00a1c4b2a22044d9" /><Relationship Type="http://schemas.openxmlformats.org/officeDocument/2006/relationships/notesSlide" Target="/ppt/notesSlides/notesSlide3.xml" Id="R0ea4ada11e8e45c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676c35dae124430" /><Relationship Type="http://schemas.openxmlformats.org/officeDocument/2006/relationships/notesSlide" Target="/ppt/notesSlides/notesSlide4.xml" Id="R39547f6b4e7f42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51d963ae0fe4ed9" /><Relationship Type="http://schemas.openxmlformats.org/officeDocument/2006/relationships/notesSlide" Target="/ppt/notesSlides/notesSlide5.xml" Id="R54a7239ecda2456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e3b47d56da74734" /><Relationship Type="http://schemas.openxmlformats.org/officeDocument/2006/relationships/notesSlide" Target="/ppt/notesSlides/notesSlide6.xml" Id="R52385e639e4743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ab07a006a704dd2" /><Relationship Type="http://schemas.openxmlformats.org/officeDocument/2006/relationships/notesSlide" Target="/ppt/notesSlides/notesSlide7.xml" Id="Rce4bc6ea4318444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4cf292db8bf4790" /><Relationship Type="http://schemas.openxmlformats.org/officeDocument/2006/relationships/notesSlide" Target="/ppt/notesSlides/notesSlide8.xml" Id="Rb03e9cd1ef554bf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9ef2b10001c47de" /><Relationship Type="http://schemas.openxmlformats.org/officeDocument/2006/relationships/notesSlide" Target="/ppt/notesSlides/notesSlide9.xml" Id="R52fcbcec2eac4f5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25803fa40a04d0c" /><Relationship Type="http://schemas.openxmlformats.org/officeDocument/2006/relationships/notesSlide" Target="/ppt/notesSlides/notesSlide10.xml" Id="R5e8887a8ae54469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b0339fd6a504d59" /><Relationship Type="http://schemas.openxmlformats.org/officeDocument/2006/relationships/notesSlide" Target="/ppt/notesSlides/notesSlide11.xml" Id="R47e00fa29bd3437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328d5b747f84d4d" /><Relationship Type="http://schemas.openxmlformats.org/officeDocument/2006/relationships/notesSlide" Target="/ppt/notesSlides/notesSlide12.xml" Id="R62fb25f2a9824a5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791378958284813" /><Relationship Type="http://schemas.openxmlformats.org/officeDocument/2006/relationships/notesSlide" Target="/ppt/notesSlides/notesSlide13.xml" Id="R7c31b0a0d9a04c1b"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DE5BF67A-B984-44A3-A12F-66F16FC1D5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4C0D9F7A-BD32-444D-9717-A3187B9BAF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AC37EA5B-E257-4FEB-A6C0-8E1E663BA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3E7C316F-9D40-41A9-BC20-DC723E346D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D55397B4-7976-4B05-A839-BF66CA0A30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EAFA42A-07E3-4744-96A0-4E4C61C34C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B682476F-0074-4C22-AF89-B4684FE20D17}"/>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083412E-B7FA-4B7A-977F-8B1DE38FC2BE}"/>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201F0D11-8674-429C-9963-406A25349E0C}"/>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0ADC8274-7807-4E0A-8254-7CE8A9C9FF85}"/>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45FF55D5-7447-49AB-9217-765F91132A9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6A2E9011-EA95-4B59-85F5-ABB9A6056A8C}"/>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285FFEC-0FF2-4B35-B4F1-B167F81969A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2623AB-040E-4C3B-87FD-EC3E65B0E047}"/>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4DB4B89-4AA8-4ADC-9A5A-C48BFB3C7CCA}"/>
              </a:ext>
            </a:extLst>
          </p:cNvPr>
          <p:cNvPicPr>
            <a:picLocks xmlns:a="http://schemas.openxmlformats.org/drawingml/2006/main" noChangeAspect="1"/>
          </p:cNvPicPr>
          <p:nvPr/>
        </p:nvPicPr>
        <p:blipFill>
          <a:blip xmlns:r="http://schemas.openxmlformats.org/officeDocument/2006/relationships" xmlns:a="http://schemas.openxmlformats.org/drawingml/2006/main" r:embed="R7b07a9f400d741df"/>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0DDC6A75-28D9-43CA-8B1E-182CCADBEB46}"/>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2CF4567B-68AF-4F02-9F82-BA6BFD667522}"/>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55C5BE09-4375-4768-9EED-1C3DAC044F43}"/>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9E28F281-D3D7-4985-977D-5FD1F70A6B9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99CF0268-716B-4F8F-B970-0CBFB4B7D9AF}"/>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10D0EA20-5B58-4252-9FCB-DD70581C6313}"/>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7486C2EC-997F-43E9-96A6-8C530491938C}"/>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59F7708C-7F46-4019-9EF1-3DD8A1A127A4}"/>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625F160-4A4F-4BAC-A215-0ECD87BAEB01}"/>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4BC90EDA-CD4C-4EC7-A452-A180237C7F32}"/>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C06000C9-8B53-40D3-B9E5-A128F5C6B451}"/>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525F7DE1-79CD-49D8-8F11-50B82FA882F7}"/>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3E8B7AC-F5AD-4221-BC9E-A3CDFC79F9BF}"/>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845A6589-8CEB-475E-9606-21F97FD6F1E3}"/>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42AE4830-60B5-4E40-BC86-2E48CBF2CE54}"/>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99974D67-3A6C-4AD1-9292-AEA92A26E2D4}"/>
              </a:ext>
            </a:extLst>
          </p:cNvPr>
          <p:cNvPicPr>
            <a:picLocks xmlns:a="http://schemas.openxmlformats.org/drawingml/2006/main" noChangeAspect="1"/>
          </p:cNvPicPr>
          <p:nvPr/>
        </p:nvPicPr>
        <p:blipFill>
          <a:blip xmlns:r="http://schemas.openxmlformats.org/officeDocument/2006/relationships" xmlns:a="http://schemas.openxmlformats.org/drawingml/2006/main" r:embed="R92b33e7748254714"/>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9C10D0D-5B48-4298-BE6A-5AFEAF33472E}"/>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5FD50148-F958-41D2-A7BB-47A660500EC6}"/>
              </a:ext>
            </a:extLst>
          </p:cNvPr>
          <p:cNvPicPr>
            <a:picLocks xmlns:a="http://schemas.openxmlformats.org/drawingml/2006/main" noChangeAspect="1"/>
          </p:cNvPicPr>
          <p:nvPr/>
        </p:nvPicPr>
        <p:blipFill>
          <a:blip xmlns:r="http://schemas.openxmlformats.org/officeDocument/2006/relationships" xmlns:a="http://schemas.openxmlformats.org/drawingml/2006/main" r:embed="Raaaa25bce53b4f9b"/>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ACA17BD3-09C3-415C-8D40-77DEC05598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2407819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68467D19-2BB1-4D17-B740-414D499801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93EC10A2-3BC8-4A76-9CDC-7CC5BF1131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12F2A7A7-34AF-46DB-B478-E87C1251D3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A4F69569-0879-4096-8009-B233742A0B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55C4F3D9-4C09-4FE3-B6A7-C674485C83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B3B19943-B0E9-4C1E-B9B5-C92D700D60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20EE9B8E-4B47-4CA8-9D8F-19ED17D3E883}"/>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58C71FBE-96D8-4A7B-881E-AC975F52950C}"/>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0F7752BC-6007-41BA-A033-5214EBAE070C}"/>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D7D6888-1F07-4ADC-94AF-B970DAFF3494}"/>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242D6BC-E0D7-433C-B702-0103D9F8760B}"/>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2C2624CD-2283-4BC1-A188-A047B20F589E}"/>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1004F61-53A0-486D-A925-926D8DBF5433}"/>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30A246B-8BB9-47C4-BF2B-4555EA463B15}"/>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D9E57C1D-3246-4A71-A119-379D1F1B1AD9}"/>
              </a:ext>
            </a:extLst>
          </p:cNvPr>
          <p:cNvPicPr>
            <a:picLocks xmlns:a="http://schemas.openxmlformats.org/drawingml/2006/main" noChangeAspect="1"/>
          </p:cNvPicPr>
          <p:nvPr/>
        </p:nvPicPr>
        <p:blipFill>
          <a:blip xmlns:r="http://schemas.openxmlformats.org/officeDocument/2006/relationships" xmlns:a="http://schemas.openxmlformats.org/drawingml/2006/main" r:embed="Rd85fbc4b7d6d4d1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9825BE88-2E7B-47CE-9CC8-E2C25B199686}"/>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8CF3FB9-C01C-4F61-A641-4DCCC7419FF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14AE7F1D-3FA3-49B8-925E-DBCF51A4FD08}"/>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B4DC90FB-2E20-42E0-B1B2-5AD22058DFFA}"/>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F5D03AC-82C7-4DFD-88CC-7F101523B12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AE35E07E-79FE-47E8-AA7C-B6C8B2CF4441}"/>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06262DDA-E326-4F09-8FA9-2060C511FCBB}"/>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B00439FF-C916-4AD6-815A-748C921BB0BE}"/>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304079A3-1A90-41F5-8187-7AABFAE70372}"/>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1A9B149C-C0C4-45A8-9715-EE5CC365CBB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DF1D6547-D4A1-4A77-B2E5-A37BB9D8356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DA3850F5-1DD9-4287-8907-01DC85649A88}"/>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B8C6B459-D7BE-4E95-AE44-2FEF6A37629B}"/>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21145AEC-FE50-4002-991B-DB3DD25FC28E}"/>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AE843EE-FD3F-45A6-B4BF-4D14A26E6E3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F00FD309-68A9-449D-BA9D-18741FC0E7C5}"/>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4CD935A6-B7D7-4EBA-9D30-FCAF576C313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5C786534-08DB-447E-9FC9-91F3891AF985}"/>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68EB5BF-A3C7-4153-93B8-5B19A7FF033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7CCB346D-651F-46F8-BDD5-BCE4340A1BEB}"/>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6CA5A0BE-04E0-4BE9-B9CB-8EFE97D5C5D8}"/>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8FEAE5B9-B817-4E8E-93A7-1CBB2D511E08}"/>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F5295891-E34A-4FA1-B73E-3A550C2009E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21791413-649C-4385-98B7-3A12E8CB5F4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081C7FB-7A2C-46FD-9661-AFBE3A4617F7}"/>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D1AE4242-CBD4-406C-A9BB-DC04DF21BE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7883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D2692FC-3EA8-4B6E-8118-2836E08402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67B22E8C-2F16-4668-82F4-5A69E57DB3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D539A4F1-956E-4464-80A6-DF9D4CEF98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EDEF749E-E240-4E80-BB51-6D667B0D01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9C760FE9-38BE-432A-AA3F-1481D42CF5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2CF67B26-5D99-4D19-96BF-0B25367D5A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C34B955-FD97-48E4-BE04-D559627982A0}"/>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662F447E-D934-4BAA-BF20-AE664D431988}"/>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E97AB175-A383-43AA-A508-4CE1F667A311}"/>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85675FE9-6891-4FD9-9EDC-ACFA40B0B843}"/>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AC714BE1-E00A-4176-BFDB-A9DC1E61F8E9}"/>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2CF8680B-87D5-4050-B059-64BB0FBE3F53}"/>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CBAD2D54-DF40-4C72-AFFB-FC26044A8BDB}"/>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BE1BF97A-88D5-49AC-BA8D-1FCC4BB880A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48FADDD6-C269-4FC6-86C0-07464D166CD9}"/>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51835CA9-1168-4B9F-A64E-31EB16E78910}"/>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6E60070F-5476-43DD-9194-2B706F09E963}"/>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107A0920-E2D0-47E5-9BF9-F0AFF3C8E34F}"/>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06DC4FDA-2AB9-4DCF-AFAB-CD352BEE1F9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32DDC24C-E1A8-4683-9DB0-306C71D8FECD}"/>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40A9E925-AE13-4D4D-893D-EA5FFC3980B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11835B82-6DA7-45C8-8279-7208B1A84586}"/>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AADF107-61BC-4578-86DD-7A57ED77FBAC}"/>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33564574-5EBE-4E3D-8FA1-6716641772EB}"/>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9E4301DA-16CB-44AB-A6B7-C610DF4F38A1}"/>
              </a:ext>
            </a:extLst>
          </p:cNvPr>
          <p:cNvPicPr>
            <a:picLocks xmlns:a="http://schemas.openxmlformats.org/drawingml/2006/main" noChangeAspect="1"/>
          </p:cNvPicPr>
          <p:nvPr/>
        </p:nvPicPr>
        <p:blipFill>
          <a:blip xmlns:r="http://schemas.openxmlformats.org/officeDocument/2006/relationships" xmlns:a="http://schemas.openxmlformats.org/drawingml/2006/main" r:embed="R00a1c4b2a22044d9"/>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0AE10C32-79F4-4BF3-9C9C-3A62C12B774F}"/>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D168E8B-92A0-4321-8FE8-5CAD75260C3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4241D6DB-8863-4B05-97A7-FE3BEBC8744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78C1EF2A-DFF4-4B10-9A11-B6A3B7EECF11}"/>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3266EC34-44F1-40BF-8518-3ED0BBC57C6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CE06E2B2-3FAA-4355-9B2F-C13AEB41B598}"/>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2BEA67BE-ECFF-4395-BF5D-01D290979D90}"/>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BB5587FB-5647-46FA-AE89-4AB48CEE50D0}"/>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6156223D-B58E-4A99-B871-F485AC82EB5C}"/>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6DC2458A-9E78-468A-A7A5-F544C5228D7D}"/>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7F803C05-A05D-4BF9-9AFE-022A17D18F4F}"/>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67F7EF45-C2B1-4975-8739-A83D8462E37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17FB35AD-50D1-427F-BF93-9305346732CB}"/>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74DB0363-6764-43D2-BA32-93A819676BB2}"/>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8C0C8632-8C4C-401A-9C28-5F49B9099680}"/>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C0F573F5-4A80-4511-9921-02EC966974D0}"/>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9B7E572C-A361-4080-B4A7-2D635F596E6A}"/>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6C189FBB-D97E-4D35-B332-855E230018AB}"/>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3925D304-F7CE-4592-AA24-74B3C9EF72BE}"/>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3111E7EC-EAAE-4B48-8C21-B6F8D66A93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2949381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E2C5ED35-43C8-4F07-B539-44C40F0A53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7894DA07-088B-483D-B5A3-BDAA576AB2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8870CAFE-0FC7-4491-AFB3-5B40F14600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EDC00BEC-B512-4BA1-BB11-94B9943D0D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CCE43874-6E2C-4849-8D52-005E6602E6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5A308E81-3A77-4AB9-8737-BB20810EBE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6EBBCBA2-34F6-469A-A3CC-CB1C0A7D10D3}"/>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1CC14362-9DCC-45FC-B5D2-6D39E629ED80}"/>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9E605C74-D125-4233-A9E8-1E7521960B14}"/>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C1050C6-6204-4BD5-804E-E8DC851C4A0D}"/>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DB6BD81B-3ED5-477B-9628-0906362FA444}"/>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6C91AB8F-88ED-48BD-AD2B-6138A1820ADA}"/>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6B3F3E53-B80E-4110-B0C3-19ADAB69C06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6A66D0B8-447D-4395-BF41-957481661718}"/>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7529DA2-34AF-4020-98C2-EA3D8EFC878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95037206-C068-4EA8-90CC-76A296D1A069}"/>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9B0813A-CFDD-4FA0-BFDA-878025318BB4}"/>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DC205BE7-E049-4D20-8C02-4185A7CEB7F0}"/>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73B2D3B8-0C9E-4E6C-A5C9-EB449EDBD735}"/>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BC0BE06-C830-44D5-951E-1B85BA2E8C5A}"/>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C11AB76F-5E31-422D-8FD7-A48B0B29D948}"/>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87229413-376C-4413-BE92-9FC0C41D4D2A}"/>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DE1E4D13-9C58-4AEE-80BA-3F4F3A3EBA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760249852"/>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F48C71EA-9F03-411E-A62E-1C02295DFB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83812A8B-A93C-4607-8DAA-63ED8A4954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6D52F505-08A2-4C36-B3C6-C92671851E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2097D3B4-3923-4299-B7D2-515B17F24A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B7B20804-7A5D-47B6-864B-7A595E7607C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FA1F3D97-6AF6-4BDC-ADD9-F63ED7E283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DB918BA7-F95B-4C48-91F9-C759E351CE1B}"/>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6FE4B195-7202-4B69-AA4D-C1AC2F139E43}"/>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25BE955-5326-4FF4-AAFD-662097B1B324}"/>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9B1C4291-4DAA-42F9-8BAA-A735BAB4C2CB}"/>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1E5A26AB-8FC5-49C6-A61A-0D5C818728F9}"/>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284AEA06-B175-4779-8091-7068761CFDDF}"/>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13E812E8-159B-4356-8752-70D7E236626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9A946D80-F6EC-49FE-A521-EEC741C75500}"/>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848CC2B4-2424-479C-8DE0-11AB0141E86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630DF82C-7CE4-4570-9710-31CBDE046C99}"/>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A93DB180-CE5D-452F-967B-B5AF981356F1}"/>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C463401-0AFA-4421-8119-FF3D7E8F0475}"/>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77E014C9-7756-4A71-8F7A-8A4814EF83AD}"/>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C28168ED-B71A-408C-9118-E6045B8196DB}"/>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0741231-0F9C-4EF0-9A0D-1CC67A41D967}"/>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9777175B-98C2-450E-BE87-B076C4D40C9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BEA307C5-B561-4149-8184-F7641CED378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E6ACEFAC-1E40-42A6-AE4A-F5D30354EFF2}"/>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C3D02EA8-C715-4A66-969D-4F28902C39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2349444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4DF6D011-07CD-4C1D-BFF7-61CE931F80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CE56DF1F-00E6-4BC1-9402-EBC515A3FB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E47AA628-77A6-4DBA-811D-AF3D1E665F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368DC6BD-82E5-4758-980E-79337AA2EB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4D6E8023-1775-47E1-99CE-CDA06C0134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3B155D95-706D-403C-A749-F2F7EB3145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E58E06E4-01D0-4BF2-9F81-82639930C69D}"/>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06D8A2E-DE89-410A-8D72-B9DF46030113}"/>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5AF4BD2D-B7F2-4789-ACC7-9144FEF8A785}"/>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660A605B-4588-4C0B-9A67-83874585A33F}"/>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98651936-5030-43F2-BE5B-C64F6E92323F}"/>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5448576C-132C-4BD0-A449-FC6840F8E763}"/>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1C04E6C2-8CB4-4C42-8992-210073681E60}"/>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52503C14-5CF2-4400-9153-582B24E1BB3B}"/>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D574594B-405E-4BE3-8C18-D5195873D28C}"/>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45E081BB-542E-4AA4-A60A-3E8AE4C94A6D}"/>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CFD55AF1-264B-4E94-BA1E-C1FD2817B092}"/>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825C97BB-1FE1-44AC-83DB-6FB71343B82D}"/>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8C914D79-E1F5-4488-A587-0E75B1D4AB7E}"/>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7FC78ADC-E3C8-424A-8F9C-37693DF6796A}"/>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8FF43ED8-8CD3-495A-877B-36EE2037D04D}"/>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2DC82837-E199-4988-B61C-B25BE9B45AE8}"/>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AE71D63D-4307-463A-9039-C48B32A0E58B}"/>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F19F2F32-7333-4B02-B8A6-F4C2BECFA6AF}"/>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A1CA32C4-3A44-4177-B98D-B1AD0F2AD143}"/>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4DFE6886-563E-497A-AF76-74A903F0220D}"/>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1ADA88C7-CD64-4C4A-B86D-5625BE516953}"/>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34CA980-E47B-4534-B835-414C391AB03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0193E6BA-07D4-4FB7-9481-2F485CE6D2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97862120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요청의 과정·검증을 실제 기록으로 확인">
            <a:extLst xmlns:a="http://schemas.openxmlformats.org/drawingml/2006/main">
              <a:ext uri="{FF2B5EF4-FFF2-40B4-BE49-F238E27FC236}">
                <a16:creationId xmlns:a16="http://schemas.microsoft.com/office/drawing/2014/main" id="{D6A90FF5-7534-4987-A747-4062DD5D8B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요청의 과정·검증을 실제 기록으로 확인</a:t>
            </a:r>
          </a:p>
        </p:txBody>
      </p:sp>
      <p:sp>
        <p:nvSpPr>
          <p:cNvPr id="2" name="S17">
            <a:extLst xmlns:a="http://schemas.openxmlformats.org/drawingml/2006/main">
              <a:ext uri="{FF2B5EF4-FFF2-40B4-BE49-F238E27FC236}">
                <a16:creationId xmlns:a16="http://schemas.microsoft.com/office/drawing/2014/main" id="{883303D6-8895-4EA4-AE4B-70564AF5F5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4485E828-0A62-4892-A165-6CEA71B73E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A8B8A5CC-226D-4F7D-89C8-9486D905B1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19D025EF-1B7C-454F-87C6-9F7772DF09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S16 예시를 실행한 결과가 아닙니다. 과거 CLI 단일 기록이며 현재 Desktop·반복성은 미검증입니다.">
            <a:extLst xmlns:a="http://schemas.openxmlformats.org/drawingml/2006/main">
              <a:ext uri="{FF2B5EF4-FFF2-40B4-BE49-F238E27FC236}">
                <a16:creationId xmlns:a16="http://schemas.microsoft.com/office/drawing/2014/main" id="{57B89BA6-B366-4F18-A446-C1AA62EC00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 예시를 실행한 결과가 아닙니다. 과거 CLI 단일 기록이며 현재 Desktop·반복성은 미검증입니다.</a:t>
            </a:r>
          </a:p>
        </p:txBody>
      </p:sp>
      <p:sp>
        <p:nvSpPr>
          <p:cNvPr id="7" name="">
            <a:extLst xmlns:a="http://schemas.openxmlformats.org/drawingml/2006/main">
              <a:ext uri="{FF2B5EF4-FFF2-40B4-BE49-F238E27FC236}">
                <a16:creationId xmlns:a16="http://schemas.microsoft.com/office/drawing/2014/main" id="{37057360-50E2-4BAD-96D8-2CEB30E54629}"/>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실제 Prompt · 핵심 지시 발췌·번역">
            <a:extLst xmlns:a="http://schemas.openxmlformats.org/drawingml/2006/main">
              <a:ext uri="{FF2B5EF4-FFF2-40B4-BE49-F238E27FC236}">
                <a16:creationId xmlns:a16="http://schemas.microsoft.com/office/drawing/2014/main" id="{6D542AD3-7530-41FC-B323-E2C64C5979B1}"/>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Prompt · 핵심 지시 발췌·번역</a:t>
            </a:r>
          </a:p>
        </p:txBody>
      </p:sp>
      <p:sp>
        <p:nvSpPr>
          <p:cNvPr id="9" name="">
            <a:extLst xmlns:a="http://schemas.openxmlformats.org/drawingml/2006/main">
              <a:ext uri="{FF2B5EF4-FFF2-40B4-BE49-F238E27FC236}">
                <a16:creationId xmlns:a16="http://schemas.microsoft.com/office/drawing/2014/main" id="{541CD34B-7FB8-481E-85F4-2D65EC02EB19}"/>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9D53AD3F-2D7B-421C-B354-BFE26009CDE8}"/>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3933D81E-8726-4A75-BC7D-13E55597333A}"/>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99180D63-02BD-4335-86B1-F259E86DF3E6}"/>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요청과 대조할 작업 흐름">
            <a:extLst xmlns:a="http://schemas.openxmlformats.org/drawingml/2006/main">
              <a:ext uri="{FF2B5EF4-FFF2-40B4-BE49-F238E27FC236}">
                <a16:creationId xmlns:a16="http://schemas.microsoft.com/office/drawing/2014/main" id="{8C8DE210-15E2-4EB3-A951-9CAB51E96040}"/>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요청과 대조할 작업 흐름</a:t>
            </a:r>
          </a:p>
        </p:txBody>
      </p:sp>
      <p:sp>
        <p:nvSpPr>
          <p:cNvPr id="14" name="과정·검증 지시를 같은 번호로 대조">
            <a:extLst xmlns:a="http://schemas.openxmlformats.org/drawingml/2006/main">
              <a:ext uri="{FF2B5EF4-FFF2-40B4-BE49-F238E27FC236}">
                <a16:creationId xmlns:a16="http://schemas.microsoft.com/office/drawing/2014/main" id="{A3B27D6B-23DF-4F7F-9AE3-08FACD926D9A}"/>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과정·검증 지시를 같은 번호로 대조</a:t>
            </a:r>
          </a:p>
        </p:txBody>
      </p:sp>
      <p:sp>
        <p:nvSpPr>
          <p:cNvPr id="15" name="01">
            <a:extLst xmlns:a="http://schemas.openxmlformats.org/drawingml/2006/main">
              <a:ext uri="{FF2B5EF4-FFF2-40B4-BE49-F238E27FC236}">
                <a16:creationId xmlns:a16="http://schemas.microsoft.com/office/drawing/2014/main" id="{F5CABABB-19B5-474F-BD77-45C3EA456905}"/>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0A16F439-9B35-4723-AFA9-499DD09EAFB0}"/>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1CE96DA2-5457-4DE4-8C43-CAC1BCB0D286}"/>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BF5EA913-5F5B-4984-A141-CC4FDAB6F5F9}"/>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CDBABE7C-90B5-422E-937E-01CC8CEC484F}"/>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F50B1D8B-F4CA-48D6-BFAA-9C450FBF4C00}"/>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176A36FF-874C-442D-9895-1FABB5DEED3B}"/>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FEA0F06D-9A54-4BFF-A637-7F97A2B0396A}"/>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B0FBE1D9-7FE4-43ED-A0D6-58B5D28F69E8}"/>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CD780C30-2606-46E6-B519-70DBE8E9DCC5}"/>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960A7516-BB79-4629-8089-7D02B0BAE371}"/>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AD01001D-C3CC-4630-AF08-9B7A05608AA6}"/>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19C25409-E693-48D7-87E7-C5EFA8560E3C}"/>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FC80432F-46FD-4004-A4E9-CEBE1F0A1509}"/>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7947F0DF-DD7F-4218-9CC0-9C46706B8D0B}"/>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7E616CE4-45AC-4940-A0B5-0D6230524AEC}"/>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09B01B40-5542-4333-B792-4ED6333BF91E}"/>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crop 관련·전체 테스트를 실행한다.&#10;CLI 샘플(가능하면)·변경 확인·근거 보고.">
            <a:extLst xmlns:a="http://schemas.openxmlformats.org/drawingml/2006/main">
              <a:ext uri="{FF2B5EF4-FFF2-40B4-BE49-F238E27FC236}">
                <a16:creationId xmlns:a16="http://schemas.microsoft.com/office/drawing/2014/main" id="{31B7AE8F-0BCD-4B88-A70B-CE25FC2113E5}"/>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crop 관련·전체 테스트를 실행한다.</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CLI 샘플(가능하면)·변경 확인·근거 보고.</a:t>
            </a:r>
          </a:p>
        </p:txBody>
      </p:sp>
      <p:sp>
        <p:nvSpPr>
          <p:cNvPr id="33" name="05">
            <a:extLst xmlns:a="http://schemas.openxmlformats.org/drawingml/2006/main">
              <a:ext uri="{FF2B5EF4-FFF2-40B4-BE49-F238E27FC236}">
                <a16:creationId xmlns:a16="http://schemas.microsoft.com/office/drawing/2014/main" id="{75BFF5D5-DC5C-4EAF-B123-E75459F5FBE4}"/>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0AE72CA8-9827-4555-AEF9-48903AFA6EC3}"/>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A8B19537-9459-43CE-AA50-D7B6B10387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8937267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91E3B0C-D3A0-4656-8548-C426BEDF78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9BD364D4-89DC-4929-9DF8-D0B480ECD2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A79C2CE5-F9F0-41D4-A8E8-877C717224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4E09E687-5ED5-4EB4-97E4-8F8F07A561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E3C2BC8F-A79A-4344-962E-B39D49BBA0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6C78BBA5-A16D-4C82-8A25-8F6289806B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9A4361C1-A8F3-42A9-8314-59773488A1B1}"/>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0882B850-F41B-4D17-81ED-120087FF6611}"/>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E0DE626D-BCA6-4338-BF65-C6DED495D9F6}"/>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620F64B-1920-4130-A8D3-512EBF12894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DC0B2136-C2A3-4BEF-BCA1-B86DC017B3A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EC0818CD-D5F0-481F-B39F-7661364BD059}"/>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1111FC00-745A-47C3-9BB1-509A934D6230}"/>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B97FBC0-3297-4886-A3A3-5A5576E609F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8A43611-0F80-4A0B-9AEA-138FBF08F52D}"/>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F92A181-4F00-49CE-A873-352217342AE7}"/>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A1D2475-6D36-4F13-9BE9-1A04AD13F8E8}"/>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AA628D7C-6BE3-4D90-8DAB-85851F021EFE}"/>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C973EEB7-6347-4DFA-A8B4-508253DFF5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170732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38833267-4021-420E-81FA-218B53B1A3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305A641C-CDF4-44A6-8E7F-1DEA5C62B0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DE175AA5-DDBC-42B5-B25C-2854DEBC76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A8F01D21-03C2-4DD2-9275-9BAA661B6A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7DBC29B5-721C-46B6-A7EF-4C33E62D8C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178A151D-4FE6-4CAF-BCEC-C6561877EB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963387F0-B8E4-4798-A3F1-8A7BB9CD1290}"/>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424420BF-9D33-4FD6-8301-459CCB1AF37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CF70188E-D4C3-47EA-8238-463ADD2717D8}"/>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FDCB9D2D-9849-4C5A-B0DD-B56CB6475249}"/>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260C27D3-566D-41C5-A868-D7654D11FED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65944944-1458-4EEA-AF22-25523BF02822}"/>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202F5106-88B6-4A24-A8A5-29DF3AB4BDB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233C2406-5790-46E6-AA47-EF298296B2E0}"/>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CE28B5B9-34C0-4CC8-BD94-35AA465B7D2D}"/>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1B048787-C139-49E1-875E-8DDB46E3A677}"/>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CB7F0962-D59D-4F58-B18E-E073648EB2FA}"/>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4371E8B-6F3C-4A5E-8189-11B6E15D5A13}"/>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95B621A2-3295-4AB2-9BC6-0506382F766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DCB5150-8308-4038-AA20-77FD071EC594}"/>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4EAE0B32-A338-4C58-8959-7A4EC972B72B}"/>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B5DB676C-C2B1-4D56-A2CB-9AB0FC7E3C4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0A6C00A-2BEB-4DFA-9DD9-9ACF5ED251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1351450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982561A6-3C98-41AA-B0EB-E59D9CF03D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31D30C66-C66B-4E28-8BAE-EB95C6F2F7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940EDA61-AF81-4A49-8548-51F3A74EFF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22837A66-4C8F-4324-A5AC-09000FF0A8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5D66A282-44DD-4936-8EEA-C42C6BA206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11EA3FD9-F69B-4B7B-B0DE-0819AE4BA0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0D21FE73-4B4F-4176-989C-9D0F4761F2C9}"/>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5C286FD8-918B-4FDE-B485-1C6D2AC5861B}"/>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E59A16EB-5A45-42A8-AE4F-ABF228F29629}"/>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4C2BAFBF-4558-4FE2-A9B9-8BB46CE2E4C0}"/>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20680E2-1BA9-4EB2-842F-6F7CCE67CFCC}"/>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3F12A845-BEF6-4BFE-A8B9-1BD0F53DE4A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AAC07682-6170-4D50-A105-E3E87B7502D8}"/>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329684B8-A0CE-4BB6-93C8-EE284D4AD8F8}"/>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387C6BF7-B206-45B0-B60D-F454165E8D58}"/>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40696CC2-24A5-4D91-94D8-A1958D616591}"/>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DEF8FA80-E18F-4556-B2CE-9CBCDA01ECAA}"/>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0DB253B1-316C-4D69-8E52-ACE2FAC0EC49}"/>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8697406D-91B9-4048-B8D4-1EC78D3F781B}"/>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4F428E1B-F4E8-4491-98FA-18CABBC79BB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AC5904E7-ADDF-4075-8C5A-9A058E6B2DAF}"/>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74BFA669-0DB0-4329-9C4D-3F0472D88503}"/>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8547CCF-BCFD-4C93-86E9-E55E775EC6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66855923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AC6982A1-99B5-4F5D-9B32-F0DCCCF53A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F3A8C490-56BA-4C30-8A77-EBD737EC9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D8D24B3F-E363-450C-BF7C-F36B6AE701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E2004E1-3CC0-4A25-AE2A-218ADBC1A4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8EC3153B-71B8-4CCD-8428-E965DB528D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235E3D7F-3709-4C8C-B647-628FB7CD52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65745349-6922-4EE1-90F5-B722E4368A8F}"/>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7BDC9FA9-2D15-4627-A71F-1FDD34AD396D}"/>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C3128379-4A3E-41A4-BB3E-9E28B8559A03}"/>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893BA1EC-029F-4A1C-B57B-30903D81B6B8}"/>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BA0160FA-8B71-44A4-808F-0A8A13CCDAFF}"/>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488AC9F8-2807-41B2-8839-F14A3B8CAAC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D51F5730-DEAF-4F5D-AC0A-A2B254F46F8A}"/>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F128E48D-A18F-4232-BC62-10B1523BD321}"/>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A6DE0A5-8656-4850-A139-52D1831EDCE2}"/>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FAD3E1FE-31F8-4A4E-99FF-698351153D00}"/>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4D912957-314C-4FAB-9A83-21E8F9BFE090}"/>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350FF485-F872-4EA9-89CD-3A16B71991FF}"/>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BA83CE82-0BCF-4B99-89C8-94BDCD1FF0F3}"/>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E0BABF0E-C0DE-4FBC-BAB1-5987DA1898C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1BE4EAF4-FDA9-4303-AE2A-93333C4D1FCD}"/>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5B8D9052-9B20-4636-8C1B-4D0A26315E30}"/>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9B56A042-534B-43A3-8D87-907FFDD4EE58}"/>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5520321E-7AC2-49D1-8532-6110D6A1DAF6}"/>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8408C112-395E-4BCD-9CE5-AEBC1087EA15}"/>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6B49E1EB-B071-4CDC-9464-40D6A32ABA96}"/>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FB443902-7B0A-488D-A4C4-5072F5D8C7A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565218F7-34CD-478A-93D9-DC47E1AB9D24}"/>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477D921-7200-4B4A-87EB-7BFC16495D6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E71A2683-7857-4ADC-BDA5-6287ABDA1A65}"/>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BB98BC15-DAA8-4BEA-AF96-744349820207}"/>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21BCFD7-281D-4A73-A637-DF2E38614AF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03B7B565-3210-470C-BE8F-F2717FADA73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74FA0764-7090-4446-AB7B-A2D88E05946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FBBC57E6-279E-4505-B6AF-F1027BD66ACC}"/>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4A9D73A7-B7AD-4D42-B218-57563A731CDE}"/>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772D84E0-C6C8-4335-84DD-C063AD947793}"/>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03082E82-EED5-4FB6-B93B-43D0320BD95C}"/>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B2728E22-7EE7-4AD8-BFA0-28B10CA5686D}"/>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C4288661-7313-4EE9-91BD-6BA0211AA9AA}"/>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6261DAD-B0E1-474B-8FD9-78B19CF81F34}"/>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87F4EBD4-EBDC-42B5-9327-1E4CA5AD300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C0191D8-CB88-415A-917F-4EC66292C3C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1960C405-5725-473D-BC93-97106922DD77}"/>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46A5D191-6983-41A6-8596-54B7645272C2}"/>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485EA33B-27FC-426F-A6CF-04CC89AF3B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8286476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E31F7E9D-4A66-466C-ABB2-FA9624EE75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316F03E0-5669-4FDF-A342-1E35E0F9AE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F075BD73-86FA-45C6-9628-7A7D0FF0123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3282299D-653F-4F8A-BBAA-551BB6E315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6ECADD5-4F04-4066-8496-B180627995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FFE08F1C-4DA3-4825-A857-AA22970772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4B5DB627-26AC-433F-A01B-DBF415283B00}"/>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04B4AAFC-D40E-4EAF-A36C-49C255C59511}"/>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5CCF891-FD98-44C4-8E10-C4E7404F3380}"/>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BB59D021-2341-4A51-AA45-6D67932FB3FC}"/>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B754B747-3343-45F8-8BAC-9E4C5FAA1C9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6CE5693D-D7DB-4DFB-A756-8CE96F1E64B9}"/>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A8E9E0EB-CD96-4EEC-B9C7-6EED62FC0D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9829567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2438D6DF-59BE-4850-A400-4082308B1C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4871F4EA-5655-4ADB-B18A-6FADA31ADE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B924440F-C582-4736-8F4C-C2393847EC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32F7581-646D-4FDC-A562-527815C5ECD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90584DF8-771A-4D9B-A73C-3AE0FDFA7E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D32B3A16-C03E-431A-B253-60B6B08BDB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0C7D6E3A-7951-46BA-BD00-6354C75A89C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21EE55CD-0C68-48F3-8712-903F4C8F98A0}"/>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0678E73F-77AD-46F3-AAB7-DACF0E6C3133}"/>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EEEF3C21-8176-478F-A055-01AAF6BBD02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65A7FD87-9217-4D8C-85F1-79D570CFC575}"/>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D567A968-B748-41EB-8E3D-11EB9023544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A83EBC3B-40EC-4225-AC24-57E61A25B600}"/>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2DF7F7A-A9AE-4584-BA4A-EDCF7F254A03}"/>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DA9A78E2-7040-4F9F-94BE-34483CD6A0B6}"/>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ED06446F-8170-47A5-8452-4DE357CEF0A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7AEC7B8F-9425-48FD-85B8-06F1E80229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5430032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2026-10-21T13:20:24.7660000Z</dcterms:created>
  <dcterms:modified xsi:type="dcterms:W3CDTF">2026-10-21T13:20:24.7660000Z</dcterms:modified>
</coreProperties>
</file>