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5e618922f6459c" /><Relationship Type="http://schemas.openxmlformats.org/officeDocument/2006/relationships/extended-properties" Target="/docProps/app.xml" Id="R30db877f8c6d4ba4" /><Relationship Type="http://schemas.openxmlformats.org/officeDocument/2006/relationships/officeDocument" Target="/ppt/presentation.xml" Id="Rfc7580a263bf446f" /></Relationships>
</file>

<file path=ppt/presentation.xml><?xml version="1.0" encoding="utf-8"?>
<p:presentation xmlns:p="http://schemas.openxmlformats.org/presentationml/2006/main">
  <p:sldMasterIdLst>
    <p:sldMasterId xmlns:r="http://schemas.openxmlformats.org/officeDocument/2006/relationships" id="2147483648" r:id="Rec1bf238157f4c92"/>
  </p:sldMasterIdLst>
  <p:notesMasterIdLst>
    <p:notesMasterId xmlns:r="http://schemas.openxmlformats.org/officeDocument/2006/relationships" r:id="R15d874d45c314a28"/>
  </p:notesMasterIdLst>
  <p:sldIdLst>
    <p:sldId xmlns:r="http://schemas.openxmlformats.org/officeDocument/2006/relationships" id="256" r:id="R72d09036f84b455c"/>
    <p:sldId xmlns:r="http://schemas.openxmlformats.org/officeDocument/2006/relationships" id="257" r:id="R00fe23b56e104466"/>
    <p:sldId xmlns:r="http://schemas.openxmlformats.org/officeDocument/2006/relationships" id="258" r:id="R0b6b923fb2934e5f"/>
    <p:sldId xmlns:r="http://schemas.openxmlformats.org/officeDocument/2006/relationships" id="259" r:id="R1e19a2954ce240b2"/>
    <p:sldId xmlns:r="http://schemas.openxmlformats.org/officeDocument/2006/relationships" id="260" r:id="Rf5a8e806b1e34cfc"/>
    <p:sldId xmlns:r="http://schemas.openxmlformats.org/officeDocument/2006/relationships" id="261" r:id="R91eb468fdc10476f"/>
    <p:sldId xmlns:r="http://schemas.openxmlformats.org/officeDocument/2006/relationships" id="262" r:id="Re5fd9bd1fd7040f5"/>
    <p:sldId xmlns:r="http://schemas.openxmlformats.org/officeDocument/2006/relationships" id="263" r:id="R6e6e54e3c0eb47cb"/>
    <p:sldId xmlns:r="http://schemas.openxmlformats.org/officeDocument/2006/relationships" id="264" r:id="Rf0d71dbcb6b5480b"/>
    <p:sldId xmlns:r="http://schemas.openxmlformats.org/officeDocument/2006/relationships" id="265" r:id="R216cb20ad1ca4313"/>
    <p:sldId xmlns:r="http://schemas.openxmlformats.org/officeDocument/2006/relationships" id="266" r:id="Rf7f78921ea594485"/>
    <p:sldId xmlns:r="http://schemas.openxmlformats.org/officeDocument/2006/relationships" id="267" r:id="Rca24a32869914f20"/>
    <p:sldId xmlns:r="http://schemas.openxmlformats.org/officeDocument/2006/relationships" id="268" r:id="R98a04f4894534860"/>
    <p:sldId xmlns:r="http://schemas.openxmlformats.org/officeDocument/2006/relationships" id="269" r:id="Racc14da402634b03"/>
    <p:sldId xmlns:r="http://schemas.openxmlformats.org/officeDocument/2006/relationships" id="270" r:id="Re72c6dc5c8664347"/>
    <p:sldId xmlns:r="http://schemas.openxmlformats.org/officeDocument/2006/relationships" id="271" r:id="R4e9dd44ac95949f9"/>
    <p:sldId xmlns:r="http://schemas.openxmlformats.org/officeDocument/2006/relationships" id="272" r:id="R4d7510052ea248b1"/>
    <p:sldId xmlns:r="http://schemas.openxmlformats.org/officeDocument/2006/relationships" id="273" r:id="R43300fc0c7a6418f"/>
    <p:sldId xmlns:r="http://schemas.openxmlformats.org/officeDocument/2006/relationships" id="274" r:id="Rca8aec1ca51c4d9a"/>
    <p:sldId xmlns:r="http://schemas.openxmlformats.org/officeDocument/2006/relationships" id="275" r:id="Rb50e39063b584e92"/>
    <p:sldId xmlns:r="http://schemas.openxmlformats.org/officeDocument/2006/relationships" id="276" r:id="R8fdb0837a6c64e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0f64eb9e1c42e2" /><Relationship Type="http://schemas.openxmlformats.org/officeDocument/2006/relationships/slideMaster" Target="/ppt/slideMasters/slideMaster1.xml" Id="Rec1bf238157f4c92" /><Relationship Type="http://schemas.openxmlformats.org/officeDocument/2006/relationships/notesMaster" Target="/ppt/notesMasters/notesMaster1.xml" Id="R15d874d45c314a28" /><Relationship Type="http://schemas.openxmlformats.org/officeDocument/2006/relationships/presProps" Target="/ppt/presProps.xml" Id="Rd5c4462e266b440a" /><Relationship Type="http://schemas.openxmlformats.org/officeDocument/2006/relationships/tableStyles" Target="/ppt/tableStyles.xml" Id="R09e758ce87b648e1" /><Relationship Type="http://schemas.openxmlformats.org/officeDocument/2006/relationships/slide" Target="/ppt/slides/slide1.xml" Id="R72d09036f84b455c" /><Relationship Type="http://schemas.openxmlformats.org/officeDocument/2006/relationships/slide" Target="/ppt/slides/slide2.xml" Id="R00fe23b56e104466" /><Relationship Type="http://schemas.openxmlformats.org/officeDocument/2006/relationships/slide" Target="/ppt/slides/slide3.xml" Id="R0b6b923fb2934e5f" /><Relationship Type="http://schemas.openxmlformats.org/officeDocument/2006/relationships/slide" Target="/ppt/slides/slide4.xml" Id="R1e19a2954ce240b2" /><Relationship Type="http://schemas.openxmlformats.org/officeDocument/2006/relationships/slide" Target="/ppt/slides/slide5.xml" Id="Rf5a8e806b1e34cfc" /><Relationship Type="http://schemas.openxmlformats.org/officeDocument/2006/relationships/slide" Target="/ppt/slides/slide6.xml" Id="R91eb468fdc10476f" /><Relationship Type="http://schemas.openxmlformats.org/officeDocument/2006/relationships/slide" Target="/ppt/slides/slide7.xml" Id="Re5fd9bd1fd7040f5" /><Relationship Type="http://schemas.openxmlformats.org/officeDocument/2006/relationships/slide" Target="/ppt/slides/slide8.xml" Id="R6e6e54e3c0eb47cb" /><Relationship Type="http://schemas.openxmlformats.org/officeDocument/2006/relationships/slide" Target="/ppt/slides/slide9.xml" Id="Rf0d71dbcb6b5480b" /><Relationship Type="http://schemas.openxmlformats.org/officeDocument/2006/relationships/slide" Target="/ppt/slides/slide10.xml" Id="R216cb20ad1ca4313" /><Relationship Type="http://schemas.openxmlformats.org/officeDocument/2006/relationships/slide" Target="/ppt/slides/slide11.xml" Id="Rf7f78921ea594485" /><Relationship Type="http://schemas.openxmlformats.org/officeDocument/2006/relationships/slide" Target="/ppt/slides/slide12.xml" Id="Rca24a32869914f20" /><Relationship Type="http://schemas.openxmlformats.org/officeDocument/2006/relationships/slide" Target="/ppt/slides/slide13.xml" Id="R98a04f4894534860" /><Relationship Type="http://schemas.openxmlformats.org/officeDocument/2006/relationships/slide" Target="/ppt/slides/slide14.xml" Id="Racc14da402634b03" /><Relationship Type="http://schemas.openxmlformats.org/officeDocument/2006/relationships/slide" Target="/ppt/slides/slide15.xml" Id="Re72c6dc5c8664347" /><Relationship Type="http://schemas.openxmlformats.org/officeDocument/2006/relationships/slide" Target="/ppt/slides/slide16.xml" Id="R4e9dd44ac95949f9" /><Relationship Type="http://schemas.openxmlformats.org/officeDocument/2006/relationships/slide" Target="/ppt/slides/slide17.xml" Id="R4d7510052ea248b1" /><Relationship Type="http://schemas.openxmlformats.org/officeDocument/2006/relationships/slide" Target="/ppt/slides/slide18.xml" Id="R43300fc0c7a6418f" /><Relationship Type="http://schemas.openxmlformats.org/officeDocument/2006/relationships/slide" Target="/ppt/slides/slide19.xml" Id="Rca8aec1ca51c4d9a" /><Relationship Type="http://schemas.openxmlformats.org/officeDocument/2006/relationships/slide" Target="/ppt/slides/slide20.xml" Id="Rb50e39063b584e92" /><Relationship Type="http://schemas.openxmlformats.org/officeDocument/2006/relationships/slide" Target="/ppt/slides/slide21.xml" Id="R8fdb0837a6c64e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907990ef434f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d2b53820c741e4" /><Relationship Type="http://schemas.openxmlformats.org/officeDocument/2006/relationships/notesMaster" Target="/ppt/notesMasters/notesMaster1.xml" Id="R41a2bd1a1d4940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5f215785dd41b9" /><Relationship Type="http://schemas.openxmlformats.org/officeDocument/2006/relationships/notesMaster" Target="/ppt/notesMasters/notesMaster1.xml" Id="Rc35080cc4add43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45645f3a6694951" /><Relationship Type="http://schemas.openxmlformats.org/officeDocument/2006/relationships/notesMaster" Target="/ppt/notesMasters/notesMaster1.xml" Id="Rea20a112323b4a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5bc662a0c94d92" /><Relationship Type="http://schemas.openxmlformats.org/officeDocument/2006/relationships/notesMaster" Target="/ppt/notesMasters/notesMaster1.xml" Id="R72aaf26e8f4042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3c4cd773ed4b89" /><Relationship Type="http://schemas.openxmlformats.org/officeDocument/2006/relationships/notesMaster" Target="/ppt/notesMasters/notesMaster1.xml" Id="Rf862f0f0813045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02a3e1d9ce4dc9" /><Relationship Type="http://schemas.openxmlformats.org/officeDocument/2006/relationships/notesMaster" Target="/ppt/notesMasters/notesMaster1.xml" Id="R6947e7b9c28b43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786a33a1a64aa5" /><Relationship Type="http://schemas.openxmlformats.org/officeDocument/2006/relationships/notesMaster" Target="/ppt/notesMasters/notesMaster1.xml" Id="R80823282645547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aca465d2d9415d" /><Relationship Type="http://schemas.openxmlformats.org/officeDocument/2006/relationships/notesMaster" Target="/ppt/notesMasters/notesMaster1.xml" Id="Rffc8e47aa61241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882e49d7bd4d74" /><Relationship Type="http://schemas.openxmlformats.org/officeDocument/2006/relationships/notesMaster" Target="/ppt/notesMasters/notesMaster1.xml" Id="R3ebfd7787b9746a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cad9835769446e" /><Relationship Type="http://schemas.openxmlformats.org/officeDocument/2006/relationships/notesMaster" Target="/ppt/notesMasters/notesMaster1.xml" Id="R374e272121fb44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4ef1eeabf14214" /><Relationship Type="http://schemas.openxmlformats.org/officeDocument/2006/relationships/notesMaster" Target="/ppt/notesMasters/notesMaster1.xml" Id="R8c3243b938d54f7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035e03c92124bba" /><Relationship Type="http://schemas.openxmlformats.org/officeDocument/2006/relationships/notesMaster" Target="/ppt/notesMasters/notesMaster1.xml" Id="Rdf94ddd30a7840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6ed1d5501649e0" /><Relationship Type="http://schemas.openxmlformats.org/officeDocument/2006/relationships/notesMaster" Target="/ppt/notesMasters/notesMaster1.xml" Id="Rc20e5b103bb540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8cad1afe1db4811" /><Relationship Type="http://schemas.openxmlformats.org/officeDocument/2006/relationships/notesMaster" Target="/ppt/notesMasters/notesMaster1.xml" Id="Rb01ad2475c0f49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c9c5c45b0d4d00" /><Relationship Type="http://schemas.openxmlformats.org/officeDocument/2006/relationships/notesMaster" Target="/ppt/notesMasters/notesMaster1.xml" Id="R63694efb89f4487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bf4939bd914cb2" /><Relationship Type="http://schemas.openxmlformats.org/officeDocument/2006/relationships/notesMaster" Target="/ppt/notesMasters/notesMaster1.xml" Id="Ree513e85fde84d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6cb7e9cd7624590" /><Relationship Type="http://schemas.openxmlformats.org/officeDocument/2006/relationships/notesMaster" Target="/ppt/notesMasters/notesMaster1.xml" Id="Rb62a0c6726bc464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dc2392a06b14c35" /><Relationship Type="http://schemas.openxmlformats.org/officeDocument/2006/relationships/notesMaster" Target="/ppt/notesMasters/notesMaster1.xml" Id="R2ee3dd450f1a4c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208dade8152420c" /><Relationship Type="http://schemas.openxmlformats.org/officeDocument/2006/relationships/notesMaster" Target="/ppt/notesMasters/notesMaster1.xml" Id="R75864ab9171b40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62dac9a0e0647f8" /><Relationship Type="http://schemas.openxmlformats.org/officeDocument/2006/relationships/notesMaster" Target="/ppt/notesMasters/notesMaster1.xml" Id="Rd369b3358dcc4db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10b93fbea824d4b" /><Relationship Type="http://schemas.openxmlformats.org/officeDocument/2006/relationships/notesMaster" Target="/ppt/notesMasters/notesMaster1.xml" Id="R98b727ff4c0d43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d01ad56f9e49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0061be501c545d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65aacd28ce4b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256a374402841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e80ff9468e4f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6b13afaace41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AA93CB-01EC-4B64-BD00-0AFA8465971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37B318-A407-4D16-A531-5C5E1270001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36C3D6D-3B66-4C69-A6A8-676BD12D89B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BAF92F-6E23-4E2E-A900-930D003E08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29B70B8-554D-4EFC-A8CD-9F81DB73B5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3AAD91-2C55-4275-B044-E4F7237B6D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EFD2B5-C5F9-42A8-B730-D02667F230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2CB5BA-2711-4699-B85F-90DFF2CB5FA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5ACE6A-B88D-4C5D-B921-70ED42D950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189FFA-D70F-4F56-B24C-97499FB086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8c9f05eea74003" /><Relationship Type="http://schemas.openxmlformats.org/officeDocument/2006/relationships/slideLayout" Target="/ppt/slideLayouts/slideLayout1.xml" Id="Rbb293ad0f2144adc" /><Relationship Type="http://schemas.openxmlformats.org/officeDocument/2006/relationships/slideLayout" Target="/ppt/slideLayouts/slideLayout2.xml" Id="Rd4b3dbb529bd45fe" /><Relationship Type="http://schemas.openxmlformats.org/officeDocument/2006/relationships/slideLayout" Target="/ppt/slideLayouts/slideLayout3.xml" Id="Rac0bf7b5dade4235" /><Relationship Type="http://schemas.openxmlformats.org/officeDocument/2006/relationships/slideLayout" Target="/ppt/slideLayouts/slideLayout4.xml" Id="Ref323ef1a40d49b5" /><Relationship Type="http://schemas.openxmlformats.org/officeDocument/2006/relationships/slideLayout" Target="/ppt/slideLayouts/slideLayout5.xml" Id="R456d2a4662b143f8" /><Relationship Type="http://schemas.openxmlformats.org/officeDocument/2006/relationships/slideLayout" Target="/ppt/slideLayouts/slideLayout6.xml" Id="R6ccd1434006b4c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293ad0f2144adc"/>
    <p:sldLayoutId xmlns:r="http://schemas.openxmlformats.org/officeDocument/2006/relationships" id="2147483650" r:id="Rd4b3dbb529bd45fe"/>
    <p:sldLayoutId xmlns:r="http://schemas.openxmlformats.org/officeDocument/2006/relationships" id="2147483651" r:id="Rac0bf7b5dade4235"/>
    <p:sldLayoutId xmlns:r="http://schemas.openxmlformats.org/officeDocument/2006/relationships" id="2147483652" r:id="Ref323ef1a40d49b5"/>
    <p:sldLayoutId xmlns:r="http://schemas.openxmlformats.org/officeDocument/2006/relationships" id="2147483653" r:id="R456d2a4662b143f8"/>
    <p:sldLayoutId xmlns:r="http://schemas.openxmlformats.org/officeDocument/2006/relationships" id="2147483654" r:id="R6ccd1434006b4c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21590de0404de3" /><Relationship Type="http://schemas.openxmlformats.org/officeDocument/2006/relationships/image" Target="/ppt/media/image.png" Id="R540be95ae7f64834" /><Relationship Type="http://schemas.openxmlformats.org/officeDocument/2006/relationships/image" Target="/ppt/media/image2.png" Id="R1cfc7eff98104fdb" /><Relationship Type="http://schemas.openxmlformats.org/officeDocument/2006/relationships/image" Target="/ppt/media/image3.png" Id="R01ed625b1d7547b3" /><Relationship Type="http://schemas.openxmlformats.org/officeDocument/2006/relationships/notesSlide" Target="/ppt/notesSlides/notesSlide1.xml" Id="R0af49ff3ca124a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b1528156af4adf" /><Relationship Type="http://schemas.openxmlformats.org/officeDocument/2006/relationships/image" Target="/ppt/media/image4.png" Id="R73c7cc38ee9e4461" /><Relationship Type="http://schemas.openxmlformats.org/officeDocument/2006/relationships/notesSlide" Target="/ppt/notesSlides/notesSlide2.xml" Id="Rd54d0839992b49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aded1512c9740af" /><Relationship Type="http://schemas.openxmlformats.org/officeDocument/2006/relationships/image" Target="/ppt/media/image5.png" Id="Rbc4e873dc85e44e3" /><Relationship Type="http://schemas.openxmlformats.org/officeDocument/2006/relationships/notesSlide" Target="/ppt/notesSlides/notesSlide3.xml" Id="Rec0f37493ff04f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0d8a1d538e44d3" /><Relationship Type="http://schemas.openxmlformats.org/officeDocument/2006/relationships/notesSlide" Target="/ppt/notesSlides/notesSlide4.xml" Id="Rd3572cd871c74e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152003bcf9c44ed" /><Relationship Type="http://schemas.openxmlformats.org/officeDocument/2006/relationships/notesSlide" Target="/ppt/notesSlides/notesSlide5.xml" Id="R590e819f018144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6b56f0d8a64ecb" /><Relationship Type="http://schemas.openxmlformats.org/officeDocument/2006/relationships/notesSlide" Target="/ppt/notesSlides/notesSlide6.xml" Id="R16ad6c28f97a4b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46d01ff82c94571" /><Relationship Type="http://schemas.openxmlformats.org/officeDocument/2006/relationships/notesSlide" Target="/ppt/notesSlides/notesSlide7.xml" Id="Rc24bdbc3c43a48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92a734167c047f4" /><Relationship Type="http://schemas.openxmlformats.org/officeDocument/2006/relationships/notesSlide" Target="/ppt/notesSlides/notesSlide8.xml" Id="Rded19013cc5e40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1b2639774a47bc" /><Relationship Type="http://schemas.openxmlformats.org/officeDocument/2006/relationships/notesSlide" Target="/ppt/notesSlides/notesSlide9.xml" Id="R678ed964da8345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65c8036214d4bd0" /><Relationship Type="http://schemas.openxmlformats.org/officeDocument/2006/relationships/notesSlide" Target="/ppt/notesSlides/notesSlide10.xml" Id="R2b1e167487784eb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46537fdb7234d2f" /><Relationship Type="http://schemas.openxmlformats.org/officeDocument/2006/relationships/notesSlide" Target="/ppt/notesSlides/notesSlide11.xml" Id="Re17588c1d67a4f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5de44a11d0c41bb" /><Relationship Type="http://schemas.openxmlformats.org/officeDocument/2006/relationships/notesSlide" Target="/ppt/notesSlides/notesSlide12.xml" Id="R5847166da05543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fe00277b9774f60" /><Relationship Type="http://schemas.openxmlformats.org/officeDocument/2006/relationships/notesSlide" Target="/ppt/notesSlides/notesSlide13.xml" Id="R4ac88d5d0d014fa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9ba1f43f9b947df" /><Relationship Type="http://schemas.openxmlformats.org/officeDocument/2006/relationships/notesSlide" Target="/ppt/notesSlides/notesSlide14.xml" Id="Re001a87c8f9440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1b4e29a42b14c04" /><Relationship Type="http://schemas.openxmlformats.org/officeDocument/2006/relationships/notesSlide" Target="/ppt/notesSlides/notesSlide15.xml" Id="Rd242650fe4bd40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edd20823ef94b0a" /><Relationship Type="http://schemas.openxmlformats.org/officeDocument/2006/relationships/notesSlide" Target="/ppt/notesSlides/notesSlide16.xml" Id="Raad401c233e849c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de1647507c34016" /><Relationship Type="http://schemas.openxmlformats.org/officeDocument/2006/relationships/notesSlide" Target="/ppt/notesSlides/notesSlide17.xml" Id="R971ead41848841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249ab61faf841bd" /><Relationship Type="http://schemas.openxmlformats.org/officeDocument/2006/relationships/notesSlide" Target="/ppt/notesSlides/notesSlide18.xml" Id="Rb2455127a84e414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b11f66322e4911" /><Relationship Type="http://schemas.openxmlformats.org/officeDocument/2006/relationships/notesSlide" Target="/ppt/notesSlides/notesSlide19.xml" Id="R4b876c6754d74b7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c294aa7097427d" /><Relationship Type="http://schemas.openxmlformats.org/officeDocument/2006/relationships/notesSlide" Target="/ppt/notesSlides/notesSlide20.xml" Id="Ra96b8a7661e94d1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422f406758840ab" /><Relationship Type="http://schemas.openxmlformats.org/officeDocument/2006/relationships/notesSlide" Target="/ppt/notesSlides/notesSlide21.xml" Id="R6412d8efd9de41e0"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B0E7DBF3-B65F-4A90-A193-8E7DBAEBCB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D081E567-3AD9-4335-9442-D30607A870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ECAC3591-2362-4781-A548-185107D784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55407E3-8C41-416E-B4C5-44EFB363B9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8F678EC6-D65F-4641-8D18-C7692EB93E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86A2852-C0F2-495B-AFCE-1F78123B76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17593D4-EDE9-4FC8-94B6-69CFE5ED1BD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1225713C-7393-4C1A-A13A-CD74863925BE}"/>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381887D-F464-43E5-A930-B52A20AB988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010C630-419D-48F5-8FE1-8E26490B047F}"/>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1049B21A-889A-4812-90FE-A4383BA502A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F0BA61A7-B86C-48F0-89B5-D99FB0BED148}"/>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CB6674A-5A79-42EF-A062-7D385E6371B1}"/>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CDD49B5-E616-4344-92AB-91823544CAD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537283B-91A1-40E7-87C1-819A3AF4A017}"/>
              </a:ext>
            </a:extLst>
          </p:cNvPr>
          <p:cNvPicPr>
            <a:picLocks xmlns:a="http://schemas.openxmlformats.org/drawingml/2006/main" noChangeAspect="1"/>
          </p:cNvPicPr>
          <p:nvPr/>
        </p:nvPicPr>
        <p:blipFill>
          <a:blip xmlns:r="http://schemas.openxmlformats.org/officeDocument/2006/relationships" xmlns:a="http://schemas.openxmlformats.org/drawingml/2006/main" r:embed="R540be95ae7f6483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799483A-586C-4617-B412-28E570C19B60}"/>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D3A8C42-C5A7-415C-8621-868AAB00CB6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26A65FAD-1417-4157-9E88-0D2FAFE483C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C2667D9-F658-44BD-A08E-246140377F6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E3B5869-5539-4142-B1CB-D32BF88997F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F5BE0D9-0AA7-4487-8C0D-0610860DC58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9F158ED6-9AF8-4E5A-B21E-93D64A7A2F4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7424087-358F-44F3-91D2-2C720C17C2D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9370510-7CD4-4230-B160-5D6CCD1FAB04}"/>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F1463ABE-5822-4057-A143-FEF50001BF7D}"/>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17C2E0A6-CE7C-4116-AAC2-BC9C551FC14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87FD251-078F-428D-904D-CA20DDC8307B}"/>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32AC804E-5928-4489-A52B-695FFAAA2E1A}"/>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DB904AB-135C-4E05-80AE-2DB4B73B4630}"/>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50E507A6-3D0C-4492-BC04-AB65C11351ED}"/>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39D7D47B-AEC9-4275-80A1-DA4D6153E10B}"/>
              </a:ext>
            </a:extLst>
          </p:cNvPr>
          <p:cNvPicPr>
            <a:picLocks xmlns:a="http://schemas.openxmlformats.org/drawingml/2006/main" noChangeAspect="1"/>
          </p:cNvPicPr>
          <p:nvPr/>
        </p:nvPicPr>
        <p:blipFill>
          <a:blip xmlns:r="http://schemas.openxmlformats.org/officeDocument/2006/relationships" xmlns:a="http://schemas.openxmlformats.org/drawingml/2006/main" r:embed="R1cfc7eff98104fdb"/>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48B6E4A7-CB2C-4529-8AFC-DAACF4CEA38B}"/>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1E0FB63E-0CA7-4764-95B2-ED97603D8C87}"/>
              </a:ext>
            </a:extLst>
          </p:cNvPr>
          <p:cNvPicPr>
            <a:picLocks xmlns:a="http://schemas.openxmlformats.org/drawingml/2006/main" noChangeAspect="1"/>
          </p:cNvPicPr>
          <p:nvPr/>
        </p:nvPicPr>
        <p:blipFill>
          <a:blip xmlns:r="http://schemas.openxmlformats.org/officeDocument/2006/relationships" xmlns:a="http://schemas.openxmlformats.org/drawingml/2006/main" r:embed="R01ed625b1d7547b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CCB16B3-48BF-4AC6-B6FB-CA36392714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066633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ABEABEF2-2CD7-40C3-AD4D-98BE26BBA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7FF6646D-C585-4BB6-8AFF-0B287B4F5A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6F1E8EAD-30B8-4D21-B9D9-A0A33B9987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EA66EF5-9CD2-4F29-9624-FF47C478DE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704912D-ABC5-426A-A154-D77A826D78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BCA3E02-B674-4BBA-8988-041F2F6847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CFC8FEEC-282A-4FF4-A823-424941249DE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CB57843-80D0-42EC-A7B9-3FC8AD984697}"/>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15758B5-7A20-461B-9A80-58D92694B987}"/>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AC3D892-C984-4667-9509-F3297CE9FA5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F99CF6C7-06D4-4A26-82EA-4021537993D2}"/>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F1EFB6CD-B579-457B-B167-A1960BE3FA89}"/>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AE20FF8-98FD-411A-B7E7-7A810C523DA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9924883-A2BD-4725-9B62-40DD281B38D3}"/>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76D4AA2-C987-4E0E-BFE5-51F7EEBA10F4}"/>
              </a:ext>
            </a:extLst>
          </p:cNvPr>
          <p:cNvPicPr>
            <a:picLocks xmlns:a="http://schemas.openxmlformats.org/drawingml/2006/main" noChangeAspect="1"/>
          </p:cNvPicPr>
          <p:nvPr/>
        </p:nvPicPr>
        <p:blipFill>
          <a:blip xmlns:r="http://schemas.openxmlformats.org/officeDocument/2006/relationships" xmlns:a="http://schemas.openxmlformats.org/drawingml/2006/main" r:embed="R73c7cc38ee9e4461"/>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16F1152-9B8C-47CB-ABD0-91C501CA64E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C0CC34C-9EF5-4353-84D2-063289A8DD5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7FB9E693-196C-4B1D-9B9B-E73048015D2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8BEE8042-147C-4250-981D-0CF0B1F90C09}"/>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5A0C741-804E-4C48-BF99-ED6DFE08F02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DF4D52E1-A332-4DAE-ADC6-B7AB09E41DC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98C960C-6441-4D00-9402-0EABFA913A70}"/>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8136DFAA-58E6-4984-ABFC-3396A8D04350}"/>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29A467C1-F694-47F4-B6CB-B1892CAFA6E8}"/>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BC2DFC23-7B70-4A1A-BB7B-B3AC98210ED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9178E63-3188-447F-94CA-0312C3FE6DDB}"/>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3E92CCB-9642-45BA-AF99-C4AA574A6E0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52DA1D9-6B8B-49C7-AA5E-E5B3C57D5B7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B9B32C56-8F60-48BA-A233-9CEC3C92A9F5}"/>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9C5B2DE-942F-4BC9-BEA9-4ACBC5F9AC5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2C49C6F-E879-41B7-82CE-C89349F4676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6195F2EF-6F67-41BC-9B51-DBD04511F9E9}"/>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966D3549-931C-470F-AB2A-17D05B7F2478}"/>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8A2B1F3E-4CF8-491B-8F49-A77E63BF2C1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DEBEC2AC-8308-40D7-A5CA-A21D1B7C10C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D1F1683E-8B4B-4A5F-B117-EEDDBEDE2EB6}"/>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FC337EFB-5799-48B1-AD2F-45A99E1244D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7374D563-587A-4622-9057-137C47959B88}"/>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8D3E621C-F616-4556-A999-D6D9B393CCA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BBF6DED-01AA-4217-8A19-315B4F5BE39D}"/>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1AC5368A-06D6-473F-A9FB-3A8A462E1F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507257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4249F614-0606-41D0-A7B2-1DC2E89195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4DEECED0-9191-4EDE-90F2-ABD70E2F19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DAA6F2B2-B41A-44F1-9676-E268B6BBE5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463E664-BDFB-496B-A3FB-15E6BFFEC3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98F151D9-0058-41F2-89B2-AAAA7F15EF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AE67B4FA-B078-40F8-8067-5E3A1A4543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6AA39F6-5ABE-4526-AA7D-C960F445E8E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024E295-A272-41C4-A3A1-574F6213CEFA}"/>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143D252-F8BA-4CF4-8653-D305B0E6F7D7}"/>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A34302EE-6466-4C59-A8E7-F89EAC899DE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B18C1E9-02ED-461E-9336-65812AE6950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DBDABE1-EB42-47FE-907A-740B0DB264C5}"/>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4A563F72-109E-4F70-BFAA-36D84519D8B0}"/>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C3B4A613-0598-4197-8C20-60800B46DDF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6C161D11-D605-4D9C-9896-C77C8706E0F0}"/>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7F4A35C1-8ACA-4BFC-8ACF-A31BD8278D9D}"/>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BA023B7-853D-4ED5-BE72-AEF5BCBD777B}"/>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567FDCB-0C9E-4F3D-AC38-7B84E60F67E6}"/>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654B552-93C0-4866-B8C6-085E9175D3C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0B46144B-A7E5-420E-BC81-4D4EBEB91BE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1B9B47B-F49B-4D50-9D4A-C09B085368DF}"/>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24F2B08-F666-41AC-A232-EC45C2AAC3D1}"/>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96F68D3-CB2E-4239-B651-00227B3E4165}"/>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6516A0D6-DB42-4C86-A825-A6422471E5D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75D82EB5-8027-4633-982E-AF9BD996D194}"/>
              </a:ext>
            </a:extLst>
          </p:cNvPr>
          <p:cNvPicPr>
            <a:picLocks xmlns:a="http://schemas.openxmlformats.org/drawingml/2006/main" noChangeAspect="1"/>
          </p:cNvPicPr>
          <p:nvPr/>
        </p:nvPicPr>
        <p:blipFill>
          <a:blip xmlns:r="http://schemas.openxmlformats.org/officeDocument/2006/relationships" xmlns:a="http://schemas.openxmlformats.org/drawingml/2006/main" r:embed="Rbc4e873dc85e44e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56D81CA-5F78-4BAA-8AA7-F28FBCC5F54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A8BDC73-23A7-4701-B0C2-EF60E038F2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A3DC660-5C44-4EAB-9B14-587E169F019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3205EF4-D693-4F3B-A85D-D2B83836A6F6}"/>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9CAC8AA-6007-4E64-B39D-FB355FABB1A2}"/>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21E1CE73-1F29-4D10-895B-B235180F313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DF59AA03-AC26-4C4D-B30E-830852F79D9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6F9161F2-0D58-4A97-8BDC-E192FB29865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B993236A-106F-40C5-9147-2F49B728342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46792EF2-8D78-41E4-A298-3C424CD6932F}"/>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2FED9FB-30E5-4698-B94A-B2EF9F625B45}"/>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6DA12801-83D8-46AE-8C28-2497236EA26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CD3955E-79E6-45B8-B640-CB874C8CACA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E8315AC-DBC5-411B-8D18-BAF6A091BED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ED7AC05-823F-48D8-BC0C-988BB7AD9EEF}"/>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4A84D79-127A-4E5D-B1B5-494BEB2AD25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BC3C70A-AEEA-48B7-A806-AF656353AA69}"/>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D86037A-19C4-43D7-BF51-4FB4DA67C0E2}"/>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6BD7275B-3579-4830-BF65-D50FCE1DCB71}"/>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4E551E8-05A2-4ECD-98C2-CBCDE2977B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913916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3E726FDC-D667-4A14-8E09-890738DEDF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4B6CBD90-7E99-4E8E-858D-C3E862E9B9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473FD04E-26A0-4D26-B8E4-8C5BFEFCD6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FDD17CE-E378-4888-BAA4-2D0B6D4549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7FCE8F1A-B3FB-4623-BC0A-EFD65A1293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52E6B3B-ED9D-49F9-AAAE-7FDD87B30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44BB2BE-F921-48CE-BCF5-9E04053F68DE}"/>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59134D7-F738-4E9D-A453-23ACBBB4FFD0}"/>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5E47E11-665F-4E76-B1A6-6C1109EE1BD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46DC9C5-FF40-462F-AEC0-D4EE11B2B17F}"/>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E04C1030-9E6E-47FE-B03E-0D1887FD7ED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DBE6182-805F-49C0-8367-FE7B2D5E13D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5A7D4DC2-00B7-4497-8067-CDD1188254D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711B3F4E-C45F-4557-9987-0C91D75C594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2192E1C-D75D-4FC1-B803-2DF15CD4A49E}"/>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EFB2207-280C-4D9E-9250-71436C43C0F5}"/>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C9146BB-E569-49EC-84E4-1FB61E0EB6F1}"/>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9F0E8F2-1827-476C-8473-0B2956EF9516}"/>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E7C3C4C-9036-47F4-91E6-01855180922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3CC3123-5194-4A25-8D91-9CB46E7CAD7C}"/>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87C9932F-35AB-4D8C-9D92-10FF1554FC5D}"/>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1AD7B462-BFF6-424D-A0AE-CC3312F78916}"/>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2D75F393-2362-456F-935D-4E00CB925B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3629902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A3AB210E-115B-495C-8F50-F146240F3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90743E00-8F83-4A41-B6BB-AC6EF04257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DB143544-4215-47F5-AE14-4AEB1635E7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F121773A-4C10-4DA7-AC8C-B703437C7E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52AD5DD3-2B6C-4B51-8380-3AAE8AA1D7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D755025-D058-4855-90D9-561ADDD087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11DE5037-E66C-405B-B02F-6067A86C3E84}"/>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5BC2F67-64D8-4524-8DAB-8B94D6B9B47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FE206B3-6BF7-4C8B-8B20-664C4BBA0C92}"/>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7212377-E76C-448C-A4A9-91B6A49DCF6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172C1EAF-4B69-44A3-9F11-25BFF927939E}"/>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71B4442B-33E1-4637-8A27-1228A09C2FE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23F4180-155F-48DF-9028-648EECF9F390}"/>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898907F-A4E2-47EE-A737-7C08809F2EF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16C0BABE-5CE1-458E-A147-67ED90FC984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6F2E3E0C-0FB8-4E50-9817-440AF26F5BC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0D2F8F4-1DCA-47FD-8EA8-3AA598AF636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1C4C0089-5F17-419F-A851-707707B4507D}"/>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E6B0C511-0B72-444D-8813-DF4F88AEEF6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FCCAED8-8195-4947-BF59-151E173B95C7}"/>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0AEE6346-8C4C-4E0F-9430-97446E79195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F8741A6-1CD7-4C16-8898-3C53567BF4BA}"/>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58FC0E2-2EC6-47E0-848F-CD3833E139A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29585A58-1D46-48EC-8A90-5074E1ACA84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7FE2F07-32C1-4666-BC8E-069212D377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141648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9799440-018D-4CB9-B48F-0F9497E4B3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24E25BE2-8C06-4A70-8103-5AB76B6804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76F99DA1-0DDF-43DE-B6FB-159E35E202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CB13813-C0A5-4F77-8AAC-435C7BDAC7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2BD0039-04A4-4E18-AF58-22261EE9BD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57476E6-5644-44DE-8E76-0BFDE7AFF0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F2058527-DA05-48E2-8D88-58B649E55D0D}"/>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29F57E-8B52-46DF-B406-0D41D1F493E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9746B4EA-1721-459E-8893-240C9ADA6E69}"/>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756578CA-893F-46B3-A014-9FF0A73581B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F157D359-21B6-47F9-B9BF-9A8652A7A8C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906D2DF5-DB00-408F-8799-6A3382C2281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E62DB3DC-EF29-466F-A401-B0A58C8BE06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10F9351A-B611-42A0-A50F-0761E030F0E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3A6ED0DF-5797-41C6-83B7-B0645C2C0241}"/>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4EC8B75D-1788-48E7-A952-EB2B603E8C6C}"/>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B3FD292-B690-4749-9AD7-22A21EA1027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05DA13B3-15A3-4648-88DA-6ACF165570B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9D193569-25D3-4412-A60E-3C1D928EC3C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6D5345D-502A-4CC3-9E10-A74D2CEDA45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853635E-5F19-4781-9988-2EE1DFCA010B}"/>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EF7DBB84-1C10-418D-B6C5-6BF0041CF94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BB1A9E6A-EE40-402B-A405-2BD03D7E0839}"/>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66457233-0624-40F3-8455-58B90B81D475}"/>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064B31A-468C-4988-88AE-549638C16BD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C5CA2D8-6C4E-418D-BA64-A36E9F57A9BB}"/>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B123E39F-A65D-4E01-8224-AD20ABB3D33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B5DF7BD9-EBFA-4354-B135-88612810D60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18E1C14-9AE8-452B-9D33-1B67059FD6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7090635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7BDA8208-15FB-4BD4-AFFC-3DB5944228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45636904-FFA5-4D05-83BA-BC5F443866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17466AC7-6CA2-4866-BAC4-37B74768D7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F7B174F3-8438-42F8-B693-466C618906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AAD1966-C12C-4E55-8E1B-ECF29C1A7D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60E619E7-C4EE-46B4-A558-A4C605E1C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2D1C4481-B01C-4AA9-A69E-C29344815E59}"/>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6430A6D2-A0C5-4F60-9A1B-AD224B24393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94528A3F-3DF0-45E4-B7B3-CCB4027DDC06}"/>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021B6DFC-363D-4B6C-8026-DA94D0ECB8D3}"/>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11214C88-CE50-4F2F-9D26-756B812DFE3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DAA1E7FA-FD5A-40F5-AF95-9805D7F2A19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BE135BD0-3FEC-426F-9193-3CF0B2ADEBF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1E84F510-C9D1-497E-B28F-690D4125D5D1}"/>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D7353F5-827C-4C5C-95C4-8701D8F92D0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CE001D06-F4C9-4EE5-A166-BD0CAB29F05A}"/>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E7C12278-2C52-4FF4-8A90-7324346053C3}"/>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F29183D-7015-4A8F-A9F6-1D88BCF7D803}"/>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D5B6845D-3434-483D-983F-2B54EA5DA996}"/>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93BCF506-511B-4A33-8DC8-8BF97B30AD3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1D3A9C4A-2715-4140-BB6A-26D82EA1AB4A}"/>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D25AE41-B89D-4704-AC28-6A063FEA59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91B581BF-6DFE-463A-8FB0-E639D1C7FF3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86F2886F-9EF1-4008-8059-3A1A7B6358A3}"/>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2B3E9140-32A1-41A0-AC7D-B0CAC4E0152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3D01D80-1444-433D-BF4B-E1800795902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C667227E-88D4-4275-8007-D594D37C345D}"/>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36480D22-BA95-4E3D-B18E-C564AE336D9C}"/>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D56EA6A9-656A-46D7-B6CD-B29A8A909A0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2DF1A1A-24F6-49A3-90B4-E53B4E3FBE75}"/>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61503E6-F149-4048-BDB5-3546FA4CA149}"/>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DD2A99CD-6BFF-4138-9456-19F6FC844B6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A8240FA4-BE8E-4F98-BD10-FB4C42E80C6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D86AA2DE-0225-48DC-BBA9-C86B6DA13E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770064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38CA2DCA-1B9A-45BC-9D5C-414FF1BCB9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8B439EBD-B0D8-40BA-99BE-21904C1280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21A40955-ED59-4AEB-A1FA-47F6DC41EA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1E77731-58C2-4704-AEDA-A70ACBB925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8337CE50-5BB2-4537-A35D-2D1F08CBA8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B364D0CB-EC0B-4F47-AF9A-BCDEE3F4F2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B1785713-208B-41CE-AB9D-ED577711E31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350F9C85-A736-4581-923A-A793CA286B22}"/>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54344DE-7DB0-4388-9196-027C17B1F018}"/>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8D8D2B-CE88-4A57-A466-CCDCE9DA69E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6AF4ADA-7ADD-4ECD-AD30-4026959B2E2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E8284FE-C87B-47E3-B1EC-3F13ED37DA13}"/>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D921D23D-DC6D-40E6-979A-3592C473AA2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A2BF0E7-C092-45CE-9199-40185E0E8FC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2694695-4154-4F1B-AC18-DD3AB9DB4678}"/>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B7F3A2D-5F5C-4DD7-B32A-DA995878E89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E9AF9F61-B102-4EE8-8290-98B3CBBBBC75}"/>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0B849348-69DC-471A-BAD1-01078429EB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28875DAC-A366-4740-AD52-9DAA1DECF8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3643890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70E7232-A4E3-49D9-BFE4-5C369D786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8617AF14-E1BB-46FF-A7EA-8BF385F516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E628F1C2-B081-49DB-A10A-D34048B571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E602E36-C02A-495D-982D-935CAC3DE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362FF021-42BD-495E-8DAE-831659B656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419443C1-399A-472B-ACE9-A5AD504B1D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DE31878A-AD92-4F13-9378-A09724A29713}"/>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33A83E9-8A0C-4847-8487-F746A77F29E9}"/>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2DAAC0B-4059-4BBB-A1D6-B06940803B8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419C65DB-D36E-41E7-9F00-ACCD715658C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269F3FAD-22BB-41F5-B40D-F1F125FD22FA}"/>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04CA9466-ADDA-4859-968D-6B2FA6803F0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AC0A1045-150F-4191-8AFE-599D57177584}"/>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34B5DA68-48DB-462F-84F3-4D0C56092418}"/>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D0E91255-C046-4AE5-ADF7-39E7656248E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7ED4A65-3A7B-491F-BA67-D1AA9DF1E65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0E598CC-009E-43D1-863D-F8FC4794B7E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D2D58274-7ADE-4FBE-8E84-C054B0AA57B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39F458E-4983-4571-B9B4-5B315AADEA4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2B874A9A-BF51-492A-A24E-A6F7C3837C79}"/>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3DB436D0-61E4-43F9-B027-DB6D3899305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8C157A-B92A-4AA9-BAB2-0E0ED0A28054}"/>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1101C8B-974D-48C0-B58B-1DCDCAD1C5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9597521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2091BB5-29A3-48C4-BDFA-9713FE424B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D0D9F13F-E30C-40A9-B3CC-036BFC6125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5E218247-D5F6-4EA3-B8E7-5957C373D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DE1A827-E49A-4AF5-BD54-781796D8FA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726149A-D2B5-4D57-86B2-DAAD72F2DE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03FEDFC-374B-4F8F-AA85-A30381F150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182765F7-FA8F-46F4-9B3B-31489FED36B9}"/>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BCA567AE-64F7-46F9-B9F2-0863D74E415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3B8BA09-D4B0-4382-B808-B7295FCA19C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B16A9569-6D48-45FD-A4AD-BF34CCDD239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10BBFB5-E059-4792-B824-68A450D1A053}"/>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23CA46F4-93C2-4FD9-82F4-C10D7389C2B0}"/>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C4E5D05E-3B6D-459A-AEEF-09F62F5CCE3B}"/>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2538580B-B24C-4282-9E53-7F5B4331F53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7721AEE7-3813-40B9-82D2-F39F55506BA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FA74EC7-6C10-481D-B6F2-C2858247EEA5}"/>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6026AE85-F512-43C8-9B31-2A9989F82BA5}"/>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C0AF2E6E-D56E-43F2-A89A-F8152953814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359D698-BBFC-41E6-B2A4-F9FC38DC8B3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FA55F3-065C-4A07-9D78-399ADFB94437}"/>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35BD8CF-E567-43AC-9F1D-DC6AB58EB46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205B284D-431D-4F58-A599-23C47771C76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8A88E1E-95B7-4F7B-BC77-0710542652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03474240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4EE5D478-96BC-4CA6-BA64-352B8ECA4E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71D302D9-1E3A-475E-9D93-11F933D681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90030DDD-58B8-4351-BE11-F19B793F0B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60C819E5-C22A-4D35-A8F6-68DC0B1C25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9AB80D41-CB64-4DB6-9C3C-58AAE307AA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5FA6EF17-F219-464A-98E5-98C6BA64C4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A4A3DACE-ED80-4380-A8E6-39281A00CC0A}"/>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A6B208AC-ABA3-4BC7-AA37-2B4DF44D673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26DA81CC-0C70-49EB-BB8C-6A7F88E5B8AB}"/>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850624A-001B-4A36-872E-C4E161B36E5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2FA9394-4490-423B-B12D-89E508E5431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708C2423-D504-40F5-8202-8432A3A0331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145B1AFB-0716-4614-9C06-C5D8174968FD}"/>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123E2100-D84D-4F2C-86B0-4F8CDD5F6790}"/>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E9E9E66-ED65-465C-8747-A4AD41EAD45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816BE3DC-C277-4041-B53F-07DBD1D59E7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1EFD3BF3-5B0B-404F-8A4A-E7FCE42D4E8D}"/>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8CB35CA9-E09C-4DD2-9B53-323D562810C9}"/>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C83CBC2F-2ACC-46E4-AE46-7E6E4A9F5F04}"/>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E1C4833-3970-49FD-B468-0CAD9BBFE724}"/>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BA4F993F-1CDF-492E-956E-9038A3993C5B}"/>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DAADA9C-D37E-4368-90CB-C106EAFFB46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45FAA090-C034-4E87-A4AC-41D8F028BA36}"/>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9CE4DE8-1FC3-42F3-91E5-D26E90680F4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397105B-7E7C-45B4-A8AA-3DFF3B5E8C8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A507C490-A62C-4445-81F0-2D8FD4F474F8}"/>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D14757DF-617D-491F-9975-444DB0785DD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790E5CDB-B9A6-4058-AE21-5A237B66808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E1BF476-8B54-469B-B0F3-32A6110AD61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B030C765-F014-4D03-B43C-DDA415DAA5D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C7D25683-BB49-4ADB-988C-8C44A8D228F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F67CE0E0-E1DC-459F-930B-24DF58F77F6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8D47F177-815F-425A-8BFE-98FEF539A69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D5AE723-FF85-44E3-B2F3-73E3AC30924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7D2CBCC-D8E0-4C80-89E1-8BD7F628C05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9BAAEF4-567F-48BF-BC3C-C3BCBAF7BA9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8B3D5FD-1B44-4CE1-A4A0-B8BB5DB95FD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23CA5F75-82E2-48F1-A39D-B9185A56CDE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18DA68C-F42A-4484-8846-119915EAC79E}"/>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A5F7278E-7BC4-4B9D-AE3F-229A15BD107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3A5B7EE-0EB8-4318-885E-4247DA60FEBF}"/>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D7E1BDA-C8A3-4B96-BF82-376DF1E897F2}"/>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591B403B-5976-44EA-A8F1-04A0FFC189A2}"/>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CC7F009-CED3-45FE-9EC4-BE0CC4D9097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90C2EC1-F65B-4F6B-9ED0-325E054937F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AD83F657-A803-4047-9025-10DDAA5A94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404696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CB0DA073-200B-4317-953C-C48F203C2A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312EA74A-335C-4F03-BC69-831D60B82B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7486DF4E-20F2-44CA-A2FB-FEBFFC9B06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146911D-EB04-4745-B26E-D76CB5F9EF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7210AB26-B6C2-4B25-AD22-AC16453D3A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A2DDBADA-F884-4C73-9A8C-DD3D99F012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5CC9273E-AD11-4C0B-8453-BA87AF5932C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9DDD950-CCCB-424C-8FE7-30392BF101B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85184A9-3247-47B8-AA89-976C3B4F4B6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5A06D19-6EA9-4979-8D9A-4EBA8B25E41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E0A2205-E393-4A3A-A309-A54780A4173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26E08D2-FF12-4B3A-B842-565CC1BBFDB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B2F32C0-8573-4FB9-A2F0-374AD9EDA24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74B91C5-E55E-4558-A712-03B60A74387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B8FA014-24FA-4C14-BF40-967703B3737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FFAC3A78-4605-4625-B03A-7713577FCB1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CFFCCE9B-F62B-4FD4-9888-DFD7A16AD0F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D140EC94-B151-432B-B18E-E36A011215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48F425BB-6115-4EA1-AF37-FD837B6FC34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6E5A613-AA6F-476D-84CF-95F572FB3EA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FECB513C-685E-4F02-8091-C8F4C084C78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F289F18-EE64-4B2F-8A0C-A438225D7AD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67EBE58-2C23-43F2-983C-D91A38E3E7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033556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2D06B4E-C797-488A-B0D4-F34AA183D2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149E8F2F-EC7D-497D-B151-F94E61C83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E2AF38D3-E60D-4B54-A1B5-57952F4BB5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8B8E0F-D2BC-4BFB-9E75-B80E3628CF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F308B8BE-2024-45B9-BE18-4C4F39186B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AB16C077-1573-46A4-83FA-B52595BE2A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C2C7A75-13C7-413D-8A61-92BCCF9D407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92EDBC-33FF-423A-B38C-26628B3BF77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5A3C6C72-4F84-4AAB-B2BE-9406A929B83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9715C23A-C9A3-424B-9520-8A30D905440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44E02FA-5E3D-4B3E-B48D-0048CB2B400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C82C031-51F3-41E7-BC96-EFC7439A621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D4C5ACB8-7E58-48E3-85C9-10489BBA2BD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46E17131-6286-4BA7-9019-C76366C262F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AF57CE5-1EB1-4481-98E7-C1E39FE883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685EC16-B4D9-4DC8-81A0-D9AB34290A0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7D1F73B9-6A37-49B6-AF3F-6A526C7A482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5B017159-A57A-422C-AB5D-36F78EA8EC3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D873F1D7-FA56-4BE9-A17D-C27321C01A7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FE626E2E-26B3-44F0-988A-38231DEB64A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5370FE87-14D3-4C98-AA34-88261A11CCE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D0ECA11-BC3A-4E98-9694-764F7942330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B45B56E-9118-406B-8D3B-2381C6D9BE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744038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06324C0C-22D9-4C2C-8957-9619259566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7EEED448-887D-4890-98C2-3329EC0E43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EBB799F0-E814-43F8-BDAC-E4617289AE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6DA6C06-BB06-4A56-B473-E3D9E1FF46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EC29BE5F-7563-4030-B450-8B66CE8368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5C23256-8051-43E5-924E-1D65C1E0A7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58BA8CCB-8853-40A3-A5CB-D910C880DFA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D8A440B-D206-4851-998A-478616E4793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4C10083D-3D98-498E-8B37-2718E317966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2E925AA-6800-4D63-91D9-E110CC544E3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C490B90-47DB-4A94-A142-9A0EF6C8291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D0067CC-8E98-46C7-A8A2-134CBE7F922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16B2117-52FB-4C56-AE63-CA28ABE0A99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E740FE21-9C07-4197-9DC1-EE90B197EC2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257D0B0B-3CEC-4C47-A997-828E92ADBD6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47CB0F5F-B3A2-4324-98CA-3CB480E111F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1E54551C-9286-4281-A6FA-AB662BA8BEB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1D3CA139-B9B7-4CCE-9BB5-36CFE01DD52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4FD6FEB-FB5D-4F6C-8645-5B2B249B52E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E57D071E-8B05-42A3-BDE1-E96A457AAAE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692AD6AF-F6D3-4DA1-9597-41D10ABB9CA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C0086E0-6385-4F9B-B021-DCFEEB18CD2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5D178EE-A676-47E4-A00B-4C52AA50E2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112331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F499B202-AF3A-44C3-A30A-C2133646BA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17094514-0918-452F-9E2C-D92131AEE5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A99CBE1F-7362-48C6-8600-37ABF5A625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5F19AE5E-5C50-4D91-9810-7DEC422272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FD001108-88F5-442F-9F8A-9C14837938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852457F-926A-47DE-BD95-0D88FBAE4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B738112A-F277-43FA-BB77-92789E7A7AE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9D53EED-1283-481D-9654-EF218103DF4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53187C1-1DD7-4A96-89A0-F900B6357C7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D77025AB-2A47-40FA-A67D-3A807E74B6B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7D3F95-B4B3-4D11-9CBD-BB625B2B764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520BDE2-745E-46EE-8013-E8DAEFEC3B3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0E5FF8C-D338-4DB3-A795-AF2A889C277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4FA3655-41B1-41CB-8ADB-92CDA2D8B64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CB98EBE6-E1DC-4A29-A3DF-186F725B07C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B9C293A1-A67F-4A5D-AF58-406FAC48D8B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F868109C-BADA-471F-A5B5-E06C13A4E55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B287195-F34B-4CE3-8B47-D6098127C12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76A18E77-F281-4702-9BB9-D2AEA287C3C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707A91F8-696B-4F46-979B-4B707427BCB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814943B9-C7BC-4AF5-8FE7-0FC4723544C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C0F7A81-503B-455F-A44F-9C48A3B117E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A9E28A2-F672-41A0-A44F-BD83DE8D51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491914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42E665B-5E0C-4A05-985F-FF030463A9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7516F7E5-6883-4F06-BDFC-A7699542D6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B8AED68F-4E4E-4E2F-B75E-38009CDBA5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98B657F6-5CB8-4197-B844-CE9B63274C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F9EAFE7D-DDE1-43CB-A28D-F8373BCC44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9178312E-EE1B-4004-B81F-6D7BAB0712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2ED4F2C-5F02-485E-AC28-6A7D149A74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2ABB567-7F41-44FB-89C2-A1A8B748C74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8CC19DB-F98D-4758-B3C0-64DDE60FA60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02A23FD-4205-4639-B681-ACF28E7B14F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532AC9B-B6D3-4214-A618-7391ACDDB40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6EB70E-2822-4607-8CEC-118E9278BD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3BC47098-18B1-4B1E-9B70-E5AAA98CF8C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19BFE557-E207-4468-90BA-E3FD85BB367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0226D7ED-1B64-4F99-B38B-136D4A4BC2A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470D64E-5D78-4039-B709-444EC4DE1A2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874DC95-6506-4531-8C8A-1B3A802CB61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D131AEA7-6D99-4A9A-868C-562F22127FC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B63C26D-2778-4B1C-AEBE-8C867760AB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1DC317DB-F3AC-475F-9E56-AB8B51227A1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A8759A1E-EF91-4F3C-9CD3-2BB296D57D9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806F1B2-17B5-46DF-8E0D-29C40991FF4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CD2B5C0-CB7D-4145-B8C2-D200870381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278882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7FF233C6-3424-4C3C-934B-36A2435E23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C84E26E0-3F41-40C4-B76A-C764258786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19DB324E-D4F5-44AB-8B21-1EB4742153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F4C3F85-E2E6-4E11-9395-0939AEF0CC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BF2731CC-B753-4D22-86E2-B14D6EA05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DDDEFB5-56D7-440C-9E0C-D18D81E365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85B10F9C-FDC3-4589-A66C-C0AA8CF97B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4EA689B-67CD-487E-A43A-951AAEAF75C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013A706-7FB2-4805-9604-BA72848949F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0927802-FBA1-48DB-AAFF-0248CF7754F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A5071B4-0BD2-4A21-B6BE-BFE84B0B792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D54CAB8-F6C6-4414-B5E6-8EE70DBF7B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41614766-B81F-4DD0-A1DA-0096EF8ED05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535F4AA-80B2-4D95-849D-72DF9562236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B7697E6-657F-41B7-80C0-5EF5BE32B2E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C3B52FF-011D-482D-B13A-86EA5EAAF7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19DA36AA-7263-49B2-BBA8-9A5167BC4E1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516B9C5-B948-42AB-8728-BEE3BBC7CA7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857BAA4A-455C-490A-B730-76C9BE6EA1C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992101DD-6DB4-4AF8-BAC5-80F1A01333E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53DAB3A8-D21B-4839-BCD2-C16361795C9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71F706C-BC52-4479-9A90-9B25F17054A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1574A91-F047-4AC8-B500-F6AF7E739D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18664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19404755-2FCE-4D90-947E-C07668C8A3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16C2EFD1-D3C3-4EF0-8348-4636D6A07E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5596BF0E-6F51-40E3-A790-06FD5B0685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E994179B-02C1-460D-AACB-CF82A7E65D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8B68228B-AB04-40C3-828B-40C371BE08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7D0603C3-43A3-4726-9BD5-8E0E736F7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265D517-4662-4F8D-B745-4AD6239A472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3C34CF3-3EC4-40E0-8365-4C521EAB83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F9BB5678-4470-433B-BF14-3E8387E77DF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49A540CC-1F60-4FE1-A98C-BA83BE28A18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FBD6CBB-D963-42EC-A5BA-3614F0C105A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0A5CC82-A836-4550-A44E-9D9CDDBAAD6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36526F-6461-4541-B0BB-EAAED1C7F68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6FBAB4AE-4FCD-4DFE-A995-4A32738852E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11156E6E-7664-4D71-B498-26C8B3B6532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0C5D38D-0E43-4F3F-BD90-BF5EE6822C9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727E7BB-2729-405D-8027-6AACA58C271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AAFFEBBE-5A63-4E50-A1AD-C97991B46F8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D4F2A8FF-5724-4DC7-8ACB-BFE05EC7188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F2B91EF-F6BA-43D3-9E6F-11ED99A30D3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07A7917C-9733-4044-B1BB-3F11C2B0C5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089F26E-F388-4BBA-8B79-623F8548E5C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5ADD6357-3010-4EEC-9D89-A92C6185A2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613075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DB198798-E69D-4392-ACBF-D40E46076D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F596C9BC-3FB5-454F-96DC-ED3630C2FE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247CFDCD-0A29-4E25-803D-0B3C1DA6D7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64030997-6564-4CB5-A54F-0B3988EEB3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30A3141-7A56-4E54-B91D-C069C54520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2CA8580-1BBB-449F-AAB1-EEED7A60AF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0C50CF2C-77AE-45F2-8448-E3FE01E111F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C842887-765B-4A19-9E0B-A4FAE61CA35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448E094B-E0E9-48A3-8693-05A2CF3BA2C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A578219D-2B08-43A3-A712-A8189CBC92E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25267BA-15ED-4A16-9542-F257AAAF809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22DB0EF-B4B0-43D4-9E1E-3084B2F937D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C43933D4-2594-4BF0-9CAA-A428C82BAD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0E722223-CD2C-4298-871C-FFACB8F47E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5BFA8FE-793F-4CAF-9024-7851DF291FB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F4145E6-E068-49AC-B0B0-CA3203D0A90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EB081E8-FBA4-42C0-A5FB-1B0E20F787F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17B7407B-04EB-48E7-BA95-A247EEF9B24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1F7CA911-3E66-4767-9831-E2437291B2F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7AA04D63-F9B8-4547-917B-5146A8047F4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9FCC2A6-3393-438D-AF33-7C3BEB485D0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AE2B34E-1A30-4BDB-8313-28291BA7448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5EFB2E6-FC4F-488C-8BC5-6361571003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9410863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FDEC499B-1BD0-4819-94F0-9F4187E212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AEC51CC6-672E-42E5-A7EA-EBC8169950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51B5A6B6-5A1F-44A3-9B6A-E0FF9E81C84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AAD5466-0B0B-4590-9B34-DEFF90D41E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437A512-E4C0-478D-AD41-EC2649CA6A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7BAECFC-58DE-4D94-BDFF-238C285584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BA3AED6D-96B3-464C-B424-5CEFA768192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5E35FF3-2714-42FE-AF17-B59B0AAB44D2}"/>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BD90A5C-7794-432D-BF3E-A75E2D60B9C9}"/>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F54D137-4B01-4747-8A40-E89DDDFDAA22}"/>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5918FD76-F336-44BC-9955-1B1CF0297CD1}"/>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446A2CD-2B21-41AC-B229-67F9C06954D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7FE72403-524E-46F3-B7D7-B0D56D7581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40872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64DD486-3FCF-487D-9D62-EF875F869A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1BA2570C-A479-4ADA-8E45-DE959CD4D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A253209A-4FA7-4DA4-B05E-2C9174A5F2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D00582F-0349-49E3-9DF7-5C88032BEB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524072E-95EB-40C2-9E0B-23E2736EDA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B2C1204-16FC-4A55-A7FC-816904C164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1CF9E703-6AE9-4FA5-914E-097373F88CC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76D70D39-E328-4D27-BE05-5E3800EF500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1D076779-06F1-4460-8805-89276A426419}"/>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9BF8B3A-6A62-4845-8525-E242A0A0EAD9}"/>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F2B404E-F42F-4312-8978-6127BB8CA53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98A830-5DD5-45C2-A31B-2DBA8095307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A60D8E73-809C-4A6C-ACE4-63BB59534868}"/>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4CF5EE92-E1C0-4467-9DD3-AC774F154CB9}"/>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6BA52A0-F163-4A3E-B8F4-D0A2F7F3401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E4FF4C7-2936-4E0D-B84F-5F78DC06166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F25B11F-2D16-4319-BA65-E996B2EBD9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28660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2026-10-25T09:03:38.2770000Z</dcterms:created>
  <dcterms:modified xsi:type="dcterms:W3CDTF">2026-10-25T09:03:38.2770000Z</dcterms:modified>
</coreProperties>
</file>