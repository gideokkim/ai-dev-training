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6B59397-1DD6-4B2E-AE4A-C1489303E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14B4FB34-3D8E-4018-ACA7-66889035BF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A73DA06F-B5F6-4479-B691-03E17B7EB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12B6947-B5F3-463B-A96B-A518397AD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EFFD97E-E50C-450F-BE0A-C7B6B0E6F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8C71D05-349A-4000-8B55-8183C56DC7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97D85A7-BDD1-43D2-8E77-920E576517C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20C3FEEE-68F0-4D0C-9EE8-FB052A29577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3B8974A-1215-4F5F-9333-E9D7B2663B9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65F6F6F-198B-4822-B9C1-7B552906FF9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24FB57F-613C-4299-9102-90C07BCD550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2C77D2A-9195-407B-B994-FB60FD2A148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6FCAAE0-B6EA-4B12-9CB0-3660FCC49F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871E4D-1E9F-4774-A87E-005F1131535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67AE3C-1A65-43BF-AD70-176E7567C9F6}"/>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696EFC4-576E-4D70-8E61-FF6E4E576A7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5E4DC17-5624-41AE-A71C-0FE1082025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09B32E6-0514-478B-BEC7-CF6C4DA4B57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622BE895-40AE-4CE2-9637-BB96F18982C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6156628-DF12-47A4-9507-8EE1CCCDFC6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1E1B927-8B79-4819-9DD9-663539BDE0D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9200CED-FA3B-4C1E-B462-7490673E256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F9B62919-FD1D-41F4-ADEE-D72A0505DAC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A3C1D05-6E6E-4674-A062-E6952C811F3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1DDAF87-4DCB-4C64-8CAA-C4070E38461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C6F9311-F699-4442-B2DC-F1EF6FAB2E5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06535AF-9AEC-406A-8EE0-3849A20E4BA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D84E271-AC7C-45C2-AFDB-3233C91BA22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068621D-6EE2-4A22-9333-958550E12C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1DF5AE6-1B6E-40F1-98D6-94B8C95CAD4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460EE30-2687-45FA-B1C8-F2D7B17D412B}"/>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3C018BB-CE4D-4B79-BE82-019757F70E1A}"/>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9FCBBA-3F0F-4D9F-BC20-37CF4B1052FF}"/>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AC8C828-1C54-4335-B508-69E47181A8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FD9A17F-5A45-40AF-A745-5B2E64A52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414BF10-0279-417B-9BA4-2A0C42C4D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10A0722C-C505-4ECF-9BD2-4AB69D94F8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2A931DC-D1F1-4DD5-8CF3-2AF30EA0D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7D79DBAB-5271-4181-9480-A7C7E62E7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E56D2BD-C3BA-4F7A-881D-00BAC362E4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C10D6B5C-D491-45C9-95C3-FC52F00399B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69720BB-B05A-43F2-8117-1E0515C3875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6EA1F46-5F42-4CEE-89B8-96FF937686B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59903BB-3A76-46EB-B09A-A664E807446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1860AB6-EE45-45DF-B7A9-08FE71951AF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263915B-517E-4C0C-A2EF-1C2D7AC8730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0512A4F-840D-459E-81D2-6DB9CE0DD164}"/>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BADB87-37A1-43E9-A1FF-3B374BD84FF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C7BB414-AB13-4723-B6B3-E97591B2201B}"/>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6351ED93-DFAF-403D-B240-04FA01CC19A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078E1FE-31DA-4754-A793-435DD000EE0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05578FE-5F9A-4206-BF1E-EB3809F8083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F7F9492-87EA-4C20-934A-CC2A3EA387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842140-1B0D-4B06-94A0-D9238FCB7D1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64D7F53-AC42-4CB0-ADC5-2BFA93B1C93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9D2DC62C-8ECB-4910-BBC7-D2A64F55140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6752317-4A73-4A85-8808-ABF6399268D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B795A609-F584-4DCA-8572-EC7C8406623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2B5B6D1-0868-45BB-BE58-D1F11B24457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BA9608A-EFC6-4FF8-956F-A9757E01EFD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437DA19-6796-4DC5-9669-2197406C9BF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4F157ED-4935-446C-9BBB-1D11F53FADA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166F11C-6DB9-4E6E-B4A3-19846BABC3A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E2F0A11-F120-4C96-893A-89DF6D641E3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B835FF6-8559-4DD3-8FA2-2380E12743C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0136F11-5C52-4248-B718-F4F68B39F4A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3BE5C38-672C-4BBA-9B13-17C77ECDE21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6EFA654-DB22-4D20-88B0-CB42EC7B8D3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207F2DA-3C0A-4727-9DF5-DECD1F05F00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096D422-0CEB-45E9-BDC6-8DC327634C5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613223-A84C-461B-B593-725C846E8E3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C2C9AD-7F4E-440B-A5DD-395DF9B26CD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627BB7A-01E6-4E44-9755-17C40987657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E656292-B04E-455C-A792-419310CBB97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6963D65-0209-458F-88FF-01916779F8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01A8C0C-4496-46FF-B019-F072C5276D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EF91FB69-AD39-497A-BCFD-8ACD356F70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F05D24C4-B45F-4541-93A7-38922A5B8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8325BA-435D-4C3E-99B3-A28CBE103E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5FE20F1A-9B05-40B0-9F13-BF241D16A3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3FCA034-D416-4B7E-9C0B-E854613287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401D73F8-9DB5-4A13-B4B5-F91617D1D98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5DF728-9CB9-4F17-A929-57810EA7C40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073796A-5E34-43D9-8E1D-9EA515634AA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957591B-6CCD-46F1-B933-AF2CECB7C24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516432B-E4AA-4E9C-B382-94982D6EA17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33E84A0E-7A94-4D12-9333-93266953A15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F9E2059-DC69-42AA-B4B0-311C81B2683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BB70944-7638-422C-91D9-9B5DA574408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0A4974D-DACD-4F7C-8BC9-587924F4ADC8}"/>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90BD37-1DE6-49B0-BEA7-123F612BC71C}"/>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CB60E06-39C8-4603-B963-E269165C123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1616AEB-4E3F-4FE2-A944-FBF61C6F9E7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A6741DF-741D-45BC-B440-B221364C4CE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264CB44F-497A-4685-8885-F98660664F1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E896307-30BF-4FA2-AC16-7E0893B9B9F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770AF0E-9A2F-4C72-9F6C-D6DF8533878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9685D5-219B-4106-AD6B-E5CC770AC13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66BEB1D-C5EB-4BC2-AA39-4F6C0977651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2B218F6-DF91-4127-9C89-B16A5A2BB64B}"/>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0AE5188-1F43-4E8C-863B-5A952ACD4C61}"/>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D19C42A-75E0-4EE9-8B23-4F34FB9C9D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A149A188-AB3A-490E-BB61-4BB6605DC14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B1B3144-FEBF-4055-B647-6B2B942A6E3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BAB1AE3-39A9-41D0-8156-A20D36EF782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6E782F3B-2B6C-4034-A0B2-84A1917F4FE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2DB461B-FD42-47B9-949B-2B6856B78AA1}"/>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C871AB8-9A8A-44C0-9C4D-3C9EEBB830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0F17173-C485-4EC7-B08E-02D81F0295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AE7D4BE-3072-4109-9C99-5A085C1285C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AC48172-F68D-4B1F-B7E5-DB935265C83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21405D2-EBBB-406F-9554-4C7BC57D1F8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2885B39-E79B-4C4D-AE5C-1FFA73D8DD9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D8057B0-9F73-4183-8506-2B1B93F1586C}"/>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FC6CC70-1B70-4DA1-BCF3-3731B5FA024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BBF82ED-1EAC-4C8A-B570-6760DEB85FF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7550ED0-BF93-418A-8F53-F1680CA77A7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8D1E0D2-3CB3-48D9-AEDE-D0E23948659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0142D6C4-FE7E-4896-90EA-D6608393F6F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A22B33E-DD08-4DCB-905C-DF215803BB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BC9BBA3-9294-445E-A578-E50C6CC37B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AD1A5962-75A9-4C1E-B251-E519428DFA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033BFFB0-C8FD-41F3-B8CE-F944D2CCF9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2D7B718-CC82-432B-BF37-2157D195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6AF3FF46-9D64-4DE3-A073-22378D817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C9AAF7DF-F8A2-45A2-BAD0-A358BAB28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B8CA94-F45A-4156-AE7B-2C8A06070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2A2392B-A6C7-4B68-A89B-062362492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82D8E26-3E2E-491B-84B4-E1C27C6E1E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626DE9E-FB11-4202-AD63-091A4D1CC0D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60EDBD9-F803-4783-84F1-1A5F81CD77B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8EC4F7-2541-4B80-BC8E-F007BA63EDA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BD2A914-523C-46D8-A4C7-F14E24EF14B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E429C07-1548-448D-B7B7-1B1328FAAB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6C008F6-A9C2-4CD9-BE59-9B7E4207A4E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3DC34C1-1A1E-4B9F-9E8F-68D259F234F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C5F8DBB-6272-4B5C-941C-5EFABDB55ED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69BF23-13F1-434E-8CDD-9BF81A34CE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6D95DE5-F6FF-4C20-980C-AA186EDA40A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F286DB2-2F5E-43B2-B4E3-6E0F1B83D39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6126269-8E81-4220-9D56-D76E2E75690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E678FF-8D51-42AE-9129-E006C21E09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32576BC-E0B7-437D-BB4C-99ABC653E0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0E838BE-239D-46D0-9E19-7C349EFB2E6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4877CB1-EF72-4C8B-8213-25F06EFC3E9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6AC8665-0FF3-4FDA-866D-984AE9B146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B282E88-F4F1-4702-8954-E9103EF044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4C2E06-568E-47CF-8980-3BBC8F2E370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CE5B6FB-DABD-486C-A21A-9A90FB6C28A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713F86-6821-47FE-8547-EBA3C6714C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8223662-5E03-4306-B9B8-459F9F8372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B06B5CE-1C79-43E8-BC3B-734B942179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E9F4DA-CB10-4081-932C-45ECF515A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488A74-1663-40AE-8817-42B7648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CA2D7AC9-9B9A-447E-AC16-6A29CCECB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C55153F-F80F-4878-B5A2-B1881CDC1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2BF77762-807F-4E70-AEB9-B4BA4E60B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706C7E66-C59B-4CF8-A03C-6DAE1A0C65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D6E771E-8E7A-4A74-8E1D-ADB1166AA1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FDF131F-1BDF-44AD-A271-F3B9A813549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3947DB6-F33E-4D1D-A579-67481658E23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B510A65-0967-4A02-890E-D999B6B0DF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E58A502-FEDE-4F36-AA04-E011A831626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A3EAC57-DD5D-413B-898C-9921AB03876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5E544BA-A1C6-44D0-8FF6-3FF555CCD15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A756DCE-03E5-4F71-AAE6-D6994280588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FFDFB21-5411-4208-B428-76B4B06A85B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569C1E3-2E80-4DF8-8042-AD18E3451F3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C3A19B-2ACE-4961-9DBC-56CD52CA7D8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BDE2241-011A-4D06-9029-1818D4504FB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7D52D8F-867A-4B76-A046-33AD6887FC3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F4C0C6-399A-4226-81AE-E548CD69656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FD724C3-1B38-4A96-B2FE-1830FCF6AC0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465228-C8D2-4762-A159-39088C0F8F6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EA274D-52BB-4E65-B302-F545E6E0843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AF5F3A7-17A1-4986-89BB-C3BE1124C79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DF5362D-7D5A-4EDD-86D2-994751DA948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FABEE22-193E-422D-A7FB-4D5EF83F0D2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FFC39-CEFF-4FB2-A7D9-9368F332426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E6934D2-3CEF-4D24-A10C-B975095ED51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3881259-9EFA-47DF-8B37-6B306DB68CF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6602F7-3CE2-479F-9F63-E191E805FE7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BFA4D95-EDF3-41F3-9291-14E628A16E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0025582E-3E4C-49A7-91B1-B0EF7CB6FCC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B674D6AE-B346-4B08-989B-C63A067C541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E0B4A9A-DD36-42BF-8701-2B45CAA1F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5ABBB23-1BC0-4B71-8F42-B590BE5933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06B92B26-EE4D-44CD-B74B-FA94791838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419F347-95F9-460B-BB3C-7821E9A97D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72F17543-E503-49D5-8BD6-59E2EED642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AC6A3A3-4B41-4FF9-AECE-C1AB77081D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E07B2D35-A73F-49D3-89CD-AAB737FA96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7EF8A4D5-C117-4035-998C-D085FC5964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68A45F1-0DC1-4DA4-AFFB-1D61CAC059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DB3B269E-6C08-472B-B091-E092694A91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9338E3B8-77F1-4B5B-B883-1A2F68C635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627B3C7C-B08C-40EA-B77C-08187D990D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3B0EC8E-99FC-4023-9E53-551AF318B9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39EED254-393E-4450-A8E4-759125196E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2D53BCF5-985B-4EF9-B930-357A5E1901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5E8A8C3-B6F3-4998-9171-5A376018B3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B237082-0AE3-4F11-B4DF-D0C3D5145B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