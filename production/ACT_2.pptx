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7228e5399484b00" /><Relationship Type="http://schemas.openxmlformats.org/officeDocument/2006/relationships/extended-properties" Target="/docProps/app.xml" Id="R56dea7c7e5774473" /><Relationship Type="http://schemas.openxmlformats.org/officeDocument/2006/relationships/officeDocument" Target="/ppt/presentation.xml" Id="R5fe8ac83b6f74520" /></Relationships>
</file>

<file path=ppt/presentation.xml><?xml version="1.0" encoding="utf-8"?>
<p:presentation xmlns:p="http://schemas.openxmlformats.org/presentationml/2006/main">
  <p:sldMasterIdLst>
    <p:sldMasterId xmlns:r="http://schemas.openxmlformats.org/officeDocument/2006/relationships" id="2147483648" r:id="R3d37ae9a411b4f73"/>
  </p:sldMasterIdLst>
  <p:notesMasterIdLst>
    <p:notesMasterId xmlns:r="http://schemas.openxmlformats.org/officeDocument/2006/relationships" r:id="R05e358c0f5254e3e"/>
  </p:notesMasterIdLst>
  <p:sldIdLst>
    <p:sldId xmlns:r="http://schemas.openxmlformats.org/officeDocument/2006/relationships" id="256" r:id="R8e5405a28e6e4239"/>
    <p:sldId xmlns:r="http://schemas.openxmlformats.org/officeDocument/2006/relationships" id="257" r:id="Rb9cf88af1f924b9c"/>
    <p:sldId xmlns:r="http://schemas.openxmlformats.org/officeDocument/2006/relationships" id="258" r:id="R6a445dd03c244709"/>
    <p:sldId xmlns:r="http://schemas.openxmlformats.org/officeDocument/2006/relationships" id="259" r:id="R0f1322fa608d4661"/>
    <p:sldId xmlns:r="http://schemas.openxmlformats.org/officeDocument/2006/relationships" id="260" r:id="R9848e82f3bbe46dd"/>
    <p:sldId xmlns:r="http://schemas.openxmlformats.org/officeDocument/2006/relationships" id="261" r:id="Rbc3f8267733b49ce"/>
    <p:sldId xmlns:r="http://schemas.openxmlformats.org/officeDocument/2006/relationships" id="262" r:id="R52f5e8d7c28f4a1b"/>
    <p:sldId xmlns:r="http://schemas.openxmlformats.org/officeDocument/2006/relationships" id="263" r:id="Rcb162a4fe1054ab4"/>
    <p:sldId xmlns:r="http://schemas.openxmlformats.org/officeDocument/2006/relationships" id="264" r:id="R46b20948d76f4f80"/>
    <p:sldId xmlns:r="http://schemas.openxmlformats.org/officeDocument/2006/relationships" id="265" r:id="R5e9824b3da094440"/>
    <p:sldId xmlns:r="http://schemas.openxmlformats.org/officeDocument/2006/relationships" id="266" r:id="Re2f3173fe44844b0"/>
    <p:sldId xmlns:r="http://schemas.openxmlformats.org/officeDocument/2006/relationships" id="267" r:id="Rd7bde32388574296"/>
    <p:sldId xmlns:r="http://schemas.openxmlformats.org/officeDocument/2006/relationships" id="268" r:id="R3deb3366ae214aa3"/>
    <p:sldId xmlns:r="http://schemas.openxmlformats.org/officeDocument/2006/relationships" id="269" r:id="Rb52296673f0e4fcb"/>
    <p:sldId xmlns:r="http://schemas.openxmlformats.org/officeDocument/2006/relationships" id="270" r:id="R3c05d18ac1eb4ed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0d2f8abb98426e" /><Relationship Type="http://schemas.openxmlformats.org/officeDocument/2006/relationships/slideMaster" Target="/ppt/slideMasters/slideMaster1.xml" Id="R3d37ae9a411b4f73" /><Relationship Type="http://schemas.openxmlformats.org/officeDocument/2006/relationships/notesMaster" Target="/ppt/notesMasters/notesMaster1.xml" Id="R05e358c0f5254e3e" /><Relationship Type="http://schemas.openxmlformats.org/officeDocument/2006/relationships/presProps" Target="/ppt/presProps.xml" Id="Rc5099a9533224054" /><Relationship Type="http://schemas.openxmlformats.org/officeDocument/2006/relationships/tableStyles" Target="/ppt/tableStyles.xml" Id="R2923a48d04ac40da" /><Relationship Type="http://schemas.openxmlformats.org/officeDocument/2006/relationships/slide" Target="/ppt/slides/slide1.xml" Id="R8e5405a28e6e4239" /><Relationship Type="http://schemas.openxmlformats.org/officeDocument/2006/relationships/slide" Target="/ppt/slides/slide2.xml" Id="Rb9cf88af1f924b9c" /><Relationship Type="http://schemas.openxmlformats.org/officeDocument/2006/relationships/slide" Target="/ppt/slides/slide3.xml" Id="R6a445dd03c244709" /><Relationship Type="http://schemas.openxmlformats.org/officeDocument/2006/relationships/slide" Target="/ppt/slides/slide4.xml" Id="R0f1322fa608d4661" /><Relationship Type="http://schemas.openxmlformats.org/officeDocument/2006/relationships/slide" Target="/ppt/slides/slide5.xml" Id="R9848e82f3bbe46dd" /><Relationship Type="http://schemas.openxmlformats.org/officeDocument/2006/relationships/slide" Target="/ppt/slides/slide6.xml" Id="Rbc3f8267733b49ce" /><Relationship Type="http://schemas.openxmlformats.org/officeDocument/2006/relationships/slide" Target="/ppt/slides/slide7.xml" Id="R52f5e8d7c28f4a1b" /><Relationship Type="http://schemas.openxmlformats.org/officeDocument/2006/relationships/slide" Target="/ppt/slides/slide8.xml" Id="Rcb162a4fe1054ab4" /><Relationship Type="http://schemas.openxmlformats.org/officeDocument/2006/relationships/slide" Target="/ppt/slides/slide9.xml" Id="R46b20948d76f4f80" /><Relationship Type="http://schemas.openxmlformats.org/officeDocument/2006/relationships/slide" Target="/ppt/slides/slide10.xml" Id="R5e9824b3da094440" /><Relationship Type="http://schemas.openxmlformats.org/officeDocument/2006/relationships/slide" Target="/ppt/slides/slide11.xml" Id="Re2f3173fe44844b0" /><Relationship Type="http://schemas.openxmlformats.org/officeDocument/2006/relationships/slide" Target="/ppt/slides/slide12.xml" Id="Rd7bde32388574296" /><Relationship Type="http://schemas.openxmlformats.org/officeDocument/2006/relationships/slide" Target="/ppt/slides/slide13.xml" Id="R3deb3366ae214aa3" /><Relationship Type="http://schemas.openxmlformats.org/officeDocument/2006/relationships/slide" Target="/ppt/slides/slide14.xml" Id="Rb52296673f0e4fcb" /><Relationship Type="http://schemas.openxmlformats.org/officeDocument/2006/relationships/slide" Target="/ppt/slides/slide15.xml" Id="R3c05d18ac1eb4e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6672ef62f743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f25d03d527c471e" /><Relationship Type="http://schemas.openxmlformats.org/officeDocument/2006/relationships/notesMaster" Target="/ppt/notesMasters/notesMaster1.xml" Id="R94cd89c135b94f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ddc135f8df4051" /><Relationship Type="http://schemas.openxmlformats.org/officeDocument/2006/relationships/notesMaster" Target="/ppt/notesMasters/notesMaster1.xml" Id="R6334586ad50843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b6cab930dc41c4" /><Relationship Type="http://schemas.openxmlformats.org/officeDocument/2006/relationships/notesMaster" Target="/ppt/notesMasters/notesMaster1.xml" Id="Re5caba2347144b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b72bb1a2f24f30" /><Relationship Type="http://schemas.openxmlformats.org/officeDocument/2006/relationships/notesMaster" Target="/ppt/notesMasters/notesMaster1.xml" Id="R3738783b7480494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e378065e8f4327" /><Relationship Type="http://schemas.openxmlformats.org/officeDocument/2006/relationships/notesMaster" Target="/ppt/notesMasters/notesMaster1.xml" Id="R1cd10523182e4a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41c66849714d59" /><Relationship Type="http://schemas.openxmlformats.org/officeDocument/2006/relationships/notesMaster" Target="/ppt/notesMasters/notesMaster1.xml" Id="Race6a5e5171c4c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2d0edd9274409" /><Relationship Type="http://schemas.openxmlformats.org/officeDocument/2006/relationships/notesMaster" Target="/ppt/notesMasters/notesMaster1.xml" Id="R3173996d810348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4e890928264e77" /><Relationship Type="http://schemas.openxmlformats.org/officeDocument/2006/relationships/notesMaster" Target="/ppt/notesMasters/notesMaster1.xml" Id="R159a9b4f2e7648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acd5a596734e69" /><Relationship Type="http://schemas.openxmlformats.org/officeDocument/2006/relationships/notesMaster" Target="/ppt/notesMasters/notesMaster1.xml" Id="R6136552ccc604f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a3bbbfd5aa4f78" /><Relationship Type="http://schemas.openxmlformats.org/officeDocument/2006/relationships/notesMaster" Target="/ppt/notesMasters/notesMaster1.xml" Id="Rc5268fca485943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82881d2ee384b03" /><Relationship Type="http://schemas.openxmlformats.org/officeDocument/2006/relationships/notesMaster" Target="/ppt/notesMasters/notesMaster1.xml" Id="R608ebae3467b4e8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a02bb1c8d6840a7" /><Relationship Type="http://schemas.openxmlformats.org/officeDocument/2006/relationships/notesMaster" Target="/ppt/notesMasters/notesMaster1.xml" Id="R5757b6e76edf43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a6d247faf674972" /><Relationship Type="http://schemas.openxmlformats.org/officeDocument/2006/relationships/notesMaster" Target="/ppt/notesMasters/notesMaster1.xml" Id="R72a7cc3ee4c6457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7933ebc6db74784" /><Relationship Type="http://schemas.openxmlformats.org/officeDocument/2006/relationships/notesMaster" Target="/ppt/notesMasters/notesMaster1.xml" Id="Rd19ae467ee934f7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c47388fbee94596" /><Relationship Type="http://schemas.openxmlformats.org/officeDocument/2006/relationships/notesMaster" Target="/ppt/notesMasters/notesMaster1.xml" Id="R934e5d070d94404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73481681c744b5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007dc7a70664a9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5b50dacee0944b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e758aefd132470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3c951bf95a4a5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771a567d63e4f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920AA2-049F-42BE-860A-A66DC23F19D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B588B30-D5F2-4CC6-AFA3-90F5C7CC3B2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C3C8C7F-0D7D-44A4-BC02-85833F61203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B18F9-B47C-4B99-933D-96E142923DA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1B63042-D9EC-4444-B2F9-6DD4C9B118D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65BA56-7A43-4025-B2D3-FFFF2E8257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ABF6A6-BDD8-4592-B9CB-23AFA078A3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09BC1F0-B2C3-4C22-86E1-512EF1E14C9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3FD15B-EC06-483B-BF58-40432CE7EF9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672ACB-2A7B-4B94-9C58-BA303BDABDF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87855ebcc1b435b" /><Relationship Type="http://schemas.openxmlformats.org/officeDocument/2006/relationships/slideLayout" Target="/ppt/slideLayouts/slideLayout1.xml" Id="R375460b8d46242aa" /><Relationship Type="http://schemas.openxmlformats.org/officeDocument/2006/relationships/slideLayout" Target="/ppt/slideLayouts/slideLayout2.xml" Id="R2bac3c1b611c4713" /><Relationship Type="http://schemas.openxmlformats.org/officeDocument/2006/relationships/slideLayout" Target="/ppt/slideLayouts/slideLayout3.xml" Id="R3d7b99dba1df4044" /><Relationship Type="http://schemas.openxmlformats.org/officeDocument/2006/relationships/slideLayout" Target="/ppt/slideLayouts/slideLayout4.xml" Id="R535e69b7cb7f4437" /><Relationship Type="http://schemas.openxmlformats.org/officeDocument/2006/relationships/slideLayout" Target="/ppt/slideLayouts/slideLayout5.xml" Id="Rca106eab30a24f3e" /><Relationship Type="http://schemas.openxmlformats.org/officeDocument/2006/relationships/slideLayout" Target="/ppt/slideLayouts/slideLayout6.xml" Id="R1a71112d7ac54b5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5460b8d46242aa"/>
    <p:sldLayoutId xmlns:r="http://schemas.openxmlformats.org/officeDocument/2006/relationships" id="2147483650" r:id="R2bac3c1b611c4713"/>
    <p:sldLayoutId xmlns:r="http://schemas.openxmlformats.org/officeDocument/2006/relationships" id="2147483651" r:id="R3d7b99dba1df4044"/>
    <p:sldLayoutId xmlns:r="http://schemas.openxmlformats.org/officeDocument/2006/relationships" id="2147483652" r:id="R535e69b7cb7f4437"/>
    <p:sldLayoutId xmlns:r="http://schemas.openxmlformats.org/officeDocument/2006/relationships" id="2147483653" r:id="Rca106eab30a24f3e"/>
    <p:sldLayoutId xmlns:r="http://schemas.openxmlformats.org/officeDocument/2006/relationships" id="2147483654" r:id="R1a71112d7ac54b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1e9e85a4cf840f2" /><Relationship Type="http://schemas.openxmlformats.org/officeDocument/2006/relationships/notesSlide" Target="/ppt/notesSlides/notesSlide1.xml" Id="R5983c978b27743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7e47a89dafe4067" /><Relationship Type="http://schemas.openxmlformats.org/officeDocument/2006/relationships/notesSlide" Target="/ppt/notesSlides/notesSlide2.xml" Id="R3a310dc0ef664d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ba78f7a8d3548f7" /><Relationship Type="http://schemas.openxmlformats.org/officeDocument/2006/relationships/notesSlide" Target="/ppt/notesSlides/notesSlide3.xml" Id="Re7b8bae2d6f642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1dd34501830497e" /><Relationship Type="http://schemas.openxmlformats.org/officeDocument/2006/relationships/image" Target="/ppt/media/image.png" Id="Rbe51038ed40448d8" /><Relationship Type="http://schemas.openxmlformats.org/officeDocument/2006/relationships/image" Target="/ppt/media/image2.png" Id="R0f89e872b3a24e49" /><Relationship Type="http://schemas.openxmlformats.org/officeDocument/2006/relationships/notesSlide" Target="/ppt/notesSlides/notesSlide4.xml" Id="Re2eaf6c8b71845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f55d52980784cf2" /><Relationship Type="http://schemas.openxmlformats.org/officeDocument/2006/relationships/image" Target="/ppt/media/image3.png" Id="Rf30b7e44789f447e" /><Relationship Type="http://schemas.openxmlformats.org/officeDocument/2006/relationships/notesSlide" Target="/ppt/notesSlides/notesSlide5.xml" Id="R938bb6ded3cc40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2255881cff9420c" /><Relationship Type="http://schemas.openxmlformats.org/officeDocument/2006/relationships/notesSlide" Target="/ppt/notesSlides/notesSlide6.xml" Id="R1daac3a875bf49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5dc6b55dc24c68" /><Relationship Type="http://schemas.openxmlformats.org/officeDocument/2006/relationships/notesSlide" Target="/ppt/notesSlides/notesSlide7.xml" Id="Rea2aadef2bdb48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78032510fb64bd6" /><Relationship Type="http://schemas.openxmlformats.org/officeDocument/2006/relationships/notesSlide" Target="/ppt/notesSlides/notesSlide8.xml" Id="Reeb65e64294e49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1c75cea707942e9" /><Relationship Type="http://schemas.openxmlformats.org/officeDocument/2006/relationships/notesSlide" Target="/ppt/notesSlides/notesSlide9.xml" Id="R86a369ade33940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ddf76ccde7a42cf" /><Relationship Type="http://schemas.openxmlformats.org/officeDocument/2006/relationships/notesSlide" Target="/ppt/notesSlides/notesSlide10.xml" Id="R3607314345d4415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d43a5f39dfe4d11" /><Relationship Type="http://schemas.openxmlformats.org/officeDocument/2006/relationships/notesSlide" Target="/ppt/notesSlides/notesSlide11.xml" Id="R6e93ecf5e1d3446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1b099d434424b2b" /><Relationship Type="http://schemas.openxmlformats.org/officeDocument/2006/relationships/notesSlide" Target="/ppt/notesSlides/notesSlide12.xml" Id="Rf79e70c2f09a498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d90efba65b64b79" /><Relationship Type="http://schemas.openxmlformats.org/officeDocument/2006/relationships/notesSlide" Target="/ppt/notesSlides/notesSlide13.xml" Id="Ra00ce7c81f4a4df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dc354cab3ea4c7f" /><Relationship Type="http://schemas.openxmlformats.org/officeDocument/2006/relationships/notesSlide" Target="/ppt/notesSlides/notesSlide14.xml" Id="R885f5e2116534ec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a7e5be8fb504514" /><Relationship Type="http://schemas.openxmlformats.org/officeDocument/2006/relationships/notesSlide" Target="/ppt/notesSlides/notesSlide15.xml" Id="R175a8e6eecaa490d"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64AB159-991D-414B-AB29-E9ED9538C8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C3D807F6-D51C-40AA-B53C-7216EFA2B0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53B3102B-0A29-4D3B-A9A7-8A05AE7E9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5DCDDF20-F058-4111-A57A-3AAE9EFA1C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602AD39C-8C6A-4262-A82B-20DD7E648C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A6330ADB-E77B-47E4-AD0D-DEDFE20EAB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3B9EBC24-A551-4638-918A-82758394DBD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A6A1EC46-8952-4C8F-8093-93E53F0783AE}"/>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001786F-F07D-4E5D-912F-A1292FF7C1CD}"/>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E75C173-A7EB-492D-AC31-A80D3373DFAA}"/>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A5DE69F-87C7-40FA-BA64-CC35F416AAC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3BC6F15-BB46-41CB-989B-5A2DB0285D08}"/>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F7C7016B-4B9B-4AA3-956C-5DC7AEBCB72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69D4C80A-D1A1-4D69-997C-97E369CAB377}"/>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7122BD3-8FE6-41DA-B25F-5128DE1DFD27}"/>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AB5BA69-72C7-4039-852F-872B245BB6D0}"/>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2F225DFE-AE87-4B5C-A1F8-A3460CEB952E}"/>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B70DF297-A30E-4E9E-A56B-0D195358E391}"/>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6894FC18-7112-4528-8649-A8026C38BF94}"/>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7358C85-77E8-481B-84C1-E8C0B2EE92B6}"/>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A8EA60E-3254-40F1-B903-C6AF5BAA25C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3A969F5-63F8-4763-BB9C-F25FC39F153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FC661849-2533-4019-B827-F1A6354514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9199941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924678D2-FD79-4CFC-8B51-0F1A8A2982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68E734D0-63CE-4135-8B50-16668B887D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A3310A5E-00CE-4FFF-80EB-4B6B5DE3CF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5F88FCD2-2C32-47BE-A76A-B15BA0716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D048D3D-42FC-4852-A9C0-B12AA5672F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1A36186-330D-4EEC-BF76-CF9F54691D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6D94121C-140D-4D64-9FFC-BCF9CE8BCA1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D59F340E-644E-4731-8782-2694F7A4FEB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A7378D03-6E2E-446D-9EEF-7CD8BD89C6A0}"/>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40E7A4F-F05C-4690-A104-26BA9D77498D}"/>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36BDF67-704F-4B6A-A36D-892DF99B515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A40C34CB-DFA9-44AD-819C-C0D39BDA96DB}"/>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007AEEC2-E8DE-41A2-BE0C-B4F47B4E315E}"/>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AB9C6CCE-E556-400A-8C77-1617650A8DE3}"/>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D737D337-EA8D-46C2-9665-15F738047F92}"/>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4ED6B95-F5FB-4EDE-B481-49A20D8B13DD}"/>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BB91F046-94A8-4571-AF82-A95B1C46EB7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02C42622-7A13-415D-9479-C9F03C1D21D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8B5C94DA-2BA9-461F-843C-353C83BF8C1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69EECD50-C954-4216-BC2C-A51898FB766B}"/>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C466A344-C3C7-475E-A19A-6F35CA5A998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AA6D8451-7038-48EB-8EAF-492EE8521A4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5DB16244-BB32-481F-9C75-D14A71EA6635}"/>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89A6A8D2-6809-4877-BC84-8081757BA6A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1012A0E2-75D0-41F2-9697-FD605D717BEF}"/>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5D886CB6-165A-4476-9D32-4741763CEA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396597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AD2B4E3-A9FC-4D77-A0C2-37DF08578D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3BDCBED3-37F8-4C18-AF2F-5A2E51DDF7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1E5CF248-FD84-4A77-9A94-A6E62D2CBD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87AD3A37-6DE7-4E0D-8E4F-BF7327E9FA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51C24AE7-9312-444A-80FF-2DC8735EF3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BE92FAFF-85DA-4DA0-B105-AEB93DDC2B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56D1A0DE-668B-4A8C-A089-09C3085DC9A0}"/>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B45BE156-634F-45CE-9256-D28E90D0E52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0810A7A8-9233-4577-93A2-6B72021399B2}"/>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323302D0-C1F8-4420-8566-85ECB3BEE238}"/>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89C1E865-EB57-4BEC-9493-8252B2CC270C}"/>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5036820C-70CF-4C9A-A705-B7DBADE7E9C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FDA9FA64-49B6-45EE-86CE-2E4B80B3EDCE}"/>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77F866A3-3B07-424D-98EE-5372DF2D2E63}"/>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941A883-C5CC-4695-98C7-3E37C14759A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EB43A980-A652-4270-9B5E-2C36F24E814D}"/>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60E278E5-0092-4AA5-A779-B14925725C13}"/>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B6BA39D-F0AD-474A-8CDC-6452EA039992}"/>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4065B936-AE16-4C91-B5E8-0930E433A7B4}"/>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9C0C54C9-1C6C-4B2D-BCE8-87C2161FC175}"/>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D1EA3E5E-655F-447D-AA0A-7A64CCD1576F}"/>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62E1A57E-0983-41BC-BA28-D4B3A40256E6}"/>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8D558ECD-45CB-4D8C-9504-A80EAC5CA4C0}"/>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1CBB460A-DD7D-40A5-9A6A-0BBDEDDC805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C9E13E0-75A8-4E6A-AF3A-8BB1983364EA}"/>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5FF658E-D104-43DF-84BC-BF0935AF324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6E2223F-9D66-47C5-841D-8088ABC5569A}"/>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8243277-F221-4466-B175-AD50274E7F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3823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074E3DC0-1D97-4AA5-87B7-44EEB4E316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8FDBACA7-138D-4E9A-AECC-C1984AE622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22961B9E-3AF8-47BC-BF04-0E3E99FC41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EF35D0F-0692-4BC3-848A-29FA071949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0BF0DE75-AF84-47D0-B4B1-E0B30B67DC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F56E5E9-484A-430D-81F2-0D1A876A6D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F0F92F03-6660-48CA-94CE-649F87EF109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7E90FA6C-39DC-4095-A102-9367FB751341}"/>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F0773786-5ABB-4AE1-9113-23DD5E4F7DAD}"/>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0BCB038-D877-4C22-8F7D-0D448C6A41FD}"/>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AEF2A8AF-53CF-4AD2-85BD-624DCEC4A90E}"/>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29E17AFD-4AD9-4350-9845-1938D674B085}"/>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3E636C08-DCD4-442E-B722-59D7BF003405}"/>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17EA7BAA-970E-485B-84BA-0379C6394FE9}"/>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F0FD2E4D-9AA1-4726-8BEA-560F1DCD4F62}"/>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DEAB59CE-D4B5-46CB-9E5C-E732C4058CE4}"/>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5A47887-A70F-48D4-A54A-8FB5CCF03C28}"/>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02ED015-B1AE-4A83-BFEB-E0499908561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C5E81FBE-5CCB-4E10-A0E0-6F28209DAB18}"/>
              </a:ext>
            </a:extLst>
          </p:cNvPr>
          <p:cNvPicPr>
            <a:picLocks xmlns:a="http://schemas.openxmlformats.org/drawingml/2006/main" noChangeAspect="1"/>
          </p:cNvPicPr>
          <p:nvPr/>
        </p:nvPicPr>
        <p:blipFill>
          <a:blip xmlns:r="http://schemas.openxmlformats.org/officeDocument/2006/relationships" xmlns:a="http://schemas.openxmlformats.org/drawingml/2006/main" r:embed="Rbe51038ed40448d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2AFD1DA5-BB04-4163-947D-2C372BE7C600}"/>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3EA9D244-1248-4BB2-BF44-103BDFB52430}"/>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D4619A2-B115-451B-B28C-025BA8B717CD}"/>
              </a:ext>
            </a:extLst>
          </p:cNvPr>
          <p:cNvPicPr>
            <a:picLocks xmlns:a="http://schemas.openxmlformats.org/drawingml/2006/main" noChangeAspect="1"/>
          </p:cNvPicPr>
          <p:nvPr/>
        </p:nvPicPr>
        <p:blipFill>
          <a:blip xmlns:r="http://schemas.openxmlformats.org/officeDocument/2006/relationships" xmlns:a="http://schemas.openxmlformats.org/drawingml/2006/main" r:embed="R0f89e872b3a24e49"/>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DB7BDCC-1A80-43C8-95C4-1D9BA109530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A0AD6CF-308C-491E-A9D3-2C4AE6A825B5}"/>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B7B5F6B-5C9F-45EB-8AFB-BA9A38A5A370}"/>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DE95623-3427-4252-B6AF-6B61688BCF0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02E83091-F2D3-4446-9BB6-772A27099B4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A564F53E-55A1-420D-9304-981E9E0873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6722991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0B7D24C-78D2-40C6-9D59-38D5DD28E0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A21E46E8-2C6A-4C18-BB0F-E1E1400383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7DCD13B7-2240-43B2-990A-BB92A617C6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F8943E5D-9668-4CA3-943C-DFB94F1C48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9FFB0E10-51C3-4DE8-A655-39FF36B13B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48722784-FCD8-4590-85FE-3F5BC878FB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B8359C6A-A280-4835-8DCF-82AC66F47BE8}"/>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556545F4-48E1-4603-AF00-CE645F0D3298}"/>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692468B-6C6E-427B-9431-5B4528C716C7}"/>
              </a:ext>
            </a:extLst>
          </p:cNvPr>
          <p:cNvPicPr>
            <a:picLocks xmlns:a="http://schemas.openxmlformats.org/drawingml/2006/main" noChangeAspect="1"/>
          </p:cNvPicPr>
          <p:nvPr/>
        </p:nvPicPr>
        <p:blipFill>
          <a:blip xmlns:r="http://schemas.openxmlformats.org/officeDocument/2006/relationships" xmlns:a="http://schemas.openxmlformats.org/drawingml/2006/main" r:embed="Rf30b7e44789f447e"/>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8B268F48-5A85-493C-A743-90F2FA28314A}"/>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492E16D5-8426-404B-85F5-97D09B603917}"/>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89E0F0D-A58E-41AC-AFC9-B2B942631392}"/>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1C797995-B2AB-4A1D-BF5B-0B12D1FDD4AD}"/>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0E1DD225-0086-4AB5-9FFC-617097C3F01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755BE7A3-D4B3-4902-936B-AFC35E8D08A3}"/>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C0B993D4-5779-4725-B2E6-BF95294846A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185C5B8D-60AF-4A20-A7F3-5BA1E6CA3CBF}"/>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92335F9C-7A38-417A-BB98-AB150A70C0BE}"/>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DB062F2-C580-4AEE-BDB8-3DF38E2315B0}"/>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5BFD31F2-504E-457F-97A1-27838345A71A}"/>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2A16EA5-96CF-47F3-A3B2-B16B409A7FE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1CED6AAB-92B2-436C-8308-2C90FB7F6242}"/>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F9009CD6-554D-4013-9DF5-228052F5A175}"/>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F6981B8-E040-4724-BFEC-EC379656525D}"/>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6A56DAB-B443-4278-8BF7-A783D0DF64D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59A638AE-FC3A-4F20-A20C-170FEDBB4A3C}"/>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D0F2F264-FF7F-4554-81CD-1A15F32E15CE}"/>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46A010C-4DD8-4F62-AE95-A91B371012BA}"/>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E1254A06-DB15-4F7F-90A2-A5674270B6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8572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A9C2B93-6734-48DE-9C6F-61EDE08149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BE33F36C-454F-4AB2-9CC4-C362D5BF8C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5B447F28-C910-41E0-97F5-FA5D00E0F5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5A90BEB5-EE9C-4154-A7C5-4E0611B8E6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9324DB9-3F8D-40F1-B079-AE9AB7311B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6EB86EB7-CAB3-4F19-93B8-C4FBDC8D10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679524FF-BA88-4877-A561-6BBD8CC617B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E1450DE-79B9-4C2F-AC9D-88127BAD746B}"/>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5907CDF-875E-4E0C-85F4-0A17823BD84E}"/>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47A20CE5-0121-436F-A8C6-DC4D6B84E1B0}"/>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BBF20E91-6A6C-4EB3-A6D4-381A93A856E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49F47192-658A-4C29-8348-82B53199A7B7}"/>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96B0E5FF-2B19-45AA-9FF6-0308BBF19852}"/>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8AB8157-00B6-405D-BCFC-70F264BFACEC}"/>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FE08EADD-7ECC-4F9F-9CD1-A75244FF3AC3}"/>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1DCFDB26-424B-42EA-AF28-14F87ACA58D9}"/>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C8532DE-1601-4EA0-A13E-81C1A25AC0A5}"/>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D379FE90-B318-4088-93FF-4CABD4DD0EB9}"/>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0931392F-FCEB-48A7-A6CC-D1DC39DCF080}"/>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7A86A45B-33C6-49D8-8380-9E43BBEDF5EF}"/>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57E37803-C3BE-4D97-B915-EEBDA4FC142C}"/>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83A21F62-FA5B-45F0-9CDE-5DF89364AE76}"/>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0BB9836D-7A6D-43B8-A620-84AE16B498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8974369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F382A17C-1B7C-46D3-8BC6-8ABB8AA70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7BCBBFF5-9C2C-4760-8199-29A0FA562D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8911CAB2-D5DE-4C5F-8325-91A231034C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1F3D672-C689-474E-9B66-E8AD6601AE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4B6286A1-67EB-4A64-A5CF-2CF0F20118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03AF5A6F-88FB-427E-8CD1-8FD376A13B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E43AF24F-E6A7-4C7D-92D9-6FFB8F37951A}"/>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2BB7FB63-85E8-48DA-921B-AA33948449F6}"/>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5AA43011-FD24-4C8C-B6D3-975D59200B8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C4B0A591-6CEA-4A5F-8094-C3F135F84117}"/>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BDFA385F-28DA-4E99-A12E-3179EE21AEE0}"/>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DC731523-E0B2-4750-A1BB-53E921DF78B3}"/>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5276116C-F66D-44B5-AD2B-E5A89E725507}"/>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E1AA060-856F-46BC-90B4-A79E5294F5E7}"/>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7DE60963-A777-432C-9668-0DCCDBAC42CF}"/>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C6DFEE9A-9BA5-4423-AA98-17B41D84D611}"/>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5F02F34E-0410-489F-8EA6-F06708EFEE18}"/>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D7EFF62D-2E20-41EF-9370-4BDEF673C81E}"/>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66A8C936-3EC9-40F5-ACC7-1C5B4DD73C0A}"/>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DD989482-C185-465E-B069-A87113A91620}"/>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FD14C671-BF4D-4F82-96E1-0297292618BF}"/>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A1036F7F-8B56-4622-BE09-2E982329204A}"/>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F051A15D-C238-426D-A8B9-629EF380E923}"/>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302491E3-E709-4A10-A0C2-5DCA668C9E7B}"/>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F81A8906-94AC-45FA-840A-1583A6C99354}"/>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8ABE885E-2EB9-433A-99F5-A5D8F3499723}"/>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86331A22-352A-45E4-867C-E1DC85DC73AF}"/>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511B688B-6026-4115-B0FA-471448360531}"/>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293E75E0-3C0C-4CE9-93DA-2BF390100A2A}"/>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DA867BBC-F15A-41EE-8CF8-6505069674AC}"/>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8738AE6F-A04B-4B3E-85FF-56DE6D489FD3}"/>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7E28E72A-13C2-42F6-9971-DB248F43416E}"/>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4D90017D-1C6C-45D9-A790-B40E375E25B3}"/>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362B5DD1-C813-42F8-99B1-2DAD0BE5F185}"/>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38901E66-5349-4EF6-8B10-F905912D67D6}"/>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4F5DBF77-1A54-4A65-902C-F8A7CC0A475A}"/>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6C13F452-2848-4F0D-B6FB-CB1BBCBF52EA}"/>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DC8245B4-D9B4-4650-B6F3-B9532AED3A15}"/>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E9312A66-C3AD-4A7E-9EA6-1FA7F4F499B6}"/>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A704E61F-DDE9-4C52-B8A5-0F2EBAC6FB73}"/>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2F3C092C-8C94-419A-BC91-5F02E3DF0711}"/>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D92EAA30-4AD6-4733-BF9D-F178A60D4039}"/>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81B45D7E-2779-491C-87AF-C9D64EB86843}"/>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7FD22E7-BD26-470F-BE39-C566A2CF7457}"/>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6328C4DE-846D-435F-9ADA-EBAE33EBCD95}"/>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0D349870-F20B-4DDD-8C5D-B202040B17E1}"/>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F7F4C417-A8E3-4EF3-821F-A77C9EE5019B}"/>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EF5BB252-6CC3-4A14-9FEC-F3A74ABB60BB}"/>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E59A49C4-6B50-4DB1-A32F-A54603FE549B}"/>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59066E74-AEEF-4D76-8F5C-8813A6F69109}"/>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B3779E9E-000E-44C6-9401-B0C9D2321B04}"/>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1E5779B2-EEA4-41F4-A001-E82C0BC04E76}"/>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A62EB2F6-01CF-483E-BA79-6296A7DFC6BA}"/>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80615510-4128-4708-8C06-285C603F1E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87240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627F92C4-1B93-47B6-B9F8-FABC2FD3F3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E62B0BF9-D96B-4096-BE12-4D065BA5E2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A982289F-224C-4C55-94D7-67C6E83A4C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D69FBBA4-0CB9-44C8-8149-BD112C421F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60A98D7F-9EE5-4108-850F-463FE32145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B0CB8D8E-F318-4873-9811-3F8973FC5E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C690ACD5-F0EB-47A5-9B35-052525969E02}"/>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0CD214EA-27BD-4764-9ED3-4D75B7F889AC}"/>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C2F4317B-818A-4ED9-A7CC-1340327EBAE9}"/>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567D2061-005A-4033-AB83-61A7A203B4A0}"/>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5AA3FBEB-74B8-4779-8A25-71C726C2E1E3}"/>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D0CAEA70-E75D-4968-8D8E-6406892A14D6}"/>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2C0B3A4F-3FC6-4E1C-A47D-92E4BBD51BA3}"/>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579B667E-6CE7-4530-81C1-192DA6E19115}"/>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CC04AA3C-F226-4B6F-BC85-B40276159AA9}"/>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1ED39C1C-CFD5-4AB1-AF87-1D1C4C650818}"/>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75E393BE-7B05-492E-9B0B-14C145E56317}"/>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8756D9D0-3B01-49B2-9E57-6ADACD553E47}"/>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583A6251-5AB6-4064-B8B5-1FF537FD3B0C}"/>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495BD87B-7DE9-4A87-B140-9D6746A39D4D}"/>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9BC454F-9B58-42EE-A79E-1CDE061CBF94}"/>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3C097A8-D73E-4A58-81EA-57B224478339}"/>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2E55BDA3-CDFB-45C2-8F58-21C61B30ECA8}"/>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61E1A428-2C01-434B-A831-33BBCB16EB6A}"/>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1A48263-ABC1-4644-876F-6DB09B193DFB}"/>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59B217BB-2192-4DAB-8594-B1F7367FA903}"/>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FF8C5527-A75B-4E32-8973-F3C5BCE70A19}"/>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BEBF7D0-BBC6-4CD4-B464-C5245223A47E}"/>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84AA729-C6F2-470A-B89D-594BAC6FF5C3}"/>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F993A6D5-861F-45EE-9368-7FF512C9FF6A}"/>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8B89847E-F8AD-497B-A110-14301B95C314}"/>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C9E9B5F8-6BD1-4FB2-BBD3-0B8B75ED66B0}"/>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298AAA3D-AC65-454C-8FC6-2EBAABDF55BC}"/>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5D1A057A-A428-46C0-BEE8-4E9A6A198CC5}"/>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1A2F4AA7-2A87-4ED0-968E-C42CABB3C2CF}"/>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B0FBF46A-75B2-440C-A43E-E3C30A8E5E3A}"/>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B9C22266-5F51-4403-8716-7E60F32B0BDE}"/>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2408972A-7992-453E-B5D0-8A60582E9AE4}"/>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A66BD948-C16C-4653-A650-60A8D2957DBC}"/>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582055C1-633C-4AA4-86E6-F25441ACB9D1}"/>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6B04350E-C12A-4FF0-9184-400F521F807D}"/>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8575EB4E-28CD-447B-9FD2-C381C3633AC8}"/>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785C7975-2DE1-4CEC-86F5-A1D370903D31}"/>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F9D62894-2FC8-4F31-9130-EEFB2D73CD8F}"/>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114BBB71-7593-42A8-9E15-D0744F68DB87}"/>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F585C7B8-5217-4B07-A340-E2D7E060B007}"/>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6C34FB4C-4EE2-4F0D-80FE-21E018A0C8BB}"/>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3D351DD9-43FE-4607-AAA8-749D1976B919}"/>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032DE81D-AEAE-4A77-9BEB-54D1D9BC54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897232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083493C5-7EB2-4669-B394-947AA5807F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91AF8E17-9134-49CE-9088-ED17581117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1663A4E8-28AE-4E69-82A8-21AFA459E5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C1F2520-E4E7-4894-A979-5DA509786E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B01444FE-D3DC-4FE5-A2A0-7E3A2EE05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06419808-8BF2-4FF7-96AC-ED4EE34AAF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553F3217-EFFD-42F4-B694-5B8D663640A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D36CB788-5824-4455-88DC-B56F9B3397D0}"/>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155F6AAC-652F-46C8-AF26-908A3A1CFEC9}"/>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546DE57B-6ED6-4226-98FF-6246ADB3B4E6}"/>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D9F6327C-E23A-47ED-8E0E-5DDD7BD1D157}"/>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82B4FC52-3042-4FDF-ACC7-16CD865B150B}"/>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A3373E64-E507-42C0-8232-F2B79C7592F8}"/>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178A98AC-E796-43CC-8B85-DFF323F0B154}"/>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3B53191-3B0D-45DD-B053-8D3FF1CC2D72}"/>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7A28600D-CBFF-43F5-A96B-7715D5AB65BD}"/>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8ADAD9D6-ED52-487D-AD6E-C8D87EC22D78}"/>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B1B39901-476C-4DCB-B957-B8973CD1E79E}"/>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2791F18E-D47A-4A44-9CD5-B941C7A55DED}"/>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F8E39746-B5D2-4D7C-B003-07E139381766}"/>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972E0E8-7BC0-45C5-9EE2-7C5A114720B1}"/>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1D69F5DF-4D3F-450D-820F-61B37549591C}"/>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620E3E56-5907-46D0-B510-271F3FB57363}"/>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C29CDA62-71FC-4547-B7E0-F55FD47DB8F0}"/>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D8D208B7-6937-4511-8502-D7E71870AA11}"/>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13DC16E2-4F67-48B3-A9AE-79F509057393}"/>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7FB9D549-1BD1-4480-B4B7-542C289919A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F89A1C8A-413D-4DC2-A840-30C88AC342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909554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096295C4-70B2-4189-96ED-435B8499BC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A5197DC6-39F3-4168-9B4D-0C23046A44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874B2985-46A9-4313-B506-22E260E8E4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2CA9AD2-C3E6-4EB0-85FD-1A170D5452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1F769856-0122-4022-AB6E-E5CD35C34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5EA0F4F1-1444-4BBD-A7C2-0B795170BD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2F520A7B-58B4-4985-8291-C6813FA5044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D12984FE-4A5C-4136-8591-B85194861D33}"/>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BC5A6AF8-32A2-4B35-962F-A59FC3F0BA64}"/>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D459FFEE-8DD5-464A-8339-FB69349EC153}"/>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0678CEE2-0DED-428C-9A7A-C9CC11BB97D1}"/>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B1F05D49-38D0-4A82-8386-7C5EDF6A6AF2}"/>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231BBC58-A2EC-4F8D-953C-D137F5D3FBBC}"/>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7497B209-4DAB-48D5-A590-9BC9B2645E35}"/>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D32B47A3-3250-4793-983A-D15C7B3139C7}"/>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3DF4B8CA-DC3A-40C9-9998-C96773A20C95}"/>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5BE1D7E2-9330-4DB7-A14F-D48587BA129C}"/>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94829EB8-BFA4-4B6F-8EEA-4B461AA84A80}"/>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BADD5243-66DB-47D7-90A5-AF70745821EB}"/>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1EA8B4B8-2AA8-4111-A885-18C520AB524F}"/>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F0F097A0-E923-4AEF-B519-075B3EDA3CFF}"/>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D1965466-D4A8-4A7B-AC28-49B1A7467E0A}"/>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1D11DEBD-315B-4C86-BC4A-8BABA57C02EA}"/>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92CF9974-8B39-4D44-A165-6E47FF1C9C5A}"/>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AEABD398-71E0-4F64-A423-5703A00F0A2A}"/>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056B274D-D0E8-4242-8E44-270F12AA4EF0}"/>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19C3DB4F-BA32-40A3-A78A-4A20B7226431}"/>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C08054EC-7B74-4914-94A8-E38961D5C1E8}"/>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964E6FBA-7D79-4E72-8B0D-6A17DE69F1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639333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7497135D-7577-406F-BE36-60D1E69054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A8856775-E6B2-4697-BFFA-A94430C515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4ABB535E-F7EF-4360-B846-8FE53432C3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26FCDA93-8D8A-4876-9F90-6912EF88F8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08E81F68-A20E-407B-80BF-AD998FFB83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A806ABFE-77FF-49FC-8762-7CA68FBDF9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08892FB3-C606-4DB7-A717-BD03EFE313A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55B1E86B-1F23-4495-A2DD-FE0165EEF501}"/>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F4AB97AE-3DA6-48A2-92CA-D44997EAF32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BC2AE7B-220F-4644-8787-7350FA9BE5A8}"/>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7AA820B-287D-4B31-B886-154DDCC731D9}"/>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FEADCD28-E0FB-4E5B-A61F-6D7B5BFA3DD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8823F3D2-6A54-4E5B-AB95-9B65DE0EC296}"/>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0F1961AC-1FC7-46D7-946A-8C404ECC5AA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9268957-7DAF-4B91-AA46-FA03A3BA25FF}"/>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AFBE530-CAEA-480B-AC53-52EF3E17FAA7}"/>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76CB43DE-4ACF-41E8-8E3C-5FD483E501B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415381A-2180-4CF9-A38F-4A0F06688A4F}"/>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760B8830-245C-44AB-8A3D-054FC694A302}"/>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853018B9-5C20-48D5-944D-F892883DC9B5}"/>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5E21863-E85B-4FDD-BA02-636D50DBBEF8}"/>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5B5048B-06BC-4877-A5CA-933E5D633343}"/>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F7209FDF-A1BA-4DDA-ADCA-8D917583E9E8}"/>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309C698F-85B2-45AF-916C-E3DFCA8E0EA4}"/>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DEAEB3CE-CBEE-4EE0-B27B-2B789D9C93C8}"/>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F7548D09-899A-4C33-B969-9BC62BA401CD}"/>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C131C60-AE8A-4D9A-BFE7-0A285E681892}"/>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70B136A-6EA8-409E-A807-77D0E1B8E8D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3F1FF48-7C82-49DB-B558-B76ACECABCBB}"/>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37BB3E10-42F4-4FE6-8F80-C605717549A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663E3DED-B6A6-4617-AB8E-4F770659D2DE}"/>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ED3B902E-73B2-4FF4-829E-4C337A8F8874}"/>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47580D4B-469B-4061-A495-D0006194F3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48907A1-8B6A-46B0-B740-195F842C8F2E}"/>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F1258680-7CCB-4E6A-9E12-BBB3D334C7A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D0CEBC7-D247-42B4-B7C3-30CD25C5204E}"/>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A3F900F9-17FC-449A-8F06-16F1439EE10D}"/>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E33A32CC-3E94-4E86-B8BE-5488EB7231C4}"/>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9AD1B8A-3D4E-4B06-816D-596492AECC79}"/>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25436141-7E76-4AAF-AF1C-F141620D306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0A945AAD-1617-45FF-AD8D-43A868D480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01370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16821F78-0885-4207-AE90-407464F7B2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341421A5-1CED-4198-BDAE-7C6178A632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AB1602EC-971A-4986-BE60-3EC5349C26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291A7CDA-C578-4540-A712-F14AB55F64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05E63A75-0C41-4895-9E0C-7DCD20BF78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0C39C934-E45A-4BDD-BDF9-D287D15BE7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EF91E4DC-CC1A-48C0-BB27-45527CD3601D}"/>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8300E440-1221-4355-A73A-E75AB7C8DB0D}"/>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A06DE5BE-E72F-4264-B1BD-140EE147DFAA}"/>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B7B0977-3C6A-4F51-8741-96732BCCDE2D}"/>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A30CDB1F-D529-4DB7-AD9A-98AA87DC18CE}"/>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F3EE09AC-21A8-4040-814E-E72A1A5623B0}"/>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716CB88C-CA7A-4371-9D1C-6AD1ADE758BD}"/>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87EE94A1-E139-4414-90AD-DCF224D397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8806138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373BA14E-123A-4FCE-A9BB-6D9B286A0C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110E378F-887A-4A9D-9D6C-9DAF4D021C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C72C73D8-F550-473B-9FC6-8B699F8197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30839184-B653-43E7-BC60-9341108FEF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60D87F5E-C04B-4F3E-97ED-E8DF95652A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C9576ACF-27C5-4740-AE1A-1D9BB179C2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E653948F-E071-4154-8043-21475D11D660}"/>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1CCEB236-93D6-45CE-804A-C7FFD12C73FA}"/>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EF66C2C0-DCCC-41A2-AC57-0B4AE54A7870}"/>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78E92A0D-0BAB-4578-A6DB-8BA4D4A780F6}"/>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A8D0A8D2-BB77-4EBF-871E-38ECEA715557}"/>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52761A34-8710-4DFB-9810-5EDA139541ED}"/>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043CAFF9-5F4C-493C-9CBA-2F5451E8EB6E}"/>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0EB922AF-DF0C-467A-868D-78BF07FD7784}"/>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C9B8E555-B58B-4927-9066-17F2F187EAAD}"/>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51DA60BC-4F07-43A3-A9A9-98C983B3E1F8}"/>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789559B0-A3DD-4E68-901E-CE87B942AA53}"/>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AC315573-85D2-4CE7-B595-311E3A2B47BA}"/>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F7854B61-A316-4CAF-BDA2-861B56452712}"/>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A2D1E17B-96FC-41CA-8730-18040DD78145}"/>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88B2ECCD-2A59-4202-A9FB-1015EE06E4CB}"/>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4D924DE2-FD15-4081-8CA7-4AE1C68DEFFE}"/>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D78503B8-5076-48FE-8B06-84077124710D}"/>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C6C75482-830F-4F6C-8D8D-179C533856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3155267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BD8315A6-96A1-4D06-93AD-5B8FD231D3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74B20B46-E6B9-4240-AC00-2D038AEE90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0FEC2D75-08C0-4090-AE2B-DA9ED69E71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053AABEC-3E5B-47E5-9B95-DC45C2479D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9E5E7FB7-9EA8-4007-B8A3-D6213A6D37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8D9CF42B-EA5C-4F88-B255-73337C884D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4ADF3CE7-2900-49E9-9FA3-03E1FDDBF0C3}"/>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13F63187-0DD4-475D-90BC-49C126E0756E}"/>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01D48869-6850-4E74-91E4-14777F092488}"/>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D5979FC9-A8A1-470C-BD66-6096A97186BC}"/>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EDB71EA5-9D61-4CFD-91BB-114224B019BE}"/>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9A2DF1DE-0F8A-495B-9CF5-7F4CE8910001}"/>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6628422B-EB22-42B7-9173-C9CA16DC3F59}"/>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CF62E07F-EDD3-462D-BFBF-76180BA495DC}"/>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577F97B5-4F0A-4E91-B4D8-4384C2B5160D}"/>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CA6737DB-81D5-49D3-9036-1D85AF1E9713}"/>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DB7C151D-E3B0-4935-B5E1-794BF541C2AE}"/>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A04342AB-9030-46CD-92EB-83E5C121A702}"/>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79AC69AB-ADFF-42DA-841D-EC9579CACC2C}"/>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1D60A9AF-94EB-41F3-A8A0-E67F9DFD7894}"/>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FDEADED8-D060-4A0C-8889-23F817D4BD98}"/>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34E5D2F0-0AC7-4F24-96A9-72CE9379A8AC}"/>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52690206-56EE-4458-8A1E-69394FD13A8B}"/>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C9C8221C-37C7-428B-B752-A05A5C3B16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56148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CB8FB8B5-44DB-4384-AB26-A38556E0B9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9CFC54E2-12DD-4165-8659-637FDDD453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A953E06D-6C66-431D-9B1B-51EDC670F1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89A6C4B4-7067-4763-84B4-8DA01DB9A4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6F254B20-1C5E-4339-9795-C8FBE3F836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B4BD3535-48D9-4B63-8DD4-06EAE0FCB3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B0BFFFF8-C48E-4099-9E0F-95D6E3C40CDB}"/>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A96D1152-BD66-404C-8741-43C790F2835B}"/>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87EF7CF9-687A-4060-B709-E0369A31FB00}"/>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F77C004-1AE3-4970-BC59-CBF6F230A594}"/>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F8312671-8033-4A6C-A704-EB23A2F83ABA}"/>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9FF0C1BA-3117-4249-B48B-D0FD5726BBB0}"/>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3FC33F99-27B1-4FAF-90D4-559ECC45BEA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9F72D0E7-CCB6-453C-8248-50579C023A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918165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2026-10-22T01:05:48.9230000Z</dcterms:created>
  <dcterms:modified xsi:type="dcterms:W3CDTF">2026-10-22T01:05:48.9230000Z</dcterms:modified>
</coreProperties>
</file>