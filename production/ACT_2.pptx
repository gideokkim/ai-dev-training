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689236ecba64974" /><Relationship Type="http://schemas.openxmlformats.org/officeDocument/2006/relationships/extended-properties" Target="/docProps/app.xml" Id="R425c7e5602fe4884" /><Relationship Type="http://schemas.openxmlformats.org/officeDocument/2006/relationships/officeDocument" Target="/ppt/presentation.xml" Id="Rdce6f7d2c91a4d13" /></Relationships>
</file>

<file path=ppt/presentation.xml><?xml version="1.0" encoding="utf-8"?>
<p:presentation xmlns:p="http://schemas.openxmlformats.org/presentationml/2006/main">
  <p:sldMasterIdLst>
    <p:sldMasterId xmlns:r="http://schemas.openxmlformats.org/officeDocument/2006/relationships" id="2147483648" r:id="R5a60a25280d24a64"/>
  </p:sldMasterIdLst>
  <p:notesMasterIdLst>
    <p:notesMasterId xmlns:r="http://schemas.openxmlformats.org/officeDocument/2006/relationships" r:id="R3c49232a589f4d6a"/>
  </p:notesMasterIdLst>
  <p:sldIdLst>
    <p:sldId xmlns:r="http://schemas.openxmlformats.org/officeDocument/2006/relationships" id="256" r:id="R366e436c537e4a14"/>
    <p:sldId xmlns:r="http://schemas.openxmlformats.org/officeDocument/2006/relationships" id="257" r:id="Rd67db56c62584c84"/>
    <p:sldId xmlns:r="http://schemas.openxmlformats.org/officeDocument/2006/relationships" id="258" r:id="Rbc1dd917b2c24f0a"/>
    <p:sldId xmlns:r="http://schemas.openxmlformats.org/officeDocument/2006/relationships" id="259" r:id="Rcd38da1a6994429b"/>
    <p:sldId xmlns:r="http://schemas.openxmlformats.org/officeDocument/2006/relationships" id="260" r:id="Rd22b9eaf344a4fce"/>
    <p:sldId xmlns:r="http://schemas.openxmlformats.org/officeDocument/2006/relationships" id="261" r:id="R634bc20d1cb24aa1"/>
    <p:sldId xmlns:r="http://schemas.openxmlformats.org/officeDocument/2006/relationships" id="262" r:id="Re97b94edaefe4c24"/>
    <p:sldId xmlns:r="http://schemas.openxmlformats.org/officeDocument/2006/relationships" id="263" r:id="R345aa0ceeb1d4f3c"/>
    <p:sldId xmlns:r="http://schemas.openxmlformats.org/officeDocument/2006/relationships" id="264" r:id="R6fe9a175555d47e2"/>
    <p:sldId xmlns:r="http://schemas.openxmlformats.org/officeDocument/2006/relationships" id="265" r:id="Ra2f9504369184562"/>
    <p:sldId xmlns:r="http://schemas.openxmlformats.org/officeDocument/2006/relationships" id="266" r:id="R8482ac0ba2f240ef"/>
    <p:sldId xmlns:r="http://schemas.openxmlformats.org/officeDocument/2006/relationships" id="267" r:id="R71dbe6501c554f2c"/>
    <p:sldId xmlns:r="http://schemas.openxmlformats.org/officeDocument/2006/relationships" id="268" r:id="Rf5fc26778ab34b69"/>
    <p:sldId xmlns:r="http://schemas.openxmlformats.org/officeDocument/2006/relationships" id="269" r:id="R4bee607bcaff4e5c"/>
    <p:sldId xmlns:r="http://schemas.openxmlformats.org/officeDocument/2006/relationships" id="270" r:id="Rc481714b48bf4d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bd06191bdb405d" /><Relationship Type="http://schemas.openxmlformats.org/officeDocument/2006/relationships/slideMaster" Target="/ppt/slideMasters/slideMaster1.xml" Id="R5a60a25280d24a64" /><Relationship Type="http://schemas.openxmlformats.org/officeDocument/2006/relationships/notesMaster" Target="/ppt/notesMasters/notesMaster1.xml" Id="R3c49232a589f4d6a" /><Relationship Type="http://schemas.openxmlformats.org/officeDocument/2006/relationships/presProps" Target="/ppt/presProps.xml" Id="Rc7d349fe66f64b70" /><Relationship Type="http://schemas.openxmlformats.org/officeDocument/2006/relationships/tableStyles" Target="/ppt/tableStyles.xml" Id="Re799410c49624b56" /><Relationship Type="http://schemas.openxmlformats.org/officeDocument/2006/relationships/slide" Target="/ppt/slides/slide1.xml" Id="R366e436c537e4a14" /><Relationship Type="http://schemas.openxmlformats.org/officeDocument/2006/relationships/slide" Target="/ppt/slides/slide2.xml" Id="Rd67db56c62584c84" /><Relationship Type="http://schemas.openxmlformats.org/officeDocument/2006/relationships/slide" Target="/ppt/slides/slide3.xml" Id="Rbc1dd917b2c24f0a" /><Relationship Type="http://schemas.openxmlformats.org/officeDocument/2006/relationships/slide" Target="/ppt/slides/slide4.xml" Id="Rcd38da1a6994429b" /><Relationship Type="http://schemas.openxmlformats.org/officeDocument/2006/relationships/slide" Target="/ppt/slides/slide5.xml" Id="Rd22b9eaf344a4fce" /><Relationship Type="http://schemas.openxmlformats.org/officeDocument/2006/relationships/slide" Target="/ppt/slides/slide6.xml" Id="R634bc20d1cb24aa1" /><Relationship Type="http://schemas.openxmlformats.org/officeDocument/2006/relationships/slide" Target="/ppt/slides/slide7.xml" Id="Re97b94edaefe4c24" /><Relationship Type="http://schemas.openxmlformats.org/officeDocument/2006/relationships/slide" Target="/ppt/slides/slide8.xml" Id="R345aa0ceeb1d4f3c" /><Relationship Type="http://schemas.openxmlformats.org/officeDocument/2006/relationships/slide" Target="/ppt/slides/slide9.xml" Id="R6fe9a175555d47e2" /><Relationship Type="http://schemas.openxmlformats.org/officeDocument/2006/relationships/slide" Target="/ppt/slides/slide10.xml" Id="Ra2f9504369184562" /><Relationship Type="http://schemas.openxmlformats.org/officeDocument/2006/relationships/slide" Target="/ppt/slides/slide11.xml" Id="R8482ac0ba2f240ef" /><Relationship Type="http://schemas.openxmlformats.org/officeDocument/2006/relationships/slide" Target="/ppt/slides/slide12.xml" Id="R71dbe6501c554f2c" /><Relationship Type="http://schemas.openxmlformats.org/officeDocument/2006/relationships/slide" Target="/ppt/slides/slide13.xml" Id="Rf5fc26778ab34b69" /><Relationship Type="http://schemas.openxmlformats.org/officeDocument/2006/relationships/slide" Target="/ppt/slides/slide14.xml" Id="R4bee607bcaff4e5c" /><Relationship Type="http://schemas.openxmlformats.org/officeDocument/2006/relationships/slide" Target="/ppt/slides/slide15.xml" Id="Rc481714b48bf4d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0d74df1ed343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d9c85ba8344ffa" /><Relationship Type="http://schemas.openxmlformats.org/officeDocument/2006/relationships/notesMaster" Target="/ppt/notesMasters/notesMaster1.xml" Id="R333930b6694a45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69e2fc528f44d8" /><Relationship Type="http://schemas.openxmlformats.org/officeDocument/2006/relationships/notesMaster" Target="/ppt/notesMasters/notesMaster1.xml" Id="R532338b94d5f45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0b96640a474f22" /><Relationship Type="http://schemas.openxmlformats.org/officeDocument/2006/relationships/notesMaster" Target="/ppt/notesMasters/notesMaster1.xml" Id="Rf7089834b6d64f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4adda6f1334a55" /><Relationship Type="http://schemas.openxmlformats.org/officeDocument/2006/relationships/notesMaster" Target="/ppt/notesMasters/notesMaster1.xml" Id="Rc4f51ccf1f5342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45e7b08753491d" /><Relationship Type="http://schemas.openxmlformats.org/officeDocument/2006/relationships/notesMaster" Target="/ppt/notesMasters/notesMaster1.xml" Id="R460a4681eaa34f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833c44487042c7" /><Relationship Type="http://schemas.openxmlformats.org/officeDocument/2006/relationships/notesMaster" Target="/ppt/notesMasters/notesMaster1.xml" Id="Rea2ca5b2bb9c49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aec9ef35604a10" /><Relationship Type="http://schemas.openxmlformats.org/officeDocument/2006/relationships/notesMaster" Target="/ppt/notesMasters/notesMaster1.xml" Id="R1b27440c683849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a59560d9ff42d1" /><Relationship Type="http://schemas.openxmlformats.org/officeDocument/2006/relationships/notesMaster" Target="/ppt/notesMasters/notesMaster1.xml" Id="Rd6ccf58748704e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0577fac293841a7" /><Relationship Type="http://schemas.openxmlformats.org/officeDocument/2006/relationships/notesMaster" Target="/ppt/notesMasters/notesMaster1.xml" Id="Rcad6fd85700449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3940876c9bf48b6" /><Relationship Type="http://schemas.openxmlformats.org/officeDocument/2006/relationships/notesMaster" Target="/ppt/notesMasters/notesMaster1.xml" Id="Rbe3feb990b1f45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1e01acfad842f5" /><Relationship Type="http://schemas.openxmlformats.org/officeDocument/2006/relationships/notesMaster" Target="/ppt/notesMasters/notesMaster1.xml" Id="Rccc9ea3f379d438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1375e190be4296" /><Relationship Type="http://schemas.openxmlformats.org/officeDocument/2006/relationships/notesMaster" Target="/ppt/notesMasters/notesMaster1.xml" Id="R6f211d4d95d046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c210bae5f649df" /><Relationship Type="http://schemas.openxmlformats.org/officeDocument/2006/relationships/notesMaster" Target="/ppt/notesMasters/notesMaster1.xml" Id="R876308442e91464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b0fce8267df40b0" /><Relationship Type="http://schemas.openxmlformats.org/officeDocument/2006/relationships/notesMaster" Target="/ppt/notesMasters/notesMaster1.xml" Id="Rd7414f0924ec4c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33bcb2c671846a2" /><Relationship Type="http://schemas.openxmlformats.org/officeDocument/2006/relationships/notesMaster" Target="/ppt/notesMasters/notesMaster1.xml" Id="Rd859e395fc3148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eda17fec6047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e3406617b840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9d31528d82344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dc257f1cac14ac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5643b90df174d6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8f48e1fce848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4A11DA-E5F4-4717-9900-1EE01C3F34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FCD3DF7-898C-4213-AAF2-64B1C500C34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3C52856-487A-4AD9-B66C-4AC81EC6398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BB427A-3111-4BC5-9516-BD2DA89AA9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0640AE-6C0A-494A-8AED-51D1C314D2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5768F73-8C2C-47DE-9D17-3A38C9636D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A75321-C3D9-4E3D-926D-C50C4F2DF18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DF2C979-5C58-4CD2-9AE9-06ACA89C4E7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7169D2-11D8-4003-BFD7-F22F3BBE99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BC4C72-5AD1-4439-BA14-96CBB354BB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d646568e404129" /><Relationship Type="http://schemas.openxmlformats.org/officeDocument/2006/relationships/slideLayout" Target="/ppt/slideLayouts/slideLayout1.xml" Id="R5bacc34ab4e34ddb" /><Relationship Type="http://schemas.openxmlformats.org/officeDocument/2006/relationships/slideLayout" Target="/ppt/slideLayouts/slideLayout2.xml" Id="R70f85e1e70304425" /><Relationship Type="http://schemas.openxmlformats.org/officeDocument/2006/relationships/slideLayout" Target="/ppt/slideLayouts/slideLayout3.xml" Id="R16ebcc46a9f040f2" /><Relationship Type="http://schemas.openxmlformats.org/officeDocument/2006/relationships/slideLayout" Target="/ppt/slideLayouts/slideLayout4.xml" Id="R3bf22408a37b49d1" /><Relationship Type="http://schemas.openxmlformats.org/officeDocument/2006/relationships/slideLayout" Target="/ppt/slideLayouts/slideLayout5.xml" Id="R6b8aa0b6da674577" /><Relationship Type="http://schemas.openxmlformats.org/officeDocument/2006/relationships/slideLayout" Target="/ppt/slideLayouts/slideLayout6.xml" Id="R386e78efb94d43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acc34ab4e34ddb"/>
    <p:sldLayoutId xmlns:r="http://schemas.openxmlformats.org/officeDocument/2006/relationships" id="2147483650" r:id="R70f85e1e70304425"/>
    <p:sldLayoutId xmlns:r="http://schemas.openxmlformats.org/officeDocument/2006/relationships" id="2147483651" r:id="R16ebcc46a9f040f2"/>
    <p:sldLayoutId xmlns:r="http://schemas.openxmlformats.org/officeDocument/2006/relationships" id="2147483652" r:id="R3bf22408a37b49d1"/>
    <p:sldLayoutId xmlns:r="http://schemas.openxmlformats.org/officeDocument/2006/relationships" id="2147483653" r:id="R6b8aa0b6da674577"/>
    <p:sldLayoutId xmlns:r="http://schemas.openxmlformats.org/officeDocument/2006/relationships" id="2147483654" r:id="R386e78efb94d43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9668749117244de" /><Relationship Type="http://schemas.openxmlformats.org/officeDocument/2006/relationships/notesSlide" Target="/ppt/notesSlides/notesSlide1.xml" Id="Raaa4e146c42a47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2684ce320746e7" /><Relationship Type="http://schemas.openxmlformats.org/officeDocument/2006/relationships/notesSlide" Target="/ppt/notesSlides/notesSlide2.xml" Id="R36ef98ce24f449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7b15f4918424e19" /><Relationship Type="http://schemas.openxmlformats.org/officeDocument/2006/relationships/notesSlide" Target="/ppt/notesSlides/notesSlide3.xml" Id="Rddf7dbeec31746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432c6e75e14ae2" /><Relationship Type="http://schemas.openxmlformats.org/officeDocument/2006/relationships/image" Target="/ppt/media/image.png" Id="R85c163d42c8749a1" /><Relationship Type="http://schemas.openxmlformats.org/officeDocument/2006/relationships/image" Target="/ppt/media/image2.png" Id="R42d77ad7f25b42f1" /><Relationship Type="http://schemas.openxmlformats.org/officeDocument/2006/relationships/notesSlide" Target="/ppt/notesSlides/notesSlide4.xml" Id="R3458e261824b40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7239cff0ba84638" /><Relationship Type="http://schemas.openxmlformats.org/officeDocument/2006/relationships/image" Target="/ppt/media/image3.png" Id="R206ee8a245974f86" /><Relationship Type="http://schemas.openxmlformats.org/officeDocument/2006/relationships/notesSlide" Target="/ppt/notesSlides/notesSlide5.xml" Id="R30d82b74ac0848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c583871f0a144f8" /><Relationship Type="http://schemas.openxmlformats.org/officeDocument/2006/relationships/notesSlide" Target="/ppt/notesSlides/notesSlide6.xml" Id="R5449c42c9d3543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a78abf0d19c4c40" /><Relationship Type="http://schemas.openxmlformats.org/officeDocument/2006/relationships/notesSlide" Target="/ppt/notesSlides/notesSlide7.xml" Id="R14a7befa7f1d46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7cc41642fc7460b" /><Relationship Type="http://schemas.openxmlformats.org/officeDocument/2006/relationships/notesSlide" Target="/ppt/notesSlides/notesSlide8.xml" Id="R6a93c8f09a074bd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e57097c03dc4a7f" /><Relationship Type="http://schemas.openxmlformats.org/officeDocument/2006/relationships/notesSlide" Target="/ppt/notesSlides/notesSlide9.xml" Id="R5a9f8519e4594f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eb687e3459f4027" /><Relationship Type="http://schemas.openxmlformats.org/officeDocument/2006/relationships/notesSlide" Target="/ppt/notesSlides/notesSlide10.xml" Id="Refc8d3c71c954d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59c2d4223934ab2" /><Relationship Type="http://schemas.openxmlformats.org/officeDocument/2006/relationships/notesSlide" Target="/ppt/notesSlides/notesSlide11.xml" Id="Rb7086f74449549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fa27c37aafd4754" /><Relationship Type="http://schemas.openxmlformats.org/officeDocument/2006/relationships/notesSlide" Target="/ppt/notesSlides/notesSlide12.xml" Id="R0c452b7a2a3e4ca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f679e6805304fd4" /><Relationship Type="http://schemas.openxmlformats.org/officeDocument/2006/relationships/notesSlide" Target="/ppt/notesSlides/notesSlide13.xml" Id="Rab04c75f41e146b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45f18661f954c19" /><Relationship Type="http://schemas.openxmlformats.org/officeDocument/2006/relationships/notesSlide" Target="/ppt/notesSlides/notesSlide14.xml" Id="R5be2041facdd4ec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bc88f82e84546b4" /><Relationship Type="http://schemas.openxmlformats.org/officeDocument/2006/relationships/notesSlide" Target="/ppt/notesSlides/notesSlide15.xml" Id="R8f4b19f27d644a7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AD691C1F-7428-47BE-B55B-9DE64ADBDC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58132AAA-26F1-46D6-92EC-4113FCE614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47152AF8-1B1C-4BA9-8DFF-1A6A7D0067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215F81FA-3B0E-488C-B59A-B0D9518E23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86C8272-325C-445B-AD97-A87AF2C0E0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E6D534CD-AB50-461F-8C26-94D029E226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1B7992DA-315F-4171-8C8C-44D4F2753FD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19136175-94A5-402D-A7FD-E02DAEA577AC}"/>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D1C384E-2EB2-4F40-9AA1-47065433467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1CF391A-6168-41B4-9CA0-2D633741820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2689AFE-572B-4127-A93F-9F56887DF8A4}"/>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66B72CB-6F86-4C45-9402-55AB77D468C0}"/>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47D8753D-3983-4890-B374-9E8349428C4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D5890DE-3E72-42BE-8439-141C70BFD4A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490092B-D8DB-4474-879F-B53048FD8287}"/>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6CA6647-BC28-43CA-BD05-C3B7BDCC368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EB1F040-7B08-4B0E-B8D4-0030A82B69E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C07FD82-64A1-4511-BF97-B9C9AB0EA8F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1DE3D3A-5D9F-4B5B-A8BE-9FDD2794F53E}"/>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4A9D764-8D52-440C-8E06-55096897029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622BA32-2F9F-4440-8A0F-AF18B40EB2A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14C931ED-9282-4ED1-A0CC-75AD7E9D4D9E}"/>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D5C6A82-AE53-4C38-84BF-C7D0E8D96C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048588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5AAB072-3DCD-4E2C-A635-5D0194C994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5C364B00-939E-47DC-BA70-3B2A25827E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A8F17B8C-522E-4711-B645-18DB8AA121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B8F0B676-7EA7-4A33-92C1-F71F40778C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B9B4A1F4-3036-409F-8B18-F0EE7BF29F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478C7A9-D3CF-487A-A289-47EDF55ABD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EB75EA7F-415E-4F4A-B098-04EE3F17D1B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819542F-B884-4EAD-A52C-FF59DF349BC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EE19906-8BDC-421D-B64D-AB3C8A86800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2544AF73-9516-4698-9097-4E76FB4778F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2AAC94F-6B05-4FB8-BF01-DA0D30AE175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367390-2AB9-4C0A-9527-CAF4083447A5}"/>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6FAE782-2DC7-4A93-8B87-97613503B6C4}"/>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13BA8A3-0882-4D6B-8A2A-AA717860EB8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A6E2111-B657-44B8-A6A4-BED67040B91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3E888BF9-0415-4C1B-9754-7D24606303C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75307EFF-6CA2-41F6-A6D4-094D5336010A}"/>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07BD912-40FE-47A8-A0E7-6D12DF53EB7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653335A5-817B-4CA4-938C-176897584C90}"/>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02617DBE-5103-43FA-9CCF-4E247F207FF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67674B83-213B-4CF3-AA58-86E872E0617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F24C82DC-4915-492E-A8EF-FE92368CF76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17B57E1A-A882-49D3-8261-C8A72820B6C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6D7DC13-B0BC-4A0F-A874-9700771B2DE1}"/>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C34932EB-10D2-4074-AD55-4D4F062B82A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C5A353E-CAB2-49C7-9FEA-6167303260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122363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E561675-9658-46C6-A107-09ACEF305A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E6FF5098-D25A-4430-8129-21811C6F10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2B518CBC-6966-4823-9E2D-6C709E375D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014D5A7-E1F2-4B24-BEEF-5F02127D6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CEEF6B23-6D8E-45CA-A291-1FA9A6D9DC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14B70A9E-AF22-4D14-BF19-2EF353C520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1B458600-12F8-4C11-B105-594B5ADC327B}"/>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2D668CC8-2817-4EB4-928A-CE1E53E058B1}"/>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CD4FED54-933C-464D-9003-A4D9572C01E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2C32FF77-289C-47D2-A85E-23E4BAD6DF20}"/>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DDC48C7-CAA4-41F7-BBD9-165C528167C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186EBB63-95EB-4927-8B24-85A5928623B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226C80D-DF5B-4A9A-BC14-20C6034F27A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65EAC728-7F23-413C-97B7-2A6334B898D2}"/>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71EC9FA6-55A3-4380-8B72-BD8CF7A6F5D2}"/>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6DC9719-51CB-4348-BADF-C6C996E7737E}"/>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6430AEA-3756-4AE9-B004-1994FDDB9A31}"/>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E8C2DDC-E05C-4F1D-8316-90DCA799520D}"/>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4A6C9144-C1F9-4CBF-A653-73CB5106788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389D408A-EF8A-4864-9FD7-4BDEA470C64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65DE7DA-0836-4CAF-9A65-F5C0565C2140}"/>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108A95B-4DB7-45F2-8D4A-172A1CEF8CA0}"/>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1D47F35-CC02-4103-A58F-2441CFCA9DE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A24DB6A9-26BF-4948-A422-AF21AE17448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E0A653F4-3FF7-4D25-B2EE-1586D282B6C1}"/>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4942CFD-38FE-4FEB-8358-1A3052B42BEF}"/>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BC83227-B802-4EBE-9DE6-F52DF0AB6EB0}"/>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DA21EDE-35F8-45E1-AB8C-82D4F186EA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054579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08123F55-6EB3-4144-907F-8B53930F12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CB91EF1D-2D20-4E90-9984-9DE9435519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996AA285-4238-4330-A3FD-38DE361B47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1152E6C-5F7D-4238-B9CC-966F1533C2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A5107060-E679-4D4A-AF19-626CCD5869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8D967F4-CB03-4152-8F9A-2EB01130DD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8C5C920-34EA-4D3B-8F9E-0C4A8391977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C82C29D-F010-44A3-88CD-461EBD2AB2DB}"/>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A953DC97-676C-4150-89C9-A4574F0CA29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2D2BF89-288C-4B02-8065-3610969E4A80}"/>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5C4D6561-6D4F-4271-A690-8D120B7493EF}"/>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038724DB-28C5-40E4-9163-1817748D9CC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F8F7757B-C2FD-4CD2-86D4-E0478FB30247}"/>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55E0BDCA-2ED5-4C41-8DA8-86413661E149}"/>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53DB526D-5F7A-4893-9255-62129243F9CD}"/>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3C4E838E-718C-4232-AFFD-A5F4A69A2E7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A98A544-13E3-4033-87BB-E9C1B72CBB3B}"/>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3EC16B8-3F65-4F7D-AB2E-F6FBE150462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F82C838-7AB2-4D5C-A2C0-E5701D643939}"/>
              </a:ext>
            </a:extLst>
          </p:cNvPr>
          <p:cNvPicPr>
            <a:picLocks xmlns:a="http://schemas.openxmlformats.org/drawingml/2006/main" noChangeAspect="1"/>
          </p:cNvPicPr>
          <p:nvPr/>
        </p:nvPicPr>
        <p:blipFill>
          <a:blip xmlns:r="http://schemas.openxmlformats.org/officeDocument/2006/relationships" xmlns:a="http://schemas.openxmlformats.org/drawingml/2006/main" r:embed="R85c163d42c8749a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4105240E-22FE-4F64-8527-EB27B94C2F4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91B0780-97EA-43CC-958C-B36724C36D69}"/>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2A6854AB-F7CD-4B66-BEBF-E15E730ECA38}"/>
              </a:ext>
            </a:extLst>
          </p:cNvPr>
          <p:cNvPicPr>
            <a:picLocks xmlns:a="http://schemas.openxmlformats.org/drawingml/2006/main" noChangeAspect="1"/>
          </p:cNvPicPr>
          <p:nvPr/>
        </p:nvPicPr>
        <p:blipFill>
          <a:blip xmlns:r="http://schemas.openxmlformats.org/officeDocument/2006/relationships" xmlns:a="http://schemas.openxmlformats.org/drawingml/2006/main" r:embed="R42d77ad7f25b42f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7079EA9-7397-4C71-9F35-21997D529AB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36982C4-84DF-48F3-B5EB-2BEDC8AE9293}"/>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1B03710-9A87-41F7-83AC-586FD050FF3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BB0AEE5-0554-429B-907F-8903D279D8D1}"/>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A7C24492-EABC-4290-8C3F-A9265D58DDA7}"/>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4460B09A-A82D-46CA-9ECD-60BC336800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574536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C8EE52D-D222-4BFB-8D86-429EC30AF6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B0623CD5-92F6-4ECD-8C1B-C2C35C0A51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5F7014CE-8783-4F1D-9C5B-218DFE50F4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ACA4325D-6ED7-49F7-82CB-422AC621AA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BEF81A52-76F2-44F3-8BDE-123FA63F7F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CF104AC9-BA66-4A2A-8975-25211C9587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291122D-B48A-4887-B3F9-113F5C955D93}"/>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A64B27E2-87AD-4AB4-B4FE-7CE32BEB8619}"/>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B3231536-928C-4C84-B983-4B848534C6C9}"/>
              </a:ext>
            </a:extLst>
          </p:cNvPr>
          <p:cNvPicPr>
            <a:picLocks xmlns:a="http://schemas.openxmlformats.org/drawingml/2006/main" noChangeAspect="1"/>
          </p:cNvPicPr>
          <p:nvPr/>
        </p:nvPicPr>
        <p:blipFill>
          <a:blip xmlns:r="http://schemas.openxmlformats.org/officeDocument/2006/relationships" xmlns:a="http://schemas.openxmlformats.org/drawingml/2006/main" r:embed="R206ee8a245974f86"/>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16644B0F-B132-47B9-8D09-B00417DA8AF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0741395A-C91A-4217-812C-3A1D13663C25}"/>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0DCF3FF-3855-44E4-8AA5-6AE8EAE4971F}"/>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B92318DE-A787-4E4D-91D0-29F2DFBACB74}"/>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0FD641C3-C117-48BD-820F-0F6D84E5F467}"/>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263278AD-C34A-4A6D-A904-DC9FB6B0505A}"/>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2E22D078-DB17-4908-8C18-88847380002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5F2B18F-6D95-46FB-81F2-7DE4889F8869}"/>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362D8BDB-F46D-41DB-ADCA-D0ACAD789092}"/>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7CCE3EE-9885-4592-8B25-1821A975D480}"/>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F310F58-49F3-4123-AC0E-C723E1BDCE55}"/>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75A3527-7E21-4672-84D3-292B2E4CD7F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AFE4FBC-0910-487B-ADB2-9744DFC5723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AF20A0F6-1DBA-44E4-80FC-5D1EC881FE8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619AB742-5059-4FE1-B6D2-C32595C88782}"/>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5379B92B-3397-43FC-9A87-6759EFEF3B4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DD627AD7-8C7A-43FC-9A57-A419EE5C65AD}"/>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43F03F76-0C52-4362-A485-9C0B74D1A8C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B7A332EA-F961-41D3-8617-19F79BF38D6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291C1204-0D5E-42E7-91C2-CA2EEC870B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160275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184227B0-8799-4783-9903-E9CBF98C9A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09817F7F-9CFE-4945-9033-128CF32123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46471ABA-8FF0-4911-8951-8664B4D9DB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F4FEF0DA-B863-416B-8EAE-D143FA8A0D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D51F5666-4E37-4372-9399-EF68C1B1F2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AC2111E4-663D-49DC-8328-8C64B90F04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1677B319-F97F-4F9F-B695-15B1A4441797}"/>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BB907DEC-1DD6-4408-B513-6C046ACFE9A3}"/>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EB75F0F8-E98F-4B48-BC00-8101F44238D6}"/>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F2CCD807-D493-4464-AB4A-340007B50721}"/>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AE157A6-E334-4111-B155-FBAF2C2CDC79}"/>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F6025B8D-EF38-4473-B489-77A814CA5B4D}"/>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3DA0F0FC-D1FC-4D45-8055-DC3553F6909D}"/>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91DC4F46-9F01-4625-B2EF-4D0CF4E47E62}"/>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4D17E7BB-10AA-43C3-B89F-A7340D335546}"/>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2FDD9617-3321-4438-A57F-5E276D833F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614765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E6D1846E-6074-485B-963D-79D4944329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2CBAA746-CC47-41CB-A628-838D4CA98C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4C29CC8B-DD79-4B84-B7FD-BD3EFC4DC4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43197FD-16A7-4D6E-99E3-FD7E5EB5F7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9DC345CE-4098-4EEC-9D08-AC38982EE2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BF9D0BF2-1C98-4D3B-AEC9-26E9C6B81D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AA99DCE9-D991-4E8E-A42B-DE28C58F23D1}"/>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477424E2-9F7D-41C3-A4C3-FA52A8537432}"/>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48637772-BF9A-49EE-9180-3AF4282A6CB1}"/>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3D49643C-A2DF-4B44-A98A-9B15BD6319EC}"/>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E4461DC7-3927-4B8F-85F7-BAD2AA51C7ED}"/>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23901483-E43C-4EA6-B51D-168D71D1D48F}"/>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6EC1DA83-C12C-48AB-9414-460525EF3CF9}"/>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293565B6-8B2C-42B4-BE3C-32D48BC6B8CE}"/>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A3838476-D967-4491-BFE0-F000F948F288}"/>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6870DC86-F1DE-4E9E-B52F-4C44D7C88D84}"/>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28418D67-7B69-44E1-A3B9-B39CF13B2535}"/>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5CA402C5-96E2-45B2-A274-62082B40D97D}"/>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E78BE780-937C-404C-9953-F7DCB2C157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706976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A73A92D3-4A88-4114-899F-05327EA0D8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A0CCBF4D-A281-44F8-B094-0AF931D01E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87AA9470-9838-44CB-A387-CFDF65DF2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33E1F479-8CC9-438B-9E07-A5E39EC30A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115638E2-5495-411C-B1B2-96AD2A849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43565FDD-4709-400E-AC30-1C8508501E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94E32FD3-EEB6-4AA1-ADC5-ABA88B0775F4}"/>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FCADA861-6E66-46E2-9A34-6C792FD43F8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B88B8DD7-C21E-4DA3-9F86-BE2F8F7DB9B9}"/>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C9AD3657-3E99-4EFB-AB6E-FBE3A4485E4D}"/>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04C97294-FBE0-4FFF-AECD-2D72D51B3D83}"/>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EE6DDEE2-9696-4BD4-8173-EF85CBB7BF3F}"/>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4DA6E405-7BE6-451B-974C-4191D0C60C44}"/>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24E9827-8804-4DC9-A0AC-561F1AAD56A2}"/>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80426A6-C106-4DAA-9C00-91DFD66C0CA1}"/>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0B76E945-BE5E-4A7C-9552-003D284A30B4}"/>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D6E246-962C-4E17-B207-283E0A3A4D66}"/>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24487398-7CC2-4AA5-8551-E29890D6D7D7}"/>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212CA71-7EB5-4497-9D01-551D4F40E480}"/>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F50BC6B-0FCF-41FE-8526-EF5614668D4C}"/>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A2F203F-CB2D-4DBB-91FF-5987325B85D9}"/>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22F8F0F0-B390-4581-842D-FECF36D31123}"/>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3AD92965-B747-43A8-9249-EB75105088F3}"/>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72D1E3C-551F-4A8B-B40B-082E63E5F779}"/>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7668E0B-3FF7-4E85-A100-C9BD4587E08F}"/>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6012ADC-7141-462B-9F90-56AB0EC88F80}"/>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31A9633-76F7-4A6E-AB99-590040F4B772}"/>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40FC78A5-E88E-407C-AFD8-34AD990E4949}"/>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B111721E-7CCF-4185-9A86-4FA1AF60B153}"/>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7F59F92-8C10-4B57-8D62-3FB7D40878FA}"/>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3369E852-C4C4-423D-B817-997AAC80D32B}"/>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0D8C26B3-9C23-4F0D-BFF3-11E40C252F30}"/>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17631E4B-A00A-426D-A8AC-804E34BF0AB1}"/>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C30AFD2A-F114-4D5A-8726-D28EE2FD1771}"/>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AFEAF352-01CE-4D32-9767-9C0F964E88EF}"/>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68DC7143-DA9F-4C11-A991-8506B85262EB}"/>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392013B8-37BA-4F79-9FC9-3AC997ACD3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562719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EE95DAD9-E1FF-4968-8737-598E0E0E48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9F1F8FFB-3BDB-4A8E-A33E-90127CDE78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AEB58F7B-8290-4955-805C-C051773F5F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E42EC38C-9BE5-4937-930E-72C500020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97A62781-CE5D-450F-8928-26E9B7EB07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4D445D24-F698-4A58-90D9-C1A8FF77B8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B43FBD34-3057-429A-A021-85318F2F82FF}"/>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3D028645-3ED7-47A7-B8DF-95098C0C4013}"/>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17E0B88C-0975-4E2F-BB69-292307ADCEA5}"/>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5A5186E3-E1AD-47D4-965C-9210BD59D2C2}"/>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C612A342-3AA7-4461-9A2B-458DE47DD074}"/>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59A33E-31F3-41D0-B11E-5B3BA71E73ED}"/>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18E5E81A-8F44-42DE-A8A8-634AE775865E}"/>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ED2DFE85-D580-4013-A3F1-F073D9A39A8E}"/>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ADE610B8-8970-4F22-B583-8FA76D5C6841}"/>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F2819BF-03DA-41C0-BA27-DB412CC969D9}"/>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FC3CC3EF-0427-4847-A195-9573A685F782}"/>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3F89DD6C-DA83-429E-8B2B-95715FE0EADF}"/>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A2729AF9-6BF3-4AA7-B3CE-0AA74EA487D5}"/>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8AF087CE-F55D-4ADB-BFCC-31EFBFBD99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631090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DC05B613-8FF1-4ABA-8C5B-848652A4C6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EA2F6A50-D8FE-4B04-95C9-1EFEFA25B7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1C5C1EA5-E287-4400-B0D1-CB983B9279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57B70066-BAD3-4AFF-8644-D59BFFE021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21A5F915-C658-4906-AB4F-19E629D0DA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A84F775B-635F-4983-922E-1C6D94212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1E42F315-1047-47BA-AE30-E29D32337DE9}"/>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DD9255FB-09BB-4492-A308-4ED8402D879D}"/>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0A906CA2-A5D7-45BD-B871-6153DBA49AC1}"/>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4FB73392-40F1-4F3B-9BAA-37195A46468B}"/>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8C0F8607-B975-43BC-966E-CBEA91B81296}"/>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9E343C20-8DDE-4A1B-98A3-17AF2E4607F0}"/>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B8C99AFB-3349-4E58-BEF4-2391CA0BF6A8}"/>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DC1097C5-0D8F-4429-BBC1-0EA6B7743C76}"/>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7B195408-E31F-48B2-B628-FDEE20589880}"/>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33B174AF-9E9A-493C-8B97-EFCCC10D3735}"/>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CB6E3CCA-0CB9-4AF7-B090-5CBEEA84A8A0}"/>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8C6C56EF-AFA7-4199-A9C8-64FFCB2D5D3A}"/>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5B0D6B59-3C39-4720-955E-DB36E56FA150}"/>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DA00D77A-00D8-4CEA-B825-410B0E35CC28}"/>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27B3FB28-622B-41C0-91C0-9A280AB307F6}"/>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07D82B37-0B70-490A-B158-22547642E2B5}"/>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20598550-86F5-4B1C-8185-3464D78B8D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53404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9429C5BA-0052-40FA-8DCC-A656F551C0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A8BD28A5-5690-47DE-9629-8673CC73A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3ED38939-C755-4411-889F-BB33ED1B31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1B9A830-AD0E-43F6-BEAA-68DA63DE4D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E51666A9-1308-4B89-89A0-2F21F69867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ACC75BB2-27BF-4CE7-AEC1-F10A858BC1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278BEC54-6D62-4678-87E0-72AB9AA7E088}"/>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C66D7B52-894F-4885-A65E-D9426E94E682}"/>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0D481412-5134-4F61-845A-7604977FBE64}"/>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6CD852C6-84D4-4F78-8F25-DAE925D05322}"/>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4C2074CF-7794-4E98-9305-BE5852A937C8}"/>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EA8D53DE-79C9-46CC-984E-44741011D901}"/>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6E0763AB-A68C-44A5-A93D-2E8C71B614C6}"/>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B4CEC5AB-E5DD-483A-A432-8D5EAE198E22}"/>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C93B16CB-3DFA-472D-B182-2B328D6749B2}"/>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1BA54D37-7CE0-404D-AF56-CCBF51F15FD2}"/>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917CCEB0-2B5E-47E5-B532-CCE836E70C0B}"/>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7AEDA667-D8FA-40EE-9846-97AFB4E45DD6}"/>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CD283869-9ACD-4697-BDBD-A76FC4B84831}"/>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D260DDD-BB49-4AED-91DA-43C13E250F20}"/>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2CFBB97E-D35A-4C03-9BB1-5EA84EE49ECB}"/>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0495FBEF-74C3-42B2-BD23-473D056C0C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882316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BE50CD6E-96BF-41CD-AFE1-941CED25AE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05B60C0D-2134-4DF1-AEE1-02D0E0B478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50D9EAE7-C4B6-4371-A06B-2D482A4565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31DFCD0-C2D0-4C53-803C-29846C0C27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F7A1BE92-4A28-48A7-A1FF-CE84D225A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1F07D974-AB3F-4FC8-A7C6-D699D3442B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6E0ACA82-A1E4-444D-868A-07E86D317792}"/>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75993B1D-E933-428E-8CEA-6F13BCE7FA0A}"/>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27155606-D1C7-49D8-BA0A-E57DA08CCD72}"/>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1698692-D247-407C-8864-A3427D004660}"/>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9977BD9D-06DE-4E0D-AC0F-0671F67E3B31}"/>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C896DE8F-65AB-4FF2-A83D-A0F238B01F1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C74778C2-7D86-46E6-92AA-7DB607E8806B}"/>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6E238464-1E15-4BAB-922C-722E11A02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401233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CC0D27FA-D9D6-4898-BC4A-16BBBF6833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C29870B2-9721-41DF-B34D-A3BB79F26B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B2E23CB2-E70D-4A5F-8CFE-69F2522442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EBEEF92-DCFF-4808-804D-B76ABBEC6B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971882CE-1FC7-45EE-97CF-D0E9169354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5602C3D9-452D-4EB7-9000-73FFA2846D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2F262BBC-AFFB-4C9F-8E30-AC7C8D3A644B}"/>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142D8504-E6DE-4C6C-8026-BBB23377E9DA}"/>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EBAB758-53F3-44C6-9450-F9058D7DA362}"/>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3318CE18-33C3-470E-A752-B80A6C77ABCA}"/>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46B140CE-E87E-44C6-A835-2221EA8598A6}"/>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521355E9-0430-4551-A06B-DBEBD8F7D151}"/>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A9556EEF-75FB-4143-BAC9-82B36E064507}"/>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31F2569B-7000-4C6C-AC8D-6ABF4C457A33}"/>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B14C5646-74A3-4BC0-8233-DA0119839238}"/>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9DCB51C0-AE49-4A02-A74C-C8F63A49D3B1}"/>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93623570-C204-4BC9-8498-F08CB83A1F01}"/>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3ED32E28-5304-417E-9EC0-6264AB9A1B20}"/>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19DD7D2B-0DDA-4C53-AFD2-39485F57FD1D}"/>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EC7FDEBE-6570-41DF-9469-48DCE25D7614}"/>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7479CEE2-A039-4D41-BC3D-102CC98FFA9D}"/>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AF9666CB-830B-4A88-8394-15D42027ECA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C657A31C-45F6-4576-A0C3-13CEA2F8ABD8}"/>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B08D29BA-FC0F-4AC7-B4EE-4EA955A646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3032027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FC6A6AC2-FED1-48EC-8505-D920683511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162E347F-087E-495B-A14B-E16B6E33DC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07BC3E71-55B6-4AF9-8172-5EBBE27B36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A8655FE-21A5-4A51-95C3-3890296AF2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DE99707F-8CCC-4E4B-B1CC-75599425FC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1200289D-79DE-4F64-BE8C-A40024ED1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40C4CDEA-D1B1-4139-8833-48BC008D5EAD}"/>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B3C88CE2-488B-4299-BE4B-7AE5AD296E7B}"/>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E9D5432-468B-4280-9ADE-AF5124A41A97}"/>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BFCB91B7-4631-4A61-9E40-C1B7CCE68C47}"/>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19246C9C-B7B1-4707-8517-401DD6D841E1}"/>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46E5292E-B998-4625-8761-2BE7E62BB565}"/>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8E40AB77-8AE5-4053-849E-49B97CD2201D}"/>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DCF313B8-3069-4E83-965A-76E555469FE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C9F0847D-A9B8-4B03-AFDB-468082F10EDA}"/>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DFAAF744-FBB2-4872-B233-94FC24E28D6F}"/>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0A2F2C12-9DB6-43EC-AF7C-5470A6805DF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321199DF-AF03-41FE-8AA8-E373DA05CB75}"/>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44F57856-D7B3-42A3-906A-91D9044B85EA}"/>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94495D83-543B-41F9-8123-6220A5AD62A2}"/>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4107A983-038D-4C81-86BD-DEA340F24FE4}"/>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F954B049-640C-4431-92B4-1358D8BA0E3B}"/>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75A404EE-4D8D-4F82-9202-664C633712D7}"/>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2EECBA70-DC83-420C-BD02-0A58703767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062226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87F78B55-499B-4BFE-8578-8B63BE5683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F186C041-3119-4108-83D2-3C8BD74117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DDDCAE6B-C193-4735-B883-CE208A6F6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47E283B-F277-407D-BD68-C8117C72F3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C0FA45A1-8EA6-4195-903D-F7C7E6284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E9E7A40C-B680-4E4E-9BBB-B91F1C4702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2ED0281F-14F5-4990-AC15-A090F5AC4C5E}"/>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185B4C55-5765-4884-844E-934C47186B72}"/>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6021693A-9B8F-4CD0-BB54-DDAE731E7488}"/>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2533FAC-0629-43DD-A6A4-43607FBA8B12}"/>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F0A410E2-6702-4AC9-A5A6-EC121DB06156}"/>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59192481-23C0-4462-B78D-1598C732F730}"/>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94D9A582-53C7-49D6-8754-17FC59A88352}"/>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D11D98E6-FEDE-4555-B86F-CB1AA96413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08038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2026-10-21T14:28:32.6240000Z</dcterms:created>
  <dcterms:modified xsi:type="dcterms:W3CDTF">2026-10-21T14:28:32.6240000Z</dcterms:modified>
</coreProperties>
</file>