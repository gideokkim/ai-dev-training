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4b183c2f5814bfa" /><Relationship Type="http://schemas.openxmlformats.org/officeDocument/2006/relationships/extended-properties" Target="/docProps/app.xml" Id="R6152ce0943c047ba" /><Relationship Type="http://schemas.openxmlformats.org/officeDocument/2006/relationships/officeDocument" Target="/ppt/presentation.xml" Id="Rd81c7fb34f68483a" /></Relationships>
</file>

<file path=ppt/presentation.xml><?xml version="1.0" encoding="utf-8"?>
<p:presentation xmlns:p="http://schemas.openxmlformats.org/presentationml/2006/main">
  <p:sldMasterIdLst>
    <p:sldMasterId xmlns:r="http://schemas.openxmlformats.org/officeDocument/2006/relationships" id="2147483648" r:id="R9b88f3e39cc7454b"/>
  </p:sldMasterIdLst>
  <p:notesMasterIdLst>
    <p:notesMasterId xmlns:r="http://schemas.openxmlformats.org/officeDocument/2006/relationships" r:id="R462e734f21bf4d40"/>
  </p:notesMasterIdLst>
  <p:sldIdLst>
    <p:sldId xmlns:r="http://schemas.openxmlformats.org/officeDocument/2006/relationships" id="256" r:id="Rded0e55d867a4d4a"/>
    <p:sldId xmlns:r="http://schemas.openxmlformats.org/officeDocument/2006/relationships" id="257" r:id="Re699615f5f4a4f18"/>
    <p:sldId xmlns:r="http://schemas.openxmlformats.org/officeDocument/2006/relationships" id="258" r:id="R9462b00bf6df4040"/>
    <p:sldId xmlns:r="http://schemas.openxmlformats.org/officeDocument/2006/relationships" id="259" r:id="R06c5e3cb29bb4bf5"/>
    <p:sldId xmlns:r="http://schemas.openxmlformats.org/officeDocument/2006/relationships" id="260" r:id="Rfb94c7a0adb24ef4"/>
    <p:sldId xmlns:r="http://schemas.openxmlformats.org/officeDocument/2006/relationships" id="261" r:id="R9d4820929c89435c"/>
    <p:sldId xmlns:r="http://schemas.openxmlformats.org/officeDocument/2006/relationships" id="262" r:id="Ra08e67c34c114ae5"/>
    <p:sldId xmlns:r="http://schemas.openxmlformats.org/officeDocument/2006/relationships" id="263" r:id="R479c23a707404fef"/>
    <p:sldId xmlns:r="http://schemas.openxmlformats.org/officeDocument/2006/relationships" id="264" r:id="R5eba7a8b74314e12"/>
    <p:sldId xmlns:r="http://schemas.openxmlformats.org/officeDocument/2006/relationships" id="265" r:id="Re34273e2611846fa"/>
    <p:sldId xmlns:r="http://schemas.openxmlformats.org/officeDocument/2006/relationships" id="266" r:id="Rc3ddf15ac3a746ee"/>
    <p:sldId xmlns:r="http://schemas.openxmlformats.org/officeDocument/2006/relationships" id="267" r:id="R9998e3db3db84013"/>
    <p:sldId xmlns:r="http://schemas.openxmlformats.org/officeDocument/2006/relationships" id="268" r:id="R1c2a2a77372e44cd"/>
    <p:sldId xmlns:r="http://schemas.openxmlformats.org/officeDocument/2006/relationships" id="269" r:id="R7b1c713850fb4661"/>
    <p:sldId xmlns:r="http://schemas.openxmlformats.org/officeDocument/2006/relationships" id="270" r:id="R6b6ca30e7300407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fc4aaf5e5db451e" /><Relationship Type="http://schemas.openxmlformats.org/officeDocument/2006/relationships/slideMaster" Target="/ppt/slideMasters/slideMaster1.xml" Id="R9b88f3e39cc7454b" /><Relationship Type="http://schemas.openxmlformats.org/officeDocument/2006/relationships/notesMaster" Target="/ppt/notesMasters/notesMaster1.xml" Id="R462e734f21bf4d40" /><Relationship Type="http://schemas.openxmlformats.org/officeDocument/2006/relationships/presProps" Target="/ppt/presProps.xml" Id="R463c7a8621cf4e2f" /><Relationship Type="http://schemas.openxmlformats.org/officeDocument/2006/relationships/tableStyles" Target="/ppt/tableStyles.xml" Id="Rd761090af4ae4de1" /><Relationship Type="http://schemas.openxmlformats.org/officeDocument/2006/relationships/slide" Target="/ppt/slides/slide1.xml" Id="Rded0e55d867a4d4a" /><Relationship Type="http://schemas.openxmlformats.org/officeDocument/2006/relationships/slide" Target="/ppt/slides/slide2.xml" Id="Re699615f5f4a4f18" /><Relationship Type="http://schemas.openxmlformats.org/officeDocument/2006/relationships/slide" Target="/ppt/slides/slide3.xml" Id="R9462b00bf6df4040" /><Relationship Type="http://schemas.openxmlformats.org/officeDocument/2006/relationships/slide" Target="/ppt/slides/slide4.xml" Id="R06c5e3cb29bb4bf5" /><Relationship Type="http://schemas.openxmlformats.org/officeDocument/2006/relationships/slide" Target="/ppt/slides/slide5.xml" Id="Rfb94c7a0adb24ef4" /><Relationship Type="http://schemas.openxmlformats.org/officeDocument/2006/relationships/slide" Target="/ppt/slides/slide6.xml" Id="R9d4820929c89435c" /><Relationship Type="http://schemas.openxmlformats.org/officeDocument/2006/relationships/slide" Target="/ppt/slides/slide7.xml" Id="Ra08e67c34c114ae5" /><Relationship Type="http://schemas.openxmlformats.org/officeDocument/2006/relationships/slide" Target="/ppt/slides/slide8.xml" Id="R479c23a707404fef" /><Relationship Type="http://schemas.openxmlformats.org/officeDocument/2006/relationships/slide" Target="/ppt/slides/slide9.xml" Id="R5eba7a8b74314e12" /><Relationship Type="http://schemas.openxmlformats.org/officeDocument/2006/relationships/slide" Target="/ppt/slides/slide10.xml" Id="Re34273e2611846fa" /><Relationship Type="http://schemas.openxmlformats.org/officeDocument/2006/relationships/slide" Target="/ppt/slides/slide11.xml" Id="Rc3ddf15ac3a746ee" /><Relationship Type="http://schemas.openxmlformats.org/officeDocument/2006/relationships/slide" Target="/ppt/slides/slide12.xml" Id="R9998e3db3db84013" /><Relationship Type="http://schemas.openxmlformats.org/officeDocument/2006/relationships/slide" Target="/ppt/slides/slide13.xml" Id="R1c2a2a77372e44cd" /><Relationship Type="http://schemas.openxmlformats.org/officeDocument/2006/relationships/slide" Target="/ppt/slides/slide14.xml" Id="R7b1c713850fb4661" /><Relationship Type="http://schemas.openxmlformats.org/officeDocument/2006/relationships/slide" Target="/ppt/slides/slide15.xml" Id="R6b6ca30e730040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d9501dc5f0d4f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7a3dbb7b354f98" /><Relationship Type="http://schemas.openxmlformats.org/officeDocument/2006/relationships/notesMaster" Target="/ppt/notesMasters/notesMaster1.xml" Id="R89474bc4038041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2e0a3050d0e48ea" /><Relationship Type="http://schemas.openxmlformats.org/officeDocument/2006/relationships/notesMaster" Target="/ppt/notesMasters/notesMaster1.xml" Id="R2ada018f0e4541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de7c20c6644cf7" /><Relationship Type="http://schemas.openxmlformats.org/officeDocument/2006/relationships/notesMaster" Target="/ppt/notesMasters/notesMaster1.xml" Id="R5733d0a3f9d745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a63caf611749ad" /><Relationship Type="http://schemas.openxmlformats.org/officeDocument/2006/relationships/notesMaster" Target="/ppt/notesMasters/notesMaster1.xml" Id="R65eacb839d2248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1c73698ea94b73" /><Relationship Type="http://schemas.openxmlformats.org/officeDocument/2006/relationships/notesMaster" Target="/ppt/notesMasters/notesMaster1.xml" Id="Rb97027a3a7c849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246a32c1fe394a84" /><Relationship Type="http://schemas.openxmlformats.org/officeDocument/2006/relationships/notesMaster" Target="/ppt/notesMasters/notesMaster1.xml" Id="R989781fb95fe4f4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ebc88d592394faa" /><Relationship Type="http://schemas.openxmlformats.org/officeDocument/2006/relationships/notesMaster" Target="/ppt/notesMasters/notesMaster1.xml" Id="R119a528ea290447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a7347ac809401a" /><Relationship Type="http://schemas.openxmlformats.org/officeDocument/2006/relationships/notesMaster" Target="/ppt/notesMasters/notesMaster1.xml" Id="R6377840bd7ba4a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7e5d7d3f614a41" /><Relationship Type="http://schemas.openxmlformats.org/officeDocument/2006/relationships/notesMaster" Target="/ppt/notesMasters/notesMaster1.xml" Id="R902a908595bb44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78863615cf4c23" /><Relationship Type="http://schemas.openxmlformats.org/officeDocument/2006/relationships/notesMaster" Target="/ppt/notesMasters/notesMaster1.xml" Id="R5025f9f1e1944e7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905d8749ff54044" /><Relationship Type="http://schemas.openxmlformats.org/officeDocument/2006/relationships/notesMaster" Target="/ppt/notesMasters/notesMaster1.xml" Id="Rd01d1c86c75846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f7e4f5bceef4ad5" /><Relationship Type="http://schemas.openxmlformats.org/officeDocument/2006/relationships/notesMaster" Target="/ppt/notesMasters/notesMaster1.xml" Id="R8aec689c1cf946d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c3cdc5157b244b5" /><Relationship Type="http://schemas.openxmlformats.org/officeDocument/2006/relationships/notesMaster" Target="/ppt/notesMasters/notesMaster1.xml" Id="Rff643c8766894ab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36d6d9d033f4bd8" /><Relationship Type="http://schemas.openxmlformats.org/officeDocument/2006/relationships/notesMaster" Target="/ppt/notesMasters/notesMaster1.xml" Id="R1699534c87e945b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7390b7f2dcb4dac" /><Relationship Type="http://schemas.openxmlformats.org/officeDocument/2006/relationships/notesMaster" Target="/ppt/notesMasters/notesMaster1.xml" Id="R2b499634a2fe4ba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화살표를 따라 오른쪽 청록 실선 영역을 가리킨다. README의 현재 안내와 pyproject.toml의 빌드 도구·고정 버전이 직접 필요하다. 회색 점선 영역의 crop/resize 명세·처리 순서·테스트 구조·CLI 필드는 정확하지만 이번 버전 명시에는 불필요했다. Agent는 AGENTS.md도 읽었으며 이 정보로 인한 혼란·우회·Context 관련 실패는 관찰되지 않았다고 명시한다. ‘불필요’가 ‘읽지 않음’·‘잘못된 정보’·‘검증 불필요’라는 뜻은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프롬프트의 목표·기준 파일 → 직접 필요한 청록 영역 → 함께 있었던 회색 상세 → 관련성 질문. 실선·점선과 명시적 라벨로 색상 이외의 구분을 제공한다. 화면은 native 도식이고 실제 제품 UI나 실행 캡처가 아니다.</a:t>
            </a:r>
          </a:p>
          <a:p xmlns:a="http://schemas.openxmlformats.org/drawingml/2006/main">
            <a:r>
              <a:t/>
            </a:r>
          </a:p>
          <a:p xmlns:a="http://schemas.openxmlformats.org/drawingml/2006/main">
            <a:r>
              <a:t>Evidence / Source: TRIAL-004, BEAT-012, CLM-0014, CLM-0015, DEC-0049.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production/evaluation/S37_CONTEXT_RELEVANCE_REVISION.md와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DEC-0049의 실제 요청창과 청록 실선/회색 점선 Context 구분을 반영했다. 최종 렌더·Notes parity는 production/evaluation/S37_CONTEXT_RELEVANCE_REVISION.md를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8b14bcfacb40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7fa7bfb220742f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e1a20e42b9d4b3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c431415682447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296d90fb1a04e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f977c6d9f04b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862915-B785-4B95-BD31-FDB680280FB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8498B38-DB8B-4A1A-9143-BB05C600F31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B7A955D-30AD-44EF-BF35-E27A184A7C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8EC66A-519A-4F8C-BC55-27437824F9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B471958-DF71-439E-8846-E73D821BA03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7570AC-69E5-45C7-BECB-5C9F6CE572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6251CF-802D-4F54-8311-D738A8FBC2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D10BB6-51ED-4533-8949-E11CF22111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EA75B0-8CA6-45D8-B9F1-AE8202128A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668ECD0-90B3-4800-9E7C-8F6930D1482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97a8b43436c4ed8" /><Relationship Type="http://schemas.openxmlformats.org/officeDocument/2006/relationships/slideLayout" Target="/ppt/slideLayouts/slideLayout1.xml" Id="R7a71331156a84231" /><Relationship Type="http://schemas.openxmlformats.org/officeDocument/2006/relationships/slideLayout" Target="/ppt/slideLayouts/slideLayout2.xml" Id="Rb596552d4dd343da" /><Relationship Type="http://schemas.openxmlformats.org/officeDocument/2006/relationships/slideLayout" Target="/ppt/slideLayouts/slideLayout3.xml" Id="R8c4e874d14004d08" /><Relationship Type="http://schemas.openxmlformats.org/officeDocument/2006/relationships/slideLayout" Target="/ppt/slideLayouts/slideLayout4.xml" Id="R34c39ad068fa4ac9" /><Relationship Type="http://schemas.openxmlformats.org/officeDocument/2006/relationships/slideLayout" Target="/ppt/slideLayouts/slideLayout5.xml" Id="Rfdf85ae618af4d2d" /><Relationship Type="http://schemas.openxmlformats.org/officeDocument/2006/relationships/slideLayout" Target="/ppt/slideLayouts/slideLayout6.xml" Id="R7322549612884bb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71331156a84231"/>
    <p:sldLayoutId xmlns:r="http://schemas.openxmlformats.org/officeDocument/2006/relationships" id="2147483650" r:id="Rb596552d4dd343da"/>
    <p:sldLayoutId xmlns:r="http://schemas.openxmlformats.org/officeDocument/2006/relationships" id="2147483651" r:id="R8c4e874d14004d08"/>
    <p:sldLayoutId xmlns:r="http://schemas.openxmlformats.org/officeDocument/2006/relationships" id="2147483652" r:id="R34c39ad068fa4ac9"/>
    <p:sldLayoutId xmlns:r="http://schemas.openxmlformats.org/officeDocument/2006/relationships" id="2147483653" r:id="Rfdf85ae618af4d2d"/>
    <p:sldLayoutId xmlns:r="http://schemas.openxmlformats.org/officeDocument/2006/relationships" id="2147483654" r:id="R7322549612884bb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b708f70f03d46bb" /><Relationship Type="http://schemas.openxmlformats.org/officeDocument/2006/relationships/notesSlide" Target="/ppt/notesSlides/notesSlide1.xml" Id="R02eaec941e8a461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2ea9c581842478d" /><Relationship Type="http://schemas.openxmlformats.org/officeDocument/2006/relationships/notesSlide" Target="/ppt/notesSlides/notesSlide2.xml" Id="R2f8649b8aaa54a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eb16cf9433b4bf6" /><Relationship Type="http://schemas.openxmlformats.org/officeDocument/2006/relationships/notesSlide" Target="/ppt/notesSlides/notesSlide3.xml" Id="R4bc4bcc152224d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8e9c0e6f36045a6" /><Relationship Type="http://schemas.openxmlformats.org/officeDocument/2006/relationships/image" Target="/ppt/media/image.png" Id="R7f2f8c0ee8c74660" /><Relationship Type="http://schemas.openxmlformats.org/officeDocument/2006/relationships/image" Target="/ppt/media/image2.png" Id="Rb2753689066d405e" /><Relationship Type="http://schemas.openxmlformats.org/officeDocument/2006/relationships/notesSlide" Target="/ppt/notesSlides/notesSlide4.xml" Id="Re26903be20924f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fa955f1e37249c3" /><Relationship Type="http://schemas.openxmlformats.org/officeDocument/2006/relationships/image" Target="/ppt/media/image3.png" Id="Ra8dea27a5026410a" /><Relationship Type="http://schemas.openxmlformats.org/officeDocument/2006/relationships/notesSlide" Target="/ppt/notesSlides/notesSlide5.xml" Id="R4979dcc18ca04af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9a4bd9a17a740ac" /><Relationship Type="http://schemas.openxmlformats.org/officeDocument/2006/relationships/notesSlide" Target="/ppt/notesSlides/notesSlide6.xml" Id="Rbb032175d2ad4a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ed01cd12c2f4aff" /><Relationship Type="http://schemas.openxmlformats.org/officeDocument/2006/relationships/notesSlide" Target="/ppt/notesSlides/notesSlide7.xml" Id="R7c737ad989414d6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3acb9eae7dc4ebd" /><Relationship Type="http://schemas.openxmlformats.org/officeDocument/2006/relationships/notesSlide" Target="/ppt/notesSlides/notesSlide8.xml" Id="R3fb81d287fb141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b7316bcfc194d9f" /><Relationship Type="http://schemas.openxmlformats.org/officeDocument/2006/relationships/notesSlide" Target="/ppt/notesSlides/notesSlide9.xml" Id="R8b85b5084b4c4a4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18b27af6f04cc3" /><Relationship Type="http://schemas.openxmlformats.org/officeDocument/2006/relationships/notesSlide" Target="/ppt/notesSlides/notesSlide10.xml" Id="R0739b218b3f7401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b1e56fd55dc4a73" /><Relationship Type="http://schemas.openxmlformats.org/officeDocument/2006/relationships/notesSlide" Target="/ppt/notesSlides/notesSlide11.xml" Id="R587327fcd2124dc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07f301b72804ec3" /><Relationship Type="http://schemas.openxmlformats.org/officeDocument/2006/relationships/notesSlide" Target="/ppt/notesSlides/notesSlide12.xml" Id="R2e4375b7ec6f470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534db318ba049bc" /><Relationship Type="http://schemas.openxmlformats.org/officeDocument/2006/relationships/notesSlide" Target="/ppt/notesSlides/notesSlide13.xml" Id="Ra9d5d413278145e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2de75fc83bc4adf" /><Relationship Type="http://schemas.openxmlformats.org/officeDocument/2006/relationships/notesSlide" Target="/ppt/notesSlides/notesSlide14.xml" Id="R2ffb1732e0e84f7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ae86125e7404723" /><Relationship Type="http://schemas.openxmlformats.org/officeDocument/2006/relationships/notesSlide" Target="/ppt/notesSlides/notesSlide15.xml" Id="R1efc9e56031440a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D07A844B-D05E-44CE-A000-BACDB1219B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5BFFF249-7A69-4BC4-8BC3-514180CA60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A00362B6-0B4E-4E6D-9123-6AB678AE3F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72CBEF3-6DA3-402B-8132-BFC1F3D987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BD93479F-EAD4-4491-A347-F688441946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3F774F0-817C-4C59-B447-B63142815B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7FFF22B4-1FC1-40F7-BADF-EE89B76291C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EB81D225-AA1E-455E-BE2E-689F3AA6B80C}"/>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6E83294F-46C2-43B7-A442-751B0BDE6D3B}"/>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85FBF72-5019-43F1-877E-23255BF2822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82F42B7-A165-4C64-BB1B-7548646062B6}"/>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A19EBE99-F084-4C1F-9591-628ED23E8929}"/>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29265D5-0349-49FC-8C41-19988908E44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2FCF4962-28DB-4C4A-A0A4-08B20BA282A3}"/>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0990A99-E567-4201-81DF-0F74320E8954}"/>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1673FBB-C3C4-499D-9C4A-579948A54C9F}"/>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1BA2B181-069D-4003-883B-02D800D3EF9A}"/>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149FA93F-54A9-47C3-A53A-FF62F413C2F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D629A58A-0F0F-4B89-909E-333C7BDC917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9387D98-A180-48EB-A70D-F3649DCA6A12}"/>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AFA130A-E44E-4FD0-B8CD-5FBFBF5DBE99}"/>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4AE46DB-D9FD-459F-8BCA-A8E62B86A4E7}"/>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C13E429B-C236-4D8C-92A3-038B477130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8923680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BE01B0EA-2B6B-4F68-9577-091842A4C9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A00BC503-6D13-4297-981F-D9F6C0C50B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EA327CBE-AD2A-4FB6-AD74-583E206480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38CFB6AC-9083-4F50-8DB5-36FCFBE3E7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1482B602-F1F0-4670-8FA9-A01414CC49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1D81DA4-A3A3-4947-B24D-AB74A12918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EC06F601-3716-481A-8905-17F03BB5ECBC}"/>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7FA7F4B-EDF7-46FE-A668-F4F99D7D74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4E2512A-BBC3-40B7-AE30-6C86E7E8B9DF}"/>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43C878C-2258-4656-BA10-F457A0B6ABD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65AF3A8A-E0B4-42E6-977D-364CFBF9659B}"/>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192E2C7-608F-42FD-8427-93EBD9E376B2}"/>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E014245-BBF9-4D6A-AD0E-B2732D86D84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57E69848-D568-4018-A6CD-E5D30CCE08A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5275382-6ACD-40E9-8FC8-864F6DB82557}"/>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226B123-E6DD-40A8-A4CC-E89E160848C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3334D63-F78F-46DA-88F9-DD70DF38192C}"/>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44CB4BA-D5DA-4302-BCBD-E3CD6F7AC035}"/>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DB32DE31-5289-46E0-87FA-247B96228EB1}"/>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0CBCF9-5EB6-46B2-8E23-52813F5641F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AFA2D76-6E2F-4DC8-BFA9-36D8CE2C6ADA}"/>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0876B47F-7BFF-4A3B-8DC8-DC5FE3966428}"/>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923AFCB4-1AB9-4A71-9784-704C971F29D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6BD92742-67AF-4CE7-9E32-4EDAF66DA42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44E43440-97DA-4C39-8610-167184E3AA24}"/>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7BE815D-9B3F-44C2-B209-301BD19B44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938847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11296B9-CE40-4235-AD6A-B2CF096DEB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247F4176-BD97-4E52-BDC4-A104D705A2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740380C5-F5B8-46CD-B651-F8303F65F0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389207E6-5170-47CA-BBC7-9086BF9BF1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D1E5449A-1C3F-4404-8F1A-8D571B62A9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4C6D3AD2-4CA0-469D-9719-13739F1677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140FD63D-64CB-4A8F-B74F-FB34498996C3}"/>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36CB4C6C-7E8F-433C-9157-A6D709B8F51F}"/>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56C4BA7D-4F22-4ECD-900E-5FBF85F41689}"/>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247B0658-F81D-4FCA-96D3-FAA3F4D1D63B}"/>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95E19DB-AA58-4BBA-AD2B-17FED22778A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75921885-DDAF-4343-BC68-3E9B9C64DD30}"/>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9BA7677-8DB2-4F2D-AA44-7E6055BD3206}"/>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4FB0AA3-BE2B-43AC-85F1-82300DC2C575}"/>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6EE82EC3-75F3-4D12-B677-CF78E3901D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A628515E-36E8-4EF0-9940-A1EAC9FBA24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E8F381F3-3FD0-4F55-A737-3125A1E8CB2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68C78D94-1311-411C-8D83-4A21BDAC3CC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68077040-7F88-499E-9596-DB46F40F5663}"/>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958FF7BA-2F27-450A-ADB2-4F10C505B8ED}"/>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BE656499-7E61-4AD2-B0F7-C018C901A940}"/>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6D56847B-0CBD-4CD0-A5DD-D05F7139201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390BA967-1629-4604-AE2C-0A63EE3F097E}"/>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BA6FC044-A4E4-4CFF-8354-3F6290837A1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EA78E2D-671D-4CB0-83BD-7042AB3275F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EFA818C-05A5-4CD0-8F7E-D5DB3940231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C5E7D529-7CE1-4572-9075-4D37021C0480}"/>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8634826-8BCE-4844-85EB-213B64BB5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945092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A62FC586-DD88-4A39-B1A9-4845DF350A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C68E1178-D184-4869-8747-7AEDDD5E48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86B92C4E-0012-436F-8AE2-75A6FBCBE5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26822026-B0D0-4D1A-A46D-4FB9DE4480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520D7BF1-DAF4-4F60-BF14-6566B4ABEB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2478F61-0185-49EB-AEFC-7539E60507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8B905456-0366-4B7C-B29F-EB8E8DAE111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4E7EB7E5-8FA3-4050-9138-757448F21135}"/>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B9060FD-7003-4CC5-9797-F7A23AE3932D}"/>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F9858037-C569-45FE-AD3C-CF7D0CF86035}"/>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A3C982CD-728D-49CA-80C8-59DE9CC24B56}"/>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FCBA5DC9-51B2-40FA-ABA9-F2D562E947B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0C766B01-3041-4FEA-A29F-61E3324666F1}"/>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6C67264-06E5-4A5D-82CC-F328CA2F62E7}"/>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E7B0991B-9C7C-4CEE-82B1-7F80D5D3E7BC}"/>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E9342438-030E-4206-9EA0-ED3849CFB46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91D44E71-1A5B-4EEC-9E1C-434561654A8B}"/>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DF36F14-F8D7-4F4A-99B7-04D33719909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8312B42-29A9-42A4-8584-D56A24242E99}"/>
              </a:ext>
            </a:extLst>
          </p:cNvPr>
          <p:cNvPicPr>
            <a:picLocks xmlns:a="http://schemas.openxmlformats.org/drawingml/2006/main" noChangeAspect="1"/>
          </p:cNvPicPr>
          <p:nvPr/>
        </p:nvPicPr>
        <p:blipFill>
          <a:blip xmlns:r="http://schemas.openxmlformats.org/officeDocument/2006/relationships" xmlns:a="http://schemas.openxmlformats.org/drawingml/2006/main" r:embed="R7f2f8c0ee8c74660"/>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AD863729-D71E-4FB4-B30B-1CD2D6B42DEE}"/>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0BE52B2C-5C17-4FA2-89B3-C58284C6127A}"/>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C9B6B554-6F1D-4ECE-BA74-9BAE9B0819CB}"/>
              </a:ext>
            </a:extLst>
          </p:cNvPr>
          <p:cNvPicPr>
            <a:picLocks xmlns:a="http://schemas.openxmlformats.org/drawingml/2006/main" noChangeAspect="1"/>
          </p:cNvPicPr>
          <p:nvPr/>
        </p:nvPicPr>
        <p:blipFill>
          <a:blip xmlns:r="http://schemas.openxmlformats.org/officeDocument/2006/relationships" xmlns:a="http://schemas.openxmlformats.org/drawingml/2006/main" r:embed="Rb2753689066d405e"/>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B2D5B59B-893B-46DD-8032-1351211BDED9}"/>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1330605D-2728-4975-9A6D-A729ED4F688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35902B9E-C60D-40D7-9127-545B7F692C07}"/>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07953D4-4563-4A37-8D86-9D7E20DA5146}"/>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7E0ED6F9-8A74-42C6-A5CC-C022A83DD3C9}"/>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6366DB9-13CB-41F9-BAC3-27C7CA4C9C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5626002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06F700BF-6E69-4063-8838-1A00D98B05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CA0DEC48-369C-4053-BC07-4ED8E941FB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DF3A7A57-6A24-41BE-8C57-13960957C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2D9BC0A-B504-4B45-B396-B0295DE677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51D013DA-881E-4EEE-B9F6-997074628D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AD9638D-6DC3-4C36-8ABF-78D854D99E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D1B1F98D-1BCE-4AE8-9C96-51ED86A785B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DC029A9-4D5F-4903-B037-CE88E6AE72B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F070EDD0-5673-48E5-B782-F7E7A389F0A2}"/>
              </a:ext>
            </a:extLst>
          </p:cNvPr>
          <p:cNvPicPr>
            <a:picLocks xmlns:a="http://schemas.openxmlformats.org/drawingml/2006/main" noChangeAspect="1"/>
          </p:cNvPicPr>
          <p:nvPr/>
        </p:nvPicPr>
        <p:blipFill>
          <a:blip xmlns:r="http://schemas.openxmlformats.org/officeDocument/2006/relationships" xmlns:a="http://schemas.openxmlformats.org/drawingml/2006/main" r:embed="Ra8dea27a5026410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4B185825-2C85-4A99-9C43-C461743A1749}"/>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40823403-4DD8-465A-8347-D7B3AE5F26A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981ED1E5-9392-4E19-825B-840F477C860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47571337-1E82-4026-A66D-3061654FB94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24DD7619-2546-46C1-85BB-3C826F2FFAEE}"/>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F97988C6-CD95-46AB-ADD6-BBFE90E90725}"/>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5B9CF9E8-A4FC-4D45-BB39-DD24D3C8FAAC}"/>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B34AC281-19AD-455F-A695-6834E2876500}"/>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80AF3046-189F-4D2B-AA06-E4B9EE618443}"/>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AE1A7D87-A7C9-4464-A538-6D42B96320C6}"/>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4485BB04-96E3-43ED-AC91-B4DD78C83009}"/>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94FB525A-4CDD-410B-9C4F-B212B7B76C42}"/>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BD8AC439-84F1-4DD2-812E-83B3B22A2D11}"/>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04CED919-0EF8-41AC-97E9-559DCB18050E}"/>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CEA22DF6-9C79-4A34-9AAB-0E78AEDD6C5D}"/>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14B6F9F0-CA6A-49C6-A617-D491BEB8586C}"/>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6F6F39D1-1749-4759-9E8D-FE54871B52F4}"/>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A2BE924A-1742-4096-83F4-160B9146EAFD}"/>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0C7AB7A-B56B-45FC-9D88-ACC2CB724B9E}"/>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126E47A8-42D2-44AE-AE9F-0B2F25BC2A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551857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관련성을 확인하기">
            <a:extLst xmlns:a="http://schemas.openxmlformats.org/drawingml/2006/main">
              <a:ext uri="{FF2B5EF4-FFF2-40B4-BE49-F238E27FC236}">
                <a16:creationId xmlns:a16="http://schemas.microsoft.com/office/drawing/2014/main" id="{604AC72C-C062-4BB0-B1C5-6C09B421BE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7F3D97A0-F1DC-42B5-BE50-F70FAAE5CA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CFC01F23-2E10-48C4-80E6-0457C752E2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977C6C6A-FEA0-4CCF-B7EF-4A13CA34C7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발췌·번역 / 관련성 재구성">
            <a:extLst xmlns:a="http://schemas.openxmlformats.org/drawingml/2006/main">
              <a:ext uri="{FF2B5EF4-FFF2-40B4-BE49-F238E27FC236}">
                <a16:creationId xmlns:a16="http://schemas.microsoft.com/office/drawing/2014/main" id="{30C4C188-EC2E-4AB7-8972-A9A91AFF40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발췌·번역 / 관련성 재구성</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FBBCBB9E-CC29-4E61-BA3B-84FCDA3F3A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808C7963-C89A-4829-94BD-91483BA21DA4}"/>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함께 제공된 정보 중">
            <a:extLst xmlns:a="http://schemas.openxmlformats.org/drawingml/2006/main">
              <a:ext uri="{FF2B5EF4-FFF2-40B4-BE49-F238E27FC236}">
                <a16:creationId xmlns:a16="http://schemas.microsoft.com/office/drawing/2014/main" id="{7DE653CC-1A4E-4457-BA0A-2D9F096EF018}"/>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함께 제공된 정보 중</a:t>
            </a:r>
          </a:p>
        </p:txBody>
      </p:sp>
      <p:sp>
        <p:nvSpPr>
          <p:cNvPr id="9" name="">
            <a:extLst xmlns:a="http://schemas.openxmlformats.org/drawingml/2006/main">
              <a:ext uri="{FF2B5EF4-FFF2-40B4-BE49-F238E27FC236}">
                <a16:creationId xmlns:a16="http://schemas.microsoft.com/office/drawing/2014/main" id="{D84492E3-3CDC-4A3E-A003-BA5B78AD9B6B}"/>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642BC2C7-74E3-484A-B1DF-F6FE5FB04E34}"/>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EF3CB1E4-2E17-4A5C-BCE4-F771BAE6DBD1}"/>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D12BC750-9FD8-42BC-857F-517C3CC8C97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33C79494-8F85-400A-87F7-6B8DA905F02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41392D1-F6F3-49F9-B50A-CB9C9FB16773}"/>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직접 필요">
            <a:extLst xmlns:a="http://schemas.openxmlformats.org/drawingml/2006/main">
              <a:ext uri="{FF2B5EF4-FFF2-40B4-BE49-F238E27FC236}">
                <a16:creationId xmlns:a16="http://schemas.microsoft.com/office/drawing/2014/main" id="{5AD55557-EAD3-4DFB-932D-96169D57815C}"/>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직접 필요</a:t>
            </a:r>
          </a:p>
        </p:txBody>
      </p:sp>
      <p:sp>
        <p:nvSpPr>
          <p:cNvPr id="16" name="README.md">
            <a:extLst xmlns:a="http://schemas.openxmlformats.org/drawingml/2006/main">
              <a:ext uri="{FF2B5EF4-FFF2-40B4-BE49-F238E27FC236}">
                <a16:creationId xmlns:a16="http://schemas.microsoft.com/office/drawing/2014/main" id="{79B784D9-0525-466A-BE7B-6EC1DC31C0B0}"/>
              </a:ext>
            </a:extLst>
          </p:cNvPr>
          <p:cNvSpPr>
            <a:spLocks xmlns:a="http://schemas.openxmlformats.org/drawingml/2006/main" noGrp="1"/>
          </p:cNvSpPr>
          <p:nvPr/>
        </p:nvSpPr>
        <p:spPr>
          <a:xfrm xmlns:a="http://schemas.openxmlformats.org/drawingml/2006/main">
            <a:off x="6038850" y="277177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README.md</a:t>
            </a:r>
          </a:p>
        </p:txBody>
      </p:sp>
      <p:sp>
        <p:nvSpPr>
          <p:cNvPr id="17" name="현재 Build 안내">
            <a:extLst xmlns:a="http://schemas.openxmlformats.org/drawingml/2006/main">
              <a:ext uri="{FF2B5EF4-FFF2-40B4-BE49-F238E27FC236}">
                <a16:creationId xmlns:a16="http://schemas.microsoft.com/office/drawing/2014/main" id="{7D261100-AFE7-4949-BAB6-9CB9F895CBC7}"/>
              </a:ext>
            </a:extLst>
          </p:cNvPr>
          <p:cNvSpPr>
            <a:spLocks xmlns:a="http://schemas.openxmlformats.org/drawingml/2006/main" noGrp="1"/>
          </p:cNvSpPr>
          <p:nvPr/>
        </p:nvSpPr>
        <p:spPr>
          <a:xfrm xmlns:a="http://schemas.openxmlformats.org/drawingml/2006/main">
            <a:off x="8724900" y="2771775"/>
            <a:ext cx="2647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Build 안내</a:t>
            </a:r>
          </a:p>
        </p:txBody>
      </p:sp>
      <p:sp>
        <p:nvSpPr>
          <p:cNvPr id="18" name="pyproject.toml">
            <a:extLst xmlns:a="http://schemas.openxmlformats.org/drawingml/2006/main">
              <a:ext uri="{FF2B5EF4-FFF2-40B4-BE49-F238E27FC236}">
                <a16:creationId xmlns:a16="http://schemas.microsoft.com/office/drawing/2014/main" id="{AC5BDEA8-5EC7-4BCA-916D-E40D5CC0348E}"/>
              </a:ext>
            </a:extLst>
          </p:cNvPr>
          <p:cNvSpPr>
            <a:spLocks xmlns:a="http://schemas.openxmlformats.org/drawingml/2006/main" noGrp="1"/>
          </p:cNvSpPr>
          <p:nvPr/>
        </p:nvSpPr>
        <p:spPr>
          <a:xfrm xmlns:a="http://schemas.openxmlformats.org/drawingml/2006/main">
            <a:off x="6038850" y="3181350"/>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pyproject.toml</a:t>
            </a:r>
          </a:p>
        </p:txBody>
      </p:sp>
      <p:sp>
        <p:nvSpPr>
          <p:cNvPr id="19" name="빌드 도구 · 고정 버전">
            <a:extLst xmlns:a="http://schemas.openxmlformats.org/drawingml/2006/main">
              <a:ext uri="{FF2B5EF4-FFF2-40B4-BE49-F238E27FC236}">
                <a16:creationId xmlns:a16="http://schemas.microsoft.com/office/drawing/2014/main" id="{52406991-3A41-4043-B5F3-7545014C6125}"/>
              </a:ext>
            </a:extLst>
          </p:cNvPr>
          <p:cNvSpPr>
            <a:spLocks xmlns:a="http://schemas.openxmlformats.org/drawingml/2006/main" noGrp="1"/>
          </p:cNvSpPr>
          <p:nvPr/>
        </p:nvSpPr>
        <p:spPr>
          <a:xfrm xmlns:a="http://schemas.openxmlformats.org/drawingml/2006/main">
            <a:off x="8724900" y="3181350"/>
            <a:ext cx="2647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빌드 도구 · 고정 버전</a:t>
            </a:r>
          </a:p>
        </p:txBody>
      </p:sp>
      <p:sp>
        <p:nvSpPr>
          <p:cNvPr id="20" name="">
            <a:extLst xmlns:a="http://schemas.openxmlformats.org/drawingml/2006/main">
              <a:ext uri="{FF2B5EF4-FFF2-40B4-BE49-F238E27FC236}">
                <a16:creationId xmlns:a16="http://schemas.microsoft.com/office/drawing/2014/main" id="{D0B69030-FA7C-4913-9D2C-F976A591690B}"/>
              </a:ext>
            </a:extLst>
          </p:cNvPr>
          <p:cNvSpPr>
            <a:spLocks xmlns:a="http://schemas.openxmlformats.org/drawingml/2006/main" noGrp="1"/>
          </p:cNvSpPr>
          <p:nvPr/>
        </p:nvSpPr>
        <p:spPr>
          <a:xfrm xmlns:a="http://schemas.openxmlformats.org/drawingml/2006/main">
            <a:off x="5829300" y="3886200"/>
            <a:ext cx="5753100" cy="12382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21" name="정확하지만, 이번 수정에는 불필요">
            <a:extLst xmlns:a="http://schemas.openxmlformats.org/drawingml/2006/main">
              <a:ext uri="{FF2B5EF4-FFF2-40B4-BE49-F238E27FC236}">
                <a16:creationId xmlns:a16="http://schemas.microsoft.com/office/drawing/2014/main" id="{D339109F-8C61-4B59-B774-22B9E0146D16}"/>
              </a:ext>
            </a:extLst>
          </p:cNvPr>
          <p:cNvSpPr>
            <a:spLocks xmlns:a="http://schemas.openxmlformats.org/drawingml/2006/main" noGrp="1"/>
          </p:cNvSpPr>
          <p:nvPr/>
        </p:nvSpPr>
        <p:spPr>
          <a:xfrm xmlns:a="http://schemas.openxmlformats.org/drawingml/2006/main">
            <a:off x="6038850" y="39814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2" name="crop · resize의 이미지 명세&#10;처리 순서 · 테스트 구조 · CLI 필드">
            <a:extLst xmlns:a="http://schemas.openxmlformats.org/drawingml/2006/main">
              <a:ext uri="{FF2B5EF4-FFF2-40B4-BE49-F238E27FC236}">
                <a16:creationId xmlns:a16="http://schemas.microsoft.com/office/drawing/2014/main" id="{30D2B031-480C-4A60-8CF3-EDE022940871}"/>
              </a:ext>
            </a:extLst>
          </p:cNvPr>
          <p:cNvSpPr>
            <a:spLocks xmlns:a="http://schemas.openxmlformats.org/drawingml/2006/main" noGrp="1"/>
          </p:cNvSpPr>
          <p:nvPr/>
        </p:nvSpPr>
        <p:spPr>
          <a:xfrm xmlns:a="http://schemas.openxmlformats.org/drawingml/2006/main">
            <a:off x="6038850" y="4391025"/>
            <a:ext cx="5334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3" name="필요한 Context는 이번 작업의 질문에 따라 달라진다">
            <a:extLst xmlns:a="http://schemas.openxmlformats.org/drawingml/2006/main">
              <a:ext uri="{FF2B5EF4-FFF2-40B4-BE49-F238E27FC236}">
                <a16:creationId xmlns:a16="http://schemas.microsoft.com/office/drawing/2014/main" id="{7BEC21C7-A6B4-4168-9892-6E4CAB71D65C}"/>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4" name="Legacy module connection">
            <a:extLst xmlns:a="http://schemas.openxmlformats.org/drawingml/2006/main">
              <a:ext uri="{FF2B5EF4-FFF2-40B4-BE49-F238E27FC236}">
                <a16:creationId xmlns:a16="http://schemas.microsoft.com/office/drawing/2014/main" id="{86834683-43C7-4D02-B5E8-16E26A9897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148189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48E0E6F1-FF5A-4C27-AAA5-009B0E1685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501F7B50-1B63-478C-AF22-005C22288E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40472F79-113D-44FD-BE8F-975700CD71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F949150F-D038-4DA2-B5EC-D14382C16C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B3F48C92-8570-40FB-A3D5-CA230409E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EECB13AB-0048-446A-B1DE-C9897380C2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0AB86C74-7C9A-4865-8322-B4C3451BF294}"/>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F80E98AF-714C-411B-B754-8CB76F5DB326}"/>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7AD583FA-9F00-4524-8EEA-887FACF27C73}"/>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D84886BA-585A-4B75-AF59-1CD8C5B66417}"/>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24E19E6D-A51F-44AF-AAB9-9DE3BB13E897}"/>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B04B31AD-4204-46BD-818D-A443EE20D0CD}"/>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6B6A47F1-6149-4E5A-BD2E-E34D44BA77DF}"/>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7C9D9C56-C71E-4505-BF42-99E83BAB5D13}"/>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1E8E594E-D165-455B-889D-E4749A769C0B}"/>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40B14E96-3572-45D0-A9CE-64E8A058BEAB}"/>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B5A06646-5DEE-481B-BBA2-6FF7C50F3570}"/>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FA025E04-DFA6-4BF1-8758-2AA2BD7FDF67}"/>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E3BD0B2D-DA1D-4965-B139-36A6D36401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955870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1A477122-C444-49E2-ACD0-F4C206F2F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753E1B0D-A4D6-4B47-81D6-46DBB5319F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619435B8-506C-4F94-AAF1-93FFBEE0A6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CBAEFD44-92FB-4261-9BFC-14B214B9D8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3947CB51-FD8C-4694-A652-9E57F02FE4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86D04F60-6EEE-4DE7-B20C-479068E5A7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40876B87-98D7-4233-B93B-C765ADA1CD1C}"/>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26098710-7504-4338-AF6D-076516C90626}"/>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E5BBC027-3A23-49D3-BA76-E327A52A7533}"/>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539F60D9-B426-41C5-9408-9F54490A6863}"/>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8CB12B4F-F19C-404B-83F0-7CCC9A89B40D}"/>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02DF2625-9E55-430D-9F6B-E26D43524AB8}"/>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FA4C4E12-56EF-4567-B323-7D2E95932CC0}"/>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E65C91A-2BCD-43B9-ADDE-7FA4DFDBB684}"/>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A5C96D5-6C38-4007-B680-53A27CDC75C1}"/>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75A468A4-A203-48D4-8DC2-FF8E7A7FAFFF}"/>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5EC7608-D531-4574-A019-5B147F5318F1}"/>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1088C375-82BA-47DF-AA9D-7165322C0500}"/>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00154453-A854-488F-935D-1AA67AB6C0A1}"/>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2A4A1F4-989F-458F-B7C3-4F425704F555}"/>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FE0F2CF-B337-4C22-839F-7DD8EC26067C}"/>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E34C71F-B7C1-447A-A03B-8F452F241882}"/>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1FAB61FA-8BCE-4558-810C-6A4238E0FE90}"/>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5C2807A1-223A-4548-91EA-4F75F798AB21}"/>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A99490B-66E1-4C3D-97F4-0E594330CE24}"/>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1537C152-4016-40C3-8191-33596383F344}"/>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9BF7267C-4C94-4337-83EE-A5956A338FE9}"/>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F97ED709-20B1-4309-8681-F1FA81CD215D}"/>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3D1AE771-02B6-48B6-9B29-565FCF232514}"/>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3181F43B-FC4D-412A-92B0-F13AA22E3BF9}"/>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864031EB-32D3-4C3D-B2AB-67AFD8A6BE2D}"/>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6A8E85DD-94B7-46D4-AAFB-47AA48B68173}"/>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053228D6-5AB8-4DE5-A563-DD14EDAF6F4B}"/>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7D64404B-41C1-4590-8F4A-D5D26C0848BE}"/>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17ABB14E-81FF-4CA6-9321-9E502E26AC92}"/>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DFE56F96-F8A2-425A-BF91-575D10135E5B}"/>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C46B7541-F3EB-47E4-B155-E83A0B163F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7256893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478D1008-EDC2-4426-A62C-74D2760C1E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2A110EE9-3FED-48E8-9B1F-024138A0AC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8D76B353-ACC3-42EC-8988-5225050D7E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0F89CC37-CE80-4FE0-8E8F-3A057FA14B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F60ABB7B-052C-45E4-9C4D-E2AF9F393B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318F62BA-1BEC-419C-961F-B0F9AE826D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2C2FC593-FEA6-4EC7-B1DA-9812CD17C93B}"/>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8FE5E79A-6C74-449B-8635-384C26A5FB8D}"/>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96503323-6855-4948-990C-9E4EEEA90961}"/>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8909EE18-D821-44FD-B2A9-A0FD8F0A2248}"/>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53F8E79F-796F-4D84-83CE-881C9A609635}"/>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9255C24-0B04-4DB7-B5CE-8E0AA4261D40}"/>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D42ED8B5-DE16-4F8E-B96B-5BC5AB8ACC68}"/>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568FFBDC-51F6-44B3-9C5B-2D78BF46E6CB}"/>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0C08FC21-1C8D-4B60-A403-5F14BB98CF59}"/>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9DB42CA-220F-4F09-A23A-DB85E37E9D97}"/>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A7F10429-30F4-44CE-8AF8-03BAF8DBDA3D}"/>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9218510F-0163-4475-BBA4-026C0FBE1B3A}"/>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56950B5B-B79F-4F3B-B987-787C38444C3E}"/>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B7EF14C2-89D6-40F0-B02A-8DA3A39BB2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387585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F51CF0BC-9274-48D7-814C-44C07A8D38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BD55683F-09E1-4523-B8C8-1AB09A9D6A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EE47C267-0065-455D-B80F-C14BCAF34D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60F40DD1-27A0-41AF-8F87-F7B2E6F304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19EB4914-75FB-4BAC-9039-8FC8506519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3979EAB0-EEFD-4624-B830-C23D78084D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80911867-201A-4354-9FDB-9A8553FE4140}"/>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A1FC951C-5190-4CE8-91DE-24B8B0AE4669}"/>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3228AFE6-EBD1-4F10-82B4-FCBBC1148B99}"/>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10C6B1AB-43B9-40F6-96BD-327AB47C334B}"/>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DEA35DDA-7673-4903-B831-BE7749CE2643}"/>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8949767A-4CCB-4D37-8A15-19357C29EB70}"/>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85F84824-5516-493C-B367-B9A2F136B807}"/>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ED85153C-DDC4-4E77-AACA-D9B4C6667D2D}"/>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0FC31E13-16D4-4BED-9094-B43BB7EEBED4}"/>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A755C4CA-A998-44A8-9D6F-EC5FC79A8309}"/>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B5A8D7DD-6502-485A-87C4-F27F9CCFCE1C}"/>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6F687F6B-D511-44E6-9F3C-7607B4226BAD}"/>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18178DBA-2264-4F45-AEFE-370E4D3E7DC8}"/>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D0327023-CCC8-499C-9351-B4B8D9996365}"/>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247658D0-6E5C-45AE-8E3F-F0624BFA1A87}"/>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583042B4-B596-4E89-9A3E-A2368A810F8D}"/>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2EAAE861-2B65-4551-A50A-25C5403D8D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149948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DDD7F947-E133-40E5-B462-D03D255D05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72799C9E-C819-43CF-A17A-36FE3DE2B6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622930A7-C6CD-4A9E-9984-480D31030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E89E2FF7-7471-42E2-91C0-0E2CBE9EF5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D7C0290D-B7B4-4020-8CAC-BE13E2A6A4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8596D11C-FB39-44DB-A413-3C9F2A94E5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67FC19B4-1501-4C27-851E-59617F0366E5}"/>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28502318-D915-41A9-81D6-FB122F87E96B}"/>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6AA95BDF-E520-493B-8B8B-F79E483ADA2B}"/>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4B127916-2B97-4434-901D-0F3006928DE0}"/>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70974498-5714-4365-8460-90E5A0F58305}"/>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5CFBD278-84E3-43EE-A799-05B473CD5834}"/>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A7447AF-005E-48B7-AB4B-C88E3ADCB04A}"/>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21DB188D-21B9-452E-9424-1F8A566389F2}"/>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FC91FBE0-8BDD-4EF2-82BB-BD36CA89221D}"/>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A8F5D2A8-D8EC-4C2D-A290-96862EB4669A}"/>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A5970B77-B4A6-4EFC-8C22-30EB19A6A224}"/>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25E89615-8E60-4CD0-A7CE-C882BC5B74C5}"/>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46D5B0C3-EA0D-4F83-89D5-FF9D14743B38}"/>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F4F90E9E-CA6A-46D3-B4E3-609A07BDED85}"/>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6CD24731-E57F-4788-BA6B-3B0694399D9C}"/>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263E06DB-2D84-4D6C-AFEA-7346A5E85C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726059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CD806964-5F51-4375-81AB-FABA7F2592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0C8EAF89-C1C3-49B8-8EE2-5891FDD129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47A6B41D-E620-4F8A-99A2-E679434731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876294B-3799-43FB-AB60-3E46855B25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A4FF1845-9EEF-4B00-BAB9-2292C79389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2F77EF1D-69D3-4ACF-95A2-27509D8E8B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669E74EA-690B-424B-A416-4C126E0FE853}"/>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E39FA908-56AE-47AC-9C5A-7364330384F8}"/>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9D1D13DF-4603-4952-B6AE-ABEAC58FB0E4}"/>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3739D45-4AB0-4E44-B8F7-C174F6D8C8A1}"/>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6245626B-6174-4E8A-B27D-BE54CFF886DD}"/>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A1B497F1-137E-47BD-BA57-8CD7B408CFDD}"/>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B002DCB3-D5BA-45E8-8DCF-238B52072256}"/>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1D15FF4D-FC3D-4414-BB3F-A3FA115765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754025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6C8E1FBF-8F95-4B91-83AC-81615C6D86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3FCFB469-057B-4957-ADD3-34BC092770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395F56A2-AE35-4DFB-8776-B14A639A1E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1B071950-388F-4122-93BD-7980BD12CC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AC0C61C0-1991-48C4-BEBD-5A1EC432FD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EDD4D36D-840C-4F74-9BC1-B974173B76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980DA3B8-10FC-4038-B11F-7750E888DE04}"/>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59189AD9-EA88-4EA3-882F-BC21A304BB53}"/>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7948D3ED-5841-417E-90B2-31B4C29867D9}"/>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D71C651A-1DD3-45FA-A311-363CEE2F3A07}"/>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F9576411-1B0E-4D06-9DBE-3B4C164F4DEA}"/>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20CA139F-103E-44E5-A377-97F8877DCB00}"/>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95CE3332-E5D9-4B45-AD20-F32C3EDF927C}"/>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3066F9EC-A8D3-418B-B255-73BD815CF922}"/>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092A80E0-B1C7-4E3D-9D2F-A0A208D10F00}"/>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4CAE2538-8B3A-46A1-B9A4-5EC6D4CC27EE}"/>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F37F7B17-FDED-40A4-A23E-BACF3F0B12D4}"/>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4547EBC5-830B-4AF8-AA50-78B00598D85F}"/>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0DE1766F-3D12-4FA5-842C-D6AD63018FFA}"/>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B080F010-DC6A-46C8-9C28-5C1F1556F7E1}"/>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AB05CE52-FEAE-4074-BD41-A7FC7560F4AB}"/>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6451B06F-4887-4D0C-9798-7AC4F5FD2EE8}"/>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961E18FE-1A92-4C0C-945F-6EBCD9EF5D81}"/>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68FBEEF9-D5E9-418F-A897-13E9B5BBAD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2203457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13589412-C98A-4EC9-BB79-9D02003663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490A578F-F89F-4370-A6CB-6AB11146D7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DC39A3F0-7805-4DFE-AD69-2DAD67AC57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F2CD1BF0-160A-43D1-AE58-391D6A23FA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0FB5C8FE-19D4-4FAD-8553-9F8AAE85A92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26E6F309-6F31-4C43-9CDD-3858D28BB0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269ECEB2-C0D5-4251-B2D2-EA3040E83DFB}"/>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204561E4-1C81-41EC-877F-F79A37C3986B}"/>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FE62CDC-8813-4E34-B372-5E304BA74778}"/>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246065E8-B435-4311-86B7-93069037C462}"/>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8D1A3AA1-9802-4FB9-91DC-2CD0385364C4}"/>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D82BBF8D-14F5-4A4A-AC80-665847333242}"/>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D15239D7-EC6D-4B05-AD48-D65D8CB8AE95}"/>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2F3E6541-E900-48A5-BECB-2DA94DE66DF2}"/>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6260BCC7-F180-4855-8442-85B2A7A36F9D}"/>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3A703486-A6F2-4E9A-A118-4F8D638981E7}"/>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7DC66C23-4935-488B-8E5F-AE39D0437A9A}"/>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32BBA287-144B-478D-8191-383CEAC9050A}"/>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467EFBC8-61AA-4095-BAC3-6D23E93DBB90}"/>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5E4FA0D6-5E59-4B32-9490-1B25E4842A70}"/>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26C1C839-8F6E-457E-8A14-CC3D0F16436D}"/>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9BF1DB60-901D-4122-855C-453BC273EDE9}"/>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0EB1B1F7-2036-4033-ADF4-EC8DB2B9CDF0}"/>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811F16A6-183C-4184-A208-FB828AB209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280482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7EED5DDD-5279-480D-84C9-3630B657B0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3F3CC135-4BCD-4C2E-85D6-1864772542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41E84DD9-6A57-452D-80A3-5DF7289A55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1FE9A6B0-EFC8-4698-8BD3-7BC7C0B13D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2C583137-1E45-4479-8862-A5FEB5E62E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69F7254E-A981-4B36-AEA2-BC3C16A6E4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6D530409-0162-4994-8BA8-4C7259C110F9}"/>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4D0560B7-D40A-4043-892F-6B8566D83CF7}"/>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D00ABDCA-2C3A-4E74-AF7A-C0E60EBA79B9}"/>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D40F42C-9186-4191-ADF1-8850F6AC332E}"/>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40DF5B44-475E-4548-BB0B-3C4816280746}"/>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03BA8C41-8F56-49E7-A35D-BF3E7C6BD348}"/>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B2B0DB0D-D18C-4CCF-9E74-C765DCEA2A83}"/>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176CE50A-BCD9-444E-BE26-7E20EA962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23642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2026-10-21T14:44:26.3950000Z</dcterms:created>
  <dcterms:modified xsi:type="dcterms:W3CDTF">2026-10-21T14:44:26.3950000Z</dcterms:modified>
</coreProperties>
</file>