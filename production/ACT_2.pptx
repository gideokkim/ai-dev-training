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dfc86818d5462d" /><Relationship Type="http://schemas.openxmlformats.org/officeDocument/2006/relationships/extended-properties" Target="/docProps/app.xml" Id="R181e44ca1c5642a0" /><Relationship Type="http://schemas.openxmlformats.org/officeDocument/2006/relationships/officeDocument" Target="/ppt/presentation.xml" Id="Ra3c9ffd0532b46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e03118b4e04a37"/>
  </p:sldMasterIdLst>
  <p:notesMasterIdLst>
    <p:notesMasterId xmlns:r="http://schemas.openxmlformats.org/officeDocument/2006/relationships" r:id="Ra61a47b0500d46d5"/>
  </p:notesMasterIdLst>
  <p:sldIdLst>
    <p:sldId xmlns:r="http://schemas.openxmlformats.org/officeDocument/2006/relationships" id="256" r:id="R634470b95049401c"/>
    <p:sldId xmlns:r="http://schemas.openxmlformats.org/officeDocument/2006/relationships" id="257" r:id="R87b770e04ab84cc6"/>
    <p:sldId xmlns:r="http://schemas.openxmlformats.org/officeDocument/2006/relationships" id="258" r:id="R2c9a1dce9d114d01"/>
    <p:sldId xmlns:r="http://schemas.openxmlformats.org/officeDocument/2006/relationships" id="259" r:id="R89ee310942d84251"/>
    <p:sldId xmlns:r="http://schemas.openxmlformats.org/officeDocument/2006/relationships" id="260" r:id="R2614831bd0514f9a"/>
    <p:sldId xmlns:r="http://schemas.openxmlformats.org/officeDocument/2006/relationships" id="261" r:id="Rfcb445d69c5e4ee7"/>
    <p:sldId xmlns:r="http://schemas.openxmlformats.org/officeDocument/2006/relationships" id="262" r:id="R7d6b1f43c7e1417f"/>
    <p:sldId xmlns:r="http://schemas.openxmlformats.org/officeDocument/2006/relationships" id="263" r:id="R28f25e3ec81b4a8d"/>
    <p:sldId xmlns:r="http://schemas.openxmlformats.org/officeDocument/2006/relationships" id="264" r:id="R955212d72eb64b82"/>
    <p:sldId xmlns:r="http://schemas.openxmlformats.org/officeDocument/2006/relationships" id="265" r:id="R1d9b125da1b340ba"/>
    <p:sldId xmlns:r="http://schemas.openxmlformats.org/officeDocument/2006/relationships" id="266" r:id="R39929d429f364f38"/>
    <p:sldId xmlns:r="http://schemas.openxmlformats.org/officeDocument/2006/relationships" id="267" r:id="Rc71d728467cd44be"/>
    <p:sldId xmlns:r="http://schemas.openxmlformats.org/officeDocument/2006/relationships" id="268" r:id="R808ea0f94de74c17"/>
    <p:sldId xmlns:r="http://schemas.openxmlformats.org/officeDocument/2006/relationships" id="269" r:id="R4a31673dccd84c2a"/>
    <p:sldId xmlns:r="http://schemas.openxmlformats.org/officeDocument/2006/relationships" id="270" r:id="R0b5fa52ea74544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6aee38853b4c9b" /><Relationship Type="http://schemas.openxmlformats.org/officeDocument/2006/relationships/slideMaster" Target="/ppt/slideMasters/slideMaster1.xml" Id="R5fe03118b4e04a37" /><Relationship Type="http://schemas.openxmlformats.org/officeDocument/2006/relationships/notesMaster" Target="/ppt/notesMasters/notesMaster1.xml" Id="Ra61a47b0500d46d5" /><Relationship Type="http://schemas.openxmlformats.org/officeDocument/2006/relationships/presProps" Target="/ppt/presProps.xml" Id="R2cb861bc6c9f4217" /><Relationship Type="http://schemas.openxmlformats.org/officeDocument/2006/relationships/tableStyles" Target="/ppt/tableStyles.xml" Id="R789c96795cae4982" /><Relationship Type="http://schemas.openxmlformats.org/officeDocument/2006/relationships/slide" Target="/ppt/slides/slide1.xml" Id="R634470b95049401c" /><Relationship Type="http://schemas.openxmlformats.org/officeDocument/2006/relationships/slide" Target="/ppt/slides/slide2.xml" Id="R87b770e04ab84cc6" /><Relationship Type="http://schemas.openxmlformats.org/officeDocument/2006/relationships/slide" Target="/ppt/slides/slide3.xml" Id="R2c9a1dce9d114d01" /><Relationship Type="http://schemas.openxmlformats.org/officeDocument/2006/relationships/slide" Target="/ppt/slides/slide4.xml" Id="R89ee310942d84251" /><Relationship Type="http://schemas.openxmlformats.org/officeDocument/2006/relationships/slide" Target="/ppt/slides/slide5.xml" Id="R2614831bd0514f9a" /><Relationship Type="http://schemas.openxmlformats.org/officeDocument/2006/relationships/slide" Target="/ppt/slides/slide6.xml" Id="Rfcb445d69c5e4ee7" /><Relationship Type="http://schemas.openxmlformats.org/officeDocument/2006/relationships/slide" Target="/ppt/slides/slide7.xml" Id="R7d6b1f43c7e1417f" /><Relationship Type="http://schemas.openxmlformats.org/officeDocument/2006/relationships/slide" Target="/ppt/slides/slide8.xml" Id="R28f25e3ec81b4a8d" /><Relationship Type="http://schemas.openxmlformats.org/officeDocument/2006/relationships/slide" Target="/ppt/slides/slide9.xml" Id="R955212d72eb64b82" /><Relationship Type="http://schemas.openxmlformats.org/officeDocument/2006/relationships/slide" Target="/ppt/slides/slide10.xml" Id="R1d9b125da1b340ba" /><Relationship Type="http://schemas.openxmlformats.org/officeDocument/2006/relationships/slide" Target="/ppt/slides/slide11.xml" Id="R39929d429f364f38" /><Relationship Type="http://schemas.openxmlformats.org/officeDocument/2006/relationships/slide" Target="/ppt/slides/slide12.xml" Id="Rc71d728467cd44be" /><Relationship Type="http://schemas.openxmlformats.org/officeDocument/2006/relationships/slide" Target="/ppt/slides/slide13.xml" Id="R808ea0f94de74c17" /><Relationship Type="http://schemas.openxmlformats.org/officeDocument/2006/relationships/slide" Target="/ppt/slides/slide14.xml" Id="R4a31673dccd84c2a" /><Relationship Type="http://schemas.openxmlformats.org/officeDocument/2006/relationships/slide" Target="/ppt/slides/slide15.xml" Id="R0b5fa52ea74544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6922f08aa74f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ac68d6c36a46a7" /><Relationship Type="http://schemas.openxmlformats.org/officeDocument/2006/relationships/notesMaster" Target="/ppt/notesMasters/notesMaster1.xml" Id="R125275688f8742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946a637bdb4f36" /><Relationship Type="http://schemas.openxmlformats.org/officeDocument/2006/relationships/notesMaster" Target="/ppt/notesMasters/notesMaster1.xml" Id="R425d0b69795444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d5e0e73377436f" /><Relationship Type="http://schemas.openxmlformats.org/officeDocument/2006/relationships/notesMaster" Target="/ppt/notesMasters/notesMaster1.xml" Id="Rc29cc4ce12d548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625a2e1a474f7c" /><Relationship Type="http://schemas.openxmlformats.org/officeDocument/2006/relationships/notesMaster" Target="/ppt/notesMasters/notesMaster1.xml" Id="R4e613fc3fc5842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a21d4f7f174793" /><Relationship Type="http://schemas.openxmlformats.org/officeDocument/2006/relationships/notesMaster" Target="/ppt/notesMasters/notesMaster1.xml" Id="R52f21b89f0e040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ce22dede1648a0" /><Relationship Type="http://schemas.openxmlformats.org/officeDocument/2006/relationships/notesMaster" Target="/ppt/notesMasters/notesMaster1.xml" Id="Rf1831f3045b445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24179a5cb041ea" /><Relationship Type="http://schemas.openxmlformats.org/officeDocument/2006/relationships/notesMaster" Target="/ppt/notesMasters/notesMaster1.xml" Id="Rd86d0607ab6344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71e809aa2b429a" /><Relationship Type="http://schemas.openxmlformats.org/officeDocument/2006/relationships/notesMaster" Target="/ppt/notesMasters/notesMaster1.xml" Id="R685cd6d1ccd94a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e0b74cb6a04469" /><Relationship Type="http://schemas.openxmlformats.org/officeDocument/2006/relationships/notesMaster" Target="/ppt/notesMasters/notesMaster1.xml" Id="R5c06e8ef589647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e99223c1254ebc" /><Relationship Type="http://schemas.openxmlformats.org/officeDocument/2006/relationships/notesMaster" Target="/ppt/notesMasters/notesMaster1.xml" Id="R555f978525b94c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76df6a86bb48f9" /><Relationship Type="http://schemas.openxmlformats.org/officeDocument/2006/relationships/notesMaster" Target="/ppt/notesMasters/notesMaster1.xml" Id="Rba5fadc7510246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f2d6ac16364d8f" /><Relationship Type="http://schemas.openxmlformats.org/officeDocument/2006/relationships/notesMaster" Target="/ppt/notesMasters/notesMaster1.xml" Id="Rbd2de33b66744d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d476843da6444a" /><Relationship Type="http://schemas.openxmlformats.org/officeDocument/2006/relationships/notesMaster" Target="/ppt/notesMasters/notesMaster1.xml" Id="Raae41bc8b71c484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f33471c073417d" /><Relationship Type="http://schemas.openxmlformats.org/officeDocument/2006/relationships/notesMaster" Target="/ppt/notesMasters/notesMaster1.xml" Id="R69795d0bfeb54d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346b38c62a49e4" /><Relationship Type="http://schemas.openxmlformats.org/officeDocument/2006/relationships/notesMaster" Target="/ppt/notesMasters/notesMaster1.xml" Id="Ra19496c3881e45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S23 또는 `production/preview/act2/S23.png`다.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S25로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S25의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S24 및 `production/preview/act2/S24.png`에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S25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S25에서 본 기록을 회수한 뒤 두 열의 수명을 비교한다. 왼쪽은 다음 작업에서 바뀔 목표, 오른쪽은 여러 작업에서 다시 참고할 사실이다. S22의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S23–S25.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방금은 정보의 범위와 제공 시점을 나눴고, 다음에는 ‘Context 양만 늘리면 충분할까?’를 연구의 제한된 범위 안에서 살펴본다고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때 찾게 하는 대신 모두 넣어두면 충분할까? 이 질문을 Long Context 연구의 범위 안에서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“정보의 범위와 시점을 나눠봤는데, Context 양만 늘리면 충분할까?”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정보 분류에서 잠시 물러나 ‘양만 늘리면 충분한가?’라는 질문을 보는 목적을 밝힌다.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 연구 소개를 마치고, 이번 Task에 필요한 상세 정보와 그 위치를 설계하는 질문으로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연구가 Demo의 Routing을 검증한 것은 아닙니다. 이제 Task에 필요한 상세 정보를 어디서 찾게 할지 설계로 돌아가겠습니다.”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필요한 상세 정보에 도달하는 경로는 어떻게 설계할까?”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 이 장에서는 찾아가는 경로를 보았고, 다음 장에서는 그 출발점인 Core에 무엇을 남길지 정한다고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“경로를 봤으니, 이제 그 출발점인 Core에 무엇을 남길지 정해보겠습니다.”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“그 경로의 출발점인 Core에는 무엇을 남길까?”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장에서 본 탐색 경로의 출발점에 초점을 맞춘다. 왼쪽 기본 안내에 남길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S31의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Case)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Case)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‘같은 작업 절차도 다시 써야 할까?’로 질문을 받는다. 질문이 없으면 사실과 절차의 책임 차이를 짚고 ‘Project 지식과 별개로 같은 조사·검증 절차도 매번 다시 적어야 할까?’를 던진다. 두 Task의 공통 절차를 다음 관찰 대상으로 삼는다.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별개로 같은 조사·검증 절차도 매번 다시 적어야 할까? 다음 두 성능 Task의 기록에서 반복된 부분을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S37 또는 `production/preview/act2/S37.png`다.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2ba8bc340b40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c89343c7949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16ab0e61148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7a47669e0d4a2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9f491ec5c41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6cdefb53e940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C574A0-954F-430D-9F3A-DB5E541EFA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4316642-7C57-4F3C-87D6-AFF42E6CF5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12B9973-9E5F-46B5-B495-0B1FCE04B2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6B6FC0-317A-4250-B320-BBAE2A914B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2972F4-B353-458C-8BEE-0248B975DF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A851C9F-C5A4-4B1C-8FC2-BF239E4C5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9D2271-0E12-4040-810E-CBDFD1E05B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977A701-DBDA-4F6F-9BD4-81DFF094E7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204DE6-1603-4FF7-BAF2-C284051CB9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6B49BB9-51E5-44D3-930A-B78E667B0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aec1303407439f" /><Relationship Type="http://schemas.openxmlformats.org/officeDocument/2006/relationships/slideLayout" Target="/ppt/slideLayouts/slideLayout1.xml" Id="R46cb27cccba645fd" /><Relationship Type="http://schemas.openxmlformats.org/officeDocument/2006/relationships/slideLayout" Target="/ppt/slideLayouts/slideLayout2.xml" Id="Rd6f76a175cb843d0" /><Relationship Type="http://schemas.openxmlformats.org/officeDocument/2006/relationships/slideLayout" Target="/ppt/slideLayouts/slideLayout3.xml" Id="Rae9905441a524cbd" /><Relationship Type="http://schemas.openxmlformats.org/officeDocument/2006/relationships/slideLayout" Target="/ppt/slideLayouts/slideLayout4.xml" Id="R79f35d48d9e74481" /><Relationship Type="http://schemas.openxmlformats.org/officeDocument/2006/relationships/slideLayout" Target="/ppt/slideLayouts/slideLayout5.xml" Id="R6025fe1f954547a5" /><Relationship Type="http://schemas.openxmlformats.org/officeDocument/2006/relationships/slideLayout" Target="/ppt/slideLayouts/slideLayout6.xml" Id="Rca6249531a3546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cb27cccba645fd"/>
    <p:sldLayoutId xmlns:r="http://schemas.openxmlformats.org/officeDocument/2006/relationships" id="2147483650" r:id="Rd6f76a175cb843d0"/>
    <p:sldLayoutId xmlns:r="http://schemas.openxmlformats.org/officeDocument/2006/relationships" id="2147483651" r:id="Rae9905441a524cbd"/>
    <p:sldLayoutId xmlns:r="http://schemas.openxmlformats.org/officeDocument/2006/relationships" id="2147483652" r:id="R79f35d48d9e74481"/>
    <p:sldLayoutId xmlns:r="http://schemas.openxmlformats.org/officeDocument/2006/relationships" id="2147483653" r:id="R6025fe1f954547a5"/>
    <p:sldLayoutId xmlns:r="http://schemas.openxmlformats.org/officeDocument/2006/relationships" id="2147483654" r:id="Rca6249531a3546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12fea1fa9041fb" /><Relationship Type="http://schemas.openxmlformats.org/officeDocument/2006/relationships/notesSlide" Target="/ppt/notesSlides/notesSlide1.xml" Id="Re0d7c63b672b47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c2a3d99d1d4c6e" /><Relationship Type="http://schemas.openxmlformats.org/officeDocument/2006/relationships/notesSlide" Target="/ppt/notesSlides/notesSlide2.xml" Id="R4deb8887cf65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189f2b4634ce2" /><Relationship Type="http://schemas.openxmlformats.org/officeDocument/2006/relationships/notesSlide" Target="/ppt/notesSlides/notesSlide3.xml" Id="R2823ab1735304c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123d5228ba4b2c" /><Relationship Type="http://schemas.openxmlformats.org/officeDocument/2006/relationships/notesSlide" Target="/ppt/notesSlides/notesSlide4.xml" Id="R097d3c893fa044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ce76b06f0745e5" /><Relationship Type="http://schemas.openxmlformats.org/officeDocument/2006/relationships/notesSlide" Target="/ppt/notesSlides/notesSlide5.xml" Id="R1980679a584244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d53d4f61584bd4" /><Relationship Type="http://schemas.openxmlformats.org/officeDocument/2006/relationships/notesSlide" Target="/ppt/notesSlides/notesSlide6.xml" Id="R8a837c761de24d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bd12a4cef84f0e" /><Relationship Type="http://schemas.openxmlformats.org/officeDocument/2006/relationships/notesSlide" Target="/ppt/notesSlides/notesSlide7.xml" Id="Rf8f3d9bf8f8342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4b5841ecaf423e" /><Relationship Type="http://schemas.openxmlformats.org/officeDocument/2006/relationships/notesSlide" Target="/ppt/notesSlides/notesSlide8.xml" Id="Rffddeb15e55845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4cf64960142b1" /><Relationship Type="http://schemas.openxmlformats.org/officeDocument/2006/relationships/notesSlide" Target="/ppt/notesSlides/notesSlide9.xml" Id="R23cd52c2163e4a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d3215ccafc4e2c" /><Relationship Type="http://schemas.openxmlformats.org/officeDocument/2006/relationships/notesSlide" Target="/ppt/notesSlides/notesSlide10.xml" Id="Rdb9e3fcf6d4f46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60631f29824361" /><Relationship Type="http://schemas.openxmlformats.org/officeDocument/2006/relationships/notesSlide" Target="/ppt/notesSlides/notesSlide11.xml" Id="R7c597389961b44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5ec6f18964971" /><Relationship Type="http://schemas.openxmlformats.org/officeDocument/2006/relationships/notesSlide" Target="/ppt/notesSlides/notesSlide12.xml" Id="R0c3bb382db974b5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6aca3eb0b4fdc" /><Relationship Type="http://schemas.openxmlformats.org/officeDocument/2006/relationships/notesSlide" Target="/ppt/notesSlides/notesSlide13.xml" Id="R76bc93ea9a5945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ba5aff4fc44b24" /><Relationship Type="http://schemas.openxmlformats.org/officeDocument/2006/relationships/notesSlide" Target="/ppt/notesSlides/notesSlide14.xml" Id="R10075f3140fc4a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a2c9aa0d184af4" /><Relationship Type="http://schemas.openxmlformats.org/officeDocument/2006/relationships/notesSlide" Target="/ppt/notesSlides/notesSlide15.xml" Id="R8171a627f6244b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F1B9C7D3-971A-4765-983A-0C80AED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A410835B-6461-4C3F-8CBD-92F32043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BF1FE2AB-6701-4BE4-9CC9-480F94B0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E3B6A-90C1-4C1E-B20C-59672D77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B0A17663-52D3-4905-8B9B-ABCA8FF4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A63592A2-AAA1-4A44-AF9F-1D06B76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728A11F4-619B-47FF-B3C8-B9AFE256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591368B9-02E4-4CFE-AB8B-AE9B8CC9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1BB16-9F31-4F92-AE54-4BB87C2C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55C0A-B7C2-4128-9D23-8BD9C294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36B1B786-174B-4793-B65B-7AEB7E30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DCA6C20E-F206-45FB-8D66-8EBC41FD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0D957D93-BE7E-4E64-9D5D-3A948BC1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99C30-8125-4818-AB33-B4F104C4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7C8A5-C8F7-4676-8865-D5E01462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B2E104A1-3327-4D99-AE5C-6869717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D8AF3AB1-D469-43CB-B2E1-494B41DC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411AFFBE-93A4-4B90-A495-96C4D475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CCF612-651D-437D-86E2-172783CC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CBEF5E-E4C8-42D3-A72F-85ADD519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AEDB14FE-3F6D-4F63-A50A-BA3321EF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70A81202-4F87-48C4-A1CB-5CD62720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AAC7271-2290-4849-9556-1956338A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668977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A6E814FF-8AE4-4A18-AB10-884339F6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3F3986D5-B558-4221-A46B-1CE47D0E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32A536E4-7A06-4B06-98CC-6ED2421E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7E7C3-3257-4824-B2DC-03A6C4CF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468802D9-9EF2-432A-B00E-DB739995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A6E975BF-D389-495B-B721-7C871FD3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35D7E0E2-11E9-41E4-84AE-7032C05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0170F4A9-1A09-4C6E-A938-32126712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896ABFF8-0B63-4CE5-9B6F-A4A9BB04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F2892-65BF-4997-8D09-507B4B8C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C39975C2-2CDB-4090-BACA-485D4F65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FF4A87D4-5B2B-41EB-9A91-A3CC2C6C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35BDFD64-B2F0-406E-8F4A-BD00F1B5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80C336-AF5F-4C6C-A5BD-10FA6F1D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401BF9FF-F80B-495B-B5D9-BB1CFC9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EA3A4656-CB0C-4A25-A06C-CA21CEC2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31E8D67D-5CA0-40E9-8BC3-0B750751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517CC-D9E5-4110-97E4-CD5CD2BC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9E84E8CD-0B33-404B-A430-8C831EF4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7F4B348C-E7DC-4CE2-8AB6-966B56BC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B41FC6D7-7650-4E8C-B39D-8FAB8340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B57B3B-3F1D-4ACE-886D-84ED55BE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791335AE-9DDB-4422-94E2-04612A95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49BB673B-7047-43EB-8BCA-A08FBB11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9808622C-F54A-4F3A-9A09-CD7D3EAB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1896A96-0A13-40C2-8486-EB85DC46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4252826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04669A8E-ED4F-4061-8A32-A199D316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2C0B68E0-2CF6-433F-AA37-C0CF5E48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CA7B8947-346F-436F-B432-DEAE6A3F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0C4F2-FD13-417D-83E3-4F072CD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EE40660C-B03F-43EE-AFE0-DBB6108B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54303DDD-DA27-44DD-A26C-02BA9814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70E4E330-AFEC-4B6B-89EA-4C93F48F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D8D52F-61FF-4C55-97A7-D4BF51FB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15D6D93E-90F9-4209-A073-8241AEDD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D38FB-37A3-4BE6-8621-C03C89B1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F21E31E4-6F0D-4B45-A8E9-F66EC5BC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5ADA7C-A47C-4835-93B6-8EC2541C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03930D5C-9C38-4238-8937-99641F85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F8893F21-67AB-42FA-B33B-B0BE13B8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04B86BAC-3FB2-45F9-B372-7A6966B3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9D687161-3097-4AC8-B8C1-7DBB26D3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C3DA19CE-7B6B-42C5-A9AE-3214B724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E992FDB9-9298-410D-B7B8-32A2FA66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6A19D-4B60-4BF3-A7D5-BE9E66B6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B2A422-E35B-485D-B235-47178C77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0D342-F91D-4381-94C4-5F6A0039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E8650F61-F50F-467D-9BAA-65A7DFBB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5A0ABF1-3E26-4134-9A62-040EAA86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823345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C03E63A4-45A5-4AF1-AC34-562792B2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0A2F4E99-483C-4414-8F45-DA225C31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A9A8B1C5-5F07-4C01-9683-99AF36E6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CD843-89BA-476F-979B-B358330E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6CE25407-0A59-48E5-8A27-CC69953A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F0DF239A-9CD1-4D2A-A331-939450FF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FD9F0B7F-EF79-4239-8ABC-300ECB2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2D7EDE7D-F481-4666-92CE-1455986A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ED8262C1-91CF-41ED-AC62-551E0D10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3B260-476B-4BFF-88B9-E3421138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F3932-7849-43AF-8E2F-FCAB1FF2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45D38631-4784-402F-A9AE-E77514A5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9C144FE6-794C-4413-98E8-4F5E2E4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D0E6C4D7-19DA-4CFD-94C8-FB2643E6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D0E6FA20-2CC2-4CE1-8B3B-084AE624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ED051A-C2A7-4935-8E5C-6D1015FB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A0601-2CFD-475F-923E-184F19B2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AFE20849-472E-4F62-BC71-046DBF41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7B3EB87E-D891-4A70-9BBA-D855FD4B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E1A095E-371F-4B3D-AED6-620D5BED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5093890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93074CD6-539C-438B-8524-3BE66A96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3E12F743-2CD9-45E1-8331-56A19A2C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B15156A6-413B-4179-8B85-08105BA8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0CCAD-2C76-4DD2-A273-3EADA34F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5CDC589E-08AF-4892-A37D-8CD76E78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C97F4943-CBE8-4E0A-9D10-C97927DB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DD597653-DA7C-4153-A685-6E60071D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254119A8-4AE3-44FE-AB4A-E71B8B7B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5D892670-7E35-4FCD-B420-D45A876C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433DF-C44D-4331-A0C8-77D4515B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21D97A0B-13D6-4351-BDBE-D177E403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D8FE8-345F-43D7-862D-03D68B8B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179CC1F2-F4DB-406D-A372-18F13481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C73B7985-B905-4C04-95CE-668EEEE8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41428-3A87-44FB-AFF4-23A24BBA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76AE66C8-D56E-4B43-8910-1F86775B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9025308A-F871-44EF-8214-BED9F61B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190D8-4E88-4C91-97BB-43695665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931B34E3-7737-4A02-8EAC-53C9FA0E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5F1DFA9F-D520-4E02-A8F4-537D6784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B93ED-6502-4941-943F-A67E6F02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3236FBC8-383E-44E3-A313-8BCDC603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1B480C39-14C1-4B35-ABB7-B4EA75A5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BC85A8AC-6DB5-4C19-B7F0-1D5E1AC2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D70BF8F9-E2E8-4959-BF45-1D2D0EB2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47E33E-CC8D-4151-A7B8-500508F5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927091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24E840A6-3F5E-4548-990B-84D09951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83702BA9-6765-44F9-A3EA-16E55BF3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6DCFB517-301C-47D6-82A3-4C2718F9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0FEB2-523D-4DF0-9B7A-47EAA438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1F1D9421-CB81-4BCE-85BA-936236CB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27F0E951-8F7E-4EEB-B575-DBEE880F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24761129-D9FF-481C-B9E9-E86E8747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4D70BC53-7521-4ED3-9302-EAF6F3B1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73625BB2-8D61-4E29-A984-ABAB7FFF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01741-FF18-4E7F-8268-3A4D27ED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4739-CB2C-400A-9CD5-CA3D7F1E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681EA-DCC6-4D01-A682-FC0E6388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233E8564-4E85-43A1-9CB5-67893F39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08204108-1714-44EB-B3B1-E9C3E2E3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6EF991D4-AB2A-40FC-84FB-BF219A71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4BF3782-9D84-44CC-99DC-8337D56D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608050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B76A332C-9E81-4A79-AA68-68C3B923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616ED2D7-1A53-401B-B019-0EE43F7D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D373FB9F-F85E-44FA-A1AB-996A8FDF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C3F30-070A-49FF-B9E8-E01488E3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BD8D5CE3-E8D9-4BC7-95D5-3C874505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D4CDF2A8-378A-477C-B2DE-60B56369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61FDD-9672-41A9-B2C2-422E1204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C771CDC4-F9A5-4E3D-A612-63851740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12F27B09-0789-4810-B081-B5E7DEFB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AEF0084F-C9DF-43B8-9E83-34768CF6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19FAB-754D-4EC1-B254-42F5D184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DA741A5A-57AA-4F3A-AA2C-5624060B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D8239EAB-BEE5-4F16-BCB3-B24587D3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65721B4F-7C34-4FFD-8174-06D967E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665B7D-4EB1-4056-8A82-6C10D995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03BD394B-124A-455A-8F77-1F5E5E9D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B5A0B89D-105B-428E-9172-C8486596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1783775F-BAAD-4DDD-A864-8864ACFD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D855481-A84B-4E94-90FD-76A8EDFE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4203892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2 · 정보의 양을 다시 묻는 연구">
            <a:extLst xmlns:a="http://schemas.openxmlformats.org/drawingml/2006/main">
              <a:ext uri="{FF2B5EF4-FFF2-40B4-BE49-F238E27FC236}">
                <a16:creationId xmlns:a16="http://schemas.microsoft.com/office/drawing/2014/main" id="{F6E67BF3-23AE-488C-832E-7BFA0AE8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양을 다시 묻는 연구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A1639D6C-8B6C-40F0-BCB8-584780AD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C96F666D-371A-4DD6-9003-CE51C4AA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D2CFE-863A-4F3C-97A1-2E239E3D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7426758E-E9A1-4ACB-B3E8-77459490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994848F9-4515-46D2-9915-2215A9C7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0BD8D887-5824-4A98-A046-B3F52566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76D5C8B9-7E73-407F-8967-6FAD4E6F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4077AA63-CE13-42FF-A158-64181047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90EDA993-6FE7-492D-A9E0-78FD5E5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10C213D2-12C7-456E-93A2-41A0EA1C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D3ECF003-EACE-4A7F-AD27-0CD55544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5BEA4-515F-4617-BBCB-236F7458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DF8CF-1416-4547-8E86-9D68DA9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4BE2D-3F1B-45EC-80DC-D27ACC16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AE26-5413-4F43-B099-2C11D227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A16CE5-79B4-4218-B294-25C2FBFA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557A6-B79D-4B53-B432-1103D9CB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EF51FF-7941-47B9-89A0-15BACC1A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B63D8-A9C4-42AD-AAC8-D31BE7BC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D02BE6-D4ED-421C-B683-873A92CF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88E8BE-6D85-44F6-9853-B692F53F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48ADBF-C836-4A61-A387-B4758ACA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2D051F-F69B-4880-ACBA-F3134DCA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862985-8993-4A3F-BE1A-BCF9A3EC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7AF6A-EE7D-447B-A825-4E64B4D6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3421D9-A0FB-4E8F-A3FE-C1C8D1D6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4660DF9F-CCA2-4037-AD7C-206000E2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2638CB-2D5C-46CD-89A1-58FC3E74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E4543F-03FC-47DA-A6C3-3A70D913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148CE76A-AB49-4BB1-ABC4-2619906D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759CC08C-34BD-4DD2-BCAF-324FF662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753CF5FC-61FA-43F4-8F72-FEC1D76C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7B3E8464-4BC9-46AE-8236-2848936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4136F4D8-A219-450A-90A7-D0BB5BE2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FA54E933-1CB9-4FFC-BB23-3F738660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0E706F6-6318-4625-A179-13AB2915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498738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필요한 상세 정보의 탐색 경로">
            <a:extLst xmlns:a="http://schemas.openxmlformats.org/drawingml/2006/main">
              <a:ext uri="{FF2B5EF4-FFF2-40B4-BE49-F238E27FC236}">
                <a16:creationId xmlns:a16="http://schemas.microsoft.com/office/drawing/2014/main" id="{2994C100-44B8-4F0F-A84E-A033AF0C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필요한 상세 정보의 탐색 경로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A01B06D9-F428-405E-85D0-B1767AC4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1AB663EA-F76A-45E9-94CB-632DED29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7E8DD-1358-455D-B925-0E99E575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406FF35C-73E3-4840-883A-EB843D69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1ABF6580-437B-47D2-AF3C-64481636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19560103-1862-422A-9DFA-1FBB5C5E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A1B1A-2076-46C8-BD83-72AAF4D5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99465FE6-A207-4EB9-A2AC-2D1A081E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48CED4D1-74B9-4F19-82C4-6A5CDEE0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10A07-8AB0-4047-8D84-BBFFA275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6F5E-9E11-4BC9-9CB6-E09CDBCC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7671F511-9877-47B1-B4D4-CD6E20A9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AFE675BD-F6C3-413C-9ED9-E9F0FFCF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841A4-AB81-4ABE-B142-18A0F641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DC8F5-E5AF-407F-B17A-170CA17D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270368C0-4F58-4213-9B78-EE11F748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6AD7D134-5C4E-4537-9671-AFA9647C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AB9DF8E7-3D57-4EEB-BE69-0E953140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B13B949-3B40-461E-B37A-374503D3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203982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Core에 남길 기본 안내">
            <a:extLst xmlns:a="http://schemas.openxmlformats.org/drawingml/2006/main">
              <a:ext uri="{FF2B5EF4-FFF2-40B4-BE49-F238E27FC236}">
                <a16:creationId xmlns:a16="http://schemas.microsoft.com/office/drawing/2014/main" id="{BB2791FB-C2BE-4F24-8191-D490C88A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Core에 남길 기본 안내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82CAAF52-F05F-4B8B-A137-6B1ED1F1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348FE439-A36A-48E1-A6C0-FFB4CE29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847423-35B8-45C9-BE2F-9B3A3143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A2B282E0-2F6E-459B-BC98-8B2EF548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7B9C3DA8-6F76-4C3C-A13C-AFB14DB3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64F66690-CBA7-4BA3-968F-93394FE8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CEA6F-E49B-457E-A6FB-D11EDBD8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CEDDE3F8-4276-4632-AA2F-23BE6BB9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4BA1A6A5-8A07-4327-BFFE-11E3DBDE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4C9D6-46F1-421F-9266-D4A13BE8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EF45DB43-C7AD-48E6-93EB-95AD54CF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D6065-57F4-4510-97CC-0B6BFC7C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57DD2CC1-A7F0-4E17-99DF-D0025B1D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F19C6DF6-A290-4C25-8F80-B43503EF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9744C6-DA76-4DCD-B1B1-D7C111AB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698A93C0-7BC2-4162-B3FB-BC2DF3C7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77C5142D-0700-4538-9693-AE9BE2C0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E26C40-31C7-496F-9AEC-9663A172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3D84487C-FEC2-4831-8605-8E5BCBFD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287A70D8-571E-463B-A937-2E384003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F940D70F-19E1-4C2D-8060-640DD6C9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5F9CAD-3C03-4A56-95FE-23E5D00A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793329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0B505515-58D2-46C2-875C-D1959E42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A7ED2E10-EC9D-46E7-A7BE-3A7CCA9E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216A8AC4-9F21-457E-B2A3-81F9C0FA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56D1A-5B0F-421A-A28F-9E655876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8AD71633-D09F-465E-9028-140D965A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98A5E948-2C83-411B-924B-0618BE94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9AC2A439-E973-4959-9FF0-8BDF3939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FA8E577A-4610-4590-A04F-1B66AE1A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1CCD7-98AC-434A-B872-0BDE527A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A0A09CF6-9D0C-40FD-A4EF-4DC064C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244EB-ECAD-47D8-84B9-0C75E75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ABE687CB-0856-4848-B6AE-258CC674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DE0321-A386-4587-BD35-18CD5BC3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016F85D7-CE2F-44C8-96D8-95AC78E9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99048-1643-4358-93C4-DB2DF73F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F746725D-711A-423C-B81F-2A5856DF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77B3D-CEC5-4625-AA20-E6CCE558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75AEE999-9C60-4CBF-A598-57E80B5E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8F809A-AC62-4ADD-AA52-385E6549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47C0581E-33C4-4137-AE56-2CD7B898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819A8290-84AC-4E1C-8CAE-B0B3014E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A258F2E-0FD5-4F57-B44A-948E9E98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5656962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669044B2-E008-4AC6-B6F2-E2DC2E77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010C2470-6580-4DDB-8CE6-03BB079E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E0EE2D42-2BF0-4D18-970B-87613EED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51A67-5E65-4381-BD7E-808EA06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4746A3DF-F8C7-4F59-A096-9AF5DC2D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F60CE8AF-F0E8-4635-A2D5-BE77515F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7C4F25C6-C299-40E7-AD45-947E6CDD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FFB22156-8A69-4F2E-A261-137BE816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C8055-D815-4943-98FE-8AA24E8C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D3CE3-F056-4D71-B639-D9224DAE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2FBC9EA8-5879-46D5-AF0B-DE820F69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654A1E94-1FF0-4CB0-A972-2302F576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B38E1127-3450-4350-AE8F-25B7E976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F8F068C-F996-4B4F-B845-DFF66FA4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064604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C648E52F-E6A5-47F3-B743-909A349D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77E3958F-CA10-4920-B835-4D73F3A3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01067BC2-8211-4818-8B1D-EBDF1FD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997AF-3781-413B-9689-25D066FC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BA0875F0-DEFE-4A5A-8E76-59051767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BEA2E5FD-3A45-43BA-B016-14EF9891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7FA92589-72F9-4953-8FC4-1D754AB4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647B1B3A-B442-4698-A26E-C34E6AD2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82B36-2BC6-44B4-B65E-3C8384F3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A2572DE9-C135-4A58-AD89-80B851CC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6C46F78A-1A2D-4B07-A072-31A96FBB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DDC68B4A-8B34-4481-ABF9-B542B149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F699A00A-BEF0-4DD9-887E-075845AD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44FFBF-98DE-4F4B-BA41-B9EDAC04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5D894417-B4EE-40D4-8594-E0D84593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A382F-ED19-4C71-9EEF-F3DB4FC8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1607E52F-C0F0-40EC-8BC6-78F7FD85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27427-D26C-400C-A85E-F7046D35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974D2A02-4BE4-4B65-A1BE-6BB8AFBF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61FFFD-D35B-43F2-8E85-0E378582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95231584-AF17-4359-A60B-1E29CA78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E2CFF831-8D5E-43AD-8C24-E6310A7F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3AB9C2EB-F63A-4A79-95DC-C668973D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E2BA3DA-73D8-4EC5-B688-B357CA07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0314940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D38E99E9-82A0-4C36-A703-742E754A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76F0B925-299C-4A02-B1C1-82B81EAE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8E41C467-500C-414E-A20C-28271B0D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DC411-9E1E-46E2-BA27-622295CE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E2A5E9D5-4B6A-425D-A40E-152CBFE1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DBDA86E8-2817-4ECB-8745-FCE4400B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DCEC31D9-1199-4AD0-9357-E5E488AB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ADBD5AA6-366B-431F-9634-40C6F427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9037E315-710C-4696-94A7-508E56DD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E32E098A-9E0F-44CE-817C-C4DD207C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ACC31-C374-408D-8D44-24038355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88C28E18-93A8-4993-83F6-F383C361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FC6292E1-88A5-447C-A6AB-FB06C1C9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DD6E6329-4116-4C92-AF65-62F09F15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E8B9B9-232F-4A92-8EF4-AA446B6B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30E7C1E3-2009-4D04-8765-736BB4D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C896CB88-894A-420B-86AA-EF1CD087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70B0859E-9AE9-469C-BC09-00402003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7B3E1D-7EB5-43D6-BC79-D0DD6809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F478CB2F-4AD5-4E46-B304-E0CE8DFA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250CCEB0-53A8-4279-9124-362782D7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8609880C-B356-486C-AE6A-C9A1A415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BA4D77AA-5960-43C9-A4D7-A72963F9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D9CC529-F0A2-49F0-A52F-18A03877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930850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9877698C-F714-4FFA-9E6B-D97B07EF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05D89F62-F547-4A11-93BC-62C9D4DC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661742C3-307C-4AF6-BD22-B648383F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1A8D2-229B-4658-A643-865DA840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BE39118B-F16F-4442-9893-B6A3405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5CDE4EF2-4EDF-45ED-A988-7443EC4D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6059CEBD-5957-4AF4-9266-D7CEEC22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5489A7F0-F9A3-4153-8763-03DFE9B0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3C442-E901-44A9-B728-75DC20A0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670E1-6958-4E43-BB4D-16A23717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CB988634-4056-4AD6-9BDB-0E8CDE26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4B703351-0DC5-4C6C-A544-9D62282D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같은 작업 절차도 다시 써야 할까?">
            <a:extLst xmlns:a="http://schemas.openxmlformats.org/drawingml/2006/main">
              <a:ext uri="{FF2B5EF4-FFF2-40B4-BE49-F238E27FC236}">
                <a16:creationId xmlns:a16="http://schemas.microsoft.com/office/drawing/2014/main" id="{F4F7AD2B-E4F7-49B5-9EA9-838EBA56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작업 절차도 다시 써야 할까?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5F2E078-EE81-407C-9051-3D0AB02F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3903183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2026-10-21T12:21:55.8500000Z</dcterms:created>
  <dcterms:modified xsi:type="dcterms:W3CDTF">2026-10-21T12:21:55.8500000Z</dcterms:modified>
</coreProperties>
</file>