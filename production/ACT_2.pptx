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b3a40740ad4e2c" /><Relationship Type="http://schemas.openxmlformats.org/officeDocument/2006/relationships/extended-properties" Target="/docProps/app.xml" Id="Rdbf343f5bb9046c0" /><Relationship Type="http://schemas.openxmlformats.org/officeDocument/2006/relationships/officeDocument" Target="/ppt/presentation.xml" Id="Rffa2c30687774c32" /></Relationships>
</file>

<file path=ppt/presentation.xml><?xml version="1.0" encoding="utf-8"?>
<p:presentation xmlns:p="http://schemas.openxmlformats.org/presentationml/2006/main">
  <p:sldMasterIdLst>
    <p:sldMasterId xmlns:r="http://schemas.openxmlformats.org/officeDocument/2006/relationships" id="2147483648" r:id="Rd2e24dedda5c44cf"/>
  </p:sldMasterIdLst>
  <p:notesMasterIdLst>
    <p:notesMasterId xmlns:r="http://schemas.openxmlformats.org/officeDocument/2006/relationships" r:id="Reca29a2ce554409e"/>
  </p:notesMasterIdLst>
  <p:sldIdLst>
    <p:sldId xmlns:r="http://schemas.openxmlformats.org/officeDocument/2006/relationships" id="256" r:id="R77dfcb1fa7ab4ed9"/>
    <p:sldId xmlns:r="http://schemas.openxmlformats.org/officeDocument/2006/relationships" id="257" r:id="Rea8921381bf14e00"/>
    <p:sldId xmlns:r="http://schemas.openxmlformats.org/officeDocument/2006/relationships" id="258" r:id="R173a2fb7d88b4c8c"/>
    <p:sldId xmlns:r="http://schemas.openxmlformats.org/officeDocument/2006/relationships" id="259" r:id="R925a20f45c79463e"/>
    <p:sldId xmlns:r="http://schemas.openxmlformats.org/officeDocument/2006/relationships" id="260" r:id="Rf10d5ebb8f45489c"/>
    <p:sldId xmlns:r="http://schemas.openxmlformats.org/officeDocument/2006/relationships" id="261" r:id="R3035f92ab81e4be6"/>
    <p:sldId xmlns:r="http://schemas.openxmlformats.org/officeDocument/2006/relationships" id="262" r:id="R3cedece96e294862"/>
    <p:sldId xmlns:r="http://schemas.openxmlformats.org/officeDocument/2006/relationships" id="263" r:id="R4fe05ace09394c4d"/>
    <p:sldId xmlns:r="http://schemas.openxmlformats.org/officeDocument/2006/relationships" id="264" r:id="R5fcf0e05695a4fad"/>
    <p:sldId xmlns:r="http://schemas.openxmlformats.org/officeDocument/2006/relationships" id="265" r:id="Rb23d828babed4572"/>
    <p:sldId xmlns:r="http://schemas.openxmlformats.org/officeDocument/2006/relationships" id="266" r:id="R2ec0639d126c435f"/>
    <p:sldId xmlns:r="http://schemas.openxmlformats.org/officeDocument/2006/relationships" id="267" r:id="Rab1b392186eb46f7"/>
    <p:sldId xmlns:r="http://schemas.openxmlformats.org/officeDocument/2006/relationships" id="268" r:id="R0b3813c7233f4312"/>
    <p:sldId xmlns:r="http://schemas.openxmlformats.org/officeDocument/2006/relationships" id="269" r:id="R5661e27d80614ce5"/>
    <p:sldId xmlns:r="http://schemas.openxmlformats.org/officeDocument/2006/relationships" id="270" r:id="R0610a8d2644b46b2"/>
    <p:sldId xmlns:r="http://schemas.openxmlformats.org/officeDocument/2006/relationships" id="271" r:id="R8f45c8910b9b49c9"/>
    <p:sldId xmlns:r="http://schemas.openxmlformats.org/officeDocument/2006/relationships" id="272" r:id="R64e4e1f27c3545a3"/>
    <p:sldId xmlns:r="http://schemas.openxmlformats.org/officeDocument/2006/relationships" id="273" r:id="Rf73b5aa508cb40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b909b9ad66483e" /><Relationship Type="http://schemas.openxmlformats.org/officeDocument/2006/relationships/slideMaster" Target="/ppt/slideMasters/slideMaster1.xml" Id="Rd2e24dedda5c44cf" /><Relationship Type="http://schemas.openxmlformats.org/officeDocument/2006/relationships/notesMaster" Target="/ppt/notesMasters/notesMaster1.xml" Id="Reca29a2ce554409e" /><Relationship Type="http://schemas.openxmlformats.org/officeDocument/2006/relationships/presProps" Target="/ppt/presProps.xml" Id="R0cfe077c54574f55" /><Relationship Type="http://schemas.openxmlformats.org/officeDocument/2006/relationships/tableStyles" Target="/ppt/tableStyles.xml" Id="R1fa2d06f282e42ee" /><Relationship Type="http://schemas.openxmlformats.org/officeDocument/2006/relationships/slide" Target="/ppt/slides/slide1.xml" Id="R77dfcb1fa7ab4ed9" /><Relationship Type="http://schemas.openxmlformats.org/officeDocument/2006/relationships/slide" Target="/ppt/slides/slide2.xml" Id="Rea8921381bf14e00" /><Relationship Type="http://schemas.openxmlformats.org/officeDocument/2006/relationships/slide" Target="/ppt/slides/slide3.xml" Id="R173a2fb7d88b4c8c" /><Relationship Type="http://schemas.openxmlformats.org/officeDocument/2006/relationships/slide" Target="/ppt/slides/slide4.xml" Id="R925a20f45c79463e" /><Relationship Type="http://schemas.openxmlformats.org/officeDocument/2006/relationships/slide" Target="/ppt/slides/slide5.xml" Id="Rf10d5ebb8f45489c" /><Relationship Type="http://schemas.openxmlformats.org/officeDocument/2006/relationships/slide" Target="/ppt/slides/slide6.xml" Id="R3035f92ab81e4be6" /><Relationship Type="http://schemas.openxmlformats.org/officeDocument/2006/relationships/slide" Target="/ppt/slides/slide7.xml" Id="R3cedece96e294862" /><Relationship Type="http://schemas.openxmlformats.org/officeDocument/2006/relationships/slide" Target="/ppt/slides/slide8.xml" Id="R4fe05ace09394c4d" /><Relationship Type="http://schemas.openxmlformats.org/officeDocument/2006/relationships/slide" Target="/ppt/slides/slide9.xml" Id="R5fcf0e05695a4fad" /><Relationship Type="http://schemas.openxmlformats.org/officeDocument/2006/relationships/slide" Target="/ppt/slides/slide10.xml" Id="Rb23d828babed4572" /><Relationship Type="http://schemas.openxmlformats.org/officeDocument/2006/relationships/slide" Target="/ppt/slides/slide11.xml" Id="R2ec0639d126c435f" /><Relationship Type="http://schemas.openxmlformats.org/officeDocument/2006/relationships/slide" Target="/ppt/slides/slide12.xml" Id="Rab1b392186eb46f7" /><Relationship Type="http://schemas.openxmlformats.org/officeDocument/2006/relationships/slide" Target="/ppt/slides/slide13.xml" Id="R0b3813c7233f4312" /><Relationship Type="http://schemas.openxmlformats.org/officeDocument/2006/relationships/slide" Target="/ppt/slides/slide14.xml" Id="R5661e27d80614ce5" /><Relationship Type="http://schemas.openxmlformats.org/officeDocument/2006/relationships/slide" Target="/ppt/slides/slide15.xml" Id="R0610a8d2644b46b2" /><Relationship Type="http://schemas.openxmlformats.org/officeDocument/2006/relationships/slide" Target="/ppt/slides/slide16.xml" Id="R8f45c8910b9b49c9" /><Relationship Type="http://schemas.openxmlformats.org/officeDocument/2006/relationships/slide" Target="/ppt/slides/slide17.xml" Id="R64e4e1f27c3545a3" /><Relationship Type="http://schemas.openxmlformats.org/officeDocument/2006/relationships/slide" Target="/ppt/slides/slide18.xml" Id="Rf73b5aa508cb40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c7f3aa01e44d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11b6a074a64d30" /><Relationship Type="http://schemas.openxmlformats.org/officeDocument/2006/relationships/notesMaster" Target="/ppt/notesMasters/notesMaster1.xml" Id="Ra7d910aa08c14b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8b808cd5004df1" /><Relationship Type="http://schemas.openxmlformats.org/officeDocument/2006/relationships/notesMaster" Target="/ppt/notesMasters/notesMaster1.xml" Id="Rfbe8726698ab4d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4086428e3448a3" /><Relationship Type="http://schemas.openxmlformats.org/officeDocument/2006/relationships/notesMaster" Target="/ppt/notesMasters/notesMaster1.xml" Id="R0c254aeea3ee4c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d6c8f727b84b70" /><Relationship Type="http://schemas.openxmlformats.org/officeDocument/2006/relationships/notesMaster" Target="/ppt/notesMasters/notesMaster1.xml" Id="R11f340efa87f4bb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ef38a18d904dda" /><Relationship Type="http://schemas.openxmlformats.org/officeDocument/2006/relationships/notesMaster" Target="/ppt/notesMasters/notesMaster1.xml" Id="R397f938e08ab42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2616aa63434437b" /><Relationship Type="http://schemas.openxmlformats.org/officeDocument/2006/relationships/notesMaster" Target="/ppt/notesMasters/notesMaster1.xml" Id="R7ea84f87cc954b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6b6a505da8474b" /><Relationship Type="http://schemas.openxmlformats.org/officeDocument/2006/relationships/notesMaster" Target="/ppt/notesMasters/notesMaster1.xml" Id="R924e720b23294c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b926b365d24e23" /><Relationship Type="http://schemas.openxmlformats.org/officeDocument/2006/relationships/notesMaster" Target="/ppt/notesMasters/notesMaster1.xml" Id="Re129e186ff674d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c9d7d457ac4920" /><Relationship Type="http://schemas.openxmlformats.org/officeDocument/2006/relationships/notesMaster" Target="/ppt/notesMasters/notesMaster1.xml" Id="Redd66992d082411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d17f001e364696" /><Relationship Type="http://schemas.openxmlformats.org/officeDocument/2006/relationships/notesMaster" Target="/ppt/notesMasters/notesMaster1.xml" Id="R46635a5bacb4441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c0e45a85563429e" /><Relationship Type="http://schemas.openxmlformats.org/officeDocument/2006/relationships/notesMaster" Target="/ppt/notesMasters/notesMaster1.xml" Id="Rfeb50d3f24f849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0b1079a7fc34698" /><Relationship Type="http://schemas.openxmlformats.org/officeDocument/2006/relationships/notesMaster" Target="/ppt/notesMasters/notesMaster1.xml" Id="R159284efde0148b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dd4d0826d2c4adc" /><Relationship Type="http://schemas.openxmlformats.org/officeDocument/2006/relationships/notesMaster" Target="/ppt/notesMasters/notesMaster1.xml" Id="R802847b235cd447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e065d35d8ef4d3f" /><Relationship Type="http://schemas.openxmlformats.org/officeDocument/2006/relationships/notesMaster" Target="/ppt/notesMasters/notesMaster1.xml" Id="Rbb33ee6ed3a84cd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08ae0cac1524ac5" /><Relationship Type="http://schemas.openxmlformats.org/officeDocument/2006/relationships/notesMaster" Target="/ppt/notesMasters/notesMaster1.xml" Id="R8ff62b290e3148c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6eb2d5e6b3146df" /><Relationship Type="http://schemas.openxmlformats.org/officeDocument/2006/relationships/notesMaster" Target="/ppt/notesMasters/notesMaster1.xml" Id="Rb01464d5bee542d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ffcfa80b794dde" /><Relationship Type="http://schemas.openxmlformats.org/officeDocument/2006/relationships/notesMaster" Target="/ppt/notesMasters/notesMaster1.xml" Id="R7ef9d849d39742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31a73dd11014965" /><Relationship Type="http://schemas.openxmlformats.org/officeDocument/2006/relationships/notesMaster" Target="/ppt/notesMasters/notesMaster1.xml" Id="Re1fb43324df244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83cbf572c34f7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033a75d0be43d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22e72d431ec45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6c053b0ddf043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90fb420c2ef48c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f9e42e96e84a5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5B01A3-15B5-4DA1-BBC8-C29DEFB4DA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51DBD20-C9F6-437F-AA97-3B6A536075F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D530DFF-0AC7-46BD-8801-E0B826B8048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81655C-3362-489E-88CB-BB55144C6DB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0EE918C-0BC6-40C0-A58C-13B00BDC0C0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44AB2E6-F4DF-4C61-A1A8-E741104942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FF05F8A-907B-47B9-B555-70A606E32F8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46C61F-6604-4860-B97D-ACE1EA52E12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094F72-AB64-4F94-9C9C-06D66B2740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61B889-40F1-4613-B5B6-B407F55149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c5aabff49a44f7" /><Relationship Type="http://schemas.openxmlformats.org/officeDocument/2006/relationships/slideLayout" Target="/ppt/slideLayouts/slideLayout1.xml" Id="Rf4da0596fe5546c2" /><Relationship Type="http://schemas.openxmlformats.org/officeDocument/2006/relationships/slideLayout" Target="/ppt/slideLayouts/slideLayout2.xml" Id="R82cd5b51f6574824" /><Relationship Type="http://schemas.openxmlformats.org/officeDocument/2006/relationships/slideLayout" Target="/ppt/slideLayouts/slideLayout3.xml" Id="Rc9162a8c76b84569" /><Relationship Type="http://schemas.openxmlformats.org/officeDocument/2006/relationships/slideLayout" Target="/ppt/slideLayouts/slideLayout4.xml" Id="R833373478b6b4e73" /><Relationship Type="http://schemas.openxmlformats.org/officeDocument/2006/relationships/slideLayout" Target="/ppt/slideLayouts/slideLayout5.xml" Id="R785b417e54904f5a" /><Relationship Type="http://schemas.openxmlformats.org/officeDocument/2006/relationships/slideLayout" Target="/ppt/slideLayouts/slideLayout6.xml" Id="R51990a568f9a4a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da0596fe5546c2"/>
    <p:sldLayoutId xmlns:r="http://schemas.openxmlformats.org/officeDocument/2006/relationships" id="2147483650" r:id="R82cd5b51f6574824"/>
    <p:sldLayoutId xmlns:r="http://schemas.openxmlformats.org/officeDocument/2006/relationships" id="2147483651" r:id="Rc9162a8c76b84569"/>
    <p:sldLayoutId xmlns:r="http://schemas.openxmlformats.org/officeDocument/2006/relationships" id="2147483652" r:id="R833373478b6b4e73"/>
    <p:sldLayoutId xmlns:r="http://schemas.openxmlformats.org/officeDocument/2006/relationships" id="2147483653" r:id="R785b417e54904f5a"/>
    <p:sldLayoutId xmlns:r="http://schemas.openxmlformats.org/officeDocument/2006/relationships" id="2147483654" r:id="R51990a568f9a4a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08dcf4d652a4c88" /><Relationship Type="http://schemas.openxmlformats.org/officeDocument/2006/relationships/notesSlide" Target="/ppt/notesSlides/notesSlide1.xml" Id="Rc04ab620bac7488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2d9dcffe3a4401a" /><Relationship Type="http://schemas.openxmlformats.org/officeDocument/2006/relationships/notesSlide" Target="/ppt/notesSlides/notesSlide2.xml" Id="Refdce1f50d03435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e319b45aba3412a" /><Relationship Type="http://schemas.openxmlformats.org/officeDocument/2006/relationships/notesSlide" Target="/ppt/notesSlides/notesSlide3.xml" Id="R78f12dba7ada49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5e0c8b9f6384617" /><Relationship Type="http://schemas.openxmlformats.org/officeDocument/2006/relationships/image" Target="/ppt/media/image.png" Id="Rbf0c02edf6874b37" /><Relationship Type="http://schemas.openxmlformats.org/officeDocument/2006/relationships/image" Target="/ppt/media/image2.png" Id="R58d443f57c08498f" /><Relationship Type="http://schemas.openxmlformats.org/officeDocument/2006/relationships/notesSlide" Target="/ppt/notesSlides/notesSlide4.xml" Id="Re6c5fcbaf21449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9043f05a6fd44d2" /><Relationship Type="http://schemas.openxmlformats.org/officeDocument/2006/relationships/image" Target="/ppt/media/image3.png" Id="R67398c85c23f4102" /><Relationship Type="http://schemas.openxmlformats.org/officeDocument/2006/relationships/notesSlide" Target="/ppt/notesSlides/notesSlide5.xml" Id="R710426213b5f44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5656d733dc849ae" /><Relationship Type="http://schemas.openxmlformats.org/officeDocument/2006/relationships/notesSlide" Target="/ppt/notesSlides/notesSlide6.xml" Id="R1e0342528ddd46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9288d55070b4719" /><Relationship Type="http://schemas.openxmlformats.org/officeDocument/2006/relationships/notesSlide" Target="/ppt/notesSlides/notesSlide7.xml" Id="Rb244c98b365842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a6fc45f97c948ed" /><Relationship Type="http://schemas.openxmlformats.org/officeDocument/2006/relationships/notesSlide" Target="/ppt/notesSlides/notesSlide8.xml" Id="Rf0ab975ef28d47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8a1fca202ed40b1" /><Relationship Type="http://schemas.openxmlformats.org/officeDocument/2006/relationships/notesSlide" Target="/ppt/notesSlides/notesSlide9.xml" Id="R08d18f6fe37544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3ec21902cee40ec" /><Relationship Type="http://schemas.openxmlformats.org/officeDocument/2006/relationships/notesSlide" Target="/ppt/notesSlides/notesSlide10.xml" Id="Re3fdb4a53f3f47e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11e716587254153" /><Relationship Type="http://schemas.openxmlformats.org/officeDocument/2006/relationships/notesSlide" Target="/ppt/notesSlides/notesSlide11.xml" Id="R6ae962b52bfb4e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6e2a86579fd49b5" /><Relationship Type="http://schemas.openxmlformats.org/officeDocument/2006/relationships/notesSlide" Target="/ppt/notesSlides/notesSlide12.xml" Id="R8663ab37308144f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443b742a7114db1" /><Relationship Type="http://schemas.openxmlformats.org/officeDocument/2006/relationships/notesSlide" Target="/ppt/notesSlides/notesSlide13.xml" Id="Rd5e83c2122b346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7eeae97fee24c49" /><Relationship Type="http://schemas.openxmlformats.org/officeDocument/2006/relationships/notesSlide" Target="/ppt/notesSlides/notesSlide14.xml" Id="R97f5bd09ef31436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684aab1390a43fa" /><Relationship Type="http://schemas.openxmlformats.org/officeDocument/2006/relationships/notesSlide" Target="/ppt/notesSlides/notesSlide15.xml" Id="R5de184ff06bf454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a6d264e5251408a" /><Relationship Type="http://schemas.openxmlformats.org/officeDocument/2006/relationships/notesSlide" Target="/ppt/notesSlides/notesSlide16.xml" Id="Rf827ccf2b9fb47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8d0d16cfbf64db6" /><Relationship Type="http://schemas.openxmlformats.org/officeDocument/2006/relationships/notesSlide" Target="/ppt/notesSlides/notesSlide17.xml" Id="Re9a5701d9520405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74ba66fd3634928" /><Relationship Type="http://schemas.openxmlformats.org/officeDocument/2006/relationships/notesSlide" Target="/ppt/notesSlides/notesSlide18.xml" Id="Rbb013f70727a481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40CD909-FC21-49E3-9155-B2223C270F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29D7F967-B96D-47AE-BB56-D30210D6D7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3A364F68-1A4D-457C-A8C3-0B2EC46A43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AAF3EEF3-0092-41CD-9E60-6AC1D02306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DA255EC9-0370-4738-8A19-53078D5F41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1DF75EE-1AC8-4D37-B860-6629D559C1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0CCBB8C-3EA2-4401-8477-1A65D42AC11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C5C6B6-44D2-4438-9487-5ABB4D7F6076}"/>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A47D9A5-5A62-4145-BA51-C41F16C80B6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59901D6-C936-4CBF-A83E-D987EFA26A6B}"/>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B893D6E-2807-4C19-A412-7A3449C4458D}"/>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653FC987-8EF8-45F3-8E72-46B3F768904F}"/>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B171F573-6274-4DF3-A38D-AB8913C4063C}"/>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47F6304-7EEE-4318-ABEE-79B8C3A83B0E}"/>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81528EC-3315-4D4D-BBFF-FE9E34292FB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CCDA0AA-66E9-466A-B808-565C4CF03B1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230D62B0-FC35-42FF-8C7E-21067E89E11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9867B96-4291-411C-A0D3-C6F6F5AF2CE3}"/>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154F9E8C-76B4-429F-95B0-07F866BF8F2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5EB5247-5AEA-4C5F-A616-090F30B9835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181A392-726C-45A1-BD7F-99FC97AE36D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518E98FB-CAFF-4837-AAE9-66B33EBEEFA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AE4F68D5-F0E8-46CF-BB99-E71C04E00E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2918516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D238B051-E57B-4982-92F3-E2433AA027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5728EFFD-081D-4559-86F2-D8DB0CA21E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3C74FE3D-9B05-4BA0-B924-A70F91875D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B6C2FC17-CF35-4729-9DA3-C48CB7684F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7C065C8-A4A7-4726-A171-6B217FF570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F5514B1-DB2C-4EF6-8550-1E28DE0AC7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6B9E593F-C05C-4DF9-819A-D2165723478C}"/>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132A55A-C099-4CDC-9A89-695EB07D52A4}"/>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3E65967-E937-4098-B84D-0300F731DBF1}"/>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EC3ADB5-29D2-4A21-8414-0BF3286A3DD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929EF877-016D-445A-B9E3-66586520D2A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1DF6861-C9A5-4C3B-8659-AE75DBF4907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1B6EC2F1-AE24-4307-88FD-861DAE6AEC7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EB990B7-1FFA-4331-A01C-4230E10613E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C7F6498-20D0-46C8-9C40-E0356CEE511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35CC0CAA-6721-4AED-A843-8B7A18141EAD}"/>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B3884110-E960-4027-ACDD-FE2AE2BE407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566E0D07-B66C-4FBB-9B32-2AF0DC74D6D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735F7EDD-ADA8-4298-B6A9-281A44FDA3B8}"/>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8B86A50A-F5A9-485E-9A73-128D2E2AB96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A21B94E-A06D-4A39-B669-82E0EB32E8D0}"/>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58AD1663-D3A2-4678-9D14-7AC1AA1BF455}"/>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2A56B9B-8E88-4E98-910F-4A0066393D4C}"/>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3CB3614-C334-4659-A350-8EFAD1A4D559}"/>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50F4432-9F22-47FB-91AC-1AAA1D68B00D}"/>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AE5E4208-017F-43EC-B0D9-328EC98736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3034670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F5957E8-ACDB-4E78-BBB2-4FD0710677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8A598CC2-B0D7-4008-A954-4A8F7D2260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96247CE0-03EF-44E0-8810-6B896983B9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6CD5CD2-A116-45BE-B148-FD3CDC9C71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D5578CB0-D3DB-4705-A00F-66B4057AF0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B615BCD-446C-49FF-ACF1-253693419C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6C89C6B5-49A6-4163-B15B-6AF8F38C1CA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A76DA6C1-DB56-4FF8-AA08-BDF3A718E7AF}"/>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97E6BC39-0C4E-4ACF-9B4A-D25EDB5B5B23}"/>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E74E748C-BC1A-4F1E-921D-1354FF0BC83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A8C5EC21-081C-4455-9A73-C852D41A45B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F0C62F57-3EA6-4008-B6BA-4A2A839DB018}"/>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B71D5AF1-A557-450B-84ED-32895E95686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BE4074AD-6CED-4354-A0B9-978A4C814823}"/>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04780FDD-7584-4BCC-BD7B-B2C3D0C6272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67ED436-6E5B-4931-A72C-0D0E4E79D81D}"/>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48DC6755-101A-4509-BB67-5C72EA4A3F71}"/>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C17047B-AC03-4E38-BD66-3BE160FFA6FD}"/>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671907E-12F3-4E49-8395-6C196E3AF9CE}"/>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99E849A-8FC3-40D2-AA81-0FA8DEDE543F}"/>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DC4246BA-5FAA-409C-8942-1DEAFED98DE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39B3FBD4-17E4-4097-B881-6DF4E048FE4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E6A5F17-D25D-46A0-AF2E-8A6EA5C3CEF1}"/>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C2C95232-EB7E-4C7B-BDF4-E70E3A57FD4B}"/>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A81AF938-52D3-45C9-B741-E21C53134B52}"/>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7016D19-E23A-4552-A33B-413AA0D7BF07}"/>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8DA6341-A8D2-46DB-A56A-5E3C7384F197}"/>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1D63FE9-8C78-4281-BFAA-35F36C0A38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321638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4EC027E9-123F-4256-9E39-A14FA13FA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5FD60E70-43E7-4DD7-BE6B-D288CA6953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20964648-3FB7-4C52-BCDD-984442A104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5DADB5E-6744-4F79-BBFA-D886CEE9B0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D6A9640D-5064-4B0F-9A58-0CA791A4E4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AE0E8CB-5146-40B4-A82F-3829F9313B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CF6FCFB-5356-400D-9135-AC5C1DB42DB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68F11D8-BE86-4426-9689-01331FCFF8BE}"/>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5D44078-F128-45D4-B31E-392CCAB8CC78}"/>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CA678E77-8DF1-4680-9165-39ACBB129E0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74909048-C91E-42CF-B30A-52FF39A502D6}"/>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BF78994-D7B1-4750-A56E-E809A71DB56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0C06B847-CD2F-430B-8AC6-9D7F69149B8A}"/>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2D2B49BB-F1C7-4555-BF4C-E5D01CF6FEAD}"/>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87C9BF00-8395-474B-B2C9-39ED87B06DD9}"/>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D9BD8C1B-1310-486B-B711-0274089753F6}"/>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E4EA01D-B342-47D0-806D-8CE545620A6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F325E4E-43BB-4D94-B98C-3EB1CCF871A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25F91196-E47F-4AE8-867C-07B32ADF5281}"/>
              </a:ext>
            </a:extLst>
          </p:cNvPr>
          <p:cNvPicPr>
            <a:picLocks xmlns:a="http://schemas.openxmlformats.org/drawingml/2006/main" noChangeAspect="1"/>
          </p:cNvPicPr>
          <p:nvPr/>
        </p:nvPicPr>
        <p:blipFill>
          <a:blip xmlns:r="http://schemas.openxmlformats.org/officeDocument/2006/relationships" xmlns:a="http://schemas.openxmlformats.org/drawingml/2006/main" r:embed="Rbf0c02edf6874b37"/>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93531226-A26B-4A60-BB42-8E524C1046A1}"/>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4944E9A-9F74-421F-BDAE-2F017EAAAE46}"/>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B8CAB12-E6CF-46D3-AA7F-DB20F91B037B}"/>
              </a:ext>
            </a:extLst>
          </p:cNvPr>
          <p:cNvPicPr>
            <a:picLocks xmlns:a="http://schemas.openxmlformats.org/drawingml/2006/main" noChangeAspect="1"/>
          </p:cNvPicPr>
          <p:nvPr/>
        </p:nvPicPr>
        <p:blipFill>
          <a:blip xmlns:r="http://schemas.openxmlformats.org/officeDocument/2006/relationships" xmlns:a="http://schemas.openxmlformats.org/drawingml/2006/main" r:embed="R58d443f57c08498f"/>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32102E36-DFBA-4DEC-B540-A7E6F5D043B1}"/>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114F504-FAD3-4EC3-90E6-865D49123FB1}"/>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4F48752-9B35-4CFF-AD5D-D5B5FE0AACC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0365377A-E461-49A8-9983-5451856916A5}"/>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2963E662-1D61-4514-8210-887396DD9793}"/>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7A3F5B6-9F9B-4C22-A484-DBDB9B59CB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208835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E6CE1A7-DE46-4EDB-A1CE-8CC1E1BEC3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6CB8D51B-58A8-490E-8545-FE8A87CCBC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5B3D5AF2-66E9-4A05-9735-41B0ED8B0B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A3A68D37-9310-4D40-AA98-B0737D4D2F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CC9F607-05C4-4AC6-B516-52B6BD215F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DF60CD6F-1611-424A-BD28-B1507B99FC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6C5EA2FA-55D7-4D55-9018-AD19139A6D5F}"/>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E6A441E8-1AF5-4C5B-9FE9-1A2084B57DD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683E2790-D230-4007-96F9-510078F81148}"/>
              </a:ext>
            </a:extLst>
          </p:cNvPr>
          <p:cNvPicPr>
            <a:picLocks xmlns:a="http://schemas.openxmlformats.org/drawingml/2006/main" noChangeAspect="1"/>
          </p:cNvPicPr>
          <p:nvPr/>
        </p:nvPicPr>
        <p:blipFill>
          <a:blip xmlns:r="http://schemas.openxmlformats.org/officeDocument/2006/relationships" xmlns:a="http://schemas.openxmlformats.org/drawingml/2006/main" r:embed="R67398c85c23f4102"/>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EA117697-38DF-4DA3-BA65-17E68544318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A507D9D-B964-432C-8C40-60599A446557}"/>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D1497840-655C-497C-BF25-D69D59A2F200}"/>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1F5A51AD-6B0D-42C3-A63B-6B9805EDFAF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4F649EC-E366-4F9A-9DF2-61CD7D141874}"/>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C7B6EA74-D824-4C34-9DE8-A98F990747E1}"/>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A87A8ABA-B3F1-469B-93B2-EB1FC8B35D6D}"/>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90079C4-2356-4685-9BE7-C01FFEED25B4}"/>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FEF87D2B-7097-4428-9825-4FE6BBD877B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C87FF2-AA6C-4E65-BCAE-A8F1D8802B1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5B2E56E-8B77-4A92-9D1B-8351BE14BF4D}"/>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193528C1-9A39-45D6-ACAB-26CE62BB13E0}"/>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1D10C376-5191-4DCA-874B-D9A87374D85A}"/>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A32BBE2-E6EC-438D-B8D0-B4EA577D238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4AD18543-AB40-4579-BF9D-8E7207BCAFBD}"/>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603B968-ACE2-4642-A142-99E983D1703B}"/>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BE8A65F6-8B72-4C05-BFE9-F11EFA4C5D4D}"/>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BFA9B25-6D0E-4560-B4C3-4AFCD6D53C7D}"/>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50CCDE41-1ECC-4DC8-9DC6-490D365D0C77}"/>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59ECA80E-DAF6-4103-93E4-6AFFA45515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36400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1CA4D25-DD27-44F5-8ECC-7F6F2475F8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C77432AB-CB2D-4271-ADE8-598BE5BB64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1E34C40E-63E3-4A8D-8F5E-C572B23874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00532AB0-D130-4EC1-A450-EBE0FBE4A6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D2A7D4C-BEE7-41F5-8174-A874683AAA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80C9573-F3C5-419C-9C32-674296327F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EDF2207A-7FE9-42C1-89B0-80399DA3D4E9}"/>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45FB6473-982B-4D24-A881-FE1807A11CB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EA5BFCC5-977C-4D5B-ACB6-E79864F677A6}"/>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71C8D60-CB47-4380-B6D8-790478BAF3F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C13F43A-3A6A-41E4-ABDD-906C77212A00}"/>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BDD8347-439C-4B7E-AA3A-067C7079F51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5A004566-3298-4CE8-A7FC-7F46DD6F3B87}"/>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6B204EE-3513-46B9-AA68-B58729629E4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70A53ED4-8F21-4D45-AEBA-30986588076E}"/>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6BBBF642-9A5B-4EB9-84C3-6B1689E6FD5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66A0362-DD3C-4063-8663-8B8E41029C4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3E75C862-7E64-45CD-9E5A-D07D56635007}"/>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4AA1B3E9-D7DC-4115-860D-C2285E1B506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D473E21A-5471-4076-B33B-26366DC31574}"/>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5EFF773-6829-4E02-AC6F-8639ABE4EAF1}"/>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6FDB9F17-5197-421B-A450-62838D098AA1}"/>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1B25E503-514F-4732-9E0F-4EB1DBE5FB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105419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FC1978E4-DDF8-494E-BE97-C261CFF22B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47E4FCB9-CA94-48BF-9A16-D8E1CC61CD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C29D9DCA-041D-4F9E-8B3E-9BB029E966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CB4E2CD-73D1-40D3-A69C-EAEB2B5C35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73EF9435-554C-40C5-BF3E-6018E77CDF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29839A4-1169-461F-946A-2DEBEEC180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24E18DD0-05E8-49BE-8AAB-D644F42FC64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4142DC4E-A105-494D-A9C7-5FD856636877}"/>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15666B80-485B-4D0C-A7FD-F5AA77030CE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F09B09AA-7AB5-40B7-9174-DC555DE464CD}"/>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97CFAA6C-FCE9-436B-8708-1E4A173FBDC0}"/>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0FC01C0C-0EFB-487B-A69F-418E40D6AE1D}"/>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263EE32B-74C9-47AD-BAE9-7C82C02C4DC5}"/>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85608E4D-05E7-42F7-8D7C-E0C967404392}"/>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D7CE28C8-C254-4CAE-9B3E-930245FF1B82}"/>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30C9AF40-6A35-4265-9401-2BEFC7F965A1}"/>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EBD5907-70BA-4CB2-AB3A-22B483FA1E0C}"/>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7D82F573-FFED-4614-9A43-982FFF828EBE}"/>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F610D48B-38B1-43B8-98B4-A89D240E3F8A}"/>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B26B3E0C-49F8-4BEA-B37F-AC408E7AD34F}"/>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2381055-AEA5-4196-9761-F736DE6AB11D}"/>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46FACE30-5D3E-4BC1-99BB-E46D51F7329D}"/>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82F031DE-DBAA-4B3D-BD8D-D7030910928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DDB0198-2A22-4A95-AC8C-19E3274B789B}"/>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1D2B415-CE5D-4B03-9C66-FD8F22EA27C5}"/>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92C5559E-24AC-465F-B214-3EA748D3DF6B}"/>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E5D52D3-D1D6-4055-ACCB-78DE76C8A268}"/>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FF717759-D645-44A6-9879-C55E3A482B7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821907D-6F5E-4B71-9756-97623157C810}"/>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172F5D47-5AE5-46C8-AB17-38C47DAD65ED}"/>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839A3126-1519-458C-9FB1-3237E96212DE}"/>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9EB8C95B-16DD-4D0F-880A-63637609FC5D}"/>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30ABB473-FB78-466E-A6E2-C631C4D5DB39}"/>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88A10B0D-9DE3-47CF-BBB6-8DB1B534D00D}"/>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FD83707E-40D8-44CE-9282-A1EC2C43D245}"/>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74590572-90A2-4A64-BB97-632D296FE0CF}"/>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F79109CE-4A47-4D20-B784-0041504A5FC8}"/>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E2F60C0A-EB31-4581-9458-64E3376D72B3}"/>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D797257F-A9D2-4D7D-8905-FCE4EDA6AF14}"/>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1F00C256-9C29-4DB6-904E-1734A18951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232399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69E64DAF-67DF-4FED-ACC9-187FBE994A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FABBC1B6-7D20-4ED2-8B84-55C547824F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8CF06C67-7E71-47FA-B4CF-83AF582AD6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3D08B39D-20BE-4512-82B4-BA7B933520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69500E72-0C63-4548-9209-38B20E5D07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E78FFF81-2C9E-42CE-8D4A-F8515E32EF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4FE7F815-53CC-4233-9416-CD4EB7A6F736}"/>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B3909923-9943-4E4F-A293-EDAB5AD25405}"/>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730E79F2-9789-40C1-8CA6-7B2C8E5C4A22}"/>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AC7D30C-5E37-479C-810A-D2ABAA54BDE4}"/>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72AD20D5-8B18-44A0-871C-B375DF3330B8}"/>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AB8F6520-62C3-4038-B78D-EB942B5DA2B2}"/>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E26E7BD1-1B4F-4A7C-9038-0F51B471161E}"/>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F98B8DE-0E2B-439D-A056-F19C97161128}"/>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FFA6B8B-4514-4FB8-BEB0-041195DB1B97}"/>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3749BC14-3C48-4A10-9B91-90840D0F6141}"/>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14EB36D-47C6-4886-9A8D-621B58C8975A}"/>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2E460F24-DB57-48DF-AD61-64BCBF324134}"/>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12FAA2E-8820-43B9-BBA7-FE358F6EA2E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217AD5A0-4687-4F8D-9BA5-80C7356FD4E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D7D4B172-B899-4665-B698-F55BDC65E87C}"/>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FD353F0-FF46-46F7-BFAC-A69FA3F02D02}"/>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AECC3D1F-B922-4ECC-9DBD-4F30BD27C08E}"/>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42DC5203-50C3-458C-BEF2-EA769590B2D0}"/>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2FB9EAB-D716-4D0E-A2CF-05422EB6CA4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42F299E-1184-4B2B-8C61-2834A89F7E61}"/>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116EF5A-BD65-4555-89D3-2A97E7B29BE8}"/>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322FEE40-0C24-43DA-8DB6-633AC8029144}"/>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E28DD14-6FB2-43F7-A634-0DEBD322450A}"/>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4D2188E3-1C31-4DB0-B888-DFC053AA364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F1576C05-FE1A-4293-8199-F7D14B8B57C7}"/>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D89C26D1-A6B0-4C2D-A729-FD830BA2B2FA}"/>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92A373FC-4964-4702-8141-AC764F83E5D9}"/>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9D378E71-CBB1-443B-AA68-289778EC2575}"/>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9C521E96-30A4-4618-96A3-FC4BC21C2D74}"/>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A63B303-1776-47ED-9179-7B118CD5E2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6377258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0059F57-273A-4362-94DE-17FF618FB4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B5E67CA0-84F5-48CF-997B-9153A24C37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36618E7F-30BC-46E9-8249-C6E6B6F0D44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614997E1-2781-41AA-A307-B0D47B96AB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D6AE76B8-7A4D-4434-A7BC-CAC09528CC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5C1C70AD-8A8F-406E-9F14-2AA30D450C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23F0D7CA-2DEB-4EE8-BF84-1091AD858ABE}"/>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C59100F1-8E31-4A0B-B3AF-D27E3E27B5EF}"/>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7D44A30-C0C5-4D69-8595-D56D8A75DBC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BD6D2F5-CB25-4673-85E1-0E7D23245E49}"/>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3A245375-BA57-4F90-8AC5-5E8B6F96398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03B9FF-F91C-4197-83E6-481089C20F6D}"/>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2DDF68F-9D3D-428B-8B87-19385920ADF8}"/>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681E8B41-B037-49AF-9B88-866DF2DC23E6}"/>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9F8435D-1A6B-4699-9BB4-EA5B923B0623}"/>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C817979D-2CE1-4DF9-A126-86210B70BD98}"/>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D378CE23-BB6B-4AE1-AEC4-BDD444293BCB}"/>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2CD571C-7A5D-4837-905E-4032CB551653}"/>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6E078B52-AD24-48D0-A46F-DD9A014F0579}"/>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7353BDB7-C1BA-4B36-A622-C1DA3FDD4346}"/>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43902C22-17F3-48A3-A222-5F2241119A4A}"/>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0AE4132E-F697-4EA7-B6A0-25B3A621C2CB}"/>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9D5C974E-07DA-44FC-A1AD-2F9CEFBF7D29}"/>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BBBF6CC5-562B-4BEE-BFFD-F10E1C25FA2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354385BD-F20C-4EF7-87C4-4801EE959FEE}"/>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B49CBD68-E12B-4E66-B0C2-C5FC235AB36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86B5ADBB-07EC-495A-B637-A3D8F2DD1329}"/>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B630D1D4-7AAB-416B-B3BF-5A540A63789C}"/>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EAF3F192-ADB2-4E62-BDEB-DFEB9F84582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1F6F5ACB-9117-4E00-AC97-698555F589BD}"/>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17E0A185-DE30-4AD8-B8A8-2918607D7CC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8A7896D8-0F96-4E60-BFFE-9FF183902B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263836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886A7B65-D650-4E27-B0D6-C9E2CD13AD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A6C72DA2-DF1E-4834-868E-4B0D2B6DF0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72D3C866-5501-4FF3-A32C-B72B2CB1F3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3699CFD-8F70-4162-A095-ADB979A1CB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3B865EE6-9462-4208-9052-D78FC3B9E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17C0B5F8-322D-4380-9165-59D29A99E8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D7370A36-11A5-4866-B8EB-87FE797803A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785BAAE0-B12A-4816-B984-948819C2E45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481C6AE6-65B4-4CF8-B5BD-AA5054965E0D}"/>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1518F45B-77A5-450B-B1C0-CD30E3F8BB4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914B904-93EE-48DB-9622-DBBC758B1CA4}"/>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BC0C7F44-F847-4CB9-8B6A-BE06D9AB661D}"/>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9EB32652-EF6B-471B-96A9-C7C3298A9A1E}"/>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CA6225B2-7F7A-4B74-BDD3-E540857C4C2D}"/>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A0F00A87-ECFD-4CDF-9CD4-0F89216455E5}"/>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46EF8A6F-AC23-4B5B-A30B-E27D8637BCBC}"/>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020F0E03-33CE-4C80-A6C1-DFB581BF7665}"/>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8CF1F0D4-7FC7-4954-8686-B2361C26D94F}"/>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484169A9-A0ED-4CA6-A0D2-0F1EB91486AF}"/>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B2D2471-6000-4A3E-B97D-F951C384F19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8A729D9-8BA4-4A4D-9CCF-5664B87110A8}"/>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425A632-9D8C-4740-89E3-11DFE76B9A7D}"/>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03FB46C-BE9B-4879-908E-835D0ADD39B9}"/>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DA0C80B-FAF0-44AF-8768-66BA041D22EF}"/>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F5F77FD0-124D-4272-9BD3-C8F80A5CE8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111509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F367E236-5537-4B37-8099-0E7B7D6140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9C1A5628-5A4D-4607-A345-B5FB7815A8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B9C4E148-78B4-44F6-9117-7A4B62DA3C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A35D4A86-D8B2-49CC-B8C2-29CD4E1F9A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4857579D-2636-4C5E-96A7-68F443B498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259AFD54-7AB9-449B-B7BE-24DAE98932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40CF646D-F64E-4752-BA20-E248DE847D5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30CD3E29-D626-4FFC-ACCA-96F78637E9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073FB3DC-CEC3-403A-88D0-D3C00B43D6B0}"/>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2FAA2588-CBEC-4604-BF47-77241F9676D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67E4AA54-A000-4773-9FBC-BDF6F18B8983}"/>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A5EBE632-B964-4F2E-8C14-5D15E85B6AB6}"/>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01AC01A8-15C5-4ECD-B623-671D29E4FD4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B38DB13-915A-4D34-B90D-980F6088CD5D}"/>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AE322FB7-AF4D-4207-99C0-F4BD571CA832}"/>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0EE13B0E-34D3-435C-807D-D5C64D4524E5}"/>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23D7F499-D4CF-4376-A553-516A4412ABF1}"/>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3CC9B6F-35D4-4F88-B09D-2C4701670819}"/>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7895834E-CB9F-43DC-9DFC-A4D427D7D241}"/>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6D3DEB1D-0AA5-449A-9F97-C65D3F48F5E7}"/>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03B70793-3343-474F-98CB-DF3848D03A8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618E0FAE-B802-486E-BED7-D29A0DCD340F}"/>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EB0D8F15-7A4D-4599-BFD9-852735F35414}"/>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E346AE08-1A15-4EF2-B63A-FE5AF035A674}"/>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3C443A63-D910-4BA2-9A5E-3C631A017234}"/>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36151B1-57B5-4E11-8EB5-6C108D936CBF}"/>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662B68EA-B9FE-4E50-A8D9-B2DC409CFB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97F47649-3117-4846-A322-E1A018142D5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D3494E5C-F34E-4EDA-80F6-3FCDD24AB96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407C1FF3-12E4-478A-9097-218C58A03738}"/>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645361C0-B7E7-4B4F-9A96-2B8266991DE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004211-4113-4135-A485-22125563A4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4F6E0752-7D32-4D5B-AC11-1EB063F955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047572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DC2C945-E59B-4D76-927B-1DF3D441E7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E4B25E7F-FF21-4475-B40D-BF69E498E7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CEC3EC48-B5C5-4D34-B85C-F9E8251AAB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85ECC764-6F21-4504-9324-58E41F37C6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BC01C4F3-944C-4F29-80DE-E3E90E303B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AC49C07E-F17E-4F92-A515-BF5FBB2583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414D95FC-21B1-4546-A9BE-ED940789796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93AA5D0-F632-46C1-9D46-6777E8BBCF0B}"/>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C2DEF55-AF7E-4E15-A798-E95A1B5D4E83}"/>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A63F2C0F-FE30-47F1-B892-850704AD6B42}"/>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CFC89F56-9D3E-49AC-8B82-A792E84816CF}"/>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62D0D9B2-9AB8-4BE9-98C9-1926B9FDAAF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FC6C4B6-B6B8-4A5D-879C-F4745EF8348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8B6D5537-EDE6-4E72-9EA3-F5CE28C3D132}"/>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035DFCEA-5FA1-4E48-BA8A-E4EC5D3850F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325C8AD6-55D4-4F01-B19C-32F64E309852}"/>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AC2B37BB-E9DF-4B14-A7AD-FD9F2D8BED9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EB4CBE5-E62B-450C-BF84-D7499C267E50}"/>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CADA81F-BAB1-4A64-99D1-C3EBBF321EC0}"/>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BC64B20A-9E3C-426C-B83E-8051F03B387C}"/>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4BABCC7-FFF1-4D14-9457-6D6CF9614F29}"/>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5D03E18-7B6F-43FD-8934-9C814D664EF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1AB66F76-D27E-4738-BCFB-885EEC238CD2}"/>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07D66584-C22E-44AD-B47B-03EE8C9C9D07}"/>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38E6C07D-7831-4689-82FF-B10C78FF87BD}"/>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B1512EDB-A50F-4599-8D29-D64627A7157C}"/>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B71829BA-CE4B-4C0F-B89C-E079078A681E}"/>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84AA5FB-D351-423C-B3CD-46F55EE796A1}"/>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C9A90A0-7CEC-479C-AFB8-E2C1161D08C8}"/>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F07B1BAB-CE10-4402-AC69-E4C0348584CD}"/>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D9ED2D8B-CEA0-413B-808B-54DD859E97ED}"/>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E123055-6B5E-4E1C-8FAF-FF4983E25CD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E1B94A24-E7BA-4297-8017-34BD75467F73}"/>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442E691A-11EE-416B-AD5D-1BA3C34CA3A9}"/>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5FF8FE59-D173-4633-978F-2E8A465AD4B3}"/>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F933385-6131-4093-80C2-5B3B8FC718D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16A1B62-F223-40A3-83F4-C1B54E6FFF0E}"/>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76C597E3-4A96-4214-977A-130CCB749500}"/>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174BB05-2EB7-4C5D-8007-27D6BCD12712}"/>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3642DAAC-0BC6-4549-9DE8-9D781F3734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CF086B9D-BB1E-47EA-8DBA-B8FCDA6C3A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253371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9C6419B1-CB69-4D29-9EFB-31E9A1327C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574C39DC-3903-4BA1-8AAD-C9E7727832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562CEAEF-45E1-4411-B47F-ECB7FDD21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B84FDE6-FCB5-4D76-959C-E3ADD1C1F8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EC4D25E3-E26C-4B63-87C8-BF55216E1C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075B4CB8-7878-48B2-9149-DA4CCC57F6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441012D4-8DDF-49D2-890E-0B2331B5913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8F2EBD07-1B34-4416-81EB-D986D9227B56}"/>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DFE4182F-2ADD-4A53-9EC7-062A2CD0ECE5}"/>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12DCB168-E416-48AF-B3C7-4EEC2514DEA1}"/>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91DEF777-6A73-4A95-9F61-1B094777A13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844BEFD7-D391-44FA-884C-091900AE95F6}"/>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A0112ADC-DD89-4FA4-841B-BD38E74BC94E}"/>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CB2524-4371-44FD-A90F-365B675F4FE4}"/>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18A0D50-DE9F-4087-92D3-557967A16F0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04AE9C3D-564E-4CD0-9DE9-B5F1E9D84F0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33C37747-4C85-47F4-9537-8226FD364A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969E78EE-2B4B-46D4-9EEF-07392414C8E7}"/>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A4B8D1A6-F0B2-4895-BA18-9C8C4EB8373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123CA128-4DA0-461C-9365-977F7D236810}"/>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7DFB18D-2971-4773-B3B1-30D97E092DD7}"/>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3C7629D1-F88D-470F-A9E0-B2F64892E351}"/>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E645DB99-C38C-4219-AF8A-CE47AE8BAA36}"/>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C7E8304E-4B0E-44CC-8DC7-9F1A46C3500C}"/>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FAE8AEDF-7E3F-48B9-97FD-5CE9B583063D}"/>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3AC12C6B-3EF1-41D8-BD56-4602DB76DC0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609DAC8B-4AB9-4380-8494-61F30AB5CB3E}"/>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566A957C-DA35-492A-8308-2CABC6DCFDEF}"/>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1394C0A1-9981-4FD0-8EB9-6AED758A88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617221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ABD8A4B0-614E-4F29-8349-4FB00E1E5B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27A2AC32-19A9-4517-862B-7AF72F84BB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2F2D10D5-C3AD-4D44-AA3E-65BD7ECC63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BA56E40-06DB-4A16-B62E-9204BDB4C9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785C29EF-CA70-462B-B73B-27E1DC7DD0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0A3A572D-8FD3-41A7-96C4-0C68C0EC60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4A9415B9-FA23-4330-B368-7DF8E1893F9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FC87531-4FAA-4BF5-8AE6-D514C31540C1}"/>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64B8A9F4-990B-4E76-9138-B9E276A37A04}"/>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CC001C98-3247-4E32-BCF1-1EE6B12B4BC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9EBC484C-BE3F-4BDE-8097-14C6BB454463}"/>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7B94DF8A-0C2F-46BD-BFE1-10E25F4551A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488FED83-9845-4038-BD06-B21180E1698D}"/>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95BC45E3-AA49-446F-B1FA-42D88506F097}"/>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38448A7C-AE49-4622-BCF2-D6A1632610D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328638C-46F9-4D1B-B5BF-3033A1E6017F}"/>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ABEA885F-D613-484D-8671-CAFC5D6799CA}"/>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4B290D12-83F2-4239-9E78-39D1166C6AC9}"/>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1D676D7-DDF3-485E-BED1-B9782954AFEF}"/>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92D8C844-E0CF-4D18-BF02-8350CBAEFBEB}"/>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5FAD7213-06D0-414A-811D-C8CE6221BCE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0F0F6D79-BF76-45C6-8F1A-EC0EE6AC25C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499BC43-85A4-4F9C-8687-53D949160ECC}"/>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C7A24901-8DD6-485E-A344-7374EF1F7779}"/>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5B64E18B-2B83-4A2F-9C40-963C74801216}"/>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6BCDB599-A8FD-4343-BAA7-E11CF6D81B90}"/>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A4F57459-4C9C-4BE1-A66D-C5A5864549B6}"/>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C642541E-7EBA-4C04-BB17-5FC8E097EFC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FE7DC28C-2642-4663-9EA3-AEA0466AA3A4}"/>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CE385AAE-00E2-4E74-B650-85B3B79DC8B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7C52866-DEB8-4A87-925D-D8728E385DDA}"/>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A2123571-BC0D-47EB-8623-371CA55A52B8}"/>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89BC4ECA-6B37-4C29-BFE7-087496123065}"/>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0385224A-64AB-441E-9CFB-6931B69F21C3}"/>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1B33CFF-8977-494A-AFEB-C7CF62F1D4E6}"/>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FBCDFEF4-1F35-4D8E-8910-C8EA1A0294AE}"/>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9A6E0C68-E363-4FC6-9B9A-5999BE1CDBC1}"/>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4706590C-F327-404B-9AA5-81F7C7BB5D63}"/>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132FB50-4D89-4909-8550-74ABC17420E8}"/>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7C803A4B-938F-4E49-9558-CEA3C79997C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A416343C-7DD9-4FF0-AE94-66A3155B0EFF}"/>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08D7A600-E338-45F3-88BF-248F3FB4991C}"/>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00F6B13-5C7C-47B0-9A46-325B43696B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8895275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24179DF7-1B50-4844-916D-5B32F93FB0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24E4DD2C-0205-441C-B2B5-CF8E9EDEC8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5A83E18E-6CC8-4B67-BA89-9A77FC8A54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F0CFE4CB-D697-4A5B-997C-5A93A085F9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9BF2D5FD-FD98-49CC-BD0A-8D91611A9D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3183025F-2232-4019-9DD6-CB7B1ADD5C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36B07A41-172D-4707-BA53-4ED9E351C484}"/>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508BD783-51ED-4828-81C1-6FD4419DCBC0}"/>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8EF14D78-74B1-4926-B54C-7534FAD71F26}"/>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B2E7AD00-81EA-486B-9CB1-FB684000F83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80E1B82D-20A3-413A-924A-096A9D8AE64C}"/>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AEE1202C-05AA-4E94-B538-18CEEE1F1058}"/>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821F246F-7B01-4D15-AE83-C224D97316A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27C492D-6088-4736-8F13-CC4C66B1C898}"/>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27A58D6D-7CBF-4EA1-853F-B3271E26DA2D}"/>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FFCA6EBE-77E1-4EC8-BAC8-01C5A36BE38B}"/>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00820379-C6E2-4466-B05C-DFA4B9CDA818}"/>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AEAF7EB2-002A-45F1-A2BF-A1B1D4315A4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A3D7EC83-9663-4CFD-9134-27F0BE489ECF}"/>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301D1F76-1E01-4540-8BD6-73648D21D1B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90AD07C1-6DF3-4F16-90AB-61B748D19DD7}"/>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5D7986ED-620A-4BC0-B2CA-C408F84F0012}"/>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0850E11D-1F75-4AFF-9373-0BCDB39D70D6}"/>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DD7D2231-568A-4F17-A3EB-F27053434C1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4875F375-3A83-4EC9-948F-15D13CA02F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685131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9A44E2B3-2F49-4B4F-AC2C-141177466D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B0C91B35-B9BF-432B-B36B-AE43FE543C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DBF374E7-6746-442D-B446-889C22D79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E32CAEA3-F56C-4922-BAC0-9E180E9381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E4B97ACA-A392-4D26-B4DB-DF99FF4F26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8323E5ED-7397-46C3-8203-68B450B2D5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251704DC-8C72-4DA0-BCA2-F1370B4E854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65B55960-D928-4000-AA22-918575B36219}"/>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11B2F46D-FC91-41E9-A09E-BF674A064A05}"/>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0B664E6-BD9A-49E7-B94C-8268FF99841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FDD26A26-15C7-489B-8095-8E8BBBDDF54A}"/>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11D12BA6-5A81-474E-AA94-08097AE84CF2}"/>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6983307-EBD5-4378-934A-9BCD623B3778}"/>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FBDF592-EB80-43CB-895D-BCA6596ABB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557947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7EE45DB7-78E8-41CB-BE58-9A963F6AB9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61F6D028-DCC5-4F46-B92D-324EF28659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8E92C354-3BB0-40C5-A504-4120D2DF6D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4434EAA-E08B-4367-B382-872EF647D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9E9523A4-ABCD-44AE-BE8B-73EC1808E2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6C7C11B-9A4A-4124-9637-EB3CAFC078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93CD5AC-469C-4D97-BEEF-802E5D5D414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5374DD0A-B171-44E8-9D4B-BD1274CA974E}"/>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1943820-E8A4-40DF-939F-4F7CABACEC95}"/>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0455B765-7FF4-4E90-A08E-1192BAEB1360}"/>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4C1355FF-AE86-4B92-B100-0CA11BCF636B}"/>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DC17C2C-01C2-4254-BBBB-369D698764C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CF5302AC-7F4E-4753-85CC-CA85D2A5971C}"/>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4E68E4C4-E379-4D80-8FC9-C11CDD286A3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AE562EF4-8992-48C2-828D-6D3525CAE3C9}"/>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0268E938-6B07-4652-AD1B-A9EF8FD99AD4}"/>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7EC99F5A-5B8B-4FD5-9E7F-4FE244B454D7}"/>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DE312BBD-CAC8-4D27-B9C8-1CE3A3FD3B5B}"/>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9468344C-03D9-4B93-9339-9095A5F4B593}"/>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A68C869D-998B-4F57-B4B3-93208EB7F6DB}"/>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3A89C82A-4989-458F-9C5E-18961CDCE619}"/>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9C2B76B4-5B94-4E80-876C-1D3D6AAF440C}"/>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8E47E0EE-9985-4142-8998-4FB5A1B6AF2A}"/>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51F17546-A470-4409-BFD8-430E0EE6F180}"/>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12FDC0F-0093-4DE4-8045-6D744F1BE7EF}"/>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22FA5639-BA12-4A66-8135-F7256FECE3E8}"/>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F706BB7-15D6-4CE1-9A2F-E0FAAD10C7B2}"/>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FF652BEB-76B7-49DF-99D5-5A93AD1C7189}"/>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D1D3EE16-9CE7-4835-A50F-0B2B44C71F06}"/>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F88F0124-4A16-4D54-812B-9842A2CF94B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8006F67C-5B2A-4C45-ACC1-5F0C03C7F54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FE39B440-BD01-4BB7-892B-05C8304AC4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004689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955EA84-E7EB-4A34-8200-7D1F254A5A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26C813FC-73C4-4088-B8C0-A851D66AE8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74BA5723-42FB-45EB-AB51-204C5BB50C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E68C5A62-A980-4C15-9181-E732441BCD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4989033F-FCBA-4D53-A079-57BCFD386F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A0FC0A33-1123-4E5C-8B97-4CA748B8DF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7EA3CA7-C4AE-47E1-8A3C-A81DF545A698}"/>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09782521-B409-4029-84E6-D694E9C5B4E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5B03EC1-4657-4DD4-AB5A-A2588E44F39A}"/>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56E348B9-F09B-4744-AE2A-BF84608CF7F4}"/>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273030CF-BA1F-4D69-8E61-ACC20990FEAF}"/>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A532347C-2C17-47A3-9A00-D315825DB5FE}"/>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3404666B-4359-458F-B8CF-A755709DDE4B}"/>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77DE8A79-244F-4F5F-A1C1-FC182F4A6163}"/>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F8F4703D-1E35-4036-8F75-DACE47974FD3}"/>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A0757C29-869F-492F-B151-704F87454DB0}"/>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DE0C3CA-12C2-4C5E-B5C7-5BED459ACD2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CF403733-289C-4EE5-B4EA-3B24986A445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20BDAFED-6E5C-44FA-AE59-D6747B19FB51}"/>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899C1814-75A2-47F9-BBE6-B5E93DF9F326}"/>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0B3B37E9-DE9B-4D71-A6D5-F6F3884D029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ADE081E5-F09C-4F6C-ABF0-85BB9DBF9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149351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2026-10-25T09:03:41.9660000Z</dcterms:created>
  <dcterms:modified xsi:type="dcterms:W3CDTF">2026-10-25T09:03:41.9660000Z</dcterms:modified>
</coreProperties>
</file>