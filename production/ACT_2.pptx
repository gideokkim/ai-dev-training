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e4ab3a41f04fc2" /><Relationship Type="http://schemas.openxmlformats.org/officeDocument/2006/relationships/extended-properties" Target="/docProps/app.xml" Id="R311f73815aa94ecf" /><Relationship Type="http://schemas.openxmlformats.org/officeDocument/2006/relationships/officeDocument" Target="/ppt/presentation.xml" Id="Reccda7d0ef084a62" /></Relationships>
</file>

<file path=ppt/presentation.xml><?xml version="1.0" encoding="utf-8"?>
<p:presentation xmlns:p="http://schemas.openxmlformats.org/presentationml/2006/main">
  <p:sldMasterIdLst>
    <p:sldMasterId xmlns:r="http://schemas.openxmlformats.org/officeDocument/2006/relationships" id="2147483648" r:id="R7c69873fc829413f"/>
  </p:sldMasterIdLst>
  <p:notesMasterIdLst>
    <p:notesMasterId xmlns:r="http://schemas.openxmlformats.org/officeDocument/2006/relationships" r:id="Rb7ab5f7f4fb24900"/>
  </p:notesMasterIdLst>
  <p:sldIdLst>
    <p:sldId xmlns:r="http://schemas.openxmlformats.org/officeDocument/2006/relationships" id="256" r:id="R082a2420d4614a30"/>
    <p:sldId xmlns:r="http://schemas.openxmlformats.org/officeDocument/2006/relationships" id="257" r:id="R7a0a4b8966894989"/>
    <p:sldId xmlns:r="http://schemas.openxmlformats.org/officeDocument/2006/relationships" id="258" r:id="R9704babb09e04ae2"/>
    <p:sldId xmlns:r="http://schemas.openxmlformats.org/officeDocument/2006/relationships" id="259" r:id="R082673214f57460c"/>
    <p:sldId xmlns:r="http://schemas.openxmlformats.org/officeDocument/2006/relationships" id="260" r:id="Ra31596f061c64ba7"/>
    <p:sldId xmlns:r="http://schemas.openxmlformats.org/officeDocument/2006/relationships" id="261" r:id="R3045b333d4ed4b7b"/>
    <p:sldId xmlns:r="http://schemas.openxmlformats.org/officeDocument/2006/relationships" id="262" r:id="R9727057bc1f149e8"/>
    <p:sldId xmlns:r="http://schemas.openxmlformats.org/officeDocument/2006/relationships" id="263" r:id="R2bf8cf552065434c"/>
    <p:sldId xmlns:r="http://schemas.openxmlformats.org/officeDocument/2006/relationships" id="264" r:id="R6cf1ae378de6444b"/>
    <p:sldId xmlns:r="http://schemas.openxmlformats.org/officeDocument/2006/relationships" id="265" r:id="R584474707f43433a"/>
    <p:sldId xmlns:r="http://schemas.openxmlformats.org/officeDocument/2006/relationships" id="266" r:id="R3b1cca02e4c74263"/>
    <p:sldId xmlns:r="http://schemas.openxmlformats.org/officeDocument/2006/relationships" id="267" r:id="R5004ee83559f41a1"/>
    <p:sldId xmlns:r="http://schemas.openxmlformats.org/officeDocument/2006/relationships" id="268" r:id="R05078d3ba3174a26"/>
    <p:sldId xmlns:r="http://schemas.openxmlformats.org/officeDocument/2006/relationships" id="269" r:id="R5ed5389ab27f4406"/>
    <p:sldId xmlns:r="http://schemas.openxmlformats.org/officeDocument/2006/relationships" id="270" r:id="R3112c7db81f04fcb"/>
    <p:sldId xmlns:r="http://schemas.openxmlformats.org/officeDocument/2006/relationships" id="271" r:id="R97e7637118794106"/>
    <p:sldId xmlns:r="http://schemas.openxmlformats.org/officeDocument/2006/relationships" id="272" r:id="R2a60d97e14d04382"/>
    <p:sldId xmlns:r="http://schemas.openxmlformats.org/officeDocument/2006/relationships" id="273" r:id="R10a4a82608ec4042"/>
    <p:sldId xmlns:r="http://schemas.openxmlformats.org/officeDocument/2006/relationships" id="274" r:id="R12355ffe20014e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ace5203bba422e" /><Relationship Type="http://schemas.openxmlformats.org/officeDocument/2006/relationships/slideMaster" Target="/ppt/slideMasters/slideMaster1.xml" Id="R7c69873fc829413f" /><Relationship Type="http://schemas.openxmlformats.org/officeDocument/2006/relationships/notesMaster" Target="/ppt/notesMasters/notesMaster1.xml" Id="Rb7ab5f7f4fb24900" /><Relationship Type="http://schemas.openxmlformats.org/officeDocument/2006/relationships/presProps" Target="/ppt/presProps.xml" Id="Ra459eacfa5a44bb6" /><Relationship Type="http://schemas.openxmlformats.org/officeDocument/2006/relationships/tableStyles" Target="/ppt/tableStyles.xml" Id="R0ac476c1455648ff" /><Relationship Type="http://schemas.openxmlformats.org/officeDocument/2006/relationships/slide" Target="/ppt/slides/slide1.xml" Id="R082a2420d4614a30" /><Relationship Type="http://schemas.openxmlformats.org/officeDocument/2006/relationships/slide" Target="/ppt/slides/slide2.xml" Id="R7a0a4b8966894989" /><Relationship Type="http://schemas.openxmlformats.org/officeDocument/2006/relationships/slide" Target="/ppt/slides/slide3.xml" Id="R9704babb09e04ae2" /><Relationship Type="http://schemas.openxmlformats.org/officeDocument/2006/relationships/slide" Target="/ppt/slides/slide4.xml" Id="R082673214f57460c" /><Relationship Type="http://schemas.openxmlformats.org/officeDocument/2006/relationships/slide" Target="/ppt/slides/slide5.xml" Id="Ra31596f061c64ba7" /><Relationship Type="http://schemas.openxmlformats.org/officeDocument/2006/relationships/slide" Target="/ppt/slides/slide6.xml" Id="R3045b333d4ed4b7b" /><Relationship Type="http://schemas.openxmlformats.org/officeDocument/2006/relationships/slide" Target="/ppt/slides/slide7.xml" Id="R9727057bc1f149e8" /><Relationship Type="http://schemas.openxmlformats.org/officeDocument/2006/relationships/slide" Target="/ppt/slides/slide8.xml" Id="R2bf8cf552065434c" /><Relationship Type="http://schemas.openxmlformats.org/officeDocument/2006/relationships/slide" Target="/ppt/slides/slide9.xml" Id="R6cf1ae378de6444b" /><Relationship Type="http://schemas.openxmlformats.org/officeDocument/2006/relationships/slide" Target="/ppt/slides/slide10.xml" Id="R584474707f43433a" /><Relationship Type="http://schemas.openxmlformats.org/officeDocument/2006/relationships/slide" Target="/ppt/slides/slide11.xml" Id="R3b1cca02e4c74263" /><Relationship Type="http://schemas.openxmlformats.org/officeDocument/2006/relationships/slide" Target="/ppt/slides/slide12.xml" Id="R5004ee83559f41a1" /><Relationship Type="http://schemas.openxmlformats.org/officeDocument/2006/relationships/slide" Target="/ppt/slides/slide13.xml" Id="R05078d3ba3174a26" /><Relationship Type="http://schemas.openxmlformats.org/officeDocument/2006/relationships/slide" Target="/ppt/slides/slide14.xml" Id="R5ed5389ab27f4406" /><Relationship Type="http://schemas.openxmlformats.org/officeDocument/2006/relationships/slide" Target="/ppt/slides/slide15.xml" Id="R3112c7db81f04fcb" /><Relationship Type="http://schemas.openxmlformats.org/officeDocument/2006/relationships/slide" Target="/ppt/slides/slide16.xml" Id="R97e7637118794106" /><Relationship Type="http://schemas.openxmlformats.org/officeDocument/2006/relationships/slide" Target="/ppt/slides/slide17.xml" Id="R2a60d97e14d04382" /><Relationship Type="http://schemas.openxmlformats.org/officeDocument/2006/relationships/slide" Target="/ppt/slides/slide18.xml" Id="R10a4a82608ec4042" /><Relationship Type="http://schemas.openxmlformats.org/officeDocument/2006/relationships/slide" Target="/ppt/slides/slide19.xml" Id="R12355ffe20014e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24e4d0674349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50dcb0d12e4359" /><Relationship Type="http://schemas.openxmlformats.org/officeDocument/2006/relationships/notesMaster" Target="/ppt/notesMasters/notesMaster1.xml" Id="R86b0dcde18964b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5e8d7123cc4c92" /><Relationship Type="http://schemas.openxmlformats.org/officeDocument/2006/relationships/notesMaster" Target="/ppt/notesMasters/notesMaster1.xml" Id="Rea8d6ad3ced046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4bbab66d9c49bc" /><Relationship Type="http://schemas.openxmlformats.org/officeDocument/2006/relationships/notesMaster" Target="/ppt/notesMasters/notesMaster1.xml" Id="R9cc2c6d4bf0343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d0c4898e6947be" /><Relationship Type="http://schemas.openxmlformats.org/officeDocument/2006/relationships/notesMaster" Target="/ppt/notesMasters/notesMaster1.xml" Id="R1918fbf9d5d446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4ea983a3a94572" /><Relationship Type="http://schemas.openxmlformats.org/officeDocument/2006/relationships/notesMaster" Target="/ppt/notesMasters/notesMaster1.xml" Id="Red5feb7bac4144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99a3652cb34c50" /><Relationship Type="http://schemas.openxmlformats.org/officeDocument/2006/relationships/notesMaster" Target="/ppt/notesMasters/notesMaster1.xml" Id="R3de3574c808f40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f9b5d0a7b9480b" /><Relationship Type="http://schemas.openxmlformats.org/officeDocument/2006/relationships/notesMaster" Target="/ppt/notesMasters/notesMaster1.xml" Id="R1f191b6337f74f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1f38abda904fa3" /><Relationship Type="http://schemas.openxmlformats.org/officeDocument/2006/relationships/notesMaster" Target="/ppt/notesMasters/notesMaster1.xml" Id="R7e943e78a34447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86dfaf4a7643ba" /><Relationship Type="http://schemas.openxmlformats.org/officeDocument/2006/relationships/notesMaster" Target="/ppt/notesMasters/notesMaster1.xml" Id="R333f6d9c2aa642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85d9b31e5d4517" /><Relationship Type="http://schemas.openxmlformats.org/officeDocument/2006/relationships/notesMaster" Target="/ppt/notesMasters/notesMaster1.xml" Id="Rc64208b5fa034f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1ff779d8094d3f" /><Relationship Type="http://schemas.openxmlformats.org/officeDocument/2006/relationships/notesMaster" Target="/ppt/notesMasters/notesMaster1.xml" Id="R551b8e84fa7d4f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cba95c26cc420e" /><Relationship Type="http://schemas.openxmlformats.org/officeDocument/2006/relationships/notesMaster" Target="/ppt/notesMasters/notesMaster1.xml" Id="Rb93bd5b931d9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75dea2f5f54b3b" /><Relationship Type="http://schemas.openxmlformats.org/officeDocument/2006/relationships/notesMaster" Target="/ppt/notesMasters/notesMaster1.xml" Id="Rf29727ab938e441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32c8eaeabb8405f" /><Relationship Type="http://schemas.openxmlformats.org/officeDocument/2006/relationships/notesMaster" Target="/ppt/notesMasters/notesMaster1.xml" Id="R2ff00cb1f36e4a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53b78cd5d1436e" /><Relationship Type="http://schemas.openxmlformats.org/officeDocument/2006/relationships/notesMaster" Target="/ppt/notesMasters/notesMaster1.xml" Id="Rc4f9a2a93ea345a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fcb94ebeb24c55" /><Relationship Type="http://schemas.openxmlformats.org/officeDocument/2006/relationships/notesMaster" Target="/ppt/notesMasters/notesMaster1.xml" Id="Rbcd98bab6ad440c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6105ba65fbb41ac" /><Relationship Type="http://schemas.openxmlformats.org/officeDocument/2006/relationships/notesMaster" Target="/ppt/notesMasters/notesMaster1.xml" Id="R220259dea824418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b6738d3dca14952" /><Relationship Type="http://schemas.openxmlformats.org/officeDocument/2006/relationships/notesMaster" Target="/ppt/notesMasters/notesMaster1.xml" Id="R226a0c3590df42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39ae376a2144c3" /><Relationship Type="http://schemas.openxmlformats.org/officeDocument/2006/relationships/notesMaster" Target="/ppt/notesMasters/notesMaster1.xml" Id="R82034372cc1d48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전체402분이다.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f7b127e9f849a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e02355ceba4dd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e5bc814bb024d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cb1d707623c422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f46e7c154294e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b3ad3821a94f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A9273D-ABAB-4E0F-A159-1860828E2D2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6185592-C195-4946-B6BD-5FEA932BA4D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B98666C-AE7A-4C5C-B346-EE13B1E670E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F8E8CB-CAEC-4805-B01C-F98393FC1D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EE4DA8D-B762-4F47-9CE7-15A9A1328F6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116E6F5-2D13-46BB-AB29-A04D1630A5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5401CE-FB60-4B88-8F82-43234BF18A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DB3B151-A80C-4376-9684-15FCCE5D9E1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1B8463-3A83-4593-9A99-6ADF21A19F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4651CD5-E006-404E-AC68-EFAFAAC82EF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d7f3e87500487b" /><Relationship Type="http://schemas.openxmlformats.org/officeDocument/2006/relationships/slideLayout" Target="/ppt/slideLayouts/slideLayout1.xml" Id="R15564fa4db2d4376" /><Relationship Type="http://schemas.openxmlformats.org/officeDocument/2006/relationships/slideLayout" Target="/ppt/slideLayouts/slideLayout2.xml" Id="R5668e4ac42664a9f" /><Relationship Type="http://schemas.openxmlformats.org/officeDocument/2006/relationships/slideLayout" Target="/ppt/slideLayouts/slideLayout3.xml" Id="R8e805fba8ab24083" /><Relationship Type="http://schemas.openxmlformats.org/officeDocument/2006/relationships/slideLayout" Target="/ppt/slideLayouts/slideLayout4.xml" Id="Rb2ef9b35629a4370" /><Relationship Type="http://schemas.openxmlformats.org/officeDocument/2006/relationships/slideLayout" Target="/ppt/slideLayouts/slideLayout5.xml" Id="Rd9158a336c374706" /><Relationship Type="http://schemas.openxmlformats.org/officeDocument/2006/relationships/slideLayout" Target="/ppt/slideLayouts/slideLayout6.xml" Id="R21cf217535094e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564fa4db2d4376"/>
    <p:sldLayoutId xmlns:r="http://schemas.openxmlformats.org/officeDocument/2006/relationships" id="2147483650" r:id="R5668e4ac42664a9f"/>
    <p:sldLayoutId xmlns:r="http://schemas.openxmlformats.org/officeDocument/2006/relationships" id="2147483651" r:id="R8e805fba8ab24083"/>
    <p:sldLayoutId xmlns:r="http://schemas.openxmlformats.org/officeDocument/2006/relationships" id="2147483652" r:id="Rb2ef9b35629a4370"/>
    <p:sldLayoutId xmlns:r="http://schemas.openxmlformats.org/officeDocument/2006/relationships" id="2147483653" r:id="Rd9158a336c374706"/>
    <p:sldLayoutId xmlns:r="http://schemas.openxmlformats.org/officeDocument/2006/relationships" id="2147483654" r:id="R21cf217535094e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20666e3ba2c4b89" /><Relationship Type="http://schemas.openxmlformats.org/officeDocument/2006/relationships/notesSlide" Target="/ppt/notesSlides/notesSlide1.xml" Id="R6cbb2ec2bc374f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45d236a0b44856" /><Relationship Type="http://schemas.openxmlformats.org/officeDocument/2006/relationships/notesSlide" Target="/ppt/notesSlides/notesSlide2.xml" Id="Rdead7693ecbb47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54a3f759ee2459a" /><Relationship Type="http://schemas.openxmlformats.org/officeDocument/2006/relationships/notesSlide" Target="/ppt/notesSlides/notesSlide3.xml" Id="Ra2c25d419be545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98add6c48904f06" /><Relationship Type="http://schemas.openxmlformats.org/officeDocument/2006/relationships/notesSlide" Target="/ppt/notesSlides/notesSlide4.xml" Id="R5c0c445656f34e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f056d8b35844c3" /><Relationship Type="http://schemas.openxmlformats.org/officeDocument/2006/relationships/image" Target="/ppt/media/image.png" Id="Rc519b71cb63843a4" /><Relationship Type="http://schemas.openxmlformats.org/officeDocument/2006/relationships/image" Target="/ppt/media/image2.png" Id="R05d5af94c6054aa1" /><Relationship Type="http://schemas.openxmlformats.org/officeDocument/2006/relationships/notesSlide" Target="/ppt/notesSlides/notesSlide5.xml" Id="R855f3ee80a5a40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3c6003567b4307" /><Relationship Type="http://schemas.openxmlformats.org/officeDocument/2006/relationships/image" Target="/ppt/media/image3.png" Id="R6a816766cdac46f8" /><Relationship Type="http://schemas.openxmlformats.org/officeDocument/2006/relationships/notesSlide" Target="/ppt/notesSlides/notesSlide6.xml" Id="R4962af50ed634f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86ad5f9d5d4e5f" /><Relationship Type="http://schemas.openxmlformats.org/officeDocument/2006/relationships/notesSlide" Target="/ppt/notesSlides/notesSlide7.xml" Id="Rabe487f2b1cb49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9db62596a0846fe" /><Relationship Type="http://schemas.openxmlformats.org/officeDocument/2006/relationships/notesSlide" Target="/ppt/notesSlides/notesSlide8.xml" Id="R1506d160ed71430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422dcbeeea24cbd" /><Relationship Type="http://schemas.openxmlformats.org/officeDocument/2006/relationships/notesSlide" Target="/ppt/notesSlides/notesSlide9.xml" Id="Rcedfc617514b44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c8b9fc0038140d1" /><Relationship Type="http://schemas.openxmlformats.org/officeDocument/2006/relationships/notesSlide" Target="/ppt/notesSlides/notesSlide10.xml" Id="Rd36ffcd8a3f6459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b86650bf9e04b74" /><Relationship Type="http://schemas.openxmlformats.org/officeDocument/2006/relationships/notesSlide" Target="/ppt/notesSlides/notesSlide11.xml" Id="R84f434068f9147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c012b4589024bf3" /><Relationship Type="http://schemas.openxmlformats.org/officeDocument/2006/relationships/notesSlide" Target="/ppt/notesSlides/notesSlide12.xml" Id="Rf4ce75076c0e48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1faa4a196164722" /><Relationship Type="http://schemas.openxmlformats.org/officeDocument/2006/relationships/notesSlide" Target="/ppt/notesSlides/notesSlide13.xml" Id="R97820276a51347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b90f9bafa6e4d29" /><Relationship Type="http://schemas.openxmlformats.org/officeDocument/2006/relationships/notesSlide" Target="/ppt/notesSlides/notesSlide14.xml" Id="Rf63f891cb36c49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991c9a2caad43a8" /><Relationship Type="http://schemas.openxmlformats.org/officeDocument/2006/relationships/notesSlide" Target="/ppt/notesSlides/notesSlide15.xml" Id="Re385deae801c48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22f5eb4244e4409" /><Relationship Type="http://schemas.openxmlformats.org/officeDocument/2006/relationships/notesSlide" Target="/ppt/notesSlides/notesSlide16.xml" Id="R08cdd80d92dd44c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396e28657624500" /><Relationship Type="http://schemas.openxmlformats.org/officeDocument/2006/relationships/notesSlide" Target="/ppt/notesSlides/notesSlide17.xml" Id="R0d0aed8b3f8a409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fba897859ef4966" /><Relationship Type="http://schemas.openxmlformats.org/officeDocument/2006/relationships/notesSlide" Target="/ppt/notesSlides/notesSlide18.xml" Id="R422f55628e78466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7f9dd9046e54ce6" /><Relationship Type="http://schemas.openxmlformats.org/officeDocument/2006/relationships/notesSlide" Target="/ppt/notesSlides/notesSlide19.xml" Id="Rdace2aa5d83d4e8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907B1AB5-C887-4D6F-8AB2-9E5FB2B1038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01A72210-F94C-470C-A708-1F583DA4CA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93EA0902-8E7C-469F-A67B-94E557DDD5C5}"/>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674D46FA-014B-4F8F-B207-5A6C3275190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74EFC9E-D89E-45C0-BC84-4D2E74F4EAC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A9AA43CD-B300-4BF8-BE9F-37769975B610}"/>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9D5DF43-EDEA-4732-93F8-B69F2AE9F8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7179896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80BB14D-14D4-4C19-9B7B-753BE29149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D3F3BA1-A2C4-4E9B-8F19-C4D130A43E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651CCCC1-E86F-4EF5-9A3C-D94032A639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7BF5933-794D-4F9B-B675-FC9C02E10A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90091B5-D7A4-491E-8F81-FB1ED7594D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56285E0-A9CF-4EA2-BD34-136698AEB6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32B802F-A4E4-4DEA-BF4C-E63FD6F639F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7045FFC-E745-46EC-93BC-9F59BF8361F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E76C5B7-C382-4760-85FE-C8C3ABAA516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D138039-4354-4013-A13A-9D45500B106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43904C-73DC-436D-8372-F30ACF6890E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2794F7F-DED7-404A-A9DC-FA8D22477DB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6E0FC43-D898-41FF-838C-554076B2DCA4}"/>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FDA6094-C814-4FFD-B3EA-3BEB3DE715F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AFA60FA-95B3-4564-AA22-C6255331D4F9}"/>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EBEB672-772F-4C34-B992-0A52C396182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5D571BED-1248-4A46-80A4-268B61C6339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F058622-CEA2-45B4-93A0-6F766D245B9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7538058D-7CC9-4112-8FD7-E5272D52932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0BD7EA-1636-4E98-831D-E188B3D9600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CC4A655-C2B3-49C7-87A6-A5163426230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C207C2F-38A9-473C-BD8A-DED742DDB0D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1F8B677F-A13E-4EA0-AD03-B73CBBDD29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766279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687A5CC-3151-4EC8-A3AB-CF7C6E09EB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A3C1020A-E7FB-4E8B-AC89-85391C62D1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A4641ECD-CF7C-45B7-B58C-953672EE3D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CB15516-BFAE-42F1-875F-B6B30D9A6E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D1D49855-FDB1-4B2A-B2DE-4F5927B088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4974AF9-2C7C-4201-85D0-294EF5DA10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0DCF1BA-D350-438A-BC2B-71E3550B8D1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4C3BC605-C992-4BE1-ACCD-126ED51F795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3E8988E-15D8-4EE9-A49E-E99242FBC66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E317AC2-3780-4E39-8634-138A260520DE}"/>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7B0121C3-30FF-4912-AD54-09FD09F3AE9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78AD72C-4CCD-439D-A1AF-326A64FA910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7C8241F-5412-40A1-BD76-2D843ABF5524}"/>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557D992-36C5-40DB-A35F-1D6B726EDA2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82C0F6E-A92B-4FC4-9C12-ED9722DD2AD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4084746B-1D7B-427C-8C12-E530E777D33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FA0FBBF-3E5E-40EB-8E15-FD4461B8015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D2B54053-3F67-4A9D-95C8-89B0466D4569}"/>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5C10814-6410-4E97-A788-F07750F66366}"/>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A32A0B30-64C0-4BDC-85FB-E451D39F9A9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BA871B1-BF6B-4411-A27F-921F6C3DF4F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34726E7-81D5-4A89-9B1A-4DE9A916CD1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C9128F31-369D-4363-BACB-0BC67152C87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F291791-8CB7-4AD5-8C6E-88F45ABF951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B9628BA-F895-4C13-A38C-72DF1B26651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C442F86-C4A3-4A6E-9DAF-8E0308AF76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9833711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2A3D7F68-13C8-4FDE-9A26-56D2F1A191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F47C11BD-17EF-427A-B4B0-6E01A7B57D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FA210A97-DED6-489D-A95F-93677022C6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D6EE9FAC-7865-4F54-B59A-AA8AD6FE7F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6E95015B-FEAF-49C5-8FBD-0845A6B424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83AC419-0999-405E-A9B7-A4EA87DBB9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7289159-0571-4F01-8F7C-2EB4B318CFE3}"/>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52A91E9-1622-4574-84B1-A4A5A2D78485}"/>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014D44B0-112A-4B44-9691-BE3ED62B9633}"/>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1B824E8-C219-451D-B141-B78D9189F9D2}"/>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682BA198-7835-4CBF-BF23-D93A57F1254C}"/>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B6B910B9-2796-4AC1-A788-21D942EF9725}"/>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FC5B990-EAF1-4973-9215-FD6B2F27DE5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174624E7-3AD0-4769-94D2-6E96C61DD1D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4DCBA3B-38A6-4207-B2C0-A3C03FFA8A5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AC96EFD9-A739-40AC-861B-1516E7B500F7}"/>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EEB6D24-61E9-4487-B48E-57F840A490C5}"/>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821E1FC5-7FFB-4D09-AEB0-2427F5E29DC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4A950D0-DD5E-4EE8-ADB5-BBDE4BBB2DAD}"/>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75C184C-F931-4726-959A-0EF58992C3E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3A69B86E-C0F6-478A-B472-B543B368F4F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7EFDA5E-0D65-4D1D-9BC6-9B352061A0C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877DDAEF-C5FD-427C-AA54-969B4A68559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76DAC60-9ED8-48DD-8111-1D5DCBFEB87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5B46DFA-8B08-4934-BE5A-1302F0CD0EAB}"/>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F21CD32-5DE0-43A1-9BA0-2D290E645985}"/>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B20819E-7F8B-44B9-9CE5-97D8AE05CC9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F82EDF1-3FA4-4EF2-86D2-9D2BD263CD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302189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C6A9B52-DD28-4DE0-AB77-FE208AE371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BDAACFBF-3B9D-4CCA-8720-841EA73CB9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2199CAB2-A9D5-4298-92FE-5E196C9AAC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AD42A09-DD1B-429E-BB6B-DCE80AFF54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FA08105-2CA4-4F0D-8DE4-3AE3D914B9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E3059C9-49F1-4DB7-B368-710BAC8168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14E2447-6643-40AC-B4C5-274E185DB5DC}"/>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88C79E7-CE76-4557-A534-C88B8CA3FE84}"/>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16DC7A91-6372-47D5-AEFD-7569692D838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458199C7-1FF7-4D58-BFD0-9B0F92D5AED8}"/>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C308195B-9736-4EDB-87C5-6C5BDBDB1A4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C0A2E67-F9D7-439B-9E4B-DC430C01F59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830B474-C614-472C-A430-04A24F43994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C63E07C-FB2D-4B38-8F13-8938A763003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DFFEF15-1906-4E61-965F-A40D5604C215}"/>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9D6F9C57-4A7E-4277-890B-98F73C9E4830}"/>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20AF6D0-E033-4C43-9043-DA2A5606D4CD}"/>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55D7206-A6BE-4457-B63F-19EC656F05D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5A2BB2C-2E22-44C7-A17B-F69079A99FE0}"/>
              </a:ext>
            </a:extLst>
          </p:cNvPr>
          <p:cNvPicPr>
            <a:picLocks xmlns:a="http://schemas.openxmlformats.org/drawingml/2006/main" noChangeAspect="1"/>
          </p:cNvPicPr>
          <p:nvPr/>
        </p:nvPicPr>
        <p:blipFill>
          <a:blip xmlns:r="http://schemas.openxmlformats.org/officeDocument/2006/relationships" xmlns:a="http://schemas.openxmlformats.org/drawingml/2006/main" r:embed="Rc519b71cb63843a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5502E9C-235F-4535-9BB7-5DA502A08CC1}"/>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15D4F23-CDD3-408B-819F-D6A338E1A71B}"/>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4027AB0F-1D0B-45B0-8EBA-7F3489106925}"/>
              </a:ext>
            </a:extLst>
          </p:cNvPr>
          <p:cNvPicPr>
            <a:picLocks xmlns:a="http://schemas.openxmlformats.org/drawingml/2006/main" noChangeAspect="1"/>
          </p:cNvPicPr>
          <p:nvPr/>
        </p:nvPicPr>
        <p:blipFill>
          <a:blip xmlns:r="http://schemas.openxmlformats.org/officeDocument/2006/relationships" xmlns:a="http://schemas.openxmlformats.org/drawingml/2006/main" r:embed="R05d5af94c6054aa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0880B92-7425-4DE6-A30A-A32FDDECAE2E}"/>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3CDB88D-1D9C-430B-9645-3CF8BA94172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95B6DCD-A59A-4D14-9E07-D5B4936B64D4}"/>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A9A2DFD-A05F-48E1-A518-147E3FAC151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4FB9C471-15E4-4407-BD15-17F0AAD75A76}"/>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7E23B45-5775-4950-A395-0AB4A867D4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800488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81EAF1E-2D61-4F0F-B96C-81068A72CE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B513A034-14BD-4ACE-89A3-FFBF90DDDA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618DB6D4-AF24-4CC2-9F64-D26CC2EBD8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A753A9F-A314-4838-8D1A-0F1FE697FF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F35518F3-036A-4091-90F4-83C1EB79E1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35D2E15D-974F-4768-B004-842EE53751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3A2E0A6-2BF0-434C-8537-BF92CAB6A59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1617175-CD80-4A16-896F-0F0DEC5DA6DB}"/>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49D688B-F9AF-4A00-A93D-AE8EF21F40CA}"/>
              </a:ext>
            </a:extLst>
          </p:cNvPr>
          <p:cNvPicPr>
            <a:picLocks xmlns:a="http://schemas.openxmlformats.org/drawingml/2006/main" noChangeAspect="1"/>
          </p:cNvPicPr>
          <p:nvPr/>
        </p:nvPicPr>
        <p:blipFill>
          <a:blip xmlns:r="http://schemas.openxmlformats.org/officeDocument/2006/relationships" xmlns:a="http://schemas.openxmlformats.org/drawingml/2006/main" r:embed="R6a816766cdac46f8"/>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1512A61-7611-4A0D-B0B4-14EC2533D4C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D74E6057-3137-41D3-9ABF-7157F93FA55F}"/>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67D21EDC-4C3C-4AFE-B8E4-D5306EAC29A0}"/>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20421B9C-B639-4483-9784-661D5B166CBF}"/>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C5ABDE1-50D4-4D4F-905E-50195595689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0AA7D98C-C915-4C13-BE07-7261582D7C6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49077CC0-238A-4726-9BA6-2701200A0E0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A478F5BE-3790-4E82-80DF-6F7EC2EDF6BA}"/>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EB951BF-FB5E-4FA8-8170-00204974C6E7}"/>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BFAE9E4-2CCC-447B-85EC-1B678FBF6BA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A59C1BF2-0D26-4578-883E-862C54D556E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6C00CF1-7F5F-4BED-855C-3B4E5E783C60}"/>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060D6AF5-33FD-483B-96A3-4E488786B06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E53B14C-6DA6-4C16-ABFF-BE4F247B9FFA}"/>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ED5D5BEE-3412-4961-A6E9-5FAED9C3D6DF}"/>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7531B5E9-F9E0-49FE-B5B3-1BB032B8A66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CA0CF8F-34F7-45EA-B34E-14D8DFF4ECA7}"/>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CDCED639-FA70-4CF9-8176-0119DCE2546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AA34B54-E543-4B69-B51A-2676CBD19DA1}"/>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0690C6DB-7E07-4E0D-A871-92B25758B6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849347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3988131-AF7F-491D-8082-D7F0D7B876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6A94290F-454E-4BE2-A030-174D495F90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2147C06B-2BF3-4A7B-B32C-376A6FBAD1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2CB8CBA-7E1E-4943-867A-43E0C567DD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ABD988F-A52B-455B-AFD2-A81660D826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6F71B93-78C9-480C-AF02-1792A53774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41B68623-A504-4782-AB28-6F485DFD41F6}"/>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041D2D9-752E-4224-B3F7-250AFAC0871D}"/>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317026F5-086A-4CF6-93DF-0DBC0988D6D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A28FE6A9-F6BF-4123-8AB2-33FE9EF207C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9CB302EA-65A8-47F1-A836-F3B6477B59C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FC67D1FC-60FC-4A67-AF4F-4DDB6AE046F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264BDD3-C504-4AFF-90A5-799AD968750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32CF5B2-C1EE-4E4B-9F9B-AF5567D73229}"/>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CE450BE-9B54-48D1-BA18-78007308327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57F3700-08E3-4389-94D9-1381B666CCB7}"/>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6AC242B-C52A-4517-9A0B-3C74910BAF8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84512C82-E33B-42E3-9E2D-384A84EE31B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F9220F71-5393-4B51-B76E-C7905FF33DDC}"/>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04D1DAC8-7776-4DFC-A153-F3227E19C2D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C3D998FB-AD7B-468F-90EB-218590DA1B9F}"/>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6993DDC8-ED31-4350-BF31-8B2BC093043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D084C307-5960-4202-9432-458B7EFC67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638670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B95187A-6D1A-4D43-988F-B6315D33C2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32669551-AA2A-4220-8BD2-B7F9CEFE53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194DB08-C41D-41E0-9A91-7A2AB0599C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DBFFB29-C9B7-4E61-88FE-A938BD09FA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42C68498-A47D-41C7-BEA2-C9ACDDDA0F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EE31F82B-346D-4E10-9EF8-48FA11DF90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DD82DA3-1D31-4B50-8CE6-146D1875B95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8B6B93F-330D-4EDD-BED4-62CBDE476B50}"/>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D9223714-0A76-47EC-B155-7831BB57EEE8}"/>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6667606F-08AE-4352-AC3F-272B1B1398BC}"/>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925AA2D-44A1-4739-8E14-52E6F0FEC9A6}"/>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78AC5F7F-0179-427C-B326-248BB223D386}"/>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C4307C2A-7512-49D4-A3DC-6D6349BE80C5}"/>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2E37A21-CBF0-4C97-8C29-555500786A67}"/>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5F421842-1EC7-466A-9A4F-D283644A1C3F}"/>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BCBC125C-E039-4282-B10B-10CFC20B592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172BFCAA-A985-4189-8527-E2BEA88DA92F}"/>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B293F5D-8995-4AFE-948C-91FFF52A8361}"/>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B9B71FF6-B5F4-4032-91D3-DB06A95C791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EB12F71A-28F9-421F-8026-920C47D41A3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292461B-2EAA-41B2-BD67-77AF9D61AA5B}"/>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FF19F3E-E208-4689-932C-170E6D0AF5FE}"/>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C4F6EC10-DCA8-4A52-B5AC-7F6209587DAD}"/>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63236019-A6A5-4953-8B6E-A75D288A5EEC}"/>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52843C7-1982-4662-A6BB-02913DEB3958}"/>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2987B695-0070-4114-941B-97B707894DB2}"/>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4EAAFE39-5001-49C8-A04F-061A02034C63}"/>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ACDB01EE-9C5B-4774-80BF-F7DABBE4E31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5441F1A-54DA-4BA3-A976-258B2AB905D0}"/>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630137E8-5C2B-438A-9218-CB30E52C1CE7}"/>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6AC0A3BC-F18D-4B5A-9A85-1F4CD3D48457}"/>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CC6601EC-4234-4F81-8368-A7626557DAB3}"/>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E7AD198A-FBC8-4AB3-9360-7F44D419DE6F}"/>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135809A-FBC8-4B70-BE9C-6C74A364CB8C}"/>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515127AB-DC5A-4E28-807E-24B5F033280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B2C2A309-E179-4380-A99E-224629A20F70}"/>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9F888533-470A-4FC3-8055-0FA38FA86B47}"/>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943E1AAA-1881-42F7-BB04-F3D32878E299}"/>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E2D66E0C-3ABA-4B37-8425-3054A3425D2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9A297E4B-8E7A-4B7A-9F66-8B9D9792E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339318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14E237DF-9A44-4964-B024-E67E7E4BB9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4956FFC5-3E81-4418-A981-F1E1343EC9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B50E1589-E712-4B23-8369-E04639B516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912BF9F9-BB19-42C5-A1A2-304D90FBAD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67091E27-A97A-4C9E-8E60-289A8A5EF0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71175D97-716E-4AD7-AEBD-43EF851408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98DEFAB7-64EA-4F0A-86BB-9575360D068C}"/>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52134797-E225-468E-8D19-5EC03A4DF819}"/>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D893C0B-275B-4BD6-B988-CF68E3BB2F8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59B1C84E-08B5-46CA-B2B6-6799732D45C1}"/>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949E821D-6F76-4D63-807B-BF7D03724C82}"/>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2351D00-8FF5-4709-BF07-58849F851C27}"/>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E445148C-325B-47E5-AAD7-307A352D356D}"/>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B81E3F9-7A08-4E4D-B928-43BEA4DD6BDD}"/>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399CDC9-8862-4F22-B63A-483DA729C68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BFDA3994-B0B7-4D92-B2A0-B189D052A599}"/>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DAA6669A-B3CC-4CB2-88FA-10121CEF178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443C0F3-52FE-4FD1-A6DE-A24351752378}"/>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4BAE907-6D1D-4EFF-A325-C6768E2E420E}"/>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0D5C0726-A8A6-4188-8EFF-FD131E87F51D}"/>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F95AA541-8576-4836-B9B2-E16163C27095}"/>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4D25A36-F6CD-4170-B579-95485E28AE53}"/>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93541AD-1FAF-42D1-A601-42D7FC6AEA34}"/>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C742B907-D062-4711-ABED-F15924F7B25D}"/>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A1FAC6F-8E0A-49AA-B71F-AD6FCD682C19}"/>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EA30E9A-0BE4-4000-A2F6-E251EBBB9CDA}"/>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93CCD46-2833-464C-ABAE-665A0261AB6F}"/>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CB98EACB-C6BC-4E8E-A65C-245DE179C403}"/>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C866D49C-ABCE-4FB7-ABA9-36EBD77E08EE}"/>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00DF14D7-C6C3-4F7F-A618-B87B3CEDD3AF}"/>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9461C875-6651-4ECD-B66D-DBAC4BFD0F06}"/>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3DB02306-4CE5-41B0-95A5-5DE4F777587C}"/>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D3626CC-0D68-4AB0-803D-AD446E489933}"/>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B6245F3-2BC3-4F45-95FB-5C8EBFE5B7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340EA182-6555-4E12-AB7D-C7403E2861E2}"/>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6D129B9A-FF98-495A-998C-E3179F4243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317784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02FE093-A1CE-49EF-A82F-DC784D20D1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A7698D17-4A0E-4943-820B-634C642A1A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A01180EA-9FE1-4B35-8383-1241292F596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D0DD0C4-23B3-49C5-A852-A4F615F47E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D967D343-4244-4368-9B94-95E8C552C4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165DE5C-65C7-4C48-8273-BB1F3EB30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B7CA2A2A-9444-46C9-9055-2DCF9E4B4FDD}"/>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2FDAAEB9-F3A9-4D57-8E29-B9AA3E4623D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E5D6498-D5A1-482B-87B2-FC7C59B1ED2E}"/>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2156CB0E-E257-4A2B-9ED1-0734B1E0394B}"/>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819121F4-B2E5-489E-B80F-8B6AB16D43F0}"/>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AC6AA58-D859-4164-BBD5-F12FD8EE3617}"/>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419AF055-52E0-4A9B-861B-E26B30F8F43A}"/>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1C14095D-317C-4712-8E59-91961364A1E8}"/>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0568155-A32E-4B1E-BE68-B8EDF0AE6BCC}"/>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693316BC-38B5-4736-9502-C62D5EA0DCF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65081488-7F5D-48F3-8B6E-A51A207E4563}"/>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9947810-3ABC-45FF-B0B7-DA88E38267BA}"/>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20393BE4-7FD6-4BE2-8E7C-A308A7E6888B}"/>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2AEC9253-E0B7-4CBC-B4A9-AED3AEB13950}"/>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E9181D78-F28C-4D8F-99FF-7902282531A3}"/>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C3254860-CA9A-4452-B266-07D4D92D7F9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C5D1FB44-EA3A-44FD-9BDB-9E5FAD0B168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FBDF4817-345F-427B-9929-F98ECB5EED3C}"/>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97442340-3194-4111-90B6-6DB64F1C2EFB}"/>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9EB30AF7-B407-4096-ACED-5E5958BA78DE}"/>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81DE6FB1-CBE0-4053-A1CC-CDCF8A008E95}"/>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A4D7BBFF-9718-43D2-A19A-E5F882AB2F05}"/>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62DFC83A-4125-4917-89B8-E375EE4EAB4D}"/>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B90D6CE3-0018-4605-81AE-F12F1068D767}"/>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95436B53-9947-4989-9F13-79376410AE72}"/>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5661D08F-B9A5-4ED9-8AA7-5912A2A892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331573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01A2B76E-5962-4BF5-A95A-4C7F6E2FB4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867F3138-5B55-448E-9677-96E4794DAE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5BBF14B6-D929-4863-BD08-041B99CC17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1F15A39-2EDC-48D0-9892-265566974F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A140A54-0812-4E80-B8D9-F11406A54C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C619FDE4-2EBE-42F4-B5E1-141F573DAD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AC519F04-0F81-4CE2-A550-EDAA7AD23D0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A75CE25-7696-4C5C-BA8F-C0EB6C75E199}"/>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EC82F4B-5356-441D-8A56-CAE95A3FD72B}"/>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0132235-A3C8-4864-9DBF-D0B34DE134ED}"/>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23933EA2-8E9E-4A2F-B97B-5B30D743FBEF}"/>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50F3B9CE-94CF-423E-A992-444BCD291958}"/>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E326205-68A2-4882-8C8A-C5BB6ED2F2E1}"/>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EA4E2349-F132-4BEC-A51D-DB510A6E259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98B0955E-D065-47D3-A3A1-698ED1A1596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994E47F4-53D6-46A9-8A54-33E2A6111615}"/>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F1733554-A5FA-4ACD-BF83-EFD3F0224CCD}"/>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9A302FBE-FE61-40E2-A166-0645F5F7EF65}"/>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4B95F2B7-2A1E-4042-A24F-0DD95F763A4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AE942770-9A81-46DA-8810-1352BBCDF5E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4FE5A8D3-71A0-4CC1-B1E5-5ACDEC3CF0FD}"/>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19F0C78-4072-4570-BB93-BE8689D19DD2}"/>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9C011386-8AF9-449C-B68A-DB065D12CCF4}"/>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141AE033-8381-4895-99D8-426DA13A7D82}"/>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AAB79D6-1808-40FE-8B28-BCB71128BD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602203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1FD0207F-7DE8-48A3-9A23-3ABE6AFCB8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92FA30CD-671B-425E-8CC3-F758E8A7F5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DC8A25AD-1938-485A-BB15-BD1E990CBC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38927621-9323-454E-BF4F-972A0435FD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8715793-5208-40D0-BF19-A6C76FA156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A2D022B-5AB4-44AD-BF2E-ED76F24C6B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F6DD19F6-B8FE-4872-8E0A-351453A2F4A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D3C754E6-388A-419C-AEDA-0C8E866A0B00}"/>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5197575F-459D-4423-A7F6-D5BC3AA4F6A7}"/>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9E81B56-09F9-4701-A90E-69587EE0D9A5}"/>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45441848-319A-4362-905A-B45CA67E3862}"/>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64AFAC2E-4FF4-4B47-8B63-D0DDFDC5F86A}"/>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4FB88EE-7C6F-493B-B555-4DE8E1D48BE8}"/>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064207A1-8B85-48BF-91BD-21FE51CF5C43}"/>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F0CCDEC0-7206-42F7-BBF8-849C3D9512E5}"/>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C8360668-D053-43AA-B389-7CE2F72BA92B}"/>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8AE18751-6939-45C5-A0FC-1778B00D8D9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945D7C8B-50D1-4D04-A461-BE116AC6B937}"/>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1C519A50-225B-45C7-8A36-0553F24C219F}"/>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8CEA8BB-A6EA-4C2A-8B08-D97A5D5348A4}"/>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EA3DE8A-28A4-4A2B-9866-89BE3E02D2F4}"/>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D6BA6F8B-4B17-480B-8DE7-C23F85562B1C}"/>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CF1DF572-59CA-4FAC-8D2C-06974C546D3F}"/>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EC5C629F-626A-49EF-A9A9-DF503AB25D24}"/>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CC37561-1B3D-41C9-9156-DEA537D1D7B5}"/>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13C73BBC-20A9-4C66-A03E-8FD2A47F72F1}"/>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ECB52F6E-ED73-4B97-8BB1-74EBDEAFA6E8}"/>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BB88337-181A-4970-8B44-A5E1E09EC74D}"/>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0917EB3-3349-41DD-9259-4AE9CB304914}"/>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AE331353-7EE1-481C-AF5E-3894B0FD25B2}"/>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8B3C6C0E-944C-45E5-8F12-838E31BB7C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08CA5338-1EFE-4FC2-A955-ADBBF3284DB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5C176CDA-B26B-4E5E-9B74-54946936D8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39368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2460D7CD-D3CC-4523-A874-BEEEFBE15A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2334CEEF-BDF3-4E33-8B4D-ACA03F1BB5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9777FC8D-8F1A-4B1D-BE65-C06A2F872D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B968F54-4BD1-4D46-9830-51EACE0285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DA6135CC-5D8D-43DC-89C2-50A43FADFC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F8964265-827E-40F6-B2E0-458ACCA64B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46502648-6037-4D72-B72E-4318F0F34B2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EE9A410-68B8-4F76-83E1-20342062E1D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4204036F-6703-4E91-9C8B-2BEAE8743AA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448B57D5-44C2-4ABA-A2E3-CA3BE4D098B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9587D5B-EC8F-4F54-95E0-166CDB2F10A4}"/>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C771C78C-7639-4FFA-86E3-C4E2AE15E917}"/>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5F154CB3-69FD-412F-93FF-F45DFEBB56D1}"/>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B1FAC7D-9848-4EEA-A8C0-6E1507C82446}"/>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DC63E863-10B3-48AB-ACFF-A4DE7A949EB7}"/>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63A00512-6A70-404A-897D-4EEC77EBE61C}"/>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82B9C967-C8B9-4099-965D-C2EAE4748F23}"/>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43F3929-2D5D-46D4-B971-21B1B9C04E9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F7D53A42-4173-41A6-907F-F9A48B72BC8B}"/>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4FA16087-92BB-4A23-BD21-8A08A44E04C8}"/>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288B62B-67F3-45E7-9C1A-5CBBCE387258}"/>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913E418-1EC3-4267-98A4-9679FCDE293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127C0706-D17F-486B-A33B-183B386BF705}"/>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C82FC22-9711-49C6-A838-DA2B8D790C7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71A45E83-E9AD-4602-A05D-C4147AC957B1}"/>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1E8BF2E3-3C59-4E34-AB3E-BED3AED8767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A4E5F4F8-96CA-4382-B478-4FA9AF5D96D9}"/>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1AE7EE6-C2D5-4E66-8361-0D174C8D783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07E3A9B-3F7B-4A1F-92D0-4EC90033CBF2}"/>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5A9CD919-9B84-495F-BC8D-D77188A19AC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EF8A1E1D-165C-45B9-A997-0CB29D16AC5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85266A5-D9FD-4A4E-AC00-A80C20056D4F}"/>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4C313FCE-17E8-4282-A7DE-2B3A056BC0C3}"/>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16DA63B-F7A3-4549-B07F-0C08ACDEB66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E58F0C8D-0BBC-473A-B009-06CCFE168BB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756653F-ACE6-48BE-A246-80E16D48AAF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9677D9CB-9535-4DE4-B894-D86E9FE70C62}"/>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D6F27E53-50C0-4DFC-89CF-E7F6BED1410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DB72AC8-8E8B-4A32-81A7-4F58B230BCDE}"/>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0610D6D1-745B-4215-960D-8F503204DFD6}"/>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77D60E86-0456-4199-8C03-5A963CFCA5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425326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3041254-697F-4429-8A49-908C43AB1D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CF171C5D-30C8-4883-8401-8E801F5ED9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D733FC43-0F1C-4DC7-8F2B-D26BE2EF33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11514C7-636E-4890-B94F-E4F3BDAAC4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F5F445A-E505-45C5-B139-FDFA85016B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AB09A513-0B7F-49ED-B2DA-AD2D5485C9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A79BCF69-E7F3-4E85-8887-19044BFE53E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9A59965B-A994-40AE-9C28-9FC273877ECB}"/>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8518CB76-70C7-4FC0-A568-CFB02F902062}"/>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7CA33C2-A028-4560-A926-F8EA6C9D18E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95DB610C-5DEF-4403-B142-93426A7092AD}"/>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87EE894D-3C37-45D1-B4F9-B41A44015882}"/>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5BD53109-F823-4445-984A-5766DDF315B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80148D1-36E6-4DB1-AC61-CF7334EE0664}"/>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33DC8AA-2411-4FE5-BCC4-F8CA83C367F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B389836-3AE9-41BA-85A9-F5B8902EB6A0}"/>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13F0F6AF-54B5-43FB-8038-AE80267376C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14BF9B93-2854-40A3-94D3-ED4FBC193EF4}"/>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9A1DF6-8A40-45E5-80C6-1C2F7166E321}"/>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C6B75D9-2157-493D-8E5C-4953DFC6C869}"/>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C2AC7FA-D9DA-423A-AFD7-1CB7C12B185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09671952-BFD8-408A-AE04-B4759A3F550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6092E483-7073-4BE2-BFE7-410BDB1BD7D6}"/>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A173697-A496-46D5-BB95-0C970A7A795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9D4590E5-9BFE-4D76-9ABC-B4414B9354AA}"/>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F57E5EA-61ED-445A-AC47-2260E03508C7}"/>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1AEF9F63-EB82-4F0B-B1DF-2619640E1EAD}"/>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1CA96C1B-876E-4F58-AC7B-462F62DA687B}"/>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AAB595E8-A975-417B-90A9-8EC0F71DC1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291602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42242B97-926E-415E-A469-5BA7C6A867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CDC9BD63-8455-4FCF-9212-AD82F09EFE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0BC16180-05C1-4DD7-BBAC-6AC2B1982E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83CD4F98-3821-461A-8323-D9DAE457B0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B052A0FF-59A8-4951-8CBA-DE4FC69CF7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FF339E64-EFEE-4CD8-AA1D-5BF78B3A93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EA328061-E4C6-42B2-BCD9-C9368CC85AB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27922590-3A73-4618-9242-668E17307172}"/>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3A3F2913-8D52-47EB-ADDC-D71981FAB473}"/>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A871A8A8-12D9-41AD-842F-BD26F0A44D5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EBF6A6F7-36D4-4ACF-9176-C973C1DA129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3A7A0301-C2C0-4347-B3DD-D2ABD9B3979C}"/>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6501E829-8FB1-4280-B8FF-0F3CB4CE0485}"/>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509FE8A0-F874-4491-B225-E41D0AA59F2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561B0944-BE7E-45A1-9A4E-7A0727BBAB42}"/>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74DFE32A-6FF2-4A5B-88F6-DC4FBA3D09B6}"/>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F28DCA1-832D-4F76-8904-524643DCBE1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92BB9C42-0F16-462C-85FC-36F668CE109E}"/>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4906115-CA70-4011-A585-C1A0EA42147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D16403C5-382C-4921-A55F-C25E44D327AE}"/>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35D0980F-1813-46B7-BA1F-9CB7381FC140}"/>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36BA2C70-F061-45B5-8285-8BCE6F959DEE}"/>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8031D0D-C812-48A3-81F0-2E03D44278F2}"/>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AF3729BA-8332-4019-8105-3D86A6C7DB62}"/>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71B3DB49-4629-4CFA-9E7B-6FFEB7A604A8}"/>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E96D00E-36BC-4DEC-9857-2B3272137FC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5C26ED-7D8E-4DB5-9B66-06333ED4CD4D}"/>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1B50458A-5FD0-4A6D-9425-2B0663C7810E}"/>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DC941211-49AC-4EF3-BAA4-E7F8D91ADF0F}"/>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AE9FC524-0776-417B-9DD2-A090952B71A8}"/>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D031B25-7964-45AC-8F7F-9C265876DE93}"/>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E9A54C46-514F-4C99-A828-4F08D061D966}"/>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8A3B32D3-155A-4A86-A478-F8BDDBAE0EE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1E584F1-D37C-4D6F-B19C-5E51CB979FF0}"/>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568AB484-218C-48CF-AE2B-EC791FF659DD}"/>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EF5B07C2-CC82-4412-9ED1-C0B56D24128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B5ECD389-E1F7-4722-A52F-64F94D82ABC0}"/>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6D03D3F8-96DC-4A62-8903-6133EF8662A1}"/>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1450A2A7-B22D-44AD-9992-FA88220F7F6B}"/>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142C8946-F1E6-434B-86AD-537EC7E2DD1A}"/>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4658DA78-41DB-455C-A818-571B98E57799}"/>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252BB1DB-2504-4B77-A22F-ACE61886CE9D}"/>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38EDBBFF-D532-430D-994D-73BFB424B5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9811163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D319568C-16BF-4B1C-B8F0-1CB5AF42DD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A32DAC25-4CA3-4921-9C2F-A044D622A0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0C9AE82B-8225-4A1D-BCB9-72EF4975CB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A49E6871-080E-45E0-AF48-4D3BB87FB0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DC675084-B998-4D75-80E2-FDA14EFA6A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4257DD1D-1632-4695-A8A3-93DFAD5BE2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0E050DA5-72C6-41CE-A5F6-3B90C7D5B04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17AA1D75-0253-41BE-AD6F-D3FA5D6DE511}"/>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3A6455D7-CD14-4E54-AB93-48437AA49B5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752A2676-BFCF-4542-B2F3-44ACD72E8B3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CDC6C66D-374B-411A-BC62-B4256F05E8F6}"/>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77C322BD-58A7-4143-AED0-1A508D2E138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72CF181B-661B-41F7-8DB1-34876798C0D6}"/>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81F6E7FF-8ADC-4359-BC98-C25FDAB72A97}"/>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C8CA9DBA-49E6-49C1-AD23-B0FE67A54574}"/>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7C0B3F2-A3B4-4479-A32D-8E07DC9028B1}"/>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2220957-20C7-462F-A30F-11138E64977B}"/>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EB0B9C30-24CB-4369-808E-EC1276ACEAC7}"/>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DFB9499F-5963-4CE7-8F75-79ED25FECA1E}"/>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301E0829-4FF0-41CA-92E7-7603BFDA09C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9DD38FF5-9CB2-46B9-A8C8-2573C16627E2}"/>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316A1A38-2C2E-42DB-B76D-AD20858048AF}"/>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CB11208-9048-4E36-8A5E-1212BBA1AB0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4A8C058-27FD-4AD8-9B61-9608267007FD}"/>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B3805E8-1E04-4D5D-9072-E8095F77E4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277538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B7D90DF4-8BE8-4C6B-A152-6BFBF04D4D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EF958C3B-9B3C-4E94-9340-E2A6D2FAFA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2FE579B2-5232-455C-945B-7D29A93DD3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22641B61-A7BD-4255-9C53-5E687DA0B2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A09613BC-FC56-42F2-BE17-9A2E9E84B5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C6748FF6-7956-47EF-8631-DC692390E4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CD128559-D5C7-4435-8C97-D7FCF03F3F1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3D834192-BE09-43D8-9B77-894E963EC00D}"/>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AC9CA120-3C05-4C24-B433-A027C88BF06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E7A4EE44-44C4-469C-A8F1-717A3F89D974}"/>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78DE2C45-C7F2-448C-85F8-4FAB44DCC258}"/>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3090ACE3-8DBF-42B9-9D98-69F347A0B658}"/>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ECCC87E6-AA76-41BD-BFF8-9D4063BF687E}"/>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DA18F2BF-BDC2-4BFA-AF21-4512A0A2F3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519339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D7D52F35-483B-495B-AFAF-DDC0D1185A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0B794144-F089-4CFB-B828-A563A2078D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F9803822-5F46-44C5-B409-04D2076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BA17E8F-1231-4B35-A6F2-2D43278336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98D26C74-ABEF-44C2-A394-1AE9316CD4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4BE3B85F-64B0-4082-8D83-ADACF3CA17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9B96AAB-F06A-4D97-8F5F-C3324081140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3BC1D4EF-239A-4708-A4E3-318FC2E3C120}"/>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AB304693-9918-48EE-BC1D-1DC065AF361B}"/>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3BF1BE85-CCFA-4DF7-8855-89F5A6444E64}"/>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06B661D6-F3F6-4509-AB9F-5ADCE04BAEF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01EAA7D-EFEE-42AE-86C8-3C4FE4D86B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9E39B7D7-1DBD-4F54-9AD6-78DEE49C0723}"/>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237F36B6-4208-41AF-8DEE-3F059D0B922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5C5FBC63-22A9-40C2-9F81-66FA6E98B68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10852BB-8D59-4938-8499-D279CE9D803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19AE62F8-5B74-4AF0-98FD-A745565982B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1E5664E-B715-4DF3-84FA-2B662A8AF3A1}"/>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47B26281-9FCC-4752-8CA4-8F06BD1FEA3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1B6C3A4D-5181-449F-8E8E-EEF4A33F9E1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A2E49167-F7D2-42CD-9AB6-6EBB020283B3}"/>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A6A26952-33B7-41A8-BB65-89E08A1D8B88}"/>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B0A3ED9-7433-4335-91AD-9B35509205DF}"/>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5B9692B-18A5-44D3-BD76-2CF8EBA8CEE1}"/>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2EFC96A-0B43-4F1A-8888-BDA9128CF6A1}"/>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CF65AF16-BB5E-4E36-BE02-ED8A45D2A95B}"/>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58FF1583-DABC-4E0B-8C36-38024378FC5A}"/>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85AD4DD7-D366-45EF-86C9-19D214C711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FCC1C3BF-AA69-49BF-8864-10191728BD2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4827C89-9D56-4A45-8C96-5EA4709E15D3}"/>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3C837E2-FC56-47B2-B801-B0FEDA633EA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CA0A2DE5-7BA5-4963-AF73-B3CCE3A692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3862585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005CF3E6-8F90-472B-B3C9-EC718F37D9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2B3B7FDB-C4AC-4E41-8981-A78036FF89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777BA25B-AD25-45A4-ACF3-0B8D1F6C92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A938A08-7CD5-4A20-B7F2-C7DC122CA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25CB3F11-07B8-444D-9D46-CF22CC2D76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F79666B0-262F-4CD3-81A5-EB6949DA8D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AE455BA2-6C05-410F-B5CF-67C7469AE8F9}"/>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4BE96904-BBBA-4E26-9016-AEA106555CA8}"/>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CD4BCFA3-620C-49EB-95EE-9583B7DF54A0}"/>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07CF5114-5BB3-4B02-98B4-A8195562AF75}"/>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2B8113BA-E17D-4E4B-BD3D-D784C7873719}"/>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30ECDCA2-67BE-42B3-9CD2-994823C9A6B3}"/>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0A214B75-1149-4684-A0BF-B8C91FE6B8F1}"/>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64749FD5-4B24-4547-885B-7F50E9EDE9A8}"/>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A9E909C1-AD1A-489A-BA82-0F5A3C66A881}"/>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4B769E86-BAB9-4DF6-A87C-8547682924C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2A474D7-0F87-43F3-B83E-ADBEF97165FD}"/>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EEE8B149-AD8C-4188-9EF0-4FA76D0AB0C9}"/>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DC5F9EB4-6933-45F4-BDF7-147CA7CCBC2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7209FB21-1EFB-4339-AF8A-573AB5FB4BD3}"/>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4F3ED19D-A317-4624-A823-66F6CA80856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A458BDEF-4299-4398-BFF2-B3B12DCA77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525926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2026-10-25T10:22:50.8420000Z</dcterms:created>
  <dcterms:modified xsi:type="dcterms:W3CDTF">2026-10-25T10:22:50.8420000Z</dcterms:modified>
</coreProperties>
</file>