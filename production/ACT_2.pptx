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60dbc50315a485a" /><Relationship Type="http://schemas.openxmlformats.org/officeDocument/2006/relationships/extended-properties" Target="/docProps/app.xml" Id="Rb5560f87a7474cb2" /><Relationship Type="http://schemas.openxmlformats.org/officeDocument/2006/relationships/officeDocument" Target="/ppt/presentation.xml" Id="Rdcc86420b97f4407" /></Relationships>
</file>

<file path=ppt/presentation.xml><?xml version="1.0" encoding="utf-8"?>
<p:presentation xmlns:p="http://schemas.openxmlformats.org/presentationml/2006/main">
  <p:sldMasterIdLst>
    <p:sldMasterId xmlns:r="http://schemas.openxmlformats.org/officeDocument/2006/relationships" id="2147483648" r:id="R4f1d6e89ecc542be"/>
  </p:sldMasterIdLst>
  <p:notesMasterIdLst>
    <p:notesMasterId xmlns:r="http://schemas.openxmlformats.org/officeDocument/2006/relationships" r:id="Rcb051b4cbfa84c13"/>
  </p:notesMasterIdLst>
  <p:sldIdLst>
    <p:sldId xmlns:r="http://schemas.openxmlformats.org/officeDocument/2006/relationships" id="256" r:id="R165b6c91f6fe4b6d"/>
    <p:sldId xmlns:r="http://schemas.openxmlformats.org/officeDocument/2006/relationships" id="257" r:id="R6726829ee6e8454f"/>
    <p:sldId xmlns:r="http://schemas.openxmlformats.org/officeDocument/2006/relationships" id="258" r:id="Re8006ed0943244bb"/>
    <p:sldId xmlns:r="http://schemas.openxmlformats.org/officeDocument/2006/relationships" id="259" r:id="Rdedee9f962b6430c"/>
    <p:sldId xmlns:r="http://schemas.openxmlformats.org/officeDocument/2006/relationships" id="260" r:id="R4569d4dcd09947a8"/>
    <p:sldId xmlns:r="http://schemas.openxmlformats.org/officeDocument/2006/relationships" id="261" r:id="R4883afa7e44a4cb3"/>
    <p:sldId xmlns:r="http://schemas.openxmlformats.org/officeDocument/2006/relationships" id="262" r:id="Rd40313776c6548c4"/>
    <p:sldId xmlns:r="http://schemas.openxmlformats.org/officeDocument/2006/relationships" id="263" r:id="R0e1a2dc76f354770"/>
    <p:sldId xmlns:r="http://schemas.openxmlformats.org/officeDocument/2006/relationships" id="264" r:id="Rafc1e6a31ccf4fb5"/>
    <p:sldId xmlns:r="http://schemas.openxmlformats.org/officeDocument/2006/relationships" id="265" r:id="Rd9355eca01794815"/>
    <p:sldId xmlns:r="http://schemas.openxmlformats.org/officeDocument/2006/relationships" id="266" r:id="R70a899462eb34c6e"/>
    <p:sldId xmlns:r="http://schemas.openxmlformats.org/officeDocument/2006/relationships" id="267" r:id="R119cbbfb75154cd2"/>
    <p:sldId xmlns:r="http://schemas.openxmlformats.org/officeDocument/2006/relationships" id="268" r:id="Rdd6aea9d2edf430f"/>
    <p:sldId xmlns:r="http://schemas.openxmlformats.org/officeDocument/2006/relationships" id="269" r:id="R1add971672ee45dc"/>
    <p:sldId xmlns:r="http://schemas.openxmlformats.org/officeDocument/2006/relationships" id="270" r:id="R747b3f2b349c4590"/>
    <p:sldId xmlns:r="http://schemas.openxmlformats.org/officeDocument/2006/relationships" id="271" r:id="R9c07caa8771f49a7"/>
    <p:sldId xmlns:r="http://schemas.openxmlformats.org/officeDocument/2006/relationships" id="272" r:id="Rd69e921476e34851"/>
    <p:sldId xmlns:r="http://schemas.openxmlformats.org/officeDocument/2006/relationships" id="273" r:id="R74fedd68c36c4761"/>
    <p:sldId xmlns:r="http://schemas.openxmlformats.org/officeDocument/2006/relationships" id="274" r:id="Rc909adc5c34a4ef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31cb31721704642" /><Relationship Type="http://schemas.openxmlformats.org/officeDocument/2006/relationships/slideMaster" Target="/ppt/slideMasters/slideMaster1.xml" Id="R4f1d6e89ecc542be" /><Relationship Type="http://schemas.openxmlformats.org/officeDocument/2006/relationships/notesMaster" Target="/ppt/notesMasters/notesMaster1.xml" Id="Rcb051b4cbfa84c13" /><Relationship Type="http://schemas.openxmlformats.org/officeDocument/2006/relationships/presProps" Target="/ppt/presProps.xml" Id="R0b2e73c5a6bb4228" /><Relationship Type="http://schemas.openxmlformats.org/officeDocument/2006/relationships/tableStyles" Target="/ppt/tableStyles.xml" Id="Re487c21445694d39" /><Relationship Type="http://schemas.openxmlformats.org/officeDocument/2006/relationships/slide" Target="/ppt/slides/slide1.xml" Id="R165b6c91f6fe4b6d" /><Relationship Type="http://schemas.openxmlformats.org/officeDocument/2006/relationships/slide" Target="/ppt/slides/slide2.xml" Id="R6726829ee6e8454f" /><Relationship Type="http://schemas.openxmlformats.org/officeDocument/2006/relationships/slide" Target="/ppt/slides/slide3.xml" Id="Re8006ed0943244bb" /><Relationship Type="http://schemas.openxmlformats.org/officeDocument/2006/relationships/slide" Target="/ppt/slides/slide4.xml" Id="Rdedee9f962b6430c" /><Relationship Type="http://schemas.openxmlformats.org/officeDocument/2006/relationships/slide" Target="/ppt/slides/slide5.xml" Id="R4569d4dcd09947a8" /><Relationship Type="http://schemas.openxmlformats.org/officeDocument/2006/relationships/slide" Target="/ppt/slides/slide6.xml" Id="R4883afa7e44a4cb3" /><Relationship Type="http://schemas.openxmlformats.org/officeDocument/2006/relationships/slide" Target="/ppt/slides/slide7.xml" Id="Rd40313776c6548c4" /><Relationship Type="http://schemas.openxmlformats.org/officeDocument/2006/relationships/slide" Target="/ppt/slides/slide8.xml" Id="R0e1a2dc76f354770" /><Relationship Type="http://schemas.openxmlformats.org/officeDocument/2006/relationships/slide" Target="/ppt/slides/slide9.xml" Id="Rafc1e6a31ccf4fb5" /><Relationship Type="http://schemas.openxmlformats.org/officeDocument/2006/relationships/slide" Target="/ppt/slides/slide10.xml" Id="Rd9355eca01794815" /><Relationship Type="http://schemas.openxmlformats.org/officeDocument/2006/relationships/slide" Target="/ppt/slides/slide11.xml" Id="R70a899462eb34c6e" /><Relationship Type="http://schemas.openxmlformats.org/officeDocument/2006/relationships/slide" Target="/ppt/slides/slide12.xml" Id="R119cbbfb75154cd2" /><Relationship Type="http://schemas.openxmlformats.org/officeDocument/2006/relationships/slide" Target="/ppt/slides/slide13.xml" Id="Rdd6aea9d2edf430f" /><Relationship Type="http://schemas.openxmlformats.org/officeDocument/2006/relationships/slide" Target="/ppt/slides/slide14.xml" Id="R1add971672ee45dc" /><Relationship Type="http://schemas.openxmlformats.org/officeDocument/2006/relationships/slide" Target="/ppt/slides/slide15.xml" Id="R747b3f2b349c4590" /><Relationship Type="http://schemas.openxmlformats.org/officeDocument/2006/relationships/slide" Target="/ppt/slides/slide16.xml" Id="R9c07caa8771f49a7" /><Relationship Type="http://schemas.openxmlformats.org/officeDocument/2006/relationships/slide" Target="/ppt/slides/slide17.xml" Id="Rd69e921476e34851" /><Relationship Type="http://schemas.openxmlformats.org/officeDocument/2006/relationships/slide" Target="/ppt/slides/slide18.xml" Id="R74fedd68c36c4761" /><Relationship Type="http://schemas.openxmlformats.org/officeDocument/2006/relationships/slide" Target="/ppt/slides/slide19.xml" Id="Rc909adc5c34a4ef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2db7a891bb42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3a193606fe43be" /><Relationship Type="http://schemas.openxmlformats.org/officeDocument/2006/relationships/notesMaster" Target="/ppt/notesMasters/notesMaster1.xml" Id="Rf61b394dab0d42fe" /></Relationships>
</file>

<file path=ppt/notesSlides/_rels/notesSlide2.xml.rels>&#65279;<?xml version="1.0" encoding="utf-8"?><Relationships xmlns="http://schemas.openxmlformats.org/package/2006/relationships"><Relationship Type="http://schemas.openxmlformats.org/officeDocument/2006/relationships/slide" Target="/ppt/slides/slide2.xml" Id="R750cd5d6a2c942cf" /><Relationship Type="http://schemas.openxmlformats.org/officeDocument/2006/relationships/notesMaster" Target="/ppt/notesMasters/notesMaster1.xml" Id="R199470289991480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7d8ed41b01f40e2" /><Relationship Type="http://schemas.openxmlformats.org/officeDocument/2006/relationships/notesMaster" Target="/ppt/notesMasters/notesMaster1.xml" Id="Rb6b59a3d85e04fb3" /></Relationships>
</file>

<file path=ppt/notesSlides/_rels/notesSlide4.xml.rels>&#65279;<?xml version="1.0" encoding="utf-8"?><Relationships xmlns="http://schemas.openxmlformats.org/package/2006/relationships"><Relationship Type="http://schemas.openxmlformats.org/officeDocument/2006/relationships/slide" Target="/ppt/slides/slide4.xml" Id="Re452c4d6396a4dd6" /><Relationship Type="http://schemas.openxmlformats.org/officeDocument/2006/relationships/notesMaster" Target="/ppt/notesMasters/notesMaster1.xml" Id="Rb506a86d07774087"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dc23043894460d" /><Relationship Type="http://schemas.openxmlformats.org/officeDocument/2006/relationships/notesMaster" Target="/ppt/notesMasters/notesMaster1.xml" Id="Race4baa4d2694b83" /></Relationships>
</file>

<file path=ppt/notesSlides/_rels/notesSlide6.xml.rels>&#65279;<?xml version="1.0" encoding="utf-8"?><Relationships xmlns="http://schemas.openxmlformats.org/package/2006/relationships"><Relationship Type="http://schemas.openxmlformats.org/officeDocument/2006/relationships/slide" Target="/ppt/slides/slide6.xml" Id="Rf38f001c91aa496d" /><Relationship Type="http://schemas.openxmlformats.org/officeDocument/2006/relationships/notesMaster" Target="/ppt/notesMasters/notesMaster1.xml" Id="R3a4ae206ffce4d8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a43b1ec8ea46d7" /><Relationship Type="http://schemas.openxmlformats.org/officeDocument/2006/relationships/notesMaster" Target="/ppt/notesMasters/notesMaster1.xml" Id="Rf513b0f472064187"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9fd6c25ee54b12" /><Relationship Type="http://schemas.openxmlformats.org/officeDocument/2006/relationships/notesMaster" Target="/ppt/notesMasters/notesMaster1.xml" Id="Rebca84d879b2464b" /></Relationships>
</file>

<file path=ppt/notesSlides/_rels/notesSlide9.xml.rels>&#65279;<?xml version="1.0" encoding="utf-8"?><Relationships xmlns="http://schemas.openxmlformats.org/package/2006/relationships"><Relationship Type="http://schemas.openxmlformats.org/officeDocument/2006/relationships/slide" Target="/ppt/slides/slide9.xml" Id="R20a91ae20e9d46f1" /><Relationship Type="http://schemas.openxmlformats.org/officeDocument/2006/relationships/notesMaster" Target="/ppt/notesMasters/notesMaster1.xml" Id="R365299e13d6249b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31ebead38aa4ec0" /><Relationship Type="http://schemas.openxmlformats.org/officeDocument/2006/relationships/notesMaster" Target="/ppt/notesMasters/notesMaster1.xml" Id="R0f381e1e0eb849e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a7821e470ea4a9a" /><Relationship Type="http://schemas.openxmlformats.org/officeDocument/2006/relationships/notesMaster" Target="/ppt/notesMasters/notesMaster1.xml" Id="Red9ae9fdac0f4ab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cde7a3549d9477d" /><Relationship Type="http://schemas.openxmlformats.org/officeDocument/2006/relationships/notesMaster" Target="/ppt/notesMasters/notesMaster1.xml" Id="Reff9a14cc2224b6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cd02aff878e40f7" /><Relationship Type="http://schemas.openxmlformats.org/officeDocument/2006/relationships/notesMaster" Target="/ppt/notesMasters/notesMaster1.xml" Id="R7527631087ac439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90a3da628d848d1" /><Relationship Type="http://schemas.openxmlformats.org/officeDocument/2006/relationships/notesMaster" Target="/ppt/notesMasters/notesMaster1.xml" Id="R434a05f63a6142b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3feca84cf254e49" /><Relationship Type="http://schemas.openxmlformats.org/officeDocument/2006/relationships/notesMaster" Target="/ppt/notesMasters/notesMaster1.xml" Id="R4345b5365291410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815ab6f894d4858" /><Relationship Type="http://schemas.openxmlformats.org/officeDocument/2006/relationships/notesMaster" Target="/ppt/notesMasters/notesMaster1.xml" Id="R280cd207000e49e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2d19a87855c4582" /><Relationship Type="http://schemas.openxmlformats.org/officeDocument/2006/relationships/notesMaster" Target="/ppt/notesMasters/notesMaster1.xml" Id="Ra3370d03b18e497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4352f823139422f" /><Relationship Type="http://schemas.openxmlformats.org/officeDocument/2006/relationships/notesMaster" Target="/ppt/notesMasters/notesMaster1.xml" Id="Rba1b1f1db67e40d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fbb54694e584cde" /><Relationship Type="http://schemas.openxmlformats.org/officeDocument/2006/relationships/notesMaster" Target="/ppt/notesMasters/notesMaster1.xml" Id="R85f5b332763440c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필요한 정보를 찾아 쓰게 하기</a:t>
            </a:r>
          </a:p>
          <a:p xmlns:a="http://schemas.openxmlformats.org/drawingml/2006/main">
            <a:r>
              <a:t/>
            </a:r>
          </a:p>
          <a:p xmlns:a="http://schemas.openxmlformats.org/drawingml/2006/main">
            <a:r>
              <a:t>**Slide ID:**</a:t>
            </a:r>
          </a:p>
          <a:p xmlns:a="http://schemas.openxmlformats.org/drawingml/2006/main">
            <a:r>
              <a:t>S37</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S38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전체396분이다. 제목·부제만 안내하고1분에 S38로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production/preview/full/S37.png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다른 Task에 같은 설명이 반복된다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작은 Project Context의 첫 기록</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S40로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S39 및 `production/preview/act2/S39.png`에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S40 handoff. 명령어 옵션별 설명은 생략한다.</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AGENTS.md의 지침대로 검증했다</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S41 연결. Demo4분·기존 Mode는 유지하며 실측 리허설은 UNVERIFIED다.</a:t>
            </a:r>
          </a:p>
          <a:p xmlns:a="http://schemas.openxmlformats.org/drawingml/2006/main">
            <a:r>
              <a:t/>
            </a:r>
          </a:p>
          <a:p xmlns:a="http://schemas.openxmlformats.org/drawingml/2006/main">
            <a:r>
              <a:t>Fallback: 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Task Prompt와 Project Context</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S38–S37.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정확한 정보도 계속 늘어난다</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S43의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정확하지만 이번 작업에는 불필요한 정보</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정보의 범위와 제공 시점</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S43/TRIAL-004의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S43 회수30초, 공통 안내1분, 요청별 상세1분, 재사용 절차1분, 경계·S45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많이 담아도 같은 근거를 똑같이 쓰는가?</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S46으로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AI가 필요한 코드를 찾았다는 것을 무엇으로 확인할까?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S45에서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S47의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S47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필요한 상세 정보로 가는 길</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AGENTS.md에는 무엇을 남길까?</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S49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S49, 문서 접근의 관찰과 한계는 S51–S53에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정보를 지우지 않고 위치를 나누기</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서로 다른 두 Task가 무엇을 읽을까?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S51–S53.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S51–S53의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Crop Task에서 관찰한 접근</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의존성 질문은 설정과 소스로 답했다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S50의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S52; production/preview/act2/S52.png.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Task별 접근은 달랐지만 완벽하지는 않다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Context 정리에서 확인한 네 가지</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S54; production/preview/act2/S54.png.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S57으로 넘긴다.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S57에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S57에서 기록의 반복 구조를 확인한다.</a:t>
            </a:r>
          </a:p>
          <a:p xmlns:a="http://schemas.openxmlformats.org/drawingml/2006/main">
            <a:r>
              <a:t/>
            </a:r>
          </a:p>
          <a:p xmlns:a="http://schemas.openxmlformats.org/drawingml/2006/main">
            <a:r>
              <a:t>Audience Interaction: Q&amp;A6分은 팀에서 반복하는 작업 방법을 묻는다. S53의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S56를 거쳐 S57의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S57으로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69be690d6bc46f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d09e34fec0a47b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90c26b1349740f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06823e51e445c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d4196e6a77b4e7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30b659146274a0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6D50EAA-3D78-4A60-8EE7-611E88F4DE1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E9F5983-19CB-4FBC-8E99-87C160E56A5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464EED6-6C6D-4845-96D1-61D22E168AE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03D2E17-D84F-4DE4-B00E-92D766994E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03EAF57-849E-4AA5-987E-AE0AFFAC945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F7125E7-C5A4-488D-8593-7DD472A1E1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5CA19A2-B969-4FC6-AE25-6C30156600E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A6DA0D1-9100-41B7-90A6-889FA6BB721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2B079C-D3E6-4F96-9250-AAB8722C09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156C4BB-6BEF-4978-80AA-18055AEC0FF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29635ec44d149ba" /><Relationship Type="http://schemas.openxmlformats.org/officeDocument/2006/relationships/slideLayout" Target="/ppt/slideLayouts/slideLayout1.xml" Id="Rd69b06cf8b1348ad" /><Relationship Type="http://schemas.openxmlformats.org/officeDocument/2006/relationships/slideLayout" Target="/ppt/slideLayouts/slideLayout2.xml" Id="Rfdf8079445b649d8" /><Relationship Type="http://schemas.openxmlformats.org/officeDocument/2006/relationships/slideLayout" Target="/ppt/slideLayouts/slideLayout3.xml" Id="R30def9245f644d63" /><Relationship Type="http://schemas.openxmlformats.org/officeDocument/2006/relationships/slideLayout" Target="/ppt/slideLayouts/slideLayout4.xml" Id="R998e0c8bf37f456b" /><Relationship Type="http://schemas.openxmlformats.org/officeDocument/2006/relationships/slideLayout" Target="/ppt/slideLayouts/slideLayout5.xml" Id="R3662e044f6c94f30" /><Relationship Type="http://schemas.openxmlformats.org/officeDocument/2006/relationships/slideLayout" Target="/ppt/slideLayouts/slideLayout6.xml" Id="R80211f198daf44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9b06cf8b1348ad"/>
    <p:sldLayoutId xmlns:r="http://schemas.openxmlformats.org/officeDocument/2006/relationships" id="2147483650" r:id="Rfdf8079445b649d8"/>
    <p:sldLayoutId xmlns:r="http://schemas.openxmlformats.org/officeDocument/2006/relationships" id="2147483651" r:id="R30def9245f644d63"/>
    <p:sldLayoutId xmlns:r="http://schemas.openxmlformats.org/officeDocument/2006/relationships" id="2147483652" r:id="R998e0c8bf37f456b"/>
    <p:sldLayoutId xmlns:r="http://schemas.openxmlformats.org/officeDocument/2006/relationships" id="2147483653" r:id="R3662e044f6c94f30"/>
    <p:sldLayoutId xmlns:r="http://schemas.openxmlformats.org/officeDocument/2006/relationships" id="2147483654" r:id="R80211f198daf44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762414ab9ff4878" /><Relationship Type="http://schemas.openxmlformats.org/officeDocument/2006/relationships/notesSlide" Target="/ppt/notesSlides/notesSlide1.xml" Id="Rd6a6b06fd8d841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c0a66cab92f47eb" /><Relationship Type="http://schemas.openxmlformats.org/officeDocument/2006/relationships/notesSlide" Target="/ppt/notesSlides/notesSlide2.xml" Id="R6308f4a660be4a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168295f82374b4f" /><Relationship Type="http://schemas.openxmlformats.org/officeDocument/2006/relationships/notesSlide" Target="/ppt/notesSlides/notesSlide3.xml" Id="R792d5188fd12468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d02cf51cbba4d24" /><Relationship Type="http://schemas.openxmlformats.org/officeDocument/2006/relationships/notesSlide" Target="/ppt/notesSlides/notesSlide4.xml" Id="R49fac109660f4c2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a281507f047437c" /><Relationship Type="http://schemas.openxmlformats.org/officeDocument/2006/relationships/image" Target="/ppt/media/image.png" Id="R7bfee51ca67240af" /><Relationship Type="http://schemas.openxmlformats.org/officeDocument/2006/relationships/image" Target="/ppt/media/image2.png" Id="Ra0572e860ae44a4f" /><Relationship Type="http://schemas.openxmlformats.org/officeDocument/2006/relationships/notesSlide" Target="/ppt/notesSlides/notesSlide5.xml" Id="R13825b3d16dd489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4297b9cb7c245b4" /><Relationship Type="http://schemas.openxmlformats.org/officeDocument/2006/relationships/image" Target="/ppt/media/image3.png" Id="Rb2841ffcf6ef40b3" /><Relationship Type="http://schemas.openxmlformats.org/officeDocument/2006/relationships/notesSlide" Target="/ppt/notesSlides/notesSlide6.xml" Id="R2879bf254de744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41737eefca842f3" /><Relationship Type="http://schemas.openxmlformats.org/officeDocument/2006/relationships/notesSlide" Target="/ppt/notesSlides/notesSlide7.xml" Id="Rde37f8af32d74a4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f0e13a05a3e4c9d" /><Relationship Type="http://schemas.openxmlformats.org/officeDocument/2006/relationships/notesSlide" Target="/ppt/notesSlides/notesSlide8.xml" Id="R9d818fed87dc4e4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81baf2ead75408c" /><Relationship Type="http://schemas.openxmlformats.org/officeDocument/2006/relationships/notesSlide" Target="/ppt/notesSlides/notesSlide9.xml" Id="R53e1233335d2471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1808bbdffb14324" /><Relationship Type="http://schemas.openxmlformats.org/officeDocument/2006/relationships/notesSlide" Target="/ppt/notesSlides/notesSlide10.xml" Id="Rafb5180da3f3432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d4e867083694bd7" /><Relationship Type="http://schemas.openxmlformats.org/officeDocument/2006/relationships/notesSlide" Target="/ppt/notesSlides/notesSlide11.xml" Id="R5c6517b08a4243a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2150a2db93a44d0" /><Relationship Type="http://schemas.openxmlformats.org/officeDocument/2006/relationships/notesSlide" Target="/ppt/notesSlides/notesSlide12.xml" Id="Rcd3681db4b1241d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8ed4bafd58847e8" /><Relationship Type="http://schemas.openxmlformats.org/officeDocument/2006/relationships/notesSlide" Target="/ppt/notesSlides/notesSlide13.xml" Id="Rffe45175e4e240b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17f619d51bb4a10" /><Relationship Type="http://schemas.openxmlformats.org/officeDocument/2006/relationships/notesSlide" Target="/ppt/notesSlides/notesSlide14.xml" Id="Rb4c5afbbf4704a1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03eaa3e54654675" /><Relationship Type="http://schemas.openxmlformats.org/officeDocument/2006/relationships/notesSlide" Target="/ppt/notesSlides/notesSlide15.xml" Id="R441a99d127a248d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740a2eabb4f4997" /><Relationship Type="http://schemas.openxmlformats.org/officeDocument/2006/relationships/notesSlide" Target="/ppt/notesSlides/notesSlide16.xml" Id="Red0592f01c4f4f5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c1710a4ad1046de" /><Relationship Type="http://schemas.openxmlformats.org/officeDocument/2006/relationships/notesSlide" Target="/ppt/notesSlides/notesSlide17.xml" Id="Rc297c373209d485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7ff0f221de340e9" /><Relationship Type="http://schemas.openxmlformats.org/officeDocument/2006/relationships/notesSlide" Target="/ppt/notesSlides/notesSlide18.xml" Id="Rec4079a00c28415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8f2846a7c904890" /><Relationship Type="http://schemas.openxmlformats.org/officeDocument/2006/relationships/notesSlide" Target="/ppt/notesSlides/notesSlide19.xml" Id="Rc60020ec7ef345da"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E60EBAF6-104C-4D2B-950A-3AC910D2F196}"/>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EC94D7A0-8C82-49D6-B3B2-2556B9E240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300DC19F-A60A-4795-8CF3-84EA798480B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C47F9BEF-F41F-4A48-BA31-1F5B7D4EF0E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A6F0CD91-468B-48FB-A59E-6CC62EBD6DF3}"/>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60D2CC4E-69E6-4F1E-B7AD-30D330853A2F}"/>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19D5273-E5F4-48CE-A8EC-AB5FA9FD21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6527076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021CFEB4-4C87-4085-99AB-F5B26C6B07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4FEC4DAF-CD38-49C0-A9DA-D5AB1C4C31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646AD3D7-73FD-479F-82A1-75CF88CC10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CFC13381-2BC2-42F9-A62F-173E764AB5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7985FFDF-A56B-48E5-908D-EB33306B4C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4D416ACF-D3C3-4920-8365-C6B2995BDF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D198F364-FBD2-409C-8A4E-51722DF5F2B6}"/>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BF573092-04FD-4C71-A659-B393D66CB9FF}"/>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44E85655-AD77-4E9D-A9AE-09430609839C}"/>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2A3A9647-44C4-4946-B624-11C8E16B400B}"/>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731CE6D-F33E-48B0-AE0F-AE461DEA5B2A}"/>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DDF5A6EC-6175-4BBA-A067-3D4765EC666F}"/>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6AF82004-5820-4099-A4D3-01AA4E275787}"/>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7EB139D1-1BD8-4FDC-A676-D892773B2DBB}"/>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D089C24-58DC-4476-876F-F55AE22B8893}"/>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EEC08F4-1B91-4E61-9C62-662A4E3D99CC}"/>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3308B980-9B48-4B16-A51E-2DEA61EAA14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2B10F80E-CDA4-4B11-A8C6-0D6A86E16105}"/>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2A287300-8552-4CA5-B038-4A5A09FA09A8}"/>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6B723E2B-635C-4D07-A5D9-B58A58C8CB1D}"/>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C15E2EE-7FF7-46AF-9EDE-45EC821A8403}"/>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C095F06-15C1-490A-B130-0D13EE6FB4AD}"/>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002A6B7C-80FE-4DC6-84D7-7BA85D9731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0748997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D7B771CB-5E50-4CA0-894D-230C49543D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66595AC4-09F8-4F70-9362-53DC0C37025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31472E49-A55B-4DB9-8FB7-41820CDBAC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C5E5FFF2-F60C-480A-A6D0-2DF29F1A79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536C443F-FC88-4413-AC1E-2E19F781E0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53F7BA34-905E-4FE3-BB8C-5149304FEC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7D7108CB-DF4B-46FB-B43A-FAF7BAD5EC44}"/>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704B3E4D-0906-4010-BCE1-58563F21D449}"/>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97C2994C-F7E7-4198-A6FF-12714CE7A63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45DE84C0-A463-44F3-ACEF-73A4C4D635CF}"/>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CD6830F3-5400-4780-AC69-99EF02FE31F1}"/>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B383EDCD-8BA3-46E9-A60C-D57566EF499C}"/>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D17EE516-B6AD-4EC8-A330-7FA57ECA4D4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40A7C2A9-2B71-479A-97E5-4370261BE7A9}"/>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843F69D1-C358-4C56-9ECD-1B64569A4900}"/>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9F8AE7C7-C7AB-4DFA-8477-99F08B477A0A}"/>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C860846D-7EE4-44B2-9726-75353260D592}"/>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E358211D-887C-4075-98F8-BF133A0EA137}"/>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C938FAB-BF41-43DE-A189-A88EF00887D0}"/>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9B60584-9212-4501-87B4-3D3455207006}"/>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3CEB1718-E2ED-47DA-A5AE-2D1CE0374186}"/>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487B55D0-D6AE-492C-8156-BEDE054F1B4A}"/>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022D36FA-FE29-4C28-A8B8-B483C86BE1D6}"/>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D5D6B69D-94A9-48BF-9506-EF7F34A43003}"/>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A73588AD-B562-46BD-8EDD-575BBBB84CF2}"/>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DD074109-DE4E-44B4-B19A-0262432216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9154107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C5A6242B-B252-4BC3-9D0E-3E03A1E097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A1FC3BC6-07B5-4705-B6A1-C2F24DCA95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88AAB7FF-797F-4B37-AFFC-6F7F94B15B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33322183-0ABE-4E2E-844B-9CDC807F1B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498C4499-0283-422C-AAA4-01A573E928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8628AFF2-2DB2-4134-BA22-E126A807CD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2D2A1A14-E904-4296-A9D9-E1F1DAB3D516}"/>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B8A9C80B-62BF-440B-A337-6B87D5AC72AF}"/>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6BE9F05E-26C8-4171-95D7-178FFAE6AAE7}"/>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21EE5FBB-3C03-4C73-82DC-DE47C591819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9BB9B48-0152-4CE8-BA38-2D7EF2BEF77E}"/>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D2C33370-6E73-418B-A6B0-DCE00C5988E4}"/>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439CF51D-5EE7-4023-B5B8-16EC91366ABF}"/>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29E2A1E5-2530-4B7D-9A86-ECF3537A90F7}"/>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75FEA6F9-7D4B-4DC3-8B12-2F6A4A2718B5}"/>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9B065067-D5D0-4137-B6E0-475FECC998BC}"/>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BEFDAE3C-289A-47ED-AC09-A64954157492}"/>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1863A306-CADE-4F0E-B3F0-EDC2872DFBAD}"/>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1AC259FC-5375-4696-85E8-2D4854BD7B89}"/>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668F687D-3B48-4E7D-815E-24ED7DFB68A3}"/>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2F777A3B-9FC9-4762-B6F2-EF95D89466B6}"/>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E2EF4442-84FD-4A0C-822B-6D3727D836A2}"/>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FF53B8B7-0C65-4BBD-9F0C-82AD145245CB}"/>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3DBEA504-90B2-4A0E-8777-CD57C17E27DE}"/>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3A93CA9A-728E-486E-96BA-D413D9AF8EAF}"/>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11D73616-0869-49C4-B22A-480970083C95}"/>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7F39B0CD-AC64-49D3-BC2A-692D990D347B}"/>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5DF37B2B-CC5E-4FC8-8F62-EB08D451FC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729515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6D3E4174-0B42-48A9-8320-CEABA5D6B3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2521FFE-64F0-47E4-B5F6-D1E17494EE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419A7FD1-C8B1-4B0F-9DEB-D55FB4A03C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9F0522EE-BF2E-4C6B-BCA4-2908ACFCE6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4489E802-02F1-4DBF-B717-524BDB3103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C1611EBE-7E3C-4EB7-8733-33B380E528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80F22FA6-7689-4089-A302-6E029A32536E}"/>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177C3C1B-37C8-469F-9156-914D9C98F35B}"/>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4D47550C-9253-486A-BA91-8A6DD38C3510}"/>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2D5A4346-217A-41FD-BE05-3CFD70C860FA}"/>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42903A17-5058-422D-8C78-59F99F2F0C83}"/>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625A333E-C701-4445-896E-2542B3121F6D}"/>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779301EE-4FB2-48C6-89CE-6A8A2A9CD035}"/>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95CDEBC-8B9D-43B8-81B2-5438A92EC05A}"/>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0E9B32B9-FF91-4BA5-AEDF-7EDA0EBD301E}"/>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083C20E9-29D4-4264-B184-D90489856E9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2AAB6A06-CAE1-47F9-AA91-A9D99BC579B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B1599DE-87BD-4544-9E30-1D67CD643978}"/>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19159B35-81D7-42D2-A16F-A696F481830A}"/>
              </a:ext>
            </a:extLst>
          </p:cNvPr>
          <p:cNvPicPr>
            <a:picLocks xmlns:a="http://schemas.openxmlformats.org/drawingml/2006/main" noChangeAspect="1"/>
          </p:cNvPicPr>
          <p:nvPr/>
        </p:nvPicPr>
        <p:blipFill>
          <a:blip xmlns:r="http://schemas.openxmlformats.org/officeDocument/2006/relationships" xmlns:a="http://schemas.openxmlformats.org/drawingml/2006/main" r:embed="R7bfee51ca67240af"/>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4F4F3C7B-6C5F-437F-8667-8A61DB55C30B}"/>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44DB009B-D5EA-48B9-B9C9-D4D35B0DD48B}"/>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C4CDA52E-AFE1-4E55-9005-D3C61F79722E}"/>
              </a:ext>
            </a:extLst>
          </p:cNvPr>
          <p:cNvPicPr>
            <a:picLocks xmlns:a="http://schemas.openxmlformats.org/drawingml/2006/main" noChangeAspect="1"/>
          </p:cNvPicPr>
          <p:nvPr/>
        </p:nvPicPr>
        <p:blipFill>
          <a:blip xmlns:r="http://schemas.openxmlformats.org/officeDocument/2006/relationships" xmlns:a="http://schemas.openxmlformats.org/drawingml/2006/main" r:embed="Ra0572e860ae44a4f"/>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1B11136C-C944-43E3-BC1F-3F8C13D29927}"/>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130EECD7-3B38-4692-B066-0E1ECFBBB6B4}"/>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BA0768F-DA77-4B10-B182-70DBD8EFFBEA}"/>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25B4E933-ABC5-41FE-A6AA-D32A0CEA9516}"/>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D81CF681-6386-405A-A82B-8BAF6F638560}"/>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D3020113-325E-49FD-984D-B489C2EA52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8204196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2A50D258-0392-4918-A0DA-8617189224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EC1531FC-0249-4E9F-9C91-0031A74884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BE153867-8A60-4B77-A8BD-DAF8AADDB4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63C6602C-CA43-4B58-8AE4-5F8D253409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70645A42-CCCE-4B5B-A782-247A69D331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1941FD05-50BA-49F0-A76D-B714AC021B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CCFEDBD3-73C2-4A34-A6FF-B38D27D9ED94}"/>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B80AFEF4-9C90-4A94-B7F0-E4D895EDCFCE}"/>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D170358C-EC1B-40D0-A0B0-170915679D2C}"/>
              </a:ext>
            </a:extLst>
          </p:cNvPr>
          <p:cNvPicPr>
            <a:picLocks xmlns:a="http://schemas.openxmlformats.org/drawingml/2006/main" noChangeAspect="1"/>
          </p:cNvPicPr>
          <p:nvPr/>
        </p:nvPicPr>
        <p:blipFill>
          <a:blip xmlns:r="http://schemas.openxmlformats.org/officeDocument/2006/relationships" xmlns:a="http://schemas.openxmlformats.org/drawingml/2006/main" r:embed="Rb2841ffcf6ef40b3"/>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51013609-5BBB-4892-9F92-E082CA3BC974}"/>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EC78E163-6D43-484F-82E0-E0EBE7383898}"/>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88CA9AF-8A56-4ADC-A101-7FCB25E0D236}"/>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704D658F-DBEE-4CCB-B4E6-8E4A2FD73ED4}"/>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CF050894-4A93-468D-80C2-C7BDFC602901}"/>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9B568F62-26A5-45BA-82BE-83B0F8044B4D}"/>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48216D9B-681C-4E70-B349-89F0A49FDEC2}"/>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856EC8F8-F6D3-4A79-8E7E-09DD02C4D034}"/>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71B1D403-7DE8-4A42-AC95-74F35DB86726}"/>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6685EB51-2341-4C82-B4BA-12608C768770}"/>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3DADBA46-1D5A-4B43-9EE3-2FF1FD99330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B635DC9B-0B5A-4F8B-ABFA-512786DD084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040750C1-ABCC-4FAF-8B5E-9A7F2CB2A06F}"/>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2119EF5B-7923-414D-A554-A2BCEC2E8353}"/>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DB0F597-8B36-4F62-8AD5-371A905F3DBE}"/>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F679D26-4949-4FF5-9CD4-6D0396349BB1}"/>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957CE864-D6FE-4BE4-87EE-D9D748DF803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51BECA84-9E14-4C1C-AE92-AF512EA10D9E}"/>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82BB1E7-BC46-42E0-B38F-7E6899F71C37}"/>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A8808C1A-70DF-4A04-A3AC-39120D67C5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86323473"/>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EF640B7D-EA68-4225-A830-BF4D9CECEB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39637F74-F77A-4439-B3F6-950BCD0CC5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844A197B-3840-4094-9314-1C843A69DF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03C40783-121E-44B9-85D0-5BF738A294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E5700FC8-E7F1-463F-AD5F-2527F87438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7E7F0229-2D11-408F-BD26-83846E3611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90AF1228-15B5-49D8-8CB8-788D1A1A4F4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E4353CFD-3F1C-4DE0-8164-16CFBDBCD65A}"/>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A0FF1B81-6BE9-477E-8C87-23B7E13376E4}"/>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F9BE3827-2DB4-4EEF-BBD5-917DC2D567C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8DCEE3CD-6E60-4A3E-B8EC-9E1ACF1D86F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498D1B28-8024-423F-B338-718468667C14}"/>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62068552-7EB3-451D-B9C8-AD4D2B4E6DFC}"/>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DC504BF-2C3E-42F8-B4E4-BFF668F7B254}"/>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32CCF3EE-203A-41CD-A30F-CC94B784966A}"/>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FC7C9E9D-26D6-4AC8-A217-544F68809673}"/>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92CCC825-E037-4C43-941A-083B6591867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3D46BE1-7E3D-4702-9849-1FD866A4706E}"/>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F56F56E9-0F7E-4289-A9A3-3FABCC486136}"/>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0963B308-2B23-4C96-8612-D7B70E575D9D}"/>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742EAAF7-3A37-4650-BEC1-7011D40B506B}"/>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8D58DD03-05E4-4D14-A249-B95F955D9F87}"/>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F5A5B7ED-EB66-4D08-BD6E-F08D82820F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6719037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A4508993-36D5-4C1B-B61B-844FE6132E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598136B0-5D6E-4F3A-89B6-5458C7A97E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05EBA5D1-3E30-4675-B0E2-4ED9513D09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2FF9E0C-C06D-4E57-A4E0-4C3BF3FF2A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859907A7-AE9E-4C6E-912A-B697229C39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20F0A1F6-48CE-434D-8EAE-6C06A1688C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7AF0CD1C-9AE7-4973-9251-47AB117A8CAF}"/>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AA0942AC-E996-414E-A6C2-1A8AAEB2E727}"/>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FFC30635-60FA-4762-B391-BF0B5B3478B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0B4ED12-15EB-4498-90B3-D681862B2596}"/>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6FF81109-C9B2-4D64-AAFB-530B0DCD6AE4}"/>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A0D5077-6E26-48EE-88B1-32286222F5B2}"/>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E23E18A6-8E30-436C-BC66-B497F97FE8DD}"/>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6F518D14-5AB7-402D-A261-2764F6705B11}"/>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A3640653-FCC3-4EB7-AC13-31537FC6EC03}"/>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9B52D3B7-BC4C-4B16-A0F5-1E0028918E0B}"/>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813CF0C5-A992-4E95-B3C7-29181BBEB065}"/>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4DB4154-B923-41CF-BCA5-9822DD692218}"/>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B1976FD6-173A-46CF-BA6A-BA0D82E509CE}"/>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CEA7FCE3-14CB-420F-8DA8-2D359E071D93}"/>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F1DDE1A-7509-4261-8EDD-4BE94BF16D6A}"/>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153AEA07-374F-42EF-96C6-D6D4A18A07FE}"/>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9E6374FD-52B9-4783-BF15-7150E17E5204}"/>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49EBDE2B-B433-4074-95BD-B5024B529329}"/>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DC5516F6-2443-4E01-BCF5-B808D72DF238}"/>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8A8EACA-CF59-4B65-8A64-ADDBF96D26F4}"/>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F09227C1-DE42-4A3B-8165-C11E10A7B90F}"/>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27568060-CC28-49CD-AFE9-429AD2E14164}"/>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F96A6094-FF5F-45C2-8514-7A0E145FDE0D}"/>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E1D672EB-8F18-46A1-BA6F-BE04A1D68858}"/>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D6D2A2E7-1BCF-4F4A-88CD-6E2FFBBE176B}"/>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5692B907-C3B9-4060-A55C-33FA27D36C94}"/>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F1FF68C2-2214-4677-A8CA-7633DDA35A42}"/>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8A8E5400-CCF3-40E5-B82D-A6E52A700A35}"/>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F0D30701-E879-4215-97D3-BE5495796294}"/>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4169CE87-6B37-4A2A-B22A-C0FDA94706A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10B5FF43-C42D-4312-B74A-4F1290AF58C4}"/>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8671F5DB-95A3-43C0-AA3C-914B21DD5DEE}"/>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2D4E4551-28D1-4EB5-A6F3-2555BC6BFE4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B5DA685-627F-42DC-812C-0683905A17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885638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D54237D7-E2D8-4B53-8CB9-E8B118D294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0B38ED23-0801-4B87-A9A5-2C9433D0C5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6EB4D851-39E7-4CA3-9B10-9CD8D99DD3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41A7EDA5-A033-4474-8D38-773C37ECF4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7EAEEF59-C087-425E-BFC7-2A11E20989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FDB2713D-9561-4A3D-A36F-6C5279447E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F026B8CD-08F1-4ADA-9920-5A51D625D578}"/>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8AC9C210-BE25-4131-8283-38A64929BED3}"/>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C10534C5-C389-4634-98DB-13715726669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73EEA9BD-9B97-4A2C-9765-92E1A2A1364D}"/>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C8AA87D2-96D3-4DE5-A63B-07D052769827}"/>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4C77F3D6-A4EE-4311-8B65-3F176D0B5F1D}"/>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E13B6768-9DE0-4143-BD19-E25CF05A32A4}"/>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C8C041BB-48B4-4EAB-898F-39FFAB5BEB0D}"/>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48FC32A-3636-4A44-88F1-0897CB9151AB}"/>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7B1B17B4-59A0-4B82-BCA1-A0A4BDBFA149}"/>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49E3925-0FC6-454D-9525-04817DB96068}"/>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4E140E79-D436-44FC-A0CB-70A4CA6265C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DBFF2E9-9595-4785-B2AC-E202E0205AED}"/>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B7AFA9DD-9AA0-4A96-ABE9-B6A5A93068ED}"/>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2370D1D6-6F0B-4E42-858A-614E93274C0D}"/>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58A0F1DE-5072-4C0F-895C-79716DE16CDD}"/>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544C43C9-0551-40BB-86EA-62BFD91AD522}"/>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596EC513-3F1C-49DC-A849-A9A9732B779D}"/>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065BD63-CC60-49C0-9453-A5B4AA8CAF2A}"/>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0179112B-0945-4101-BC84-D13F66E651B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7980317-1684-4D01-BC4E-E682F3DBAA2A}"/>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F6970E3C-8A92-48F5-A3E5-0A3228C91740}"/>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243D25E3-9AA4-4E14-A00E-A3494DD23EF5}"/>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F25A32E9-29F9-4C4B-B04E-217BF9B72E8C}"/>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AEF889-8BE2-43FB-AB46-BB5EB390F40D}"/>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D506B7D4-276E-4EB6-A8A1-B2C8C0FB60EA}"/>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3E23112A-EF05-4E41-BAF0-2C7268BE23D8}"/>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CB05F680-ED16-47AA-9F70-579DCD12A522}"/>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97AB45C4-9D17-446C-B61A-9D35EDBEC17C}"/>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BD7880CF-F5C7-48A3-B9A7-34BE743E28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52769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6042CA34-9034-451E-835D-372D42BE5E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DCE04A-57C6-4CB9-A964-16BDC851D4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774C9354-51AC-42D2-B42E-12DE3E7DA31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8726E940-7B3B-4D50-85D7-176EB04B2A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5BA29C9B-CDCB-41DD-AF54-87CFEEFDAC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124592B8-2BED-449F-8C91-221D895D50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AEB58BF5-F9DE-4773-971E-13D285842975}"/>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7E624308-1DD0-4B59-BFF6-706FDF143490}"/>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AE2ACF63-7B86-4871-802F-33CE57670CF2}"/>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82C56629-C3AF-4F56-92DA-6E71597889C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39310F8E-557E-4A33-9403-AE49B19C14A7}"/>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167888E-4E6B-4C24-BEA2-24F853DD12DD}"/>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137D2C52-EE77-464F-A46F-5A8430505D1D}"/>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95BBFC8-5974-419D-80BD-A1EBBFF1BF5F}"/>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EC7A6E1E-B513-43DA-B098-91C6EDBD975D}"/>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DEF9C14F-F08B-4299-9925-0A3A6095B360}"/>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7F14085A-1F59-4BBD-AEA8-5B7A1B8EAC7C}"/>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D034717-FFB6-4183-B521-50ADC422FEBA}"/>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30D776CC-1E80-43CB-B108-CB53098FE036}"/>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7C6B61BB-74C8-497F-910F-003AD5748477}"/>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D9AC5675-AB41-4C9C-8F29-CD15F3540930}"/>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B6566C45-894D-4706-995D-31755EE0646F}"/>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B41B75F7-F65E-413C-8306-EEF140BCB32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7FC0D31C-3602-4B8B-A5A7-B455E4CDE4F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A95F5292-ECB2-4BDF-9389-769690B99255}"/>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9E56BFFD-0E70-4E9C-8B1D-A3FA278CAFB8}"/>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18F6E5CE-7CCD-4D14-9702-BC8B1A111A4F}"/>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F8A82FE8-BB94-44CB-814C-65C9D0F51CD1}"/>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E0A10B31-FC35-4740-9208-8A0B33F1E1C2}"/>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BCBD11CA-6A2B-4127-A352-4DE97D54C420}"/>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5BC3104A-D63A-4EEB-B187-C63544FBE97D}"/>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4DC71862-04C8-4DBC-8A23-B801473CFE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709798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351F82C3-1373-4D8E-88A9-7C7FC265BE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581089F6-AE77-4387-AA53-895E57F375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1C1287BB-1C77-44B2-878C-CA13825E54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AB955C02-C326-485F-B9D9-22F140C4C9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C5183959-1D45-4E29-B16B-C87FA82C72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5687F050-82EE-4C4F-9B34-A8E8AB9C73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C9B06ED0-1234-431E-8AE7-F54A5BADBD7F}"/>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88A879B1-3440-463C-850E-DF5651D463C3}"/>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9936FFA-20DD-412A-A003-98EC20DDA1C0}"/>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1C09BA12-87F9-42BF-B4FC-9B7DBD5DC047}"/>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BD123FCC-2675-4C75-90A2-1371CA6806E4}"/>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8F756364-F5B5-4DA8-B7DD-99618EDD0E83}"/>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FBA0A7C6-0912-441E-A05A-E770F3533616}"/>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8A92B891-AFDF-434C-BF10-086A193BE309}"/>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EE912E8-FCEE-435A-BC49-77FABF194D53}"/>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7AF5ACAF-E864-42F1-9746-ECF73A82367B}"/>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5DF13D24-3E51-40EA-90D3-EB83169F83CE}"/>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E2764E2F-5E76-4441-A514-6F89002EE684}"/>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9AAFB010-1D05-4009-8102-724FC9DC1A2A}"/>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3C411855-786B-405D-A6D7-10054FCE5880}"/>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D2124FC6-E3AC-49A0-A1ED-4DBB02A19DD7}"/>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ABFE5A1-C4BB-4FE4-92E6-DFD43F03071C}"/>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8756D63-F410-4CCC-A607-2D1B2A68E71C}"/>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5C179850-9DBB-4946-94A8-EADE015D4EFA}"/>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CACC3E-1563-494A-AD45-FF0CD64A86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124499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613CC315-7309-445F-A1F9-1F4B87A8F0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7E65F008-51EF-4B43-8962-3F0F995E8E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186DB904-7711-4DB3-89A0-B8D32E745F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DE769BD3-3753-4A36-AAAD-2C3C6F3A59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87E14FF2-E3B7-4EC4-9D51-81960388AD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E76C1A51-A74A-43BD-9EFD-5C2F619B73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F9413A59-AEFB-43AA-A5E3-C9FCB42FF95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8D234E1-9D49-4447-AA9C-441B9EC4DC85}"/>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5A0D0097-F313-4583-9DE3-3382EF735438}"/>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B35E4B90-754B-4320-9146-7E69695C7136}"/>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7DC09013-E184-4D0F-94B7-7C45C248FB5A}"/>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C4F339C8-75BA-43A1-82CD-A7BE9AD941C4}"/>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B7ECEAEF-4781-49DF-8BF6-41B340CF0CA6}"/>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A32946BC-1DEB-4574-A95D-95C9C808F8B7}"/>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F1508815-781A-420C-9336-7D025E68D09F}"/>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347D4258-DF07-4310-8B26-7C91461F658A}"/>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99B1A0B8-2A6C-4CFE-B061-F7A142D308A2}"/>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2596300F-FF9B-4293-AA95-2841010A437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257D6854-6F8D-4AEB-9E48-1345EFF923CA}"/>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A891DA12-FB5D-42A2-B582-0CD35FC35734}"/>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EEEDD18B-9319-486B-BF37-A0840643BDF7}"/>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A2ECAD2-8A1C-4667-B864-F71D33E13F75}"/>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D73384C9-0EB4-409F-A17F-95E51DDC467B}"/>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60FCAC49-7573-429E-88C9-31065513E093}"/>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DA21692B-54B5-4B71-B190-0919E5611C21}"/>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693E06CE-CD62-47C7-8A4A-90B10DC23330}"/>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C13E551E-57F8-4A02-9C76-358D8FF7B596}"/>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AF874FBE-F316-4C52-AD54-5DD3330D7CC7}"/>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FECD65F1-09ED-4A1A-8706-C871436B36FC}"/>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68798BE3-1925-4462-B99F-41277A502FB5}"/>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BB403E48-69A7-47CD-997F-1EB710B3A84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EDCCC43C-961E-4C46-BB23-5DB5CFF0F5F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AE5A6C4-A8ED-419C-85D3-650EE42D5BD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895874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96C1ECE4-7F4A-4A37-8599-15291305E2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A3621E7-3445-4FC1-A06D-D99427D165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8751E258-EFE1-495C-8144-A7193F47AD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349A0BFB-6D20-43CB-9E15-0260F4398D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7CA64915-12D6-411F-9EC5-24B4752058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AD7A46AA-F70C-4FA3-9453-90B33DF045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059E02FD-D22E-4778-8DFC-CE7E909C256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7AFA2B51-E821-47FB-B1D3-02CCA5325B96}"/>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6FB4D1C4-1A4D-41D1-A3A0-3EE53DD734FE}"/>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B33E96F4-1F12-4AA5-B113-8FDD9719A93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DE307162-3DAA-425C-80C5-ABCCEBB570FC}"/>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0B683E5F-5900-4504-AFC7-F9C53FC44B08}"/>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597B7F48-652F-4F60-A294-4A155B93688A}"/>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D8414B66-EEA3-4559-86E7-AA3E30FF5655}"/>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4DA544C8-BED4-4C34-BF5F-3B606FEA1A90}"/>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0620E7C5-0990-4865-9E61-6321C2FB3169}"/>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002666A-BABF-4A51-A754-C744FD88B293}"/>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843F03-0621-44DC-8A88-879983431C27}"/>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2BBB4C1B-ABEF-4C2E-88C3-7CDFF476CD16}"/>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23B54DBE-E7FF-4645-BBE0-40C3BE136320}"/>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385A982E-ACCD-45D0-B593-F76641246AE4}"/>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54B9A2B-2628-4F7B-B6D1-9EC78F19706F}"/>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947D3D23-1DAA-4882-8DBE-DEDDC2D05D9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187F5829-9013-4DC2-8BF2-0E488299205F}"/>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B9977FE3-39B0-4DF0-A906-B42996F4756C}"/>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89402A6E-A69F-4ABB-99A9-A017EBFC255B}"/>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34BEB08C-703A-45FB-AE70-9276AE694B2A}"/>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5327AFC-E561-4589-8B35-CF433808E847}"/>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751B0AC-AFDC-48A8-A1C0-9E418F97EE79}"/>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DF4AA065-45A5-4217-8C10-ADCBFAF0FCD2}"/>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4B73B3F5-B380-4FC5-B65E-8437DBD55B99}"/>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F2E90AE8-F6DE-4F99-BE7A-361EC4B2E23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61FE756-3971-4492-8BE4-1019D08CAEDC}"/>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88DA9454-09DD-4BD0-85AD-D6E4CA60045D}"/>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47EBAC49-9C4F-4915-AB63-FABDE1E85BA0}"/>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3D45F1E9-2524-47FB-8A50-AED2E0798C7D}"/>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AD2ED111-1B67-4E11-B267-91ED4F57CF3A}"/>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E5D8F1F3-09A4-4160-805B-AD57337431E3}"/>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FCEB1543-90E2-4DF8-97C7-F59C73DC942E}"/>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2A51945D-817F-49B2-B20D-C1191AA65C4B}"/>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26B9F3F7-303D-4CDF-ACE8-AB4CFA5F7E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7909880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F2EDACAC-4EFD-4B23-8666-168CACC1DD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EE31DC60-540C-44F4-8826-F040DAB159E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DEA73056-C14E-4398-BB07-651F1D32B2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4CCBBD24-ED9F-443B-8C62-E200F2D27E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7F5D2263-42BE-4878-953F-4C14987C5C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BC02AF06-136C-4287-BFEA-74AAF5A949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7B45307E-546B-4DD5-AF08-A606E2288EF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A12C8EB-59F2-43BC-BB2C-9C9104533F7E}"/>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BDDF69E4-E2D8-45C2-86EE-DB6B5993ADB2}"/>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E53FC7F7-936D-48B2-B286-77E173A3C587}"/>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5DD9BE15-860C-4180-8805-2A9C487CAE14}"/>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C3741343-69CE-4705-9D4C-A50B454C0B8B}"/>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A597CC84-BEAA-43A9-AA26-A122D0AFDC27}"/>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4F3CDCD-E25D-469F-AF43-2D8EFF2A52C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6C73724D-B5E1-4598-B78E-D532BFE14AE6}"/>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921401DF-B9D0-4675-A9D3-0299AC88F5DE}"/>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C39C1E1C-69E7-4E9D-9F53-A607A30BF952}"/>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5817ECE2-D271-4F03-94C5-C9727671A5AA}"/>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DA869D11-0101-4CB6-8592-9111BDD9D325}"/>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95A3A5E9-47E2-4558-9CFB-DD7D923C9C6D}"/>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EE2FB4E-8C98-42B6-B5AF-F7088050F792}"/>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C3FAA716-52AC-4837-AA50-22664F3229BD}"/>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A3094FFA-361D-4444-934B-579FAC72A1EF}"/>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05149577-36CB-487A-B23D-7E2FBB08F38F}"/>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35993A33-E2EE-4D56-94C5-C7FECEF7A219}"/>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2FB906E0-EB9E-40DB-8F7B-49461879AEF6}"/>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9CDFAAB9-E481-4763-A1A9-6B5CA63EEA16}"/>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324196A7-D6E1-488A-8B40-CDA76F62CD1B}"/>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E43A32EF-D9FE-48A1-9E5D-EAE747C66C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979159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7F6A7B9A-A355-41D9-9839-751D2790E1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209B054F-C35D-4C73-AB34-E17D7E0FF7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E76CDE78-5BA0-4F3A-9311-E16C573B1B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6B44F5B2-E9A7-482A-926E-D936C2D6CF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8DD56801-9556-434C-8CF4-2EFA8FB6D7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D349CFBD-E5D5-4367-A1CD-A99D74A9CF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E8D4F6B7-76E7-4836-8B83-682EFB026FB5}"/>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DB707D8D-996F-4788-95E5-A7092985AFAC}"/>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3ACEB753-01C5-4A87-92A3-04FFE370B315}"/>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7A7E465B-97B2-4FF7-84BB-7BA8FA3BDCEE}"/>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A3402E50-D161-4A5D-8D16-3F2C5A0E137F}"/>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CAB19DD8-3873-4E1A-B599-D7F32C4071D5}"/>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642868C0-3E34-4B6C-8D41-F2A41E227C92}"/>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B07C8D6F-98B5-4788-90E6-E27A5FAE37BB}"/>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68A6E240-005E-4961-92B4-B9794263D40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ACC9E5EB-B998-42DB-98C2-5BEFF3D3CCF7}"/>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4A46F621-0140-4955-A2B2-45F8912CBDF3}"/>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9738A75-1A68-4753-950A-D4D660335131}"/>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3440A3D-82C3-48CA-BBFB-BE13B501DACA}"/>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114BF3DB-A723-4ACE-B3EA-9A2FFBCC6B07}"/>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A86B0940-5DB2-4B66-8F8D-AD5813025786}"/>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BA33746C-C3C2-4199-B220-37271268DAB2}"/>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3E0D08B4-259A-4F3F-AB0C-9941025E69B5}"/>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0A74687B-0D4F-4817-9324-0B79AB7D0235}"/>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684AF115-51EA-400D-8773-E313BFE05FD4}"/>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6DF6BAB1-210C-4C0D-B5E5-0BF923C0D30C}"/>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12BAAE8-DE70-4051-896B-436F36877357}"/>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877C0903-D369-4F76-87FA-C062E502C0ED}"/>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C3DE3D17-8DBC-470B-801C-2589DAC11F51}"/>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147920FB-8D47-4874-A1A5-46C97567919E}"/>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C1CC0B38-90E4-4864-8652-92A25D41E51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C92D844D-CC50-42BE-A2EF-890D6BB93B0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08F9AE7C-906C-4D0D-9B4D-7672734D274F}"/>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C66AC780-601A-4453-ABE3-C6659E11FE9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DDB6B7A-AD03-49DB-9B6B-C624D98440EF}"/>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BEDB0424-6379-4C39-9C0E-4FD63DF95C6B}"/>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C3E55B02-F7B7-43C7-8A06-B8B1D1873629}"/>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6157B1F1-70A7-49BD-8738-58C89D3C5A83}"/>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2A64E353-4FD6-49F3-B3F7-870E57328668}"/>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A10B988C-4920-40C3-A775-CD7B03C2FC6D}"/>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47C24E10-6A64-48E4-AB67-F401B68120B3}"/>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727CE5C1-2895-4819-8757-1C9FD506A450}"/>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B56FE76E-630B-4818-9040-7255E83675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4561917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84898402-F4CB-4FE7-8F37-347AE0C52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516B328C-D7B0-4323-BFB2-909674873F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CB225405-585C-4B8A-81A1-542A00A32E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B6A69804-6B0A-4F88-8BE8-170716847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E36C0F80-1CC1-419C-BB15-EDBA9A6C0C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8D33D0ED-AF1B-44E2-A8A0-D96ADCAF43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761DC428-AA1F-4AF2-8257-6CB633A1CEF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C6072C5C-A4D7-48D1-85D5-1A657EAA646E}"/>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E7814385-3D76-4E47-BF04-7ABFD5D7F210}"/>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6DFB23F4-0BC5-4B4A-84A4-36B7E6ADFBF1}"/>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6D4C3BCF-4E44-4E97-8A12-8EF449890DE6}"/>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01814113-5E3A-497B-B3DA-8F991BC7459A}"/>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88ADBBB9-CC5A-45B5-9470-A1385677E368}"/>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457DAA2F-7266-4EC8-B008-0EA3B8874088}"/>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92B2675C-4332-4D80-9A61-0BC1CEB2CC90}"/>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BF78EE69-2A34-48BC-B618-046A6A8CB5E0}"/>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DB35AF0-B5F7-4202-A06E-01C95D309FA8}"/>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2B0550FC-3AD0-4DD6-8452-6068EF4C938F}"/>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D1FC879B-AB61-4E81-82EA-A9470B2A333D}"/>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AE543685-A54E-4D21-ABAC-988E0A152D76}"/>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7A017217-F175-4D31-B60F-3F2190DE7B6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96CA8563-A746-493D-B4B8-889886DB41B7}"/>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750EA153-3CE3-4720-92FE-C2B09C14F62F}"/>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8976B805-B6E6-4EC4-9F37-62A790EB03B5}"/>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5F727A4C-0E97-4416-A2FD-E9C44C4C85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3483501"/>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1578051-4505-4249-8235-27FF7BB7E5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990BE2DD-29EE-4FE4-B3A4-6089ADC72D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AA00A9D2-F0E1-4650-BE5F-6D3E073002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F094835D-61E9-4E76-8AC5-1930FC732D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83B2BAD9-C682-4F37-97D1-F191A28F8C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353BF807-29E9-4784-BD75-CA73344A5D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B36FE4FE-520F-429C-9150-D5BD7C424B3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8403968E-1C3C-479D-ADBB-9D19551B5648}"/>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C921DC42-951C-4406-B47E-3AD677184067}"/>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AF04DCEA-A801-4E0F-BF32-0B6C6B10268C}"/>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F2CE215F-8EDB-4C06-B3E3-68517506E12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CB03B32A-0837-4170-8834-C5E620D4F9D3}"/>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FE704B1C-4CD7-4601-8205-E7D3AD78DE75}"/>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5B78972-3679-46B2-8644-C50744B808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443941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72BC93F6-C898-468A-A062-49DDEAF262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96B43230-3412-4E2F-936F-189E276A90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98C25A8A-14E0-42AD-AD87-E1BA975630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65F0BBED-7A5C-47FC-9F25-44394156F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FCE805D6-ABCA-4917-8EC5-2FB47E5D10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D957918A-B9D7-48D2-B010-9956A1D628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6ED2F14A-79C5-46C0-A2C6-51B827C021A5}"/>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4512DC52-A9EC-410A-97E0-8A948E4A76C4}"/>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3BCE3967-8536-414B-8C3D-449192FEC794}"/>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2F63B53B-E7CF-4D21-B560-73D262061530}"/>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186FF0F6-8422-4563-8710-919C224A0C07}"/>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4DBC2614-E84B-49A4-8D51-6F40B49CF210}"/>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564B3DF8-67F4-40EE-AA62-46BEDFDD016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CBC05F2-4CE0-476B-A16A-158F319906B8}"/>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ABFCD204-CF90-4DB8-A53E-9276FCE6A4E5}"/>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295C2F4-3C3D-4C0C-9842-6D750A8754B6}"/>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F7809F6-EAD4-40F5-B37B-7B35C720988F}"/>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EB2F76C8-E3BE-4524-B7BD-FD7468AD9954}"/>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1683F1A6-AC1C-43BA-8D1E-6E4BF06BB16A}"/>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D0476F88-8132-4DE6-982F-4B8EF09AC49F}"/>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2C108996-4BA2-4858-8C64-6517BFBBE31D}"/>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0C7F6E17-A170-4409-BCB7-CBE08F80571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DEC2A745-6ECD-414B-8B90-ECA7066050EB}"/>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CA35BEEE-663C-46F1-BF85-86A2A855B28B}"/>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A65D9152-DCFB-4AF3-B3BC-63D884ABCF2E}"/>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1A7A8746-0334-44B2-9863-B5E924406FF4}"/>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4BF94A7-406C-405A-B97B-EC8D65C34AD8}"/>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E715DAA5-726F-4B9C-BC87-76ABD1BEBC9F}"/>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2B4213CD-738A-4F34-96A5-D4C2E6ABB9D8}"/>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2334E777-FEBF-46CA-A7A4-3E1A8E34A04C}"/>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E720FA29-E750-4301-B99C-A41B0B150DF9}"/>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210F7CDD-8A29-4AD4-A5FA-A216D06261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4571825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7DAF2786-A166-4352-9948-A7626C7A30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4A78A37D-3481-4C0E-8818-FD9A3DBFC6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A2A9B28F-1724-42E5-8A46-D087FB82AB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5A106E32-36C3-435A-910B-162A3EFB72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4C130CE2-2FA4-46FE-BF1D-60E21D6977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DC26D0B2-4E76-4526-9A56-3F5D52B83A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38DA08BE-5CD9-4698-97CE-8BEA898ED68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4EA98510-39F5-4476-9ECA-B4C2E8FB02C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40747A32-FB6C-4E1F-9D64-E7BFA0BB7C37}"/>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7DC559A7-EE66-4208-8AFF-7BC7F0F4558A}"/>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F15B5ECF-4CB4-4324-AA49-8683098A1273}"/>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2A1FBDD5-57D4-410F-BD8B-0E4C13F1388A}"/>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2034943C-AC9D-48DF-9832-23E61DB42A4A}"/>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98AC7CAB-C98E-4057-A136-BB405C4924F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A919B4C-B351-4F6D-8463-333E22419EC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B00C258A-189D-45F5-996F-C1E202683EB2}"/>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F0E7338F-398B-4AEB-9E1F-0B224E217BC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08B01287-643F-4DA6-8711-14B4506D575D}"/>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C4293B5-3943-42B5-90C0-75C2B9E3577B}"/>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BB38680D-0698-4B52-9A63-C954A42E2186}"/>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279364C-C536-4BBC-BEA1-14062824F17B}"/>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CF876F69-C65D-437B-A65D-ECD581321D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194398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2026-10-25T09:27:37.6160000Z</dcterms:created>
  <dcterms:modified xsi:type="dcterms:W3CDTF">2026-10-25T09:27:37.6160000Z</dcterms:modified>
</coreProperties>
</file>