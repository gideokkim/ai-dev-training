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5dd068ba714b3f" /><Relationship Type="http://schemas.openxmlformats.org/officeDocument/2006/relationships/extended-properties" Target="/docProps/app.xml" Id="R9975ac0c6feb4099" /><Relationship Type="http://schemas.openxmlformats.org/officeDocument/2006/relationships/officeDocument" Target="/ppt/presentation.xml" Id="R42a9387d89bc46e2" /></Relationships>
</file>

<file path=ppt/presentation.xml><?xml version="1.0" encoding="utf-8"?>
<p:presentation xmlns:p="http://schemas.openxmlformats.org/presentationml/2006/main">
  <p:sldMasterIdLst>
    <p:sldMasterId xmlns:r="http://schemas.openxmlformats.org/officeDocument/2006/relationships" id="2147483648" r:id="Ra5290ba69b6e4e03"/>
  </p:sldMasterIdLst>
  <p:notesMasterIdLst>
    <p:notesMasterId xmlns:r="http://schemas.openxmlformats.org/officeDocument/2006/relationships" r:id="R3506cfbb726d4c60"/>
  </p:notesMasterIdLst>
  <p:sldIdLst>
    <p:sldId xmlns:r="http://schemas.openxmlformats.org/officeDocument/2006/relationships" id="256" r:id="R4c800ab154be4f39"/>
    <p:sldId xmlns:r="http://schemas.openxmlformats.org/officeDocument/2006/relationships" id="257" r:id="Re230ab6f536844d8"/>
    <p:sldId xmlns:r="http://schemas.openxmlformats.org/officeDocument/2006/relationships" id="258" r:id="Rc70157d1b34045c5"/>
    <p:sldId xmlns:r="http://schemas.openxmlformats.org/officeDocument/2006/relationships" id="259" r:id="Rf80053c13292433d"/>
    <p:sldId xmlns:r="http://schemas.openxmlformats.org/officeDocument/2006/relationships" id="260" r:id="R4e6936b3c4fb49c9"/>
    <p:sldId xmlns:r="http://schemas.openxmlformats.org/officeDocument/2006/relationships" id="261" r:id="R74bf37f1c6124b8c"/>
    <p:sldId xmlns:r="http://schemas.openxmlformats.org/officeDocument/2006/relationships" id="262" r:id="R514104a6bfeb4450"/>
    <p:sldId xmlns:r="http://schemas.openxmlformats.org/officeDocument/2006/relationships" id="263" r:id="Rf32e9d339ac5421d"/>
    <p:sldId xmlns:r="http://schemas.openxmlformats.org/officeDocument/2006/relationships" id="264" r:id="Rf224e76567554ac2"/>
    <p:sldId xmlns:r="http://schemas.openxmlformats.org/officeDocument/2006/relationships" id="265" r:id="R5ad29e87ce084d63"/>
    <p:sldId xmlns:r="http://schemas.openxmlformats.org/officeDocument/2006/relationships" id="266" r:id="Rfe5d843ba1124404"/>
    <p:sldId xmlns:r="http://schemas.openxmlformats.org/officeDocument/2006/relationships" id="267" r:id="R6477680b6bf347cc"/>
    <p:sldId xmlns:r="http://schemas.openxmlformats.org/officeDocument/2006/relationships" id="268" r:id="R93949c44e1db4678"/>
    <p:sldId xmlns:r="http://schemas.openxmlformats.org/officeDocument/2006/relationships" id="269" r:id="Rf50a1f73ff8f4832"/>
    <p:sldId xmlns:r="http://schemas.openxmlformats.org/officeDocument/2006/relationships" id="270" r:id="R1209ff98a1cf4c13"/>
    <p:sldId xmlns:r="http://schemas.openxmlformats.org/officeDocument/2006/relationships" id="271" r:id="Rd0179283e743406a"/>
    <p:sldId xmlns:r="http://schemas.openxmlformats.org/officeDocument/2006/relationships" id="272" r:id="Rea228bc32a614ded"/>
    <p:sldId xmlns:r="http://schemas.openxmlformats.org/officeDocument/2006/relationships" id="273" r:id="R4dee5885366048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b2d861026a450c" /><Relationship Type="http://schemas.openxmlformats.org/officeDocument/2006/relationships/slideMaster" Target="/ppt/slideMasters/slideMaster1.xml" Id="Ra5290ba69b6e4e03" /><Relationship Type="http://schemas.openxmlformats.org/officeDocument/2006/relationships/notesMaster" Target="/ppt/notesMasters/notesMaster1.xml" Id="R3506cfbb726d4c60" /><Relationship Type="http://schemas.openxmlformats.org/officeDocument/2006/relationships/presProps" Target="/ppt/presProps.xml" Id="Rf57c0503599642a8" /><Relationship Type="http://schemas.openxmlformats.org/officeDocument/2006/relationships/tableStyles" Target="/ppt/tableStyles.xml" Id="Rfc254afd4d7445cd" /><Relationship Type="http://schemas.openxmlformats.org/officeDocument/2006/relationships/slide" Target="/ppt/slides/slide1.xml" Id="R4c800ab154be4f39" /><Relationship Type="http://schemas.openxmlformats.org/officeDocument/2006/relationships/slide" Target="/ppt/slides/slide2.xml" Id="Re230ab6f536844d8" /><Relationship Type="http://schemas.openxmlformats.org/officeDocument/2006/relationships/slide" Target="/ppt/slides/slide3.xml" Id="Rc70157d1b34045c5" /><Relationship Type="http://schemas.openxmlformats.org/officeDocument/2006/relationships/slide" Target="/ppt/slides/slide4.xml" Id="Rf80053c13292433d" /><Relationship Type="http://schemas.openxmlformats.org/officeDocument/2006/relationships/slide" Target="/ppt/slides/slide5.xml" Id="R4e6936b3c4fb49c9" /><Relationship Type="http://schemas.openxmlformats.org/officeDocument/2006/relationships/slide" Target="/ppt/slides/slide6.xml" Id="R74bf37f1c6124b8c" /><Relationship Type="http://schemas.openxmlformats.org/officeDocument/2006/relationships/slide" Target="/ppt/slides/slide7.xml" Id="R514104a6bfeb4450" /><Relationship Type="http://schemas.openxmlformats.org/officeDocument/2006/relationships/slide" Target="/ppt/slides/slide8.xml" Id="Rf32e9d339ac5421d" /><Relationship Type="http://schemas.openxmlformats.org/officeDocument/2006/relationships/slide" Target="/ppt/slides/slide9.xml" Id="Rf224e76567554ac2" /><Relationship Type="http://schemas.openxmlformats.org/officeDocument/2006/relationships/slide" Target="/ppt/slides/slide10.xml" Id="R5ad29e87ce084d63" /><Relationship Type="http://schemas.openxmlformats.org/officeDocument/2006/relationships/slide" Target="/ppt/slides/slide11.xml" Id="Rfe5d843ba1124404" /><Relationship Type="http://schemas.openxmlformats.org/officeDocument/2006/relationships/slide" Target="/ppt/slides/slide12.xml" Id="R6477680b6bf347cc" /><Relationship Type="http://schemas.openxmlformats.org/officeDocument/2006/relationships/slide" Target="/ppt/slides/slide13.xml" Id="R93949c44e1db4678" /><Relationship Type="http://schemas.openxmlformats.org/officeDocument/2006/relationships/slide" Target="/ppt/slides/slide14.xml" Id="Rf50a1f73ff8f4832" /><Relationship Type="http://schemas.openxmlformats.org/officeDocument/2006/relationships/slide" Target="/ppt/slides/slide15.xml" Id="R1209ff98a1cf4c13" /><Relationship Type="http://schemas.openxmlformats.org/officeDocument/2006/relationships/slide" Target="/ppt/slides/slide16.xml" Id="Rd0179283e743406a" /><Relationship Type="http://schemas.openxmlformats.org/officeDocument/2006/relationships/slide" Target="/ppt/slides/slide17.xml" Id="Rea228bc32a614ded" /><Relationship Type="http://schemas.openxmlformats.org/officeDocument/2006/relationships/slide" Target="/ppt/slides/slide18.xml" Id="R4dee5885366048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f815cfc38b4d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744f88b2147433e" /><Relationship Type="http://schemas.openxmlformats.org/officeDocument/2006/relationships/notesMaster" Target="/ppt/notesMasters/notesMaster1.xml" Id="Rc25596ba8f7847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5c35151d784733" /><Relationship Type="http://schemas.openxmlformats.org/officeDocument/2006/relationships/notesMaster" Target="/ppt/notesMasters/notesMaster1.xml" Id="Rb638088566b249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8231d92cf046c6" /><Relationship Type="http://schemas.openxmlformats.org/officeDocument/2006/relationships/notesMaster" Target="/ppt/notesMasters/notesMaster1.xml" Id="R342394cd57a04c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e0ad9fc7b28b43e1" /><Relationship Type="http://schemas.openxmlformats.org/officeDocument/2006/relationships/notesMaster" Target="/ppt/notesMasters/notesMaster1.xml" Id="R1415b450336744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8ecca0f557439a" /><Relationship Type="http://schemas.openxmlformats.org/officeDocument/2006/relationships/notesMaster" Target="/ppt/notesMasters/notesMaster1.xml" Id="R683b60b6b15243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902599cb854635" /><Relationship Type="http://schemas.openxmlformats.org/officeDocument/2006/relationships/notesMaster" Target="/ppt/notesMasters/notesMaster1.xml" Id="R2dada9bf300241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9af223d6be9842a6" /><Relationship Type="http://schemas.openxmlformats.org/officeDocument/2006/relationships/notesMaster" Target="/ppt/notesMasters/notesMaster1.xml" Id="R93f70183c499400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765f3f1e0a4e90" /><Relationship Type="http://schemas.openxmlformats.org/officeDocument/2006/relationships/notesMaster" Target="/ppt/notesMasters/notesMaster1.xml" Id="Rdc93e8a3f7ba4fa8"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8e4e3561d74606" /><Relationship Type="http://schemas.openxmlformats.org/officeDocument/2006/relationships/notesMaster" Target="/ppt/notesMasters/notesMaster1.xml" Id="R98d30938337f44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8f59250a7748f2" /><Relationship Type="http://schemas.openxmlformats.org/officeDocument/2006/relationships/notesMaster" Target="/ppt/notesMasters/notesMaster1.xml" Id="Rda102ccb678346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f5bb2c0d5045a9" /><Relationship Type="http://schemas.openxmlformats.org/officeDocument/2006/relationships/notesMaster" Target="/ppt/notesMasters/notesMaster1.xml" Id="R7cd89107ceed46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5fc30b35e6e46d5" /><Relationship Type="http://schemas.openxmlformats.org/officeDocument/2006/relationships/notesMaster" Target="/ppt/notesMasters/notesMaster1.xml" Id="R7eff29d666914e6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46bc86878d4be4" /><Relationship Type="http://schemas.openxmlformats.org/officeDocument/2006/relationships/notesMaster" Target="/ppt/notesMasters/notesMaster1.xml" Id="R86e59840df9842f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305689d47a4b93" /><Relationship Type="http://schemas.openxmlformats.org/officeDocument/2006/relationships/notesMaster" Target="/ppt/notesMasters/notesMaster1.xml" Id="R112c4d089a0b4a8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415ddd04c854d4c" /><Relationship Type="http://schemas.openxmlformats.org/officeDocument/2006/relationships/notesMaster" Target="/ppt/notesMasters/notesMaster1.xml" Id="Ra83b622ee68147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ca79ff5638e4327" /><Relationship Type="http://schemas.openxmlformats.org/officeDocument/2006/relationships/notesMaster" Target="/ppt/notesMasters/notesMaster1.xml" Id="Ra93fdcf8164c431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fd6c5ac0b474b2f" /><Relationship Type="http://schemas.openxmlformats.org/officeDocument/2006/relationships/notesMaster" Target="/ppt/notesMasters/notesMaster1.xml" Id="R8d38f399ef0c440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b9e0618cf94070" /><Relationship Type="http://schemas.openxmlformats.org/officeDocument/2006/relationships/notesMaster" Target="/ppt/notesMasters/notesMaster1.xml" Id="R9222b17db87b44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(0–1분) 문서 QA와 합성 key-value 검색 과제를 먼저 설명한다.</a:t>
            </a:r>
          </a:p>
          <a:p xmlns:a="http://schemas.openxmlformats.org/drawingml/2006/main">
            <a:r>
              <a:t>2. (1–3분) 같은 근거가 앞/중간/뒤에 있는 세 입력을 비교한다. 도식에는 측정 수치를 넣지 않았다. 당시 일부 모델·과제에서 중간 근거 정답률이 떨어진 관찰을 말한다.</a:t>
            </a:r>
          </a:p>
          <a:p xmlns:a="http://schemas.openxmlformats.org/drawingml/2006/main">
            <a:r>
              <a:t>3. (3–4분) 현재 Codex의 실패 곡선으로 일반화하지 않는다. 다음은 별도의 코드 검색 과제다.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“코드에서는 단어를 찾는 것보다 설명과 함수 동작을 연결해야 합니다. RepoQA는 무엇을 평가했을까요?”</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RepoQA는 설명에 맞는 함수를 찾게 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RepoQA는 설명에 맞는 함수를 찾게 했다</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RepoQA는 자연어 기능 설명과 코드 입력에서 해당 함수를 반환하는 검색 과제를 평가했다. 수정·도구 실행·테스트를 포함한 Agent 업무를 직접 평가한 것은 아니다.</a:t>
            </a:r>
          </a:p>
          <a:p xmlns:a="http://schemas.openxmlformats.org/drawingml/2006/main">
            <a:r>
              <a:t/>
            </a:r>
          </a:p>
          <a:p xmlns:a="http://schemas.openxmlformats.org/drawingml/2006/main">
            <a:r>
              <a:t>Opening Question: “기능 설명에서 긴 코드 속 해당 함수를 찾을 수 있을까?”</a:t>
            </a:r>
          </a:p>
          <a:p xmlns:a="http://schemas.openxmlformats.org/drawingml/2006/main">
            <a:r>
              <a:t/>
            </a:r>
          </a:p>
          <a:p xmlns:a="http://schemas.openxmlformats.org/drawingml/2006/main">
            <a:r>
              <a:t>Speaker Flow: 1. (0–1분) 자연어 기능 설명으로 긴 코드 속 해당 함수를 찾는 과제를 설명한다.</a:t>
            </a:r>
          </a:p>
          <a:p xmlns:a="http://schemas.openxmlformats.org/drawingml/2006/main">
            <a:r>
              <a:t>2. (1–3분) 입력·함수 반환·정답 유사도 비교를 가리킨다. 50저장소/5언어/500과제, 주 평가16K는 연구 조건이다. 모델·언어별 차이라는 제한된 관찰을 말한다.</a:t>
            </a:r>
          </a:p>
          <a:p xmlns:a="http://schemas.openxmlformats.org/drawingml/2006/main">
            <a:r>
              <a:t>3. (3–4분) 수정·도구·테스트를 포함한 현재 Codex 작업을 직접 검증한 연구가 아님을 말하고, 이번 요청에서 실제 근거를 찾았는지 확인할 설계로 돌아온다.</a:t>
            </a:r>
          </a:p>
          <a:p xmlns:a="http://schemas.openxmlformats.org/drawingml/2006/main">
            <a:r>
              <a:t/>
            </a:r>
          </a:p>
          <a:p xmlns:a="http://schemas.openxmlformats.org/drawingml/2006/main">
            <a:r>
              <a:t>Evidence / Source: BEAT-013, OQ-006, CLM-0015, SRC-0204, DEC-0052, DEC-0060 / RESEARCH</a:t>
            </a:r>
          </a:p>
          <a:p xmlns:a="http://schemas.openxmlformats.org/drawingml/2006/main">
            <a:r>
              <a:t/>
            </a:r>
          </a:p>
          <a:p xmlns:a="http://schemas.openxmlformats.org/drawingml/2006/main">
            <a:r>
              <a:t>Claim Boundary: FROZEN WITH SCOPE — DEC-0023의 제한된 연구 주장. 인용과 연구 대상·조건을 유지하며 현재 Codex의 일반 한계로 확장하지 않는다. 결정론적 “중간 내용은 항상 실패” 시연은 하지 않는다.</a:t>
            </a:r>
          </a:p>
          <a:p xmlns:a="http://schemas.openxmlformats.org/drawingml/2006/main">
            <a:r>
              <a:t/>
            </a:r>
          </a:p>
          <a:p xmlns:a="http://schemas.openxmlformats.org/drawingml/2006/main">
            <a:r>
              <a:t>Beginner Explanation: 긴 Context가 곧 동일한 활용을 보장한다고 가정하지 않는다.</a:t>
            </a:r>
          </a:p>
          <a:p xmlns:a="http://schemas.openxmlformats.org/drawingml/2006/main">
            <a:r>
              <a:t/>
            </a:r>
          </a:p>
          <a:p xmlns:a="http://schemas.openxmlformats.org/drawingml/2006/main">
            <a:r>
              <a:t>Advanced Insight: 연구 결과의 대상·조건과 현재 제품 주장을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질문을 내면적으로 떠올리게 한다. 별도 Q&amp;A/실습 시간을 더하지 않는다.</a:t>
            </a:r>
          </a:p>
          <a:p xmlns:a="http://schemas.openxmlformats.org/drawingml/2006/main">
            <a:r>
              <a:t/>
            </a:r>
          </a:p>
          <a:p xmlns:a="http://schemas.openxmlformats.org/drawingml/2006/main">
            <a:r>
              <a:t>Transition: “연구를 현재 제품 실패의 증거로 쓰지 않고, 이번 Task가 필요한 근거에 도달하는 경로를 설계하겠습니다.”</a:t>
            </a:r>
          </a:p>
          <a:p xmlns:a="http://schemas.openxmlformats.org/drawingml/2006/main">
            <a:r>
              <a:t/>
            </a:r>
          </a:p>
          <a:p xmlns:a="http://schemas.openxmlformats.org/drawingml/2006/main">
            <a:r>
              <a:t>Time Management: Lecture4분. 데이터셋 생성 전 과정·모델 순위표·새 수치 설명은 하지 않는다.</a:t>
            </a:r>
          </a:p>
          <a:p xmlns:a="http://schemas.openxmlformats.org/drawingml/2006/main">
            <a:r>
              <a:t/>
            </a:r>
          </a:p>
          <a:p xmlns:a="http://schemas.openxmlformats.org/drawingml/2006/main">
            <a:r>
              <a:t>Fallback: LOCAL STATIC ARTIFACT — production/ACT_2.pptx / S40; production/preview/act2/S40.png.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(0–1분) 이번 질문을 읽고 필요한 명세 근거가 무엇인지 묻는다.</a:t>
            </a:r>
          </a:p>
          <a:p xmlns:a="http://schemas.openxmlformats.org/drawingml/2006/main">
            <a:r>
              <a:t>2. (1–2분) 요청→기본 안내→관련 상세의 위치 연결만 가리킨다.</a:t>
            </a:r>
          </a:p>
          <a:p xmlns:a="http://schemas.openxmlformats.org/drawingml/2006/main">
            <a:r>
              <a:t>3. (2–3분) 이것은 설계 경로이며 실제 자동 읽기 순서가 아니다. 다음에는 어떤 정보를 공통 입구에 남길지 기준을 정한다.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c0bf507f4b424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7971f9c41f5451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186f9828dca476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2cf11daa2a74a1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dc670521b674e3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15b2429c0e849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B53BEA-5C30-4C31-9A89-9B71A774148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04CCF9-99BE-49CA-95A8-AFB0DF033F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790252B-0664-4E44-8C99-BCD9396411E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6DF327-0ACA-4FF4-8CE6-9F0C2323D5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8D83E85-8BFA-4428-80A3-7B93DF5C5DF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376DE1E-D986-4CDF-B85D-04F88FB60E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8FE79A-C063-46CC-AC8B-B8BFEF7E1EE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4B4E2B7-B97F-4438-A006-A6A26EE81E6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CC6113-3CA7-4AA7-B20D-186AA71C39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C3A8641-B797-4DC8-8B99-95D1F8B98E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3f18fa13c44a28" /><Relationship Type="http://schemas.openxmlformats.org/officeDocument/2006/relationships/slideLayout" Target="/ppt/slideLayouts/slideLayout1.xml" Id="R2ecc54a55a6c4ce7" /><Relationship Type="http://schemas.openxmlformats.org/officeDocument/2006/relationships/slideLayout" Target="/ppt/slideLayouts/slideLayout2.xml" Id="Ra2b646f875f04ac2" /><Relationship Type="http://schemas.openxmlformats.org/officeDocument/2006/relationships/slideLayout" Target="/ppt/slideLayouts/slideLayout3.xml" Id="Rc372bbda3e174892" /><Relationship Type="http://schemas.openxmlformats.org/officeDocument/2006/relationships/slideLayout" Target="/ppt/slideLayouts/slideLayout4.xml" Id="Rb1da59d0a9f144a8" /><Relationship Type="http://schemas.openxmlformats.org/officeDocument/2006/relationships/slideLayout" Target="/ppt/slideLayouts/slideLayout5.xml" Id="Rd1e352b2d9504362" /><Relationship Type="http://schemas.openxmlformats.org/officeDocument/2006/relationships/slideLayout" Target="/ppt/slideLayouts/slideLayout6.xml" Id="Refe3c43c388e48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cc54a55a6c4ce7"/>
    <p:sldLayoutId xmlns:r="http://schemas.openxmlformats.org/officeDocument/2006/relationships" id="2147483650" r:id="Ra2b646f875f04ac2"/>
    <p:sldLayoutId xmlns:r="http://schemas.openxmlformats.org/officeDocument/2006/relationships" id="2147483651" r:id="Rc372bbda3e174892"/>
    <p:sldLayoutId xmlns:r="http://schemas.openxmlformats.org/officeDocument/2006/relationships" id="2147483652" r:id="Rb1da59d0a9f144a8"/>
    <p:sldLayoutId xmlns:r="http://schemas.openxmlformats.org/officeDocument/2006/relationships" id="2147483653" r:id="Rd1e352b2d9504362"/>
    <p:sldLayoutId xmlns:r="http://schemas.openxmlformats.org/officeDocument/2006/relationships" id="2147483654" r:id="Refe3c43c388e48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7f920c0978a4393" /><Relationship Type="http://schemas.openxmlformats.org/officeDocument/2006/relationships/notesSlide" Target="/ppt/notesSlides/notesSlide1.xml" Id="R3c438b9ed4194d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65095350c414fa4" /><Relationship Type="http://schemas.openxmlformats.org/officeDocument/2006/relationships/notesSlide" Target="/ppt/notesSlides/notesSlide2.xml" Id="R8d42a27dd18e44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a6031d2a02b4ee2" /><Relationship Type="http://schemas.openxmlformats.org/officeDocument/2006/relationships/notesSlide" Target="/ppt/notesSlides/notesSlide3.xml" Id="Ra7aeb5bc5e4248b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bec9fc8663548c7" /><Relationship Type="http://schemas.openxmlformats.org/officeDocument/2006/relationships/image" Target="/ppt/media/image.png" Id="R21295dfb911641b4" /><Relationship Type="http://schemas.openxmlformats.org/officeDocument/2006/relationships/image" Target="/ppt/media/image2.png" Id="R4625dd6950bd44ea" /><Relationship Type="http://schemas.openxmlformats.org/officeDocument/2006/relationships/notesSlide" Target="/ppt/notesSlides/notesSlide4.xml" Id="Rf9ae652ec51a4ae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fdcb0fd6d6a418b" /><Relationship Type="http://schemas.openxmlformats.org/officeDocument/2006/relationships/image" Target="/ppt/media/image3.png" Id="R59c937d401f94c7b" /><Relationship Type="http://schemas.openxmlformats.org/officeDocument/2006/relationships/notesSlide" Target="/ppt/notesSlides/notesSlide5.xml" Id="R9d2d6542db4f4d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e9dfc4ff98945f9" /><Relationship Type="http://schemas.openxmlformats.org/officeDocument/2006/relationships/notesSlide" Target="/ppt/notesSlides/notesSlide6.xml" Id="R674b3d50009241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f309df7e27e45b9" /><Relationship Type="http://schemas.openxmlformats.org/officeDocument/2006/relationships/notesSlide" Target="/ppt/notesSlides/notesSlide7.xml" Id="Rad77fca8549b45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18e590e86504751" /><Relationship Type="http://schemas.openxmlformats.org/officeDocument/2006/relationships/notesSlide" Target="/ppt/notesSlides/notesSlide8.xml" Id="R0c2879d9e94e4a4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9e428a2b82744a5" /><Relationship Type="http://schemas.openxmlformats.org/officeDocument/2006/relationships/notesSlide" Target="/ppt/notesSlides/notesSlide9.xml" Id="R3fb27849af734ce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7bf61967b44237" /><Relationship Type="http://schemas.openxmlformats.org/officeDocument/2006/relationships/notesSlide" Target="/ppt/notesSlides/notesSlide10.xml" Id="R6614413c80404d1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887eef41174a5b" /><Relationship Type="http://schemas.openxmlformats.org/officeDocument/2006/relationships/notesSlide" Target="/ppt/notesSlides/notesSlide11.xml" Id="Re8eecafb679f470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1d38fe31b944ec3" /><Relationship Type="http://schemas.openxmlformats.org/officeDocument/2006/relationships/notesSlide" Target="/ppt/notesSlides/notesSlide12.xml" Id="Re45613372aec410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741dd4dd2584a6f" /><Relationship Type="http://schemas.openxmlformats.org/officeDocument/2006/relationships/notesSlide" Target="/ppt/notesSlides/notesSlide13.xml" Id="R09283015d3644e3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1be4cc951bc4d26" /><Relationship Type="http://schemas.openxmlformats.org/officeDocument/2006/relationships/notesSlide" Target="/ppt/notesSlides/notesSlide14.xml" Id="R82f335453b41481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b9dbf93ee4733" /><Relationship Type="http://schemas.openxmlformats.org/officeDocument/2006/relationships/notesSlide" Target="/ppt/notesSlides/notesSlide15.xml" Id="Racc7c901d76f462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1415e9bc8ab42a4" /><Relationship Type="http://schemas.openxmlformats.org/officeDocument/2006/relationships/notesSlide" Target="/ppt/notesSlides/notesSlide16.xml" Id="R932a1a2c694d4fc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91b3db997054784" /><Relationship Type="http://schemas.openxmlformats.org/officeDocument/2006/relationships/notesSlide" Target="/ppt/notesSlides/notesSlide17.xml" Id="R0633e645dfd241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25f337195a34c8d" /><Relationship Type="http://schemas.openxmlformats.org/officeDocument/2006/relationships/notesSlide" Target="/ppt/notesSlides/notesSlide18.xml" Id="Rb6d058db2ccf4fce"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ACEB4BFD-94EE-42C1-956C-8778D74680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F4ACFC02-BC5E-4A6E-B403-F169BE1D89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DCB0F16F-661C-4305-94D5-75D2273602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F98D40D0-88B1-4ECC-8160-A77B89F178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1D352427-2A5C-4054-99D2-4D4308C261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14CFF264-6BD5-43F9-A441-D983BD9099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73CB68EF-817B-4125-93D2-45744B9A749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9D9635D2-B714-424A-924C-FBD44ACE08D0}"/>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E8EEADA6-1DBB-4B7E-967F-25508B5CDC9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32FBC54-491C-497A-94D5-A3D5C6CF926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095C17B-5587-4E47-9FFF-D96E143C6F4A}"/>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05D3D31-B099-43E6-81C5-AF76F2889F50}"/>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2DBC9539-05A3-4B56-ACA9-64B2DA01E46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667D29E6-700C-4738-88D5-970EEDE2F28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6A1B6D8-1213-48C3-B448-29037A0F562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78EE2C8-AFF7-4237-B7B7-21F0687545FE}"/>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0EB3A67-F7DE-458A-8827-881892F4E80C}"/>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617CEF7D-F9D2-472A-961A-B5B9304C2FBA}"/>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1B134123-3E9C-4120-870A-F078FE64FD22}"/>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1CBBEEA-C98A-4991-906F-560E2672C1EF}"/>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2017A4A1-A747-43C0-8F23-A7BAC0F654DC}"/>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9A808EE-2B69-4110-BA28-7D3EABF8AAC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66A1CE2-CC90-405C-BE3A-55170EF491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077873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1E9FD59F-1A3D-4931-A931-B94F15746F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ED750F9C-FDA4-4A62-905C-B8364B6FB3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6FDF9375-FCED-48AB-900D-64FDF4DD90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887AE467-7B5C-4B31-A775-2607F285AB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80EF5DAF-6CA4-4514-AB28-936EA0215D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EDE75B11-1807-4328-9B70-48F4821A3B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E96613A5-FA58-49C3-AD65-065CAC6DDAED}"/>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6C05F090-BC43-4B56-949E-DE93D73B79FB}"/>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047AADDB-8577-4E0D-9480-9D9278672BD7}"/>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04AED438-4C33-4ED0-A24A-51F2F2196072}"/>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78B8F75C-32B5-46EA-950E-E2B85458EDE9}"/>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9FAC9E9-0EA5-4BC6-8E98-E0D01E4F8E4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2B9C2789-BAA8-40B7-B730-E782D0C12F50}"/>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9E0C6279-2AAA-4823-952D-8CBB69B6FA6A}"/>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2293D37-95FF-45CF-8C89-D1BFD96E334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C236AB8-3B7C-4A3F-BFDB-468DDB4AD31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267293E-F0CC-458E-BB70-3FAEE87CF2E8}"/>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8391BCF-596E-494B-9EFD-96EE0842CC74}"/>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814D4510-BF7D-4107-B477-14C8BDF7D211}"/>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76B59A0-8B50-437B-9BA3-57CA60C087E2}"/>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430BCFA1-FA80-4F0E-952E-D660A7DAD0D5}"/>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CF97EE3-794E-4D0A-8D49-B2AC08F4F9D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1B5B7A09-A7EF-4236-8346-8D1E99D9565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6BE65B87-DB6A-441C-B938-30BC3B10F3E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0A873CE4-AFCE-43BF-B553-86E3EC12A7A2}"/>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482CA91A-D785-48A2-88B9-786A388F7F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46947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C1AADA79-45B6-4044-B664-E21757FCB6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793803CB-402D-4470-BDFC-FC0BC13177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D89BCD03-708A-4570-8778-0D9477EAA8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A9AA0929-22FC-41E8-B89C-72F999A5EF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8D1286ED-140D-4406-BD22-4DC1F47057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7400EEDA-1BA5-4FF0-8D60-D760743C47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CA049F40-37EA-4D9D-8001-984507B0EEE5}"/>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791507AC-0FEB-4A58-B42B-FFD3BB9AC8F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5966341F-3C57-4F55-BD04-4CF39FAD1532}"/>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E0B0ED54-54F8-45F9-8085-17A273E4F60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F787B9D6-1476-4905-AAB1-5BCAB9AA6B9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26889E00-EC49-42E0-949E-B08040C46F7B}"/>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5104F95B-1CC7-43A7-809E-4E2FFBF99326}"/>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E50A113F-E905-4DCC-9D30-6330AA3E8C95}"/>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C43D0189-9EF6-4B13-A3F6-065B078C9CDB}"/>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A1410195-28E3-4000-9C33-12F557B722E7}"/>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825A2390-AA72-4544-B174-D8383386F0AF}"/>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C6D5B42F-71E3-4960-8D9C-58980B973819}"/>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7D7A0783-9F44-4DCA-9951-0F23CB6842CF}"/>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735EC5AD-8F8B-4734-8C2E-23682E18C3D1}"/>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1B4E2F86-6E16-4A02-BBA1-66AE96D691F2}"/>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C247764-F1BD-4083-990D-C3A832AFBEC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52F901FD-BC83-428B-A763-A86E53802563}"/>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0DDB573-B117-45D7-941F-D283EE10AA94}"/>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A097309D-7972-492C-9547-9F2B0BCCFFF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10F634D-EDD8-41CB-9CE4-E55611905F30}"/>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90B1EA3F-C4C2-4A28-A907-220414CE8F4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CBF7CBE4-E657-4D78-99D6-6CE792B9ED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5209765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56904D89-D5F0-4415-BED4-BE8988A990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E170D922-B4AC-4C44-8467-84E1DBF847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9A165A8C-1925-4531-9BE1-4C79AE5F7C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39EEC86-C2EE-4908-A95D-15AE87E596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7B02C813-9EC0-474C-940E-9C64251960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7D048B41-B22E-412C-B96C-D214EE7A30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BFB8FF1D-EDC4-459D-9410-696A4C99940A}"/>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E28EBA5-307B-4D49-AA80-40FCA8421B40}"/>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4B9329A-4323-469C-A2D9-4CFCD16D46C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39AF69D7-6730-4F51-BED5-6A58AE38E02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E48A113-02F6-4E25-AEFE-C72AC930DD1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2AC336DC-3300-4FF6-ADC6-C0D7C0DB3BCD}"/>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72667095-811C-409F-88EF-547D86A95E5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4C0426B7-583E-4564-975F-0EE984C46B1F}"/>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59FF9A-BCF2-4126-A15E-01327746DE68}"/>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2093831A-4D37-4C33-B769-EEE754548225}"/>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751F289A-5577-46CA-B88E-33AF423A791E}"/>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8A6C5C8-257F-483B-9DB3-A8D0C11125C2}"/>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75C7A9AA-2A52-4F44-877B-D1D93C425902}"/>
              </a:ext>
            </a:extLst>
          </p:cNvPr>
          <p:cNvPicPr>
            <a:picLocks xmlns:a="http://schemas.openxmlformats.org/drawingml/2006/main" noChangeAspect="1"/>
          </p:cNvPicPr>
          <p:nvPr/>
        </p:nvPicPr>
        <p:blipFill>
          <a:blip xmlns:r="http://schemas.openxmlformats.org/officeDocument/2006/relationships" xmlns:a="http://schemas.openxmlformats.org/drawingml/2006/main" r:embed="R21295dfb911641b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915051EF-EDF7-4602-847C-E8D721C627A4}"/>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E49854B4-D9A6-4A80-A79B-0C01BEA062E0}"/>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AFD8BE7C-467B-4B41-8A12-B9941C111A6E}"/>
              </a:ext>
            </a:extLst>
          </p:cNvPr>
          <p:cNvPicPr>
            <a:picLocks xmlns:a="http://schemas.openxmlformats.org/drawingml/2006/main" noChangeAspect="1"/>
          </p:cNvPicPr>
          <p:nvPr/>
        </p:nvPicPr>
        <p:blipFill>
          <a:blip xmlns:r="http://schemas.openxmlformats.org/officeDocument/2006/relationships" xmlns:a="http://schemas.openxmlformats.org/drawingml/2006/main" r:embed="R4625dd6950bd44ea"/>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2B98E28-5021-4AA8-AF07-75BC338E8AB6}"/>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F03E8C1-F22B-4E0E-A442-6927257DA5F8}"/>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6EC96E9-23DC-4FE7-84E7-B3D927B78546}"/>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ABEF718E-777A-4380-B3E8-0ED8E075EA22}"/>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BE132540-EF7B-461A-8A9E-8B212BEDC7D1}"/>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595286BF-D0E2-46BA-AE25-8876CE9F34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633142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181E12BD-D925-4377-B7FC-5220F86E52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E6322484-E6CA-4C4C-AEFE-AF6434F9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649F062B-CB93-444A-B6C9-ECF22C91C2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41EDEC6D-7F1B-4142-A2F5-07AD23764E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02698323-D950-4631-B50D-24A84CB7A6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BC6CF40E-939A-46DE-8E7C-7598F1FF16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06F7323E-E2C5-479C-A7AE-28C6177E0C0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5C2EB43C-270A-4DCD-AD1D-673851F20F59}"/>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35D8ACAD-4692-4FB7-A098-637F665A15A6}"/>
              </a:ext>
            </a:extLst>
          </p:cNvPr>
          <p:cNvPicPr>
            <a:picLocks xmlns:a="http://schemas.openxmlformats.org/drawingml/2006/main" noChangeAspect="1"/>
          </p:cNvPicPr>
          <p:nvPr/>
        </p:nvPicPr>
        <p:blipFill>
          <a:blip xmlns:r="http://schemas.openxmlformats.org/officeDocument/2006/relationships" xmlns:a="http://schemas.openxmlformats.org/drawingml/2006/main" r:embed="R59c937d401f94c7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B7BA4D94-C1DC-45F3-885D-88C34A6B548F}"/>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A256E7F7-9D50-4F7B-ABD6-5276934D4152}"/>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1AF2DABD-E0A0-4771-9AF6-1559D2582B08}"/>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31C0DF90-5055-4093-A8E4-E8CE4DF6C47C}"/>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85F78302-C767-4E01-AEB6-BBA9BC618F72}"/>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F26EA235-5678-444B-A189-A24063625A32}"/>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5579A1CA-1861-491F-AE6F-F6F5435B298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42292804-C886-4200-BCC2-4DA5B7092568}"/>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A2150D37-8CBF-47B1-9FF8-33CB56EB2651}"/>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A16A8D78-0134-4762-B0E0-B0F0067D4A86}"/>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659F3486-7524-4930-8408-D9D42F7A27DD}"/>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0F198023-4106-4ACE-8135-6300D8C776F3}"/>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278F2323-25D2-4D47-A732-D3A242892FF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45E00E95-13DE-48D2-831A-AE220DFD6797}"/>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412EF880-7F0D-4B24-8FF9-00DE7E0671DA}"/>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A51B01C-6A88-40BB-AF5C-3FDCE3A5FE4E}"/>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8A81D3F7-5AD5-4B59-B8D1-7C1090D0EDB9}"/>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CDAF875C-8D9B-416E-9298-916C5BDD1E21}"/>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387E8299-340D-41AF-9FF6-7CA18818DB8A}"/>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FEA2DF47-7D37-4D2F-ACCA-F021ADFCCA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251548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97037A4F-B102-45E1-8BFC-1794880BA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E8977461-56BC-4566-AA99-21EB22CD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DCFEDE86-E5D8-4D48-BB55-F5AA6E274E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C308E7FA-2F2D-4446-9ADB-E7B71EBFA5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32EA0198-C556-41F1-904E-F65C794A43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15CE7F87-5446-4E3F-8E52-5B9A87C091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BF76C94A-92B2-4ACD-B136-EEF47F8CA3A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6CB25A27-7548-4BB4-A8FE-73A980D5F52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B31017D6-DF11-4340-9E12-2F4CEEB14C6B}"/>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FAE1CB19-81E0-41D3-B00D-2BA7CF4CF5CE}"/>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DD696673-3BF8-4D73-87B8-2CBBBD4A41E1}"/>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0B121F0E-9E33-47CD-8B0B-EF9AD9C8BA50}"/>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04E26AA4-19E3-49EA-AD18-1F84C2F1F0BC}"/>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F78DD78-AF03-4B3B-BEA9-D35693D8389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09BBB894-0944-45B7-B963-B40CF43A6C94}"/>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2D3A9F09-B538-4F4F-8D54-7D721EE44306}"/>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BF3867A7-191E-4261-A1BB-166AE2172D7A}"/>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33D9DC5E-38FB-457B-962C-C402ED4EAE89}"/>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441723A6-8FE1-4498-9ABE-AB0998FB16FC}"/>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FC9FCA3B-8867-4996-BB66-533BEF401859}"/>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BC80CBC5-98DF-4C65-9F7A-4A822670DD2C}"/>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ED743E1-EFDE-4941-8654-205952563001}"/>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5292EA21-19B9-4B30-8691-FFF6F22623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019686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F14A37E3-00AE-4500-9B44-885345A26BB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149CB994-4259-41A0-85BB-F42BFEC8A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D8C21361-2615-47AF-B447-48FA5386C8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AB5C02E1-2E67-471D-95FD-9252E52FFA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DCC6A027-87D4-4132-9870-BB47167A89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832950DF-0CF9-40FD-9720-E8A55DD721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7F359A60-CE64-44B8-976F-5F8F936489B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414C02CE-3AEB-47B5-A3A3-0046EA73E9F4}"/>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2596846F-C328-4DCB-B34D-42CA63F2D361}"/>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66B733B6-E665-4874-A121-B78D685EE280}"/>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2DCBF446-E742-439A-865B-6EC3854572F7}"/>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F4DA29DA-8853-49A6-89D0-BA27C13D75A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D110D12-2FE6-4B7A-A21E-B80BE938046F}"/>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7F23BF-A214-4156-BE64-3896A6A83AA0}"/>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5B23598-C339-4352-8E42-35054D3DFB94}"/>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3B2083C-428F-4373-91CF-B345BE39CFFB}"/>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073F9DCF-5BA2-49EF-9A83-6502821ED529}"/>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511F657A-5DBA-4C13-9AA4-E0E40D565123}"/>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0955A4C-72C0-499A-90F5-A3C3D8D77D1A}"/>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DD79D34E-07ED-4F74-B599-1666ED6E4748}"/>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AA88B6B-F10C-4C48-B265-85290D2F027F}"/>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C94F3516-EFDF-4B2A-95F4-3B8684D39F15}"/>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3E08AF28-2879-4AA6-8EFF-BC475980E65D}"/>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38126-4367-4F5E-9AAB-02718F359DBD}"/>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244A6AE-32A5-41F4-AE8B-5346658C4BE6}"/>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F608C628-A1DA-4216-8B70-9EF923321CDD}"/>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66FF6F6-BFB9-4F93-B096-735FB6EFFDC3}"/>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707CEC9F-831A-4007-8531-0CF3F04474B7}"/>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95EE034-1DFC-433B-AA34-765DED886832}"/>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0C807BD6-EBFC-4C99-8D6E-2BFD7B83E29A}"/>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A1387DBA-9B48-4DCB-B97C-DAE5EFF435F0}"/>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5DC1D6C2-9247-4C9A-A911-E50497477CD8}"/>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4DBFABD0-09A7-4106-8121-20FFA3F19C5B}"/>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C06D2CB9-F68A-47AC-977C-968CD87D16FB}"/>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97C21482-BFAE-4841-B4EB-5EE0FACA9088}"/>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B2104F4F-7D16-4D2E-8456-94E29C64D39D}"/>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E4090DB5-85B2-41E8-9D70-D7163A0D36DB}"/>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7AD2DC0D-9D7E-46A6-A6BE-20F9C7F2EFD1}"/>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92086703-A3D4-413C-8028-6E2F29F75AAA}"/>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7D7F053B-6A6C-4880-BBF6-AB96BDF157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880707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B97FDE0D-B499-4343-9788-0A80771C0F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DC22DB49-D0E5-4956-8E72-A008A74646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F1031637-7D5D-4CB0-85F5-04D3A3FF78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898B2662-33AA-4F10-9CC5-11381AF8AF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9BF55B8-7BBA-4952-8398-556F26C5A1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03F68F83-7BE9-4DF5-8E9D-A4728A586D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827C615A-D69D-4EA0-B2FA-8A068342D808}"/>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DDFB208D-0D72-46ED-850D-7C089537AB54}"/>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3FBCE002-471A-4FA5-8BC1-5BDD48B51D48}"/>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38A9B21F-25A4-47C3-B1A6-17BB5C76AE1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359B7583-5FBE-4485-AAA9-4BDC005CFA50}"/>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B4A16412-ABD9-45E6-AB3E-6ECBDCCA8DD9}"/>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608B3FA-072C-4524-A1C4-AB0AA40A1650}"/>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6E9646C-1A18-4618-82A8-858A0EE01E1B}"/>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B663691-40AD-4355-9917-53CE53F621E2}"/>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3E723378-4FB1-4E1C-8887-638D3623526A}"/>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9C8F3120-B9B1-43AF-BFEE-5E95871EF747}"/>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85260602-479C-4FFC-BED4-BD6DA81B2F78}"/>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9B0E84D-6996-4893-B5A3-27546B0198B2}"/>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C3CFE17C-62BB-4890-8E5D-CDAEC8E255D7}"/>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9F211FAB-9E3A-4CC0-825A-958FBF2D8112}"/>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739F9CF-5672-4B5F-8880-8F0B2E3833CE}"/>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65EB9CAA-F4BD-4779-B808-3FC0EDF18976}"/>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8A1D314B-0EA8-495C-8338-E5468F51DD0D}"/>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E69FBD5-70C7-4112-8A41-801C65855905}"/>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C4E874D7-B089-4FBD-90D2-E57FB5E272AA}"/>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8A8F243-F4F9-4536-AA40-DC505DFAA587}"/>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8091816-D5F2-4BC8-B0B8-B32791784CB9}"/>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75E774D-E689-4D65-A113-1B635D6EDEFB}"/>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F6660F9B-A3C1-4A0A-AD98-B1328EF0FE55}"/>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217A2C0-D6AA-42E1-9289-99163C3B9ED9}"/>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66FF4A40-871C-4C35-8BFF-A2B89A63C8CC}"/>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31A9A06E-424C-4684-BC0F-D8E715A7FCE8}"/>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9A4D9F18-74EC-403E-B2AD-9D7C12519C18}"/>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D845EB16-18B9-46E0-9A3F-A5AC04886B9A}"/>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4673358D-4D34-4FF8-A1F7-64B991DA99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043097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코드에서 근거를 찾는 별도의 연구 과제">
            <a:extLst xmlns:a="http://schemas.openxmlformats.org/drawingml/2006/main">
              <a:ext uri="{FF2B5EF4-FFF2-40B4-BE49-F238E27FC236}">
                <a16:creationId xmlns:a16="http://schemas.microsoft.com/office/drawing/2014/main" id="{A17621FC-0A26-40B6-A974-82BC21D16F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코드에서 근거를 찾는 별도의 연구 과제</a:t>
            </a:r>
          </a:p>
        </p:txBody>
      </p:sp>
      <p:sp>
        <p:nvSpPr>
          <p:cNvPr id="2" name="S40">
            <a:extLst xmlns:a="http://schemas.openxmlformats.org/drawingml/2006/main">
              <a:ext uri="{FF2B5EF4-FFF2-40B4-BE49-F238E27FC236}">
                <a16:creationId xmlns:a16="http://schemas.microsoft.com/office/drawing/2014/main" id="{1DB4E96D-9BE2-4FBC-9B40-B16E8695D1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RepoQA는 설명에 맞는 함수를 찾게 했다">
            <a:extLst xmlns:a="http://schemas.openxmlformats.org/drawingml/2006/main">
              <a:ext uri="{FF2B5EF4-FFF2-40B4-BE49-F238E27FC236}">
                <a16:creationId xmlns:a16="http://schemas.microsoft.com/office/drawing/2014/main" id="{D93ED3E2-93FB-424D-B48E-16ADA364BB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RepoQA는 설명에 맞는 함수를 찾게 했다</a:t>
            </a:r>
          </a:p>
        </p:txBody>
      </p:sp>
      <p:sp>
        <p:nvSpPr>
          <p:cNvPr id="4" name="">
            <a:extLst xmlns:a="http://schemas.openxmlformats.org/drawingml/2006/main">
              <a:ext uri="{FF2B5EF4-FFF2-40B4-BE49-F238E27FC236}">
                <a16:creationId xmlns:a16="http://schemas.microsoft.com/office/drawing/2014/main" id="{876073A0-E055-48F0-814F-78906BD94E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RepoQA, 2024 · arxiv.org/abs/2406.06025 · CLM-0015 / SRC-020">
            <a:extLst xmlns:a="http://schemas.openxmlformats.org/drawingml/2006/main">
              <a:ext uri="{FF2B5EF4-FFF2-40B4-BE49-F238E27FC236}">
                <a16:creationId xmlns:a16="http://schemas.microsoft.com/office/drawing/2014/main" id="{988D161D-A2F7-41E2-804A-1EC7360CFE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RepoQA, 2024 · arxiv.org/abs/2406.06025 · CLM-0015 / SRC-0204</a:t>
            </a:r>
          </a:p>
        </p:txBody>
      </p:sp>
      <p:sp>
        <p:nvSpPr>
          <p:cNvPr id="6" name="주 평가 16K는 코드 입력 조건 · 현재 Codex의 한도·수정/도구/테스트 성능을 검증한 것이 아님">
            <a:extLst xmlns:a="http://schemas.openxmlformats.org/drawingml/2006/main">
              <a:ext uri="{FF2B5EF4-FFF2-40B4-BE49-F238E27FC236}">
                <a16:creationId xmlns:a16="http://schemas.microsoft.com/office/drawing/2014/main" id="{006A0677-F742-429D-8055-7B45040549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주 평가 16K는 코드 입력 조건 · 현재 Codex의 한도·수정/도구/테스트 성능을 검증한 것이 아님</a:t>
            </a:r>
          </a:p>
        </p:txBody>
      </p:sp>
      <p:sp>
        <p:nvSpPr>
          <p:cNvPr id="7" name="기능 설명을 이해하고, 긴 코드에서 해당 함수를 찾는가?">
            <a:extLst xmlns:a="http://schemas.openxmlformats.org/drawingml/2006/main">
              <a:ext uri="{FF2B5EF4-FFF2-40B4-BE49-F238E27FC236}">
                <a16:creationId xmlns:a16="http://schemas.microsoft.com/office/drawing/2014/main" id="{5E72D436-4AC6-4279-8C36-585AB1B7F014}"/>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기능 설명을 이해하고, 긴 코드에서 해당 함수를 찾는가?</a:t>
            </a:r>
          </a:p>
        </p:txBody>
      </p:sp>
      <p:sp>
        <p:nvSpPr>
          <p:cNvPr id="8" name="50개 저장소 · 5개 언어 · 500개 과제">
            <a:extLst xmlns:a="http://schemas.openxmlformats.org/drawingml/2006/main">
              <a:ext uri="{FF2B5EF4-FFF2-40B4-BE49-F238E27FC236}">
                <a16:creationId xmlns:a16="http://schemas.microsoft.com/office/drawing/2014/main" id="{2AACC65D-FFFF-4984-8B51-8C9BC19B6186}"/>
              </a:ext>
            </a:extLst>
          </p:cNvPr>
          <p:cNvSpPr>
            <a:spLocks xmlns:a="http://schemas.openxmlformats.org/drawingml/2006/main" noGrp="1"/>
          </p:cNvSpPr>
          <p:nvPr/>
        </p:nvSpPr>
        <p:spPr>
          <a:xfrm xmlns:a="http://schemas.openxmlformats.org/drawingml/2006/main">
            <a:off x="609600" y="2333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50개 저장소 · 5개 언어 · 500개 과제</a:t>
            </a:r>
          </a:p>
        </p:txBody>
      </p:sp>
      <p:sp>
        <p:nvSpPr>
          <p:cNvPr id="9" name="">
            <a:extLst xmlns:a="http://schemas.openxmlformats.org/drawingml/2006/main">
              <a:ext uri="{FF2B5EF4-FFF2-40B4-BE49-F238E27FC236}">
                <a16:creationId xmlns:a16="http://schemas.microsoft.com/office/drawing/2014/main" id="{BAC9A183-801B-4BC2-9B6B-05DDEC264F67}"/>
              </a:ext>
            </a:extLst>
          </p:cNvPr>
          <p:cNvSpPr>
            <a:spLocks xmlns:a="http://schemas.openxmlformats.org/drawingml/2006/main" noGrp="1"/>
          </p:cNvSpPr>
          <p:nvPr/>
        </p:nvSpPr>
        <p:spPr>
          <a:xfrm xmlns:a="http://schemas.openxmlformats.org/drawingml/2006/main">
            <a:off x="609600" y="3038475"/>
            <a:ext cx="3181350" cy="1619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입력">
            <a:extLst xmlns:a="http://schemas.openxmlformats.org/drawingml/2006/main">
              <a:ext uri="{FF2B5EF4-FFF2-40B4-BE49-F238E27FC236}">
                <a16:creationId xmlns:a16="http://schemas.microsoft.com/office/drawing/2014/main" id="{DF52C4FA-B0C8-4825-8B90-73DF60138754}"/>
              </a:ext>
            </a:extLst>
          </p:cNvPr>
          <p:cNvSpPr>
            <a:spLocks xmlns:a="http://schemas.openxmlformats.org/drawingml/2006/main" noGrp="1"/>
          </p:cNvSpPr>
          <p:nvPr/>
        </p:nvSpPr>
        <p:spPr>
          <a:xfrm xmlns:a="http://schemas.openxmlformats.org/drawingml/2006/main">
            <a:off x="800100" y="3133725"/>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입력</a:t>
            </a:r>
          </a:p>
        </p:txBody>
      </p:sp>
      <p:sp>
        <p:nvSpPr>
          <p:cNvPr id="11" name="자연어 기능 설명&#10;+ 긴 코드">
            <a:extLst xmlns:a="http://schemas.openxmlformats.org/drawingml/2006/main">
              <a:ext uri="{FF2B5EF4-FFF2-40B4-BE49-F238E27FC236}">
                <a16:creationId xmlns:a16="http://schemas.microsoft.com/office/drawing/2014/main" id="{0B96584B-31A1-470F-8663-A789021E9E55}"/>
              </a:ext>
            </a:extLst>
          </p:cNvPr>
          <p:cNvSpPr>
            <a:spLocks xmlns:a="http://schemas.openxmlformats.org/drawingml/2006/main" noGrp="1"/>
          </p:cNvSpPr>
          <p:nvPr/>
        </p:nvSpPr>
        <p:spPr>
          <a:xfrm xmlns:a="http://schemas.openxmlformats.org/drawingml/2006/main">
            <a:off x="800100" y="3648075"/>
            <a:ext cx="28003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자연어 기능 설명</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 긴 코드</a:t>
            </a:r>
          </a:p>
        </p:txBody>
      </p:sp>
      <p:sp>
        <p:nvSpPr>
          <p:cNvPr id="12" name="">
            <a:extLst xmlns:a="http://schemas.openxmlformats.org/drawingml/2006/main">
              <a:ext uri="{FF2B5EF4-FFF2-40B4-BE49-F238E27FC236}">
                <a16:creationId xmlns:a16="http://schemas.microsoft.com/office/drawing/2014/main" id="{BE6E21E4-A672-4D3A-B7FF-038F941980C2}"/>
              </a:ext>
            </a:extLst>
          </p:cNvPr>
          <p:cNvSpPr>
            <a:spLocks xmlns:a="http://schemas.openxmlformats.org/drawingml/2006/main" noGrp="1"/>
          </p:cNvSpPr>
          <p:nvPr/>
        </p:nvSpPr>
        <p:spPr>
          <a:xfrm xmlns:a="http://schemas.openxmlformats.org/drawingml/2006/main">
            <a:off x="4476750" y="3038475"/>
            <a:ext cx="3181350" cy="16192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모델의 응답">
            <a:extLst xmlns:a="http://schemas.openxmlformats.org/drawingml/2006/main">
              <a:ext uri="{FF2B5EF4-FFF2-40B4-BE49-F238E27FC236}">
                <a16:creationId xmlns:a16="http://schemas.microsoft.com/office/drawing/2014/main" id="{82B0FE53-530A-4788-BCFF-CF482754E778}"/>
              </a:ext>
            </a:extLst>
          </p:cNvPr>
          <p:cNvSpPr>
            <a:spLocks xmlns:a="http://schemas.openxmlformats.org/drawingml/2006/main" noGrp="1"/>
          </p:cNvSpPr>
          <p:nvPr/>
        </p:nvSpPr>
        <p:spPr>
          <a:xfrm xmlns:a="http://schemas.openxmlformats.org/drawingml/2006/main">
            <a:off x="4667250" y="3133725"/>
            <a:ext cx="2800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모델의 응답</a:t>
            </a:r>
          </a:p>
        </p:txBody>
      </p:sp>
      <p:sp>
        <p:nvSpPr>
          <p:cNvPr id="14" name="설명에 맞는&#10;함수 코드 반환">
            <a:extLst xmlns:a="http://schemas.openxmlformats.org/drawingml/2006/main">
              <a:ext uri="{FF2B5EF4-FFF2-40B4-BE49-F238E27FC236}">
                <a16:creationId xmlns:a16="http://schemas.microsoft.com/office/drawing/2014/main" id="{E1CB468B-F896-42C8-A95D-A7F6B731B68B}"/>
              </a:ext>
            </a:extLst>
          </p:cNvPr>
          <p:cNvSpPr>
            <a:spLocks xmlns:a="http://schemas.openxmlformats.org/drawingml/2006/main" noGrp="1"/>
          </p:cNvSpPr>
          <p:nvPr/>
        </p:nvSpPr>
        <p:spPr>
          <a:xfrm xmlns:a="http://schemas.openxmlformats.org/drawingml/2006/main">
            <a:off x="4667250" y="3648075"/>
            <a:ext cx="28003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설명에 맞는</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함수 코드 반환</a:t>
            </a:r>
          </a:p>
        </p:txBody>
      </p:sp>
      <p:sp>
        <p:nvSpPr>
          <p:cNvPr id="15" name="">
            <a:extLst xmlns:a="http://schemas.openxmlformats.org/drawingml/2006/main">
              <a:ext uri="{FF2B5EF4-FFF2-40B4-BE49-F238E27FC236}">
                <a16:creationId xmlns:a16="http://schemas.microsoft.com/office/drawing/2014/main" id="{680C1C48-9BA9-4641-AF14-3917DC5D8D2D}"/>
              </a:ext>
            </a:extLst>
          </p:cNvPr>
          <p:cNvSpPr>
            <a:spLocks xmlns:a="http://schemas.openxmlformats.org/drawingml/2006/main" noGrp="1"/>
          </p:cNvSpPr>
          <p:nvPr/>
        </p:nvSpPr>
        <p:spPr>
          <a:xfrm xmlns:a="http://schemas.openxmlformats.org/drawingml/2006/main">
            <a:off x="8343900" y="3038475"/>
            <a:ext cx="3238500" cy="1619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평가">
            <a:extLst xmlns:a="http://schemas.openxmlformats.org/drawingml/2006/main">
              <a:ext uri="{FF2B5EF4-FFF2-40B4-BE49-F238E27FC236}">
                <a16:creationId xmlns:a16="http://schemas.microsoft.com/office/drawing/2014/main" id="{15A6023E-6862-47CF-97A0-D8539B0673D5}"/>
              </a:ext>
            </a:extLst>
          </p:cNvPr>
          <p:cNvSpPr>
            <a:spLocks xmlns:a="http://schemas.openxmlformats.org/drawingml/2006/main" noGrp="1"/>
          </p:cNvSpPr>
          <p:nvPr/>
        </p:nvSpPr>
        <p:spPr>
          <a:xfrm xmlns:a="http://schemas.openxmlformats.org/drawingml/2006/main">
            <a:off x="8534400" y="31337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평가</a:t>
            </a:r>
          </a:p>
        </p:txBody>
      </p:sp>
      <p:sp>
        <p:nvSpPr>
          <p:cNvPr id="17" name="정답 함수와&#10;유사도 비교">
            <a:extLst xmlns:a="http://schemas.openxmlformats.org/drawingml/2006/main">
              <a:ext uri="{FF2B5EF4-FFF2-40B4-BE49-F238E27FC236}">
                <a16:creationId xmlns:a16="http://schemas.microsoft.com/office/drawing/2014/main" id="{30D70CFF-3E36-49A4-A917-598C61A804F5}"/>
              </a:ext>
            </a:extLst>
          </p:cNvPr>
          <p:cNvSpPr>
            <a:spLocks xmlns:a="http://schemas.openxmlformats.org/drawingml/2006/main" noGrp="1"/>
          </p:cNvSpPr>
          <p:nvPr/>
        </p:nvSpPr>
        <p:spPr>
          <a:xfrm xmlns:a="http://schemas.openxmlformats.org/drawingml/2006/main">
            <a:off x="8534400" y="3648075"/>
            <a:ext cx="285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정답 함수와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유사도 비교</a:t>
            </a:r>
          </a:p>
        </p:txBody>
      </p:sp>
      <p:sp>
        <p:nvSpPr>
          <p:cNvPr id="18" name="">
            <a:extLst xmlns:a="http://schemas.openxmlformats.org/drawingml/2006/main">
              <a:ext uri="{FF2B5EF4-FFF2-40B4-BE49-F238E27FC236}">
                <a16:creationId xmlns:a16="http://schemas.microsoft.com/office/drawing/2014/main" id="{00B64A6C-2E40-41C8-9C2F-5D789B4BE7E7}"/>
              </a:ext>
            </a:extLst>
          </p:cNvPr>
          <p:cNvSpPr>
            <a:spLocks xmlns:a="http://schemas.openxmlformats.org/drawingml/2006/main" noGrp="1"/>
          </p:cNvSpPr>
          <p:nvPr/>
        </p:nvSpPr>
        <p:spPr>
          <a:xfrm xmlns:a="http://schemas.openxmlformats.org/drawingml/2006/main">
            <a:off x="3981450" y="3714750"/>
            <a:ext cx="3048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A740568-54BD-4C81-B8A8-6287397AECAF}"/>
              </a:ext>
            </a:extLst>
          </p:cNvPr>
          <p:cNvSpPr>
            <a:spLocks xmlns:a="http://schemas.openxmlformats.org/drawingml/2006/main" noGrp="1"/>
          </p:cNvSpPr>
          <p:nvPr/>
        </p:nvSpPr>
        <p:spPr>
          <a:xfrm xmlns:a="http://schemas.openxmlformats.org/drawingml/2006/main">
            <a:off x="7848600" y="3714750"/>
            <a:ext cx="3048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모델·언어별 함수 찾기 성능 차이 관찰">
            <a:extLst xmlns:a="http://schemas.openxmlformats.org/drawingml/2006/main">
              <a:ext uri="{FF2B5EF4-FFF2-40B4-BE49-F238E27FC236}">
                <a16:creationId xmlns:a16="http://schemas.microsoft.com/office/drawing/2014/main" id="{6F156641-5E78-4E35-B7E1-1003DEECECDC}"/>
              </a:ext>
            </a:extLst>
          </p:cNvPr>
          <p:cNvSpPr>
            <a:spLocks xmlns:a="http://schemas.openxmlformats.org/drawingml/2006/main" noGrp="1"/>
          </p:cNvSpPr>
          <p:nvPr/>
        </p:nvSpPr>
        <p:spPr>
          <a:xfrm xmlns:a="http://schemas.openxmlformats.org/drawingml/2006/main">
            <a:off x="609600" y="4914900"/>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모델·언어별 함수 찾기 성능 차이 관찰</a:t>
            </a:r>
          </a:p>
        </p:txBody>
      </p:sp>
      <p:sp>
        <p:nvSpPr>
          <p:cNvPr id="21" name="이번 작업의 근거 접근은 별도로 확인">
            <a:extLst xmlns:a="http://schemas.openxmlformats.org/drawingml/2006/main">
              <a:ext uri="{FF2B5EF4-FFF2-40B4-BE49-F238E27FC236}">
                <a16:creationId xmlns:a16="http://schemas.microsoft.com/office/drawing/2014/main" id="{FDBD5372-EFF6-4F79-B8F4-1BB679C974D0}"/>
              </a:ext>
            </a:extLst>
          </p:cNvPr>
          <p:cNvSpPr>
            <a:spLocks xmlns:a="http://schemas.openxmlformats.org/drawingml/2006/main" noGrp="1"/>
          </p:cNvSpPr>
          <p:nvPr/>
        </p:nvSpPr>
        <p:spPr>
          <a:xfrm xmlns:a="http://schemas.openxmlformats.org/drawingml/2006/main">
            <a:off x="6705600" y="49149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작업의 근거 접근은 별도로 확인</a:t>
            </a:r>
          </a:p>
        </p:txBody>
      </p:sp>
      <p:sp>
        <p:nvSpPr>
          <p:cNvPr id="22" name="위치 비교와 함수 검색은 다른 과제 · 연구 결과를 이번 Routing의 성공 증거로 쓰지 않는다">
            <a:extLst xmlns:a="http://schemas.openxmlformats.org/drawingml/2006/main">
              <a:ext uri="{FF2B5EF4-FFF2-40B4-BE49-F238E27FC236}">
                <a16:creationId xmlns:a16="http://schemas.microsoft.com/office/drawing/2014/main" id="{7A4D7422-5EAA-40D7-9DF7-0E046EB7FFB2}"/>
              </a:ext>
            </a:extLst>
          </p:cNvPr>
          <p:cNvSpPr>
            <a:spLocks xmlns:a="http://schemas.openxmlformats.org/drawingml/2006/main" noGrp="1"/>
          </p:cNvSpPr>
          <p:nvPr/>
        </p:nvSpPr>
        <p:spPr>
          <a:xfrm xmlns:a="http://schemas.openxmlformats.org/drawingml/2006/main">
            <a:off x="609600" y="53816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위치 비교와 함수 검색은 다른 과제 · 연구 결과를 이번 Routing의 성공 증거로 쓰지 않는다</a:t>
            </a:r>
          </a:p>
        </p:txBody>
      </p:sp>
      <p:sp>
        <p:nvSpPr>
          <p:cNvPr id="23" name="Legacy module connection">
            <a:extLst xmlns:a="http://schemas.openxmlformats.org/drawingml/2006/main">
              <a:ext uri="{FF2B5EF4-FFF2-40B4-BE49-F238E27FC236}">
                <a16:creationId xmlns:a16="http://schemas.microsoft.com/office/drawing/2014/main" id="{1F2DDC7E-491F-4200-A5C8-D310A83D3A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096445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01211632-7CB6-463C-86CC-BDF44D5D7D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FE4D578C-4A2C-4282-8AF7-1E9CBC3540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4930BF2A-76CF-4B60-A8AB-A315D71631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88787DC-7D94-46A5-812A-933303B562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DD45DB38-FFC9-4BB2-B6CD-CC81F4018C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33CB02F9-B1EE-4AE1-ABBA-68A31F4E49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BD766D62-EA81-4DC9-B916-F1A693B06B4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44C01D89-ECBC-4E0F-8181-2AB206BFD107}"/>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D7BEEE8B-F90F-4D67-B7CC-6BBA37C55081}"/>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1B8EF9A6-E4C6-40DC-BBCB-98B71879B093}"/>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2E3F1B11-4655-4EA3-A3F3-2286A34B7BEF}"/>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B1A7FD94-96BA-461A-8263-C4F3649BB10E}"/>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489B8A52-2655-462D-93A6-51AB95A5F3BC}"/>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C6640B2-23D0-4E5A-ADD6-F9F1F7AB40F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97D8C0B0-14A6-4891-B3AA-6368EFEFC147}"/>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951684B-14E8-44F1-B6BF-CC8194047B92}"/>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CD17D14F-12D0-4E68-A723-12A2BF9F954B}"/>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7B870D68-ABBD-462A-B79E-946A9578AE2C}"/>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E1D474B7-F916-4F8E-9124-8725D7C55A59}"/>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E4D512F8-CD33-4FED-A2FF-61C058B9F38C}"/>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EF0A7D65-050F-4F5B-B7E8-505396476F34}"/>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A50CF04-147D-4A50-81EE-9375FEC6C45E}"/>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28718DAA-E47D-458E-A339-C51E850869FA}"/>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6EADD4E2-B2DC-40C6-8EAB-0AFAA481CE71}"/>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FBC4D5DC-B156-499E-8C08-B6E17D83D2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839638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6A722ECA-6834-426C-AB0C-E7A5005A31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E12D47BA-E377-4D15-959F-A3C2CB63F8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AAC212CD-F749-4DD1-B8EF-0FF47D5592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4949ABAA-E0D8-4BCF-89A9-299AEDC100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32E90DAE-2498-48AD-AC91-607AA42746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5E74782B-7BCB-44CF-B22E-969836E061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5BE7B5FC-7325-429F-86CE-D0C4DEAB894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A485C364-67D1-4308-9A3A-5785A5F0553E}"/>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4FE0EC1F-AF3E-45CD-9DFF-C0F86FD5D07C}"/>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87A9F20F-8973-4FEC-9632-876A6F4ADEC6}"/>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09AF61ED-FCFF-4A0D-8AAC-7C65506E73D4}"/>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373049C4-397D-44AF-8207-3AB447A7E100}"/>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ADF8FA99-82FA-417D-AB92-8514613966FA}"/>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92588FE2-3F54-475F-8FD2-8D101261BFE3}"/>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0FDD6597-3B5C-46AD-A385-562871CCECCD}"/>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8740E555-1433-487D-9020-691688C8FFD6}"/>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98125EDD-B622-4D1E-B980-3ADF21C9BEBC}"/>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8811CE94-689D-4914-87A9-D902ECA8B4EB}"/>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66BBA8E6-C8AB-4482-AFDE-7393A45EC4CD}"/>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85284FA9-F572-40AD-9AEB-0382B18EE2A4}"/>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796CA964-D70D-4A83-B548-1F038C3F6D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EA1B865D-FD22-42BC-913A-7C8881B98D48}"/>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5ACC5CD7-C8B0-4E45-800B-D0A62944F325}"/>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C011232A-55C4-4C38-8150-C5E2CCCAFCB5}"/>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C4A4F19D-2533-42EC-AC0B-C53F67284B3F}"/>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F1B81E2F-3E28-4C71-B6AF-513BD02200CF}"/>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77808D01-E2FD-40DE-AAF1-C826DEF4B7B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08708AF7-4331-4361-B2E9-71CA6467C7C0}"/>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857694A9-B9C2-49F3-8D89-AEBAC59DBBA7}"/>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032A991F-3A26-45FD-8562-377328F5A678}"/>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4E8E92B1-0723-4DAD-AE4F-BEF8AC1649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0300839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FFAED05F-8387-4993-85AF-732CAD97BA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10455852-4ED6-4556-B3F9-39E70C96C9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AFCA43D2-1056-4424-801C-DA62B6677A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E72F6381-D75A-4C07-BA1D-DF5A635B5C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6C33452E-DEBA-464A-BDBF-6EC591D15E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01C8BBB4-4B3E-4C91-B253-2C1602D75B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E6EE569C-F695-4B92-B281-CE73A471612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34C1EFC-56F6-4F41-B04C-CD8A4072D03E}"/>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25C7C962-78E7-4CD2-9AFA-B10D412EDE26}"/>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EBC5DC3A-16AF-4723-960F-88AD2C4E5A51}"/>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93C66528-3D3D-461A-8A93-21691207136E}"/>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074020E-95A0-49B6-8E3B-DEE67944DB8E}"/>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A6361778-CA14-4954-8A04-CC2EB8E57D32}"/>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3E5F0945-B1BD-4A2C-B56D-88EF59187899}"/>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C0989B9-2086-4E7F-8B8E-1A4FBCBFB97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BE79B8F-74BE-4950-8558-D67D0C0A548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FEF5E49-A536-4785-9027-D732B83B6503}"/>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7870357-798D-435F-92A1-98E519C5EEA2}"/>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10B88277-2463-4DEF-B68A-AF9D64C0DBE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609F9DE5-3763-4173-B60D-EBADDA3EF02B}"/>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FEC594E0-81A0-4EA8-89B3-11C0F2D6EE7E}"/>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A5557D7-4CE3-4471-B763-9745A25CDAE2}"/>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298F4514-1005-4F87-A331-DDF5FFC8C5DB}"/>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158CE0B4-607D-442B-9702-C6E71BCAEB90}"/>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8448E241-07BB-4452-B02B-9A618EA12EFC}"/>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9CBF1320-84A6-4F08-9E7A-981657AE6B61}"/>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CB03C521-EB64-4976-9EE7-73A9AC6C0E00}"/>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ACAD3454-D4E6-4182-B5AD-FC4CC5399C56}"/>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A2BBD9F-87D3-4249-910F-4244003718C3}"/>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7D268407-DAAE-49D3-8353-DBFD62CC0D3B}"/>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6B35EEE1-DBA3-45F1-BF08-5F47D8E0965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D8E616A5-2BA7-4E92-88EE-ABD01EAB0951}"/>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9EF9942-4251-4157-A061-FA0B6483F8A2}"/>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2707340-4ABD-43B5-922D-1C54AEE4EEAA}"/>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A434B6D1-92E2-4F8D-A076-CF4BA606C4D2}"/>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BF9942C-5882-47A9-8368-42F78B2E977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83297FB3-FE1F-4A30-BF9B-F030CC7BCF1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C358F7C4-E039-4D59-8D07-D7EC40391FFA}"/>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9AF7807F-133F-49D9-A75E-CE2B2CA617B4}"/>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CE7B8C84-CFB1-4213-A547-D0BB6021E691}"/>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E287D429-861B-44E0-940B-2DC9D76935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600297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1C4B92C8-3BAE-4E8D-9762-8DF1E0BFCC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30C68397-6FF0-4DB6-B6BA-8490ABEF79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E2BB3060-F776-4682-95AB-E13B07776F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B66CEB0-44C6-4F21-81EB-19CA76C415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F17BE2D8-D75D-4DB8-A796-750C299EB4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EEF27461-1D35-476E-9A3E-17BEBA1643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6ED18734-7ED8-4C99-9C2D-D1E16AFD2E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66F63282-5E01-4371-A5D9-C9E45568C41B}"/>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627A931C-C0E8-4471-B57C-4813A1F1573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95832C8C-0138-438D-9E0E-52D70AFCC16E}"/>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55EC5B26-4E3F-4D31-91D1-D66D1280DC36}"/>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6799F0C0-BD09-4F37-993D-3E595CAA8765}"/>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AEAF2B40-F2CA-4BB1-8C07-FBAB4E93498F}"/>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BBA3D23-D3E5-477F-8349-12B2DD58ADE7}"/>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822E0F32-9C5D-402F-A3AF-48A6264D375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DA1F8E97-A84B-4C38-A299-2D7000E1B948}"/>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5A170627-249E-47B2-AD98-284F420B2DBC}"/>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553C6278-F7B7-46CF-8F69-294AD667DB8E}"/>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459BFC3F-DD9D-4D80-B999-554B374C8E1A}"/>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608C8260-C1F8-4B96-8FD0-6D35D33EBB29}"/>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398D27-9E15-4142-8823-E99F67E01B64}"/>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C06C5B7B-2402-4124-8FBE-0484FCF12CF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81F8980-907E-46A6-9D7F-11A244DEB852}"/>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105C3E33-1735-42ED-AAFC-4C95A2A76A44}"/>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E4C99E47-16CE-4C46-BEC9-409EA837E96F}"/>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392F02B8-1BF7-4811-B578-9C8009EEB973}"/>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16751701-3E01-4DC5-9EC9-0C5FA77383F8}"/>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6A0E0403-34EE-4362-A5CA-3E41A3F581B0}"/>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5B3F73B9-D433-4A72-96D8-38A0D9B28E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9048066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5457783-9844-4045-B0FB-8787F478B3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C4F442AA-1F12-410C-A8C4-518775286E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BA6D6762-231A-490A-9B45-7F038940AE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A4E3200A-D42B-4959-AD99-AAB2187418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A08ED698-DBBA-425C-A1B8-1D476A2686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6CA0D48-C52A-4E2F-A435-0E4F36782F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DD524499-5B0E-4A41-A7CE-8A16E291659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EC02EB3-23EF-475C-A306-C71D3E135AE9}"/>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BF7EC62F-232F-44DB-8518-4CEE7182E02C}"/>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13DE7B32-A6FD-411F-9871-7008ADC7D72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211AAE7F-BAB4-4DF9-BB5C-4AF23187E73F}"/>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EB29BC31-5EDC-4065-988C-54FE5A78B10F}"/>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0855BF6-4E34-47BE-B11E-D3DF087DBAE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01DE4716-B995-485E-87B8-49EB3F12B86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E2705231-7DA9-4037-A998-B5E1F07579F1}"/>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C354F442-45EA-4EB2-8E0A-21D7781EBBF8}"/>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389AFBE-8D73-426D-A99F-AC78EF42E849}"/>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8BE72882-4740-4410-B9BC-93617F3A7A3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BC8DFD5-1A7D-4AC2-9DFD-133DC8D6AF06}"/>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B827E7A3-2524-4D6A-ACBF-9D3F8B55C2C2}"/>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75215953-A12C-441A-9B6B-AD1DBCCB18BE}"/>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BB622AFB-39FA-434F-AC05-9F3D86EB3645}"/>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D332918-8E08-4B49-94E4-BAC6186693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EEA69170-46B0-4235-9D39-5F6DC3CC793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31C7758C-F0D4-48FC-A124-B9521BEE48FF}"/>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F17AC277-FC8D-4833-9FF9-DC97E513CC06}"/>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888BA765-E7E6-4F95-A49B-2BA919FC76C9}"/>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BD113B85-C4B1-46C5-8C9B-F8D77BC28B0C}"/>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DFE1A489-C58F-434F-9F60-EE3EA18CDD3F}"/>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DDBA1577-4C50-4E9B-992C-D45D3EDDA0BA}"/>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A190BE69-55F1-4995-BE55-0F7F4DB7B51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DF78CAC3-0F0D-46B4-A2D0-76CFCA4BF17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F44DB276-3705-473C-8043-178207759AAA}"/>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059F6C95-5A50-4B29-9385-23A7F8E405F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DAE16B6E-F6E1-4295-BA72-8025393FB1A6}"/>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8E21393A-7CD8-408E-A3B6-17C21996B5A1}"/>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B517458-7A2C-4467-A38F-CEA6536BBBBD}"/>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C2FCCA1C-73DA-437D-9F42-72E63548D3CE}"/>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107A97EC-214B-43F3-8B04-DF36846C9C89}"/>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E9DCB405-3CEE-4B0C-AF6C-6A2E567FCB6E}"/>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F147F9AD-8BDE-49AF-9A72-C6B7321A66D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A981B8DC-CBDC-4483-8097-94731E018ECB}"/>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F0154A16-A31B-4BFF-9CBD-6CD1E377D5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0671166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2FA4D31E-DE36-4D8F-A8DB-0F479D3FA9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CB004286-0DA9-47AE-B010-8B3E797486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C665F8DB-2A14-45C2-A903-867672F981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C195EC11-C1E4-46FA-82B2-0BC7110D50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F427202C-208F-4AE6-8A56-58E3C20BE4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18D78D86-6E7C-4FD5-A6CC-FDB525BA17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EE1882DB-B925-4AC9-A6C7-ABDBC267EEBA}"/>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8626E87D-7405-4415-B75C-2AFB1FEF64B1}"/>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9DF09512-235D-418D-A0CF-4FBEFCEB38E1}"/>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E7E4BD4-80D3-44F2-B1C9-32B9DBA76D31}"/>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549C9411-4165-4D44-8085-B7A07CB99ECE}"/>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8DB51343-FA93-4EEB-A6D4-C325BF8132CB}"/>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A97522D-32E7-4A6F-989A-979D6EF10321}"/>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A029274A-86EA-4282-AA14-9C9A81C8E8E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5328A549-5673-4092-9A40-C8A8EC970BF5}"/>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BDF8305F-5B1C-4351-9787-4628F5992820}"/>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5305F741-1CA3-4662-8A84-A95BFF3E8B2C}"/>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22B3FFA5-71C3-46C8-A39E-B02FDBD6F6DF}"/>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F275667-1295-43E2-88D2-4DDD19556B6D}"/>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8BA9E494-3A27-401C-83D9-A848FCB92003}"/>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3C8128E8-4079-44C9-A1CF-8F6FFC516149}"/>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B0DAE434-464E-402C-9198-B1ED189A884E}"/>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F9F84C06-7A9A-42C6-A300-E90569BCD278}"/>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CB7F974D-3B69-49E9-AF95-7ABA3A33D492}"/>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533BB9D9-29A0-42C5-B9C5-4F6A3CF00E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1491366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BD988742-FB20-4C73-BDF9-1A1C7DD643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6860F79C-6C16-48AA-AE45-F1CCA56CEB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6BDB6ABB-E9A8-4CFD-8850-9E8DD1E42C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8876AD14-7F6C-4A87-95D9-BE83E9BC70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D381945-6D4D-4047-A0A5-28D8251DD1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AC868EE6-CBD2-43FA-ADA5-19BBD29A5A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6F0BA59E-0266-4731-A5ED-08183D75EE02}"/>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83B89360-46BA-42A5-8506-5587A82E3ACC}"/>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A4446464-F9E3-4AC2-9FEC-35CD9AAD16DB}"/>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718647A4-3DE0-4095-ADEB-B31BE5B8DF85}"/>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734F613E-208E-4E17-B678-56BA342525AB}"/>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1730967F-DC21-4303-87F0-5112253CD066}"/>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F1FF469-1691-4FC7-8E5E-0FAE8209EC65}"/>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F6F1831A-C613-401D-BA16-A3E225226A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4099525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C393526C-040B-4B08-AFD4-20E9E92988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39E01C39-409F-417B-943B-6C32B8A3DF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1D0FEA69-DBA2-41E7-BBEF-ECEB8A3C52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944933F4-8B03-46C4-BDC6-01DE3E630B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512002A6-D9B3-404D-9498-C4367A417C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EBB4D2A7-4985-46BD-8F7A-F6023E10C0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8058D590-01CA-419E-B2F4-347080EE2608}"/>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7AE7B33-5939-4D67-A27E-EDA2DCCAE0F4}"/>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79A4E89-0CCC-45C9-B459-AA989D95AF0F}"/>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F0C26933-B25B-4835-83D2-752CC9517617}"/>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E1817F8-5CE5-48E1-995F-8F6C8EAF6C00}"/>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25A59357-FE53-471B-B74D-0FFDD097B757}"/>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5A694DFC-46FC-45FC-A111-1ABA05C8B5C4}"/>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ECC6FB62-9015-4C6B-8933-ED9E5C0FB2FF}"/>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8DBD9597-49E4-4122-8DED-325C379B213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A7B9239C-6805-4FF0-9007-C03B9CC752F1}"/>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B6E196A3-582B-437C-9C31-7699BFC55E2C}"/>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D5E203B0-0198-4690-A1F5-9311C1F21C54}"/>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5FB756C6-0770-4123-96FA-C14F8F1AA632}"/>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1ACF3545-56FC-4930-922E-1829EF3FD5A4}"/>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4EE7A08A-D6B8-47F2-9DE8-CF7C5961B36D}"/>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7879A276-2A1C-40CF-9BF2-B99CA393E78B}"/>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E9BAF87A-AEF5-406D-A41A-2445415100C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EF9540E0-DB32-41D9-959C-660D97796F5E}"/>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9DAD7012-30DE-4B10-AC67-32D25BF40496}"/>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BDA6E149-1B65-41E3-97E0-E3769D6EB5DC}"/>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6803B532-66AF-4C92-A7DF-B473C1160F3D}"/>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0FC58CBC-1DA6-42F4-BB02-5248AB98881E}"/>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3FA57BD2-EF38-4BB3-87B1-768BFAFED2E7}"/>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240B724D-5E4F-4D73-ACE2-8C98E396FBE2}"/>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4EB1582B-E9E1-46A9-9207-9010BE298C63}"/>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7784FEFB-7B63-4039-AA69-7E9E7EA77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8281263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9D634481-5962-4C75-989A-D6BE32A05E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AE8ABE55-C5A8-4EA3-A1EB-C716B1999E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697FBA48-E0C6-4CC9-AE53-F6DF3E9CF8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A6FD0133-4B9F-477A-A36E-8333314575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90CE4920-10A6-47B4-99E3-76936B0025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F47177C5-4A6C-4EF2-8234-5E6DB9A5BB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81C918C8-BABF-45B5-AF31-C1CF8B9E760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9B9B6FCB-9180-438E-847B-2CFE7C77DD87}"/>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CC8C0FE0-85B0-4E01-AEF4-E6DEA49BB54A}"/>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F860B574-8279-488D-AFCD-C568022246ED}"/>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E535ABE8-ECD0-4F6E-A1C5-BEAE3C7DB43C}"/>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30826267-B272-487D-BC85-7ED0A044FB02}"/>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5A4848A1-867B-467C-99E5-BAA42169CF72}"/>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CE695D0E-EA92-439A-87F9-411109D7623E}"/>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2F7E335F-79F9-4BD2-9E08-6C1B0FC9C8EF}"/>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E416664E-F512-4D9A-BEB3-8C115F29D11D}"/>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031E2ADA-759E-4394-8650-40A6529C919B}"/>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628CD772-136F-43E5-8E51-5E2D6BDE146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20C0FAA9-EE45-45AF-B8AB-A1B687F6A5AA}"/>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A49383B9-30D6-40D0-9B35-CA0A67DB7B60}"/>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FF662721-8490-4A84-97BE-1BEB3719AB1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BAF04670-2966-4FAC-A05E-1FE4037BB0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368258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2026-10-22T03:45:18.2840000Z</dcterms:created>
  <dcterms:modified xsi:type="dcterms:W3CDTF">2026-10-22T03:45:18.2840000Z</dcterms:modified>
</coreProperties>
</file>