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edaceb174754b94" /><Relationship Type="http://schemas.openxmlformats.org/officeDocument/2006/relationships/extended-properties" Target="/docProps/app.xml" Id="R68ffae17319b4e2c" /><Relationship Type="http://schemas.openxmlformats.org/officeDocument/2006/relationships/officeDocument" Target="/ppt/presentation.xml" Id="Rd1cc6555d0684371" /></Relationships>
</file>

<file path=ppt/presentation.xml><?xml version="1.0" encoding="utf-8"?>
<p:presentation xmlns:p="http://schemas.openxmlformats.org/presentationml/2006/main">
  <p:sldMasterIdLst>
    <p:sldMasterId xmlns:r="http://schemas.openxmlformats.org/officeDocument/2006/relationships" id="2147483648" r:id="R961fee11d2584ff0"/>
  </p:sldMasterIdLst>
  <p:notesMasterIdLst>
    <p:notesMasterId xmlns:r="http://schemas.openxmlformats.org/officeDocument/2006/relationships" r:id="R002bc6474f5848cf"/>
  </p:notesMasterIdLst>
  <p:sldIdLst>
    <p:sldId xmlns:r="http://schemas.openxmlformats.org/officeDocument/2006/relationships" id="256" r:id="R52d4edf3f438471f"/>
    <p:sldId xmlns:r="http://schemas.openxmlformats.org/officeDocument/2006/relationships" id="257" r:id="R11f2022563524680"/>
    <p:sldId xmlns:r="http://schemas.openxmlformats.org/officeDocument/2006/relationships" id="258" r:id="R3d1f566352994411"/>
    <p:sldId xmlns:r="http://schemas.openxmlformats.org/officeDocument/2006/relationships" id="259" r:id="R578b8148fa1549d5"/>
    <p:sldId xmlns:r="http://schemas.openxmlformats.org/officeDocument/2006/relationships" id="260" r:id="R0d448172bd1048d7"/>
    <p:sldId xmlns:r="http://schemas.openxmlformats.org/officeDocument/2006/relationships" id="261" r:id="R6df9e6ddaa5d4334"/>
    <p:sldId xmlns:r="http://schemas.openxmlformats.org/officeDocument/2006/relationships" id="262" r:id="R37f77e5e47cf4105"/>
    <p:sldId xmlns:r="http://schemas.openxmlformats.org/officeDocument/2006/relationships" id="263" r:id="R205a8c22cf614260"/>
    <p:sldId xmlns:r="http://schemas.openxmlformats.org/officeDocument/2006/relationships" id="264" r:id="R0024d657db6148fb"/>
    <p:sldId xmlns:r="http://schemas.openxmlformats.org/officeDocument/2006/relationships" id="265" r:id="R9ff80f6883234d74"/>
    <p:sldId xmlns:r="http://schemas.openxmlformats.org/officeDocument/2006/relationships" id="266" r:id="R16dfa09af5a34b57"/>
    <p:sldId xmlns:r="http://schemas.openxmlformats.org/officeDocument/2006/relationships" id="267" r:id="Rfae9ff74cc54422f"/>
    <p:sldId xmlns:r="http://schemas.openxmlformats.org/officeDocument/2006/relationships" id="268" r:id="R6603ef332b1c452b"/>
    <p:sldId xmlns:r="http://schemas.openxmlformats.org/officeDocument/2006/relationships" id="269" r:id="Rb9f4dc6dfe414a7f"/>
    <p:sldId xmlns:r="http://schemas.openxmlformats.org/officeDocument/2006/relationships" id="270" r:id="Rb4d23418279f47f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befc5bd5332462a" /><Relationship Type="http://schemas.openxmlformats.org/officeDocument/2006/relationships/slideMaster" Target="/ppt/slideMasters/slideMaster1.xml" Id="R961fee11d2584ff0" /><Relationship Type="http://schemas.openxmlformats.org/officeDocument/2006/relationships/notesMaster" Target="/ppt/notesMasters/notesMaster1.xml" Id="R002bc6474f5848cf" /><Relationship Type="http://schemas.openxmlformats.org/officeDocument/2006/relationships/presProps" Target="/ppt/presProps.xml" Id="Rff66e23922a1422c" /><Relationship Type="http://schemas.openxmlformats.org/officeDocument/2006/relationships/tableStyles" Target="/ppt/tableStyles.xml" Id="R9a4a263a80784c8d" /><Relationship Type="http://schemas.openxmlformats.org/officeDocument/2006/relationships/slide" Target="/ppt/slides/slide1.xml" Id="R52d4edf3f438471f" /><Relationship Type="http://schemas.openxmlformats.org/officeDocument/2006/relationships/slide" Target="/ppt/slides/slide2.xml" Id="R11f2022563524680" /><Relationship Type="http://schemas.openxmlformats.org/officeDocument/2006/relationships/slide" Target="/ppt/slides/slide3.xml" Id="R3d1f566352994411" /><Relationship Type="http://schemas.openxmlformats.org/officeDocument/2006/relationships/slide" Target="/ppt/slides/slide4.xml" Id="R578b8148fa1549d5" /><Relationship Type="http://schemas.openxmlformats.org/officeDocument/2006/relationships/slide" Target="/ppt/slides/slide5.xml" Id="R0d448172bd1048d7" /><Relationship Type="http://schemas.openxmlformats.org/officeDocument/2006/relationships/slide" Target="/ppt/slides/slide6.xml" Id="R6df9e6ddaa5d4334" /><Relationship Type="http://schemas.openxmlformats.org/officeDocument/2006/relationships/slide" Target="/ppt/slides/slide7.xml" Id="R37f77e5e47cf4105" /><Relationship Type="http://schemas.openxmlformats.org/officeDocument/2006/relationships/slide" Target="/ppt/slides/slide8.xml" Id="R205a8c22cf614260" /><Relationship Type="http://schemas.openxmlformats.org/officeDocument/2006/relationships/slide" Target="/ppt/slides/slide9.xml" Id="R0024d657db6148fb" /><Relationship Type="http://schemas.openxmlformats.org/officeDocument/2006/relationships/slide" Target="/ppt/slides/slide10.xml" Id="R9ff80f6883234d74" /><Relationship Type="http://schemas.openxmlformats.org/officeDocument/2006/relationships/slide" Target="/ppt/slides/slide11.xml" Id="R16dfa09af5a34b57" /><Relationship Type="http://schemas.openxmlformats.org/officeDocument/2006/relationships/slide" Target="/ppt/slides/slide12.xml" Id="Rfae9ff74cc54422f" /><Relationship Type="http://schemas.openxmlformats.org/officeDocument/2006/relationships/slide" Target="/ppt/slides/slide13.xml" Id="R6603ef332b1c452b" /><Relationship Type="http://schemas.openxmlformats.org/officeDocument/2006/relationships/slide" Target="/ppt/slides/slide14.xml" Id="Rb9f4dc6dfe414a7f" /><Relationship Type="http://schemas.openxmlformats.org/officeDocument/2006/relationships/slide" Target="/ppt/slides/slide15.xml" Id="Rb4d23418279f47f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b80a801d20f4ef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12b82307fba4aa6" /><Relationship Type="http://schemas.openxmlformats.org/officeDocument/2006/relationships/notesMaster" Target="/ppt/notesMasters/notesMaster1.xml" Id="Rb58a4ea723734e6e" /></Relationships>
</file>

<file path=ppt/notesSlides/_rels/notesSlide2.xml.rels>&#65279;<?xml version="1.0" encoding="utf-8"?><Relationships xmlns="http://schemas.openxmlformats.org/package/2006/relationships"><Relationship Type="http://schemas.openxmlformats.org/officeDocument/2006/relationships/slide" Target="/ppt/slides/slide2.xml" Id="Re7a53ca3a52641cc" /><Relationship Type="http://schemas.openxmlformats.org/officeDocument/2006/relationships/notesMaster" Target="/ppt/notesMasters/notesMaster1.xml" Id="R97b3fd9f226d4fab" /></Relationships>
</file>

<file path=ppt/notesSlides/_rels/notesSlide3.xml.rels>&#65279;<?xml version="1.0" encoding="utf-8"?><Relationships xmlns="http://schemas.openxmlformats.org/package/2006/relationships"><Relationship Type="http://schemas.openxmlformats.org/officeDocument/2006/relationships/slide" Target="/ppt/slides/slide3.xml" Id="R7ba756a073424cd9" /><Relationship Type="http://schemas.openxmlformats.org/officeDocument/2006/relationships/notesMaster" Target="/ppt/notesMasters/notesMaster1.xml" Id="Ra090847174e64a79" /></Relationships>
</file>

<file path=ppt/notesSlides/_rels/notesSlide4.xml.rels>&#65279;<?xml version="1.0" encoding="utf-8"?><Relationships xmlns="http://schemas.openxmlformats.org/package/2006/relationships"><Relationship Type="http://schemas.openxmlformats.org/officeDocument/2006/relationships/slide" Target="/ppt/slides/slide4.xml" Id="R37de5f3bcb3c4131" /><Relationship Type="http://schemas.openxmlformats.org/officeDocument/2006/relationships/notesMaster" Target="/ppt/notesMasters/notesMaster1.xml" Id="R1a9c1618d97b4856" /></Relationships>
</file>

<file path=ppt/notesSlides/_rels/notesSlide5.xml.rels>&#65279;<?xml version="1.0" encoding="utf-8"?><Relationships xmlns="http://schemas.openxmlformats.org/package/2006/relationships"><Relationship Type="http://schemas.openxmlformats.org/officeDocument/2006/relationships/slide" Target="/ppt/slides/slide5.xml" Id="R69f10d3270484987" /><Relationship Type="http://schemas.openxmlformats.org/officeDocument/2006/relationships/notesMaster" Target="/ppt/notesMasters/notesMaster1.xml" Id="R8e7d6149fdaa45fb" /></Relationships>
</file>

<file path=ppt/notesSlides/_rels/notesSlide6.xml.rels>&#65279;<?xml version="1.0" encoding="utf-8"?><Relationships xmlns="http://schemas.openxmlformats.org/package/2006/relationships"><Relationship Type="http://schemas.openxmlformats.org/officeDocument/2006/relationships/slide" Target="/ppt/slides/slide6.xml" Id="R793b7ac503174c05" /><Relationship Type="http://schemas.openxmlformats.org/officeDocument/2006/relationships/notesMaster" Target="/ppt/notesMasters/notesMaster1.xml" Id="R0607bbd7ceb54639" /></Relationships>
</file>

<file path=ppt/notesSlides/_rels/notesSlide7.xml.rels>&#65279;<?xml version="1.0" encoding="utf-8"?><Relationships xmlns="http://schemas.openxmlformats.org/package/2006/relationships"><Relationship Type="http://schemas.openxmlformats.org/officeDocument/2006/relationships/slide" Target="/ppt/slides/slide7.xml" Id="Rf759dc335b1d480d" /><Relationship Type="http://schemas.openxmlformats.org/officeDocument/2006/relationships/notesMaster" Target="/ppt/notesMasters/notesMaster1.xml" Id="Rf4ab1ac08f2f479d" /></Relationships>
</file>

<file path=ppt/notesSlides/_rels/notesSlide8.xml.rels>&#65279;<?xml version="1.0" encoding="utf-8"?><Relationships xmlns="http://schemas.openxmlformats.org/package/2006/relationships"><Relationship Type="http://schemas.openxmlformats.org/officeDocument/2006/relationships/slide" Target="/ppt/slides/slide8.xml" Id="R8c8b14d15bb04786" /><Relationship Type="http://schemas.openxmlformats.org/officeDocument/2006/relationships/notesMaster" Target="/ppt/notesMasters/notesMaster1.xml" Id="R7a4a87cf0da64b6d" /></Relationships>
</file>

<file path=ppt/notesSlides/_rels/notesSlide9.xml.rels>&#65279;<?xml version="1.0" encoding="utf-8"?><Relationships xmlns="http://schemas.openxmlformats.org/package/2006/relationships"><Relationship Type="http://schemas.openxmlformats.org/officeDocument/2006/relationships/slide" Target="/ppt/slides/slide9.xml" Id="R089dcf353042464e" /><Relationship Type="http://schemas.openxmlformats.org/officeDocument/2006/relationships/notesMaster" Target="/ppt/notesMasters/notesMaster1.xml" Id="R81d3c39129ab4bf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3983102266f411e" /><Relationship Type="http://schemas.openxmlformats.org/officeDocument/2006/relationships/notesMaster" Target="/ppt/notesMasters/notesMaster1.xml" Id="R8a22613a51294eb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55c2e9bd90e4cb1" /><Relationship Type="http://schemas.openxmlformats.org/officeDocument/2006/relationships/notesMaster" Target="/ppt/notesMasters/notesMaster1.xml" Id="Re42f2e0b8b864bf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78f5b3a74714191" /><Relationship Type="http://schemas.openxmlformats.org/officeDocument/2006/relationships/notesMaster" Target="/ppt/notesMasters/notesMaster1.xml" Id="R41c556a4f6234d5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a49acd7d57a4aa2" /><Relationship Type="http://schemas.openxmlformats.org/officeDocument/2006/relationships/notesMaster" Target="/ppt/notesMasters/notesMaster1.xml" Id="R5863eead28f7442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a5eb259d4bd4096" /><Relationship Type="http://schemas.openxmlformats.org/officeDocument/2006/relationships/notesMaster" Target="/ppt/notesMasters/notesMaster1.xml" Id="R63ea702e8796423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0e3b422ea8d4566" /><Relationship Type="http://schemas.openxmlformats.org/officeDocument/2006/relationships/notesMaster" Target="/ppt/notesMasters/notesMaster1.xml" Id="R3f37d90976a64c9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프로젝트가 진행되며 AGENTS.md에 필요한 정보가 더해졌다. 정보가 늘어난 사실 자체를 실패로 판단하지 않고 이번 Task에서 모두 필요한지 묻는다.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ALIGNED — DEC-0048의 청중용 시점 이름과 AGENTS.md 정보 축적 도식을 반영했다. 최종 렌더·Notes parity는 production/evaluation/S36_CONTEXT_GROWTH_REVISION.md를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AGENTS.md 안에도 이번 README 작업에 관련된 공통 지침과 불필요했던 이미지 상세가 함께 있었다.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DEC-0050에 따라 우측 두 영역을 AGENTS.md 내부 지침·정보 기준으로 수정하고 왼쪽 실제 요청을 보존했다. 최종 렌더·Notes parity는 production/evaluation/S37_AGENTS_CONTEXT_REVISION.md를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S37에서는 AGENTS.md의 정확한 내용 중 이번 README 작업에 필요한 지침과 불필요한 상세가 함께 있었다고 회수한다. 지금은 실제 Trial의 추가 결과가 아니라 정보의 범위·제공 시점과 수행 방법을 생각하는 교육용 도식임을 밝힌다.</a:t>
            </a:r>
          </a:p>
          <a:p xmlns:a="http://schemas.openxmlformats.org/drawingml/2006/main">
            <a:r>
              <a:t>2. (0:30–1:30) 왼쪽 README 수정/crop 수정/성능 조사에서 연결선을 따라 공통 안내로 내려간다. 프로젝트 목적·기본 제약·범위 준수·관련 검증처럼 여러 작업에서 참고할 기본 안내다. 실제 AGENTS.md 전체가 모든 작업에 필요하다는 뜻은 아니다.</a:t>
            </a:r>
          </a:p>
          <a:p xmlns:a="http://schemas.openxmlformats.org/drawingml/2006/main">
            <a:r>
              <a:t>3. (1:30–2:30) 가운데 README 수정은 빌드 안내, crop 수정은 이미지 명세로 향하는 화살표를 비교한다. 질문이 바뀌면 필요한 상세도 바뀐다는 배치 예이며 실제 자동 선택·검색 성공을 관찰한 결과가 아니다. 파일 위치나 제품 Routing 조작을 새로 가르치지 않는다.</a:t>
            </a:r>
          </a:p>
          <a:p xmlns:a="http://schemas.openxmlformats.org/drawingml/2006/main">
            <a:r>
              <a:t>4. (2:30–3:30) 오른쪽 두 성능 조사 예가 같은 변경 전 측정→조사→검증 절차를 함께 쓰는 모습을 가리킨다. 사실의 내용과 일을 수행하는 방법은 책임이 다르다. 성능 조사 A/B는 교육용 작업 예이며 실제 TRIAL-006/007의 화면이나 당시 저장된 Skill이 아니다. Skill·Harness 기능 설명과 실제 재사용 결과는 후속 ACT에 남긴다.</a:t>
            </a:r>
          </a:p>
          <a:p xmlns:a="http://schemas.openxmlformats.org/drawingml/2006/main">
            <a:r>
              <a:t>5. (3:30–4:00) 앞의 두 도식은 정보의 범위·제공 시점, 마지막은 수행 절차의 책임이며 서로 배타적인 제품 분류가 아니라고 정리한다. 재사용 절차도 작업에 따라 찾아 쓸 수 있다. ‘필요한 때 찾는 대신 모두 넣어두면 충분할까?’를 질문하고 S39의 제한된 Long Context 연구 근거로 넘긴다.</a:t>
            </a:r>
          </a:p>
          <a:p xmlns:a="http://schemas.openxmlformats.org/drawingml/2006/main">
            <a:r>
              <a:t/>
            </a:r>
          </a:p>
          <a:p xmlns:a="http://schemas.openxmlformats.org/drawingml/2006/main">
            <a:r>
              <a:t>화면 진행: 공통 안내를 함께 쓰는 관계 → 요청별로 다른 상세를 찾는 관계 → 동종 작업이 하나의 절차를 재사용하는 관계. 세 열 사이에 발전 단계나 순서를 뜻하는 화살표는 없다. 전체가 native 편집 도식이며 실제 제품 UI·실행 캡처가 아니다.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Always-on / On-demand / Workflow is a course model, not an official OpenAI classification or a mutually exclusive product taxonomy. The first two views describe information scope/timing; the third describes a reusable work method, which can also be consulted on demand. The arrows do not prove perfect automatic routing. The performance procedure was not stored or executed in STATE-02.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DEC-0051의 기본 안내/상세 정보/재사용 절차 도식과 S37→S38→S39 연결을 반영했다. 최종 렌더·Notes parity는 production/evaluation/S38_CONTEXT_MODEL_REVISION.md를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두 연구가 확인한 과제·조건과 관찰을 먼저 읽는다. 특정 과제의 연구 관찰은 필요한 근거를 실제로 활용했는지 확인할 질문을 주지만, 현재 Codex의 보편 한계나 이 Demo의 Routing 효과를 입증하지 않는다.</a:t>
            </a:r>
          </a:p>
          <a:p xmlns:a="http://schemas.openxmlformats.org/drawingml/2006/main">
            <a:r>
              <a:t/>
            </a:r>
          </a:p>
          <a:p xmlns:a="http://schemas.openxmlformats.org/drawingml/2006/main">
            <a:r>
              <a:t>Opening Question: “앞에서 정보의 범위와 제공 시점을 나눴습니다. 대신 많은 정보를 한 번에 넣으면 필요한 근거도 잘 찾아 쓸까요?”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S38의 기본 안내/필요한 상세/반복 절차를 회수한 뒤 ‘양만 늘리면 충분한가?’로 질문을 좁힌다. 두 도식은 논문 과제의 재구성이며 실제 제품 실행 화면이 아님을 밝힌다.</a:t>
            </a:r>
          </a:p>
          <a:p xmlns:a="http://schemas.openxmlformats.org/drawingml/2006/main">
            <a:r>
              <a:t>2. (0:30–1:45) 왼쪽 Lost in the Middle을 짚는다. 여러 문서의 질문 답변과 합성 key-value 검색에서 정답 근거의 위치를 바꾸어 비교했다. 앞/중간/뒤의 블록은 위치만 나타내며 실제 문서 수나 점수 그래프가 아니다. 일부 당시 모델·과제에서 중간 근거의 정답률이 낮아졌다고 설명한다. 모든 모델·과제가 같은 현상을 보인 것은 아니다.</a:t>
            </a:r>
          </a:p>
          <a:p xmlns:a="http://schemas.openxmlformats.org/drawingml/2006/main">
            <a:r>
              <a:t>3. (1:45–3:00) 오른쪽 RepoQA는 기능 설명과 코드 입력을 보고 설명에 맞는 함수 코드를 반환한 뒤 정답 함수와 유사도를 비교하는 과제다. 50개 저장소/5개 언어/500개 과제가 포함됐고 주 실험의 코드 입력은 CodeLlama tokenizer 기준16K토큰이다. 전체 Prompt 길이나 현재 Codex 한도라는 뜻이 아니다. 모델·언어별 함수 찾기 성능 차이를 관찰했으며 저장소 수정·도구 검색·테스트 실행을 평가한 것은 아니다.</a:t>
            </a:r>
          </a:p>
          <a:p xmlns:a="http://schemas.openxmlformats.org/drawingml/2006/main">
            <a:r>
              <a:t>4. (3:00–4:00) 하단의 ‘업무에 적용할 질문’과 ‘이 연구만으론 미입증’을 따로 가리킨다. 필요한 근거를 실제로 찾아 활용했는지 작업별로 확인하자는 것은 교육적 적용 질문이다. 현재 Codex 실패율·보편 한계·Routing 성능 개선은 이 연구로 확인하지 않았다. S40의 필요한 상세 정보에 도달하는 설계 질문으로 돌아간다.</a:t>
            </a:r>
          </a:p>
          <a:p xmlns:a="http://schemas.openxmlformats.org/drawingml/2006/main">
            <a:r>
              <a:t/>
            </a:r>
          </a:p>
          <a:p xmlns:a="http://schemas.openxmlformats.org/drawingml/2006/main">
            <a:r>
              <a:t>Evidence / Source: RESEARCH. CLM-0014/CLM-0015, SRC-0201/SRC-0204, DEC-0052. Liu et al., “Lost in the Middle: How Language Models Use Long Contexts,” TACL 2024,12:157–173, https://aclanthology.org/2024.tacl-1.9/ . RepoQA: Evaluating Long Context Code Understanding,2024, arXiv:2406.06025, https://arxiv.org/abs/2406.06025 ; primary task/setting: https://arxiv.org/html/2406.06025v1 ; official project/citation: https://evalplus.github.io/repoqa.html . The official citation names First Workshop on Long-Context Foundation Models @ ICML2024, not the ICML main conference. Primary records rechecked2026-10-22.</a:t>
            </a:r>
          </a:p>
          <a:p xmlns:a="http://schemas.openxmlformats.org/drawingml/2006/main">
            <a:r>
              <a:t/>
            </a:r>
          </a:p>
          <a:p xmlns:a="http://schemas.openxmlformats.org/drawingml/2006/main">
            <a:r>
              <a:t>Claim Boundary: 두 논문의 역사적 모델·과제·조건에 한정한다. 현재 Codex의 Repository coding 실패, 보편적인 중간 정보 무시, 토큰 임계값, 정보를 더 주면 항상 나빠짐, Routing의 우월성·토큰 절약·성능 향상을 주장하지 않는다. RepoQA는 Lost in the Middle의 위치별 곡선을 재현한 연구로 표현하지 않는다. 업무상 확인 질문은 현재 제품에서 측정된 효과가 아니다.</a:t>
            </a:r>
          </a:p>
          <a:p xmlns:a="http://schemas.openxmlformats.org/drawingml/2006/main">
            <a:r>
              <a:t/>
            </a:r>
          </a:p>
          <a:p xmlns:a="http://schemas.openxmlformats.org/drawingml/2006/main">
            <a:r>
              <a:t>Beginner Explanation: 왼쪽은 ‘같은 근거가 어디에 있느냐’, 오른쪽은 ‘설명에 맞는 함수를 코드에서 찾느냐’를 평가했다. 넣은 정보량과 필요한 근거를 실제로 활용했는지는 별도로 확인한다.</a:t>
            </a:r>
          </a:p>
          <a:p xmlns:a="http://schemas.openxmlformats.org/drawingml/2006/main">
            <a:r>
              <a:t/>
            </a:r>
          </a:p>
          <a:p xmlns:a="http://schemas.openxmlformats.org/drawingml/2006/main">
            <a:r>
              <a:t>Advanced Insight: RepoQA의 고정된 코드 입력 조건과 함수 유사도 평가는 live agent의 탐색·수정·검증 전체와 다르다. Lost in the Middle에도 과제·모델별 차이가 있다. 연구 관찰, 업무상 설계 판단, 현재 제품의 검증을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첫 질문에 잠깐 예측하게 한 뒤 두 도식의 입력·조작·평가를 순서대로 짚는다. 새 토론 시간이나 실습을 추가하지 않는다.</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도입30초, Lost in the Middle75초, RepoQA75초, 적용 범위60초로4분을 유지한다. 시간이 부족하면 데이터셋 세부 수와 채점 구현 설명을 생략하고 과제·관찰·현재 제품 미입증 경계를 남긴다.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production/evaluation/S39_RESEARCH_SCOPE_REVISION.md와 검증 JSON을 따른다. 실제 실행 캡처나 현재 제품 결과로 표현하지 않는다.</a:t>
            </a:r>
          </a:p>
          <a:p xmlns:a="http://schemas.openxmlformats.org/drawingml/2006/main">
            <a:r>
              <a:t/>
            </a:r>
          </a:p>
          <a:p xmlns:a="http://schemas.openxmlformats.org/drawingml/2006/main">
            <a:r>
              <a:t>Validation Status: ALIGNED — DEC-0052의 연구별 과제 도식/관찰/현재 Codex 적용 범위와 S38→S39→S40 연결을 반영했다. 최종 렌더·Notes parity는 production/evaluation/S39_RESEARCH_SCOPE_REVISION.md를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Core Context에서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S40의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S42.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S42.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S41 또는 `production/preview/act2/S41.png`다.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S42 또는 `production/preview/act2/S42.png`다.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S43 또는 `production/preview/act2/S43.png`다.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022e2517cba4dd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62464c0c79c4d1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80dd5343d294ca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74c3179bdf2459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8288e1a455a472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d8568f068c2463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2E0B1C5-4BD2-4BF9-A1F5-E84796A9A3E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8C8F067-B53B-4635-999B-5B8ECC911DF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09A839C-9A92-4BF9-90C4-B7BD488405A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E3BF4A1-0261-4DB0-8790-6D91F81F0B8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2620583-F2EE-4CCF-A661-88798CAE469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D7E930A-E027-4859-A09C-E9955451BBE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EB482CD-1443-4C90-899C-7E45291029B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610ECFB-B125-494B-9A3C-66F9497B7ED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C511C73-E55E-4DB8-9A15-8ECF7D3759F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7E59D05-6C33-46FB-8901-F6D9953CF80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87e0d7d5eca4883" /><Relationship Type="http://schemas.openxmlformats.org/officeDocument/2006/relationships/slideLayout" Target="/ppt/slideLayouts/slideLayout1.xml" Id="R093b8dc84f7748cf" /><Relationship Type="http://schemas.openxmlformats.org/officeDocument/2006/relationships/slideLayout" Target="/ppt/slideLayouts/slideLayout2.xml" Id="Rc14d22abee214c5f" /><Relationship Type="http://schemas.openxmlformats.org/officeDocument/2006/relationships/slideLayout" Target="/ppt/slideLayouts/slideLayout3.xml" Id="R61568576c880471f" /><Relationship Type="http://schemas.openxmlformats.org/officeDocument/2006/relationships/slideLayout" Target="/ppt/slideLayouts/slideLayout4.xml" Id="R52ee38a09e914ed5" /><Relationship Type="http://schemas.openxmlformats.org/officeDocument/2006/relationships/slideLayout" Target="/ppt/slideLayouts/slideLayout5.xml" Id="R24e7b7cf276e4ec0" /><Relationship Type="http://schemas.openxmlformats.org/officeDocument/2006/relationships/slideLayout" Target="/ppt/slideLayouts/slideLayout6.xml" Id="R9ec453d0f2b9459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93b8dc84f7748cf"/>
    <p:sldLayoutId xmlns:r="http://schemas.openxmlformats.org/officeDocument/2006/relationships" id="2147483650" r:id="Rc14d22abee214c5f"/>
    <p:sldLayoutId xmlns:r="http://schemas.openxmlformats.org/officeDocument/2006/relationships" id="2147483651" r:id="R61568576c880471f"/>
    <p:sldLayoutId xmlns:r="http://schemas.openxmlformats.org/officeDocument/2006/relationships" id="2147483652" r:id="R52ee38a09e914ed5"/>
    <p:sldLayoutId xmlns:r="http://schemas.openxmlformats.org/officeDocument/2006/relationships" id="2147483653" r:id="R24e7b7cf276e4ec0"/>
    <p:sldLayoutId xmlns:r="http://schemas.openxmlformats.org/officeDocument/2006/relationships" id="2147483654" r:id="R9ec453d0f2b9459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7cdea4393d54826" /><Relationship Type="http://schemas.openxmlformats.org/officeDocument/2006/relationships/notesSlide" Target="/ppt/notesSlides/notesSlide1.xml" Id="R7c6fceeb7ba14fb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d2ed4d03fcc45d3" /><Relationship Type="http://schemas.openxmlformats.org/officeDocument/2006/relationships/notesSlide" Target="/ppt/notesSlides/notesSlide2.xml" Id="R01b09dadaaab434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09a9dba10464e0e" /><Relationship Type="http://schemas.openxmlformats.org/officeDocument/2006/relationships/notesSlide" Target="/ppt/notesSlides/notesSlide3.xml" Id="R1f3eb154c4864d6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727277dd0b74e22" /><Relationship Type="http://schemas.openxmlformats.org/officeDocument/2006/relationships/image" Target="/ppt/media/image.png" Id="R00175c5df88e4631" /><Relationship Type="http://schemas.openxmlformats.org/officeDocument/2006/relationships/image" Target="/ppt/media/image2.png" Id="Rddd76d5566f24aad" /><Relationship Type="http://schemas.openxmlformats.org/officeDocument/2006/relationships/notesSlide" Target="/ppt/notesSlides/notesSlide4.xml" Id="R2eb8a5b90f5a4f7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07990575ad64886" /><Relationship Type="http://schemas.openxmlformats.org/officeDocument/2006/relationships/image" Target="/ppt/media/image3.png" Id="R4392879b60914b2e" /><Relationship Type="http://schemas.openxmlformats.org/officeDocument/2006/relationships/notesSlide" Target="/ppt/notesSlides/notesSlide5.xml" Id="R412ae7f92345457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8cc655445724ecf" /><Relationship Type="http://schemas.openxmlformats.org/officeDocument/2006/relationships/notesSlide" Target="/ppt/notesSlides/notesSlide6.xml" Id="R451b58849a00464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ff6e7f723304c2d" /><Relationship Type="http://schemas.openxmlformats.org/officeDocument/2006/relationships/notesSlide" Target="/ppt/notesSlides/notesSlide7.xml" Id="Rda7a8573ae344f4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424dd460b7247ca" /><Relationship Type="http://schemas.openxmlformats.org/officeDocument/2006/relationships/notesSlide" Target="/ppt/notesSlides/notesSlide8.xml" Id="R7a6ec11efa374de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6c96d3d0b71411c" /><Relationship Type="http://schemas.openxmlformats.org/officeDocument/2006/relationships/notesSlide" Target="/ppt/notesSlides/notesSlide9.xml" Id="Reaf6d20f81b046b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fbde4773d654dae" /><Relationship Type="http://schemas.openxmlformats.org/officeDocument/2006/relationships/notesSlide" Target="/ppt/notesSlides/notesSlide10.xml" Id="Rbfb3d53feede47d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f97656925c14a12" /><Relationship Type="http://schemas.openxmlformats.org/officeDocument/2006/relationships/notesSlide" Target="/ppt/notesSlides/notesSlide11.xml" Id="Rdb0e0ea24c844e8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87162331ee04430" /><Relationship Type="http://schemas.openxmlformats.org/officeDocument/2006/relationships/notesSlide" Target="/ppt/notesSlides/notesSlide12.xml" Id="R0a4a2df3d4234b5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849911193484019" /><Relationship Type="http://schemas.openxmlformats.org/officeDocument/2006/relationships/notesSlide" Target="/ppt/notesSlides/notesSlide13.xml" Id="R7961de5102b540d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432810a785c47cf" /><Relationship Type="http://schemas.openxmlformats.org/officeDocument/2006/relationships/notesSlide" Target="/ppt/notesSlides/notesSlide14.xml" Id="R2b16e359555042e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4d838f86d6d486e" /><Relationship Type="http://schemas.openxmlformats.org/officeDocument/2006/relationships/notesSlide" Target="/ppt/notesSlides/notesSlide15.xml" Id="R72975dcd484647c9"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5B1FFD1-31EE-4931-99B2-8DE7764056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8D0B734D-6B24-43A5-89A7-F646F945B6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E3CC3C79-804F-42CA-8451-F5494126C2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B5858140-A571-474B-9528-EB7E91F6E8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93BAA81C-6771-4EA8-BA92-8047DF5659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B3C18AB1-8C7D-4DEE-BD4F-E90A241253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CFBB097F-A6AD-44B0-8D98-56242A96CE4B}"/>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536B62E-E854-4B9F-B8D0-9DBC5D57A735}"/>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5AC8DE44-183F-4EA5-8F0A-7CDE7C7304F0}"/>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3DEEE6C1-BC9D-40F4-BA51-51D014DA1B25}"/>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31F99E0C-A803-49C7-B2FD-2D96C553623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614E8782-91B6-40AC-BD5E-4981484DBDE7}"/>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1617B102-31C5-4242-8949-90CBC5160272}"/>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035C20B1-60AF-4BAF-B739-3EA5BC7F73FC}"/>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68DBFC7-B779-4CB8-B137-D8B4FBBA0DF9}"/>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3747C534-9369-46EC-92BB-C7518F112436}"/>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639BAECF-1CB1-4183-9ACE-7485B6874A20}"/>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5F45CDD6-AC1E-40D7-9320-185331F33946}"/>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2971142E-BE4F-4351-931F-684BD71AACD5}"/>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068CDB16-66C7-4E87-9199-3C050D731B28}"/>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4C9BCEC0-DEEB-4146-B0CB-AB147E6343F9}"/>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3A846502-47A4-4894-BE25-57EC21FE5E9D}"/>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43E6E7C0-B1A1-4BB9-931B-7FFDE0F054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53051364"/>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BF013CC5-F0FB-45A4-85DE-50645A6449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44B84A24-7AD6-4FCB-96D0-99843F5853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77D1042D-181A-48C1-BFC9-3FA188104D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AE03592C-6D39-4194-9562-39117CE8D0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C22D693B-163B-4344-A872-A82DED0A32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175C4FBA-D788-4CAA-A30A-5FF8EBD929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43A4F258-D16E-4B86-8F91-A29ECAE7DD5B}"/>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6520972B-490F-431B-9173-9EF3EB07C785}"/>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13FE6E04-179A-43E5-913B-99BD9812E814}"/>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E8CAA38A-6F0B-4A2F-A520-08C8614E1A0C}"/>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3A104BA4-F200-4BFE-87BC-1089386E99B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4BCB08E8-28C5-41D6-B9B8-15449B1226A4}"/>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4D2CF01B-75D8-4DBE-ABD9-47E5F29A1212}"/>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BDF5D951-4BB8-4872-B8FE-109788ABCEB8}"/>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DAC4977E-A14D-4C2E-9004-22117E04FBA2}"/>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B21258AD-94C2-4583-9FAF-AB34C6679D28}"/>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8EE8F133-2A2D-4D95-ACCC-2F7BCB5ADC8E}"/>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7E06AFF8-E2C1-41CD-ACEA-96B4B83D700B}"/>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ED1149A-7864-46C4-97EA-F66136817D2F}"/>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3F647C93-05D2-4766-B554-F35492DE13A5}"/>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B4A3A7F8-509D-4857-9C3F-F9642B6D69F4}"/>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2AFAFDED-C7C1-4141-B1C3-5148C629EF4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1D6F95F1-F2EA-4CFE-9C57-7C12F0B49456}"/>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DB6A0C7E-7B79-4A32-9998-A15FDD1A55E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49FA9A87-75CA-4E73-8218-D1A5FD633921}"/>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28DBA547-54D3-4B54-9A6B-1C680F21E3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2351993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F950B796-D759-4F10-963D-99D3AC340B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8B40C0C2-8C9A-4581-AE35-BACE766286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2E507B05-A186-4DA2-AB87-2D78840C70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2A9E637A-23F1-4AE6-BAE1-3E5B714D38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DEA9EA06-4401-43F4-8327-49ADA87149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22A1A850-F2E2-4CC1-AE40-1A099A8BCC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0509094D-16E6-4143-BE4D-8656BE381DAD}"/>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38A6C453-7ADB-4459-9E7A-CE68DA60E43A}"/>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7E8568F3-4022-4814-B713-52830FA3CBCD}"/>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344DC219-F4F3-4AF8-9863-BFABC8103D5C}"/>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459913D8-F15F-42CF-9CA7-6A366B38501F}"/>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AD49E09C-B92D-4FE4-951F-CC91971CDA54}"/>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01985B43-57BC-4A70-8B2D-C7E44A0413DB}"/>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C635D545-FB5D-4738-BC0E-54AED2AEDDD1}"/>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2406107-F120-4807-85CD-8E07F36FFC73}"/>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D4C3613D-5FAB-4492-950E-550F81EEFDD1}"/>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C1169D41-D5A7-4700-9F28-2C0798D0451B}"/>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B1EC5E55-9036-4EE6-8370-AF59EA38F5C1}"/>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E4F8CA94-9619-4B7D-9571-D5047CF24A2F}"/>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96B38B2C-DD89-40CE-AF67-143F8B5D56CD}"/>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4A6C14C4-AF10-4D55-B900-683974EC32A9}"/>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7467532E-BD73-40C2-ADBA-E69B5F564DF0}"/>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B9E11408-FEBC-46B4-ACFD-DF0AD253A2D6}"/>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0743FD9C-84FC-4313-9BE7-782D8D123D13}"/>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07EB1D04-137D-4386-9EE3-2C3D3CE6D648}"/>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6D658512-3806-40C9-A60C-5D9ECEA26D22}"/>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652E08C8-E74A-4B98-A544-CF457FED750B}"/>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ED9A9EF9-1117-4233-9019-0A22C8191F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3988268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D12CD94C-DC4A-49D0-8CE5-DD9B2ABBEA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FDBF055A-96A5-4DB0-B334-37D08F1E99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9C109F8B-9F57-4E72-BF9D-837F02BB747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F6E7D447-3C6B-454A-B0CB-EA1C32F19D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31E31EF1-61DA-46D3-9AF0-92A1FF07E2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74B641B1-43F0-43BC-A209-808F62C23B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679D0A3F-413B-4852-A957-9E0FDA60A53A}"/>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83247AD9-AF61-45F8-9BDB-E41AE351A0EE}"/>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BB9DA1EF-F9D0-4692-9EFB-870193D8EE86}"/>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83879760-5315-450C-AF58-7F215EF1D489}"/>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EB476F51-5CFD-41DD-9450-61EF7F289F3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35CA300E-0869-4CCB-A14C-7A7B10B3A5B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BDBC2E02-B4C1-48DE-9A6E-03ACFA0135E8}"/>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B89B550F-6422-4EC7-8A58-6FAE94A0292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D59C330-6A11-4D6A-866D-6F72D3FCF924}"/>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A5B0586C-8A69-4CDF-9D3A-E84AC22918B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EEDFC023-A76B-4E8C-84F6-449B81FC51E6}"/>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E8C90A1-0F38-4C57-8606-15AE5F656699}"/>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42A615B0-140C-4156-8BE9-BA7A966EF4AF}"/>
              </a:ext>
            </a:extLst>
          </p:cNvPr>
          <p:cNvPicPr>
            <a:picLocks xmlns:a="http://schemas.openxmlformats.org/drawingml/2006/main" noChangeAspect="1"/>
          </p:cNvPicPr>
          <p:nvPr/>
        </p:nvPicPr>
        <p:blipFill>
          <a:blip xmlns:r="http://schemas.openxmlformats.org/officeDocument/2006/relationships" xmlns:a="http://schemas.openxmlformats.org/drawingml/2006/main" r:embed="R00175c5df88e463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838C9851-AF44-4986-AA19-A9B3C378BD9E}"/>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DE07D519-1095-4B0F-AF64-D2CB20C9735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5E44A31-4EBF-482A-8106-11D7BB45B021}"/>
              </a:ext>
            </a:extLst>
          </p:cNvPr>
          <p:cNvPicPr>
            <a:picLocks xmlns:a="http://schemas.openxmlformats.org/drawingml/2006/main" noChangeAspect="1"/>
          </p:cNvPicPr>
          <p:nvPr/>
        </p:nvPicPr>
        <p:blipFill>
          <a:blip xmlns:r="http://schemas.openxmlformats.org/officeDocument/2006/relationships" xmlns:a="http://schemas.openxmlformats.org/drawingml/2006/main" r:embed="Rddd76d5566f24aad"/>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A0F70FEF-330C-49FE-82E8-FFB2A7C187E9}"/>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D1364566-4449-43D2-80E9-2EB790F8E2AA}"/>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018C832-F5E8-49F9-81EB-289B7BC466B5}"/>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C5FE695D-7683-46A2-8C94-1440B83B74A0}"/>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A31764C6-6BDD-4C24-82A1-E22704DFAE7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A1A35190-8DA7-47B5-A36F-6C06B39E48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08983288"/>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63DAC019-41FC-49A6-9147-4F9D45493B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1ECE2DA9-09C7-46B5-9B1B-A989A7575B8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A4F637F5-9CCD-4E2C-8D1E-95C019E809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543773B0-DC0C-4BE5-9B10-B56FA06A1C6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C4AC0D27-8C68-496D-B1EB-89CECA906B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D38A086B-1F83-4FC8-9CD1-1C0ACAE742E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EC657E96-B897-4797-8225-D05A1A65A7F6}"/>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210A9802-9566-4610-804B-1C323A891D24}"/>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5EB1DC9F-2404-4D34-933E-1FE3D771FC4A}"/>
              </a:ext>
            </a:extLst>
          </p:cNvPr>
          <p:cNvPicPr>
            <a:picLocks xmlns:a="http://schemas.openxmlformats.org/drawingml/2006/main" noChangeAspect="1"/>
          </p:cNvPicPr>
          <p:nvPr/>
        </p:nvPicPr>
        <p:blipFill>
          <a:blip xmlns:r="http://schemas.openxmlformats.org/officeDocument/2006/relationships" xmlns:a="http://schemas.openxmlformats.org/drawingml/2006/main" r:embed="R4392879b60914b2e"/>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AF0231B5-E085-4721-B07F-5BEFD75E61AE}"/>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C56EF9CB-A3BB-4091-8747-731737D92CD9}"/>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07D2AA79-6F6A-44F6-8ED1-E1952A84BE6A}"/>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5D82C060-B6AF-49E6-ADE2-81F34B9E9E51}"/>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F63CD661-415C-4EC9-A011-CBA548658205}"/>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3F8A585F-1EF7-45B1-9982-2D43FEBC4A2C}"/>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5352D7F5-F0F4-4471-9EC0-F61C506B20C6}"/>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EC2A6B9F-0C9B-439A-B327-F4B546B522C9}"/>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70252B56-39A7-453D-AA31-4D064BFB31A8}"/>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F7606AD0-BB3E-48EA-96D4-F337AB33D1D1}"/>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52006603-D08E-43FD-AEBD-CA53A27EA95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47AAADAD-F4D0-46D4-AD35-CEC67DF0791A}"/>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B7F7B06C-4EBD-4344-973F-C57AFE645F37}"/>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D135AB66-9CBE-4BF0-B584-63A23297B0B4}"/>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C51B9CAE-E0C6-42D8-ABCB-D6ABE242D3BC}"/>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9E8728F8-BD5F-418F-80FA-FE5C9CD22A8C}"/>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94BB43EA-D8AE-484D-8A25-431C421C490D}"/>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D7212B00-9327-4763-BB98-B8CE21C44C2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B0B00BE0-9758-4835-8E1A-D3B425E55FB8}"/>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EFC469AB-2E4F-4504-B229-C4A77C0922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83486018"/>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CD7D6CE4-62F0-417B-B43E-6B11C4CE2C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0C77CB84-C8CB-46A4-8756-2E5D65C01B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751DCAED-5B39-4789-99A0-4E5797A7F37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02D283ED-4D41-46E7-B5CF-53973B969AA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C61AC88F-4DDA-4864-8264-1B8A153F46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C697C032-7950-47AF-9A0A-5CCB7CB355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D31B0B84-161A-4798-B415-241256A2FE13}"/>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C132ECD7-D69D-4694-A2EF-5AD29FCFE161}"/>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394C1E9F-D5C9-47B9-8368-3FB3D7DD8BEC}"/>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E438859D-B5FB-4D6B-879C-0175899998B2}"/>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4535D1D2-4CE0-42BA-999A-82A201C97720}"/>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29AF747E-F098-40A9-A03A-8D389F52A3C8}"/>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29842A47-4813-49EF-B839-C54C60B465A2}"/>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7C17779-6EEC-46E0-86D1-BC13D84C3037}"/>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A16203E8-494B-4EC7-B763-C4C260F9D323}"/>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9FA19335-E55F-4F8A-925A-F540CC6B06C5}"/>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6BC12ADA-8E6A-4149-BDC6-0F78861F3321}"/>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B006D172-4C84-4A3E-88FA-F64D0B445B96}"/>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F3FC8537-B4D4-44E2-B6C0-AE885621FAE6}"/>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507F752A-337C-465F-A3CD-FEDE7E480AED}"/>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6DDE60DB-9C65-400D-8DE6-3AED124E6A3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741BFEB-13C2-46CC-AA30-E7E116B782B0}"/>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BE164A0E-59C7-4B16-BA0F-A5030D22C1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64306488"/>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5" name="ACT 2 · 언제 필요한 정보인가">
            <a:extLst xmlns:a="http://schemas.openxmlformats.org/drawingml/2006/main">
              <a:ext uri="{FF2B5EF4-FFF2-40B4-BE49-F238E27FC236}">
                <a16:creationId xmlns:a16="http://schemas.microsoft.com/office/drawing/2014/main" id="{950647F9-96A1-4C50-8E2D-8D672624F4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8DAA2CFE-AE34-45FD-BE0E-43AA937DEC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D95FDA46-42BA-4DFA-A00E-561D086251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B5AF3EA0-C9E0-40FD-84AD-F3EA8B0E28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모델 · OpenAI의 공식 분류·제품 기능이 아님">
            <a:extLst xmlns:a="http://schemas.openxmlformats.org/drawingml/2006/main">
              <a:ext uri="{FF2B5EF4-FFF2-40B4-BE49-F238E27FC236}">
                <a16:creationId xmlns:a16="http://schemas.microsoft.com/office/drawing/2014/main" id="{58D7305E-DE3B-4A70-9F7C-F5229FBD0D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모델 · OpenAI의 공식 분류·제품 기능이 아님</a:t>
            </a:r>
          </a:p>
        </p:txBody>
      </p:sp>
      <p:sp>
        <p:nvSpPr>
          <p:cNvPr id="6" name="성능 조사 절차는 설명용 예시 · 실제 저장·실행 기록이나 성능 효과를 뜻하지 않음">
            <a:extLst xmlns:a="http://schemas.openxmlformats.org/drawingml/2006/main">
              <a:ext uri="{FF2B5EF4-FFF2-40B4-BE49-F238E27FC236}">
                <a16:creationId xmlns:a16="http://schemas.microsoft.com/office/drawing/2014/main" id="{F1BDE371-5181-4AAC-A7EF-119DE48D8A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설명용 예시 · 실제 저장·실행 기록이나 성능 효과를 뜻하지 않음</a:t>
            </a:r>
          </a:p>
        </p:txBody>
      </p:sp>
      <p:sp>
        <p:nvSpPr>
          <p:cNvPr id="7" name="정보는 언제 필요하고, 작업은 어떤 절차로 수행할까?">
            <a:extLst xmlns:a="http://schemas.openxmlformats.org/drawingml/2006/main">
              <a:ext uri="{FF2B5EF4-FFF2-40B4-BE49-F238E27FC236}">
                <a16:creationId xmlns:a16="http://schemas.microsoft.com/office/drawing/2014/main" id="{423BCD4F-1D04-4E8E-A101-CBDBB44DB8CB}"/>
              </a:ext>
            </a:extLst>
          </p:cNvPr>
          <p:cNvSpPr>
            <a:spLocks xmlns:a="http://schemas.openxmlformats.org/drawingml/2006/main" noGrp="1"/>
          </p:cNvSpPr>
          <p:nvPr/>
        </p:nvSpPr>
        <p:spPr>
          <a:xfrm xmlns:a="http://schemas.openxmlformats.org/drawingml/2006/main">
            <a:off x="609600" y="1714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정보는 언제 필요하고, 작업은 어떤 절차로 수행할까?</a:t>
            </a:r>
          </a:p>
        </p:txBody>
      </p:sp>
      <p:sp>
        <p:nvSpPr>
          <p:cNvPr id="8" name="항상 필요한 정보">
            <a:extLst xmlns:a="http://schemas.openxmlformats.org/drawingml/2006/main">
              <a:ext uri="{FF2B5EF4-FFF2-40B4-BE49-F238E27FC236}">
                <a16:creationId xmlns:a16="http://schemas.microsoft.com/office/drawing/2014/main" id="{8899B565-9BC2-4064-8975-86046B781FBD}"/>
              </a:ext>
            </a:extLst>
          </p:cNvPr>
          <p:cNvSpPr>
            <a:spLocks xmlns:a="http://schemas.openxmlformats.org/drawingml/2006/main" noGrp="1"/>
          </p:cNvSpPr>
          <p:nvPr/>
        </p:nvSpPr>
        <p:spPr>
          <a:xfrm xmlns:a="http://schemas.openxmlformats.org/drawingml/2006/main">
            <a:off x="60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항상 필요한 정보</a:t>
            </a:r>
          </a:p>
        </p:txBody>
      </p:sp>
      <p:sp>
        <p:nvSpPr>
          <p:cNvPr id="9" name="">
            <a:extLst xmlns:a="http://schemas.openxmlformats.org/drawingml/2006/main">
              <a:ext uri="{FF2B5EF4-FFF2-40B4-BE49-F238E27FC236}">
                <a16:creationId xmlns:a16="http://schemas.microsoft.com/office/drawing/2014/main" id="{D1C125A1-10E2-4DE1-9DF1-69ED8B21DCFC}"/>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작업에 따라 찾아볼 상세">
            <a:extLst xmlns:a="http://schemas.openxmlformats.org/drawingml/2006/main">
              <a:ext uri="{FF2B5EF4-FFF2-40B4-BE49-F238E27FC236}">
                <a16:creationId xmlns:a16="http://schemas.microsoft.com/office/drawing/2014/main" id="{19CC5FEF-785F-4795-8FE4-5775CA102FC7}"/>
              </a:ext>
            </a:extLst>
          </p:cNvPr>
          <p:cNvSpPr>
            <a:spLocks xmlns:a="http://schemas.openxmlformats.org/drawingml/2006/main" noGrp="1"/>
          </p:cNvSpPr>
          <p:nvPr/>
        </p:nvSpPr>
        <p:spPr>
          <a:xfrm xmlns:a="http://schemas.openxmlformats.org/drawingml/2006/main">
            <a:off x="441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작업에 따라 찾아볼 상세</a:t>
            </a:r>
          </a:p>
        </p:txBody>
      </p:sp>
      <p:sp>
        <p:nvSpPr>
          <p:cNvPr id="11" name="">
            <a:extLst xmlns:a="http://schemas.openxmlformats.org/drawingml/2006/main">
              <a:ext uri="{FF2B5EF4-FFF2-40B4-BE49-F238E27FC236}">
                <a16:creationId xmlns:a16="http://schemas.microsoft.com/office/drawing/2014/main" id="{11DCCF6E-7125-4FEC-8670-F4D1D5E42490}"/>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반복되는 작업 절차">
            <a:extLst xmlns:a="http://schemas.openxmlformats.org/drawingml/2006/main">
              <a:ext uri="{FF2B5EF4-FFF2-40B4-BE49-F238E27FC236}">
                <a16:creationId xmlns:a16="http://schemas.microsoft.com/office/drawing/2014/main" id="{0838F8E2-408F-450A-9BA8-2D005F7013E8}"/>
              </a:ext>
            </a:extLst>
          </p:cNvPr>
          <p:cNvSpPr>
            <a:spLocks xmlns:a="http://schemas.openxmlformats.org/drawingml/2006/main" noGrp="1"/>
          </p:cNvSpPr>
          <p:nvPr/>
        </p:nvSpPr>
        <p:spPr>
          <a:xfrm xmlns:a="http://schemas.openxmlformats.org/drawingml/2006/main">
            <a:off x="822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반복되는 작업 절차</a:t>
            </a:r>
          </a:p>
        </p:txBody>
      </p:sp>
      <p:sp>
        <p:nvSpPr>
          <p:cNvPr id="13" name="">
            <a:extLst xmlns:a="http://schemas.openxmlformats.org/drawingml/2006/main">
              <a:ext uri="{FF2B5EF4-FFF2-40B4-BE49-F238E27FC236}">
                <a16:creationId xmlns:a16="http://schemas.microsoft.com/office/drawing/2014/main" id="{9E7BCC25-A638-4D14-9176-B06E545C5EF6}"/>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981C79F0-B46C-4744-842D-632799E7A1B5}"/>
              </a:ext>
            </a:extLst>
          </p:cNvPr>
          <p:cNvSpPr>
            <a:spLocks xmlns:a="http://schemas.openxmlformats.org/drawingml/2006/main" noGrp="1"/>
          </p:cNvSpPr>
          <p:nvPr/>
        </p:nvSpPr>
        <p:spPr>
          <a:xfrm xmlns:a="http://schemas.openxmlformats.org/drawingml/2006/main">
            <a:off x="60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10;수정">
            <a:extLst xmlns:a="http://schemas.openxmlformats.org/drawingml/2006/main">
              <a:ext uri="{FF2B5EF4-FFF2-40B4-BE49-F238E27FC236}">
                <a16:creationId xmlns:a16="http://schemas.microsoft.com/office/drawing/2014/main" id="{98B07299-F7FB-49B4-A55C-14D23315AE83}"/>
              </a:ext>
            </a:extLst>
          </p:cNvPr>
          <p:cNvSpPr>
            <a:spLocks xmlns:a="http://schemas.openxmlformats.org/drawingml/2006/main" noGrp="1"/>
          </p:cNvSpPr>
          <p:nvPr/>
        </p:nvSpPr>
        <p:spPr>
          <a:xfrm xmlns:a="http://schemas.openxmlformats.org/drawingml/2006/main">
            <a:off x="60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6" name="">
            <a:extLst xmlns:a="http://schemas.openxmlformats.org/drawingml/2006/main">
              <a:ext uri="{FF2B5EF4-FFF2-40B4-BE49-F238E27FC236}">
                <a16:creationId xmlns:a16="http://schemas.microsoft.com/office/drawing/2014/main" id="{0F5AABD0-68A2-49EB-8A28-6FFBB47B4D52}"/>
              </a:ext>
            </a:extLst>
          </p:cNvPr>
          <p:cNvSpPr>
            <a:spLocks xmlns:a="http://schemas.openxmlformats.org/drawingml/2006/main" noGrp="1"/>
          </p:cNvSpPr>
          <p:nvPr/>
        </p:nvSpPr>
        <p:spPr>
          <a:xfrm xmlns:a="http://schemas.openxmlformats.org/drawingml/2006/main">
            <a:off x="11049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17" name="">
            <a:extLst xmlns:a="http://schemas.openxmlformats.org/drawingml/2006/main">
              <a:ext uri="{FF2B5EF4-FFF2-40B4-BE49-F238E27FC236}">
                <a16:creationId xmlns:a16="http://schemas.microsoft.com/office/drawing/2014/main" id="{106081AB-582E-46C2-B50E-089B7C841AFC}"/>
              </a:ext>
            </a:extLst>
          </p:cNvPr>
          <p:cNvSpPr>
            <a:spLocks xmlns:a="http://schemas.openxmlformats.org/drawingml/2006/main" noGrp="1"/>
          </p:cNvSpPr>
          <p:nvPr/>
        </p:nvSpPr>
        <p:spPr>
          <a:xfrm xmlns:a="http://schemas.openxmlformats.org/drawingml/2006/main">
            <a:off x="17907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crop&#10;수정">
            <a:extLst xmlns:a="http://schemas.openxmlformats.org/drawingml/2006/main">
              <a:ext uri="{FF2B5EF4-FFF2-40B4-BE49-F238E27FC236}">
                <a16:creationId xmlns:a16="http://schemas.microsoft.com/office/drawing/2014/main" id="{9A34C76A-0611-43AD-A34F-357811686C4E}"/>
              </a:ext>
            </a:extLst>
          </p:cNvPr>
          <p:cNvSpPr>
            <a:spLocks xmlns:a="http://schemas.openxmlformats.org/drawingml/2006/main" noGrp="1"/>
          </p:cNvSpPr>
          <p:nvPr/>
        </p:nvSpPr>
        <p:spPr>
          <a:xfrm xmlns:a="http://schemas.openxmlformats.org/drawingml/2006/main">
            <a:off x="17907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9" name="">
            <a:extLst xmlns:a="http://schemas.openxmlformats.org/drawingml/2006/main">
              <a:ext uri="{FF2B5EF4-FFF2-40B4-BE49-F238E27FC236}">
                <a16:creationId xmlns:a16="http://schemas.microsoft.com/office/drawing/2014/main" id="{3640F80B-E124-492F-BC6B-4D246A11B19F}"/>
              </a:ext>
            </a:extLst>
          </p:cNvPr>
          <p:cNvSpPr>
            <a:spLocks xmlns:a="http://schemas.openxmlformats.org/drawingml/2006/main" noGrp="1"/>
          </p:cNvSpPr>
          <p:nvPr/>
        </p:nvSpPr>
        <p:spPr>
          <a:xfrm xmlns:a="http://schemas.openxmlformats.org/drawingml/2006/main">
            <a:off x="22860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0" name="">
            <a:extLst xmlns:a="http://schemas.openxmlformats.org/drawingml/2006/main">
              <a:ext uri="{FF2B5EF4-FFF2-40B4-BE49-F238E27FC236}">
                <a16:creationId xmlns:a16="http://schemas.microsoft.com/office/drawing/2014/main" id="{0248468C-3CFB-4CCA-B16D-E6012FCCAE99}"/>
              </a:ext>
            </a:extLst>
          </p:cNvPr>
          <p:cNvSpPr>
            <a:spLocks xmlns:a="http://schemas.openxmlformats.org/drawingml/2006/main" noGrp="1"/>
          </p:cNvSpPr>
          <p:nvPr/>
        </p:nvSpPr>
        <p:spPr>
          <a:xfrm xmlns:a="http://schemas.openxmlformats.org/drawingml/2006/main">
            <a:off x="29718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성능&#10;조사">
            <a:extLst xmlns:a="http://schemas.openxmlformats.org/drawingml/2006/main">
              <a:ext uri="{FF2B5EF4-FFF2-40B4-BE49-F238E27FC236}">
                <a16:creationId xmlns:a16="http://schemas.microsoft.com/office/drawing/2014/main" id="{5D9045AC-0A16-468A-A4FA-3BBF90B6B2F0}"/>
              </a:ext>
            </a:extLst>
          </p:cNvPr>
          <p:cNvSpPr>
            <a:spLocks xmlns:a="http://schemas.openxmlformats.org/drawingml/2006/main" noGrp="1"/>
          </p:cNvSpPr>
          <p:nvPr/>
        </p:nvSpPr>
        <p:spPr>
          <a:xfrm xmlns:a="http://schemas.openxmlformats.org/drawingml/2006/main">
            <a:off x="29718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성능</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조사</a:t>
            </a:r>
          </a:p>
        </p:txBody>
      </p:sp>
      <p:sp>
        <p:nvSpPr>
          <p:cNvPr id="22" name="">
            <a:extLst xmlns:a="http://schemas.openxmlformats.org/drawingml/2006/main">
              <a:ext uri="{FF2B5EF4-FFF2-40B4-BE49-F238E27FC236}">
                <a16:creationId xmlns:a16="http://schemas.microsoft.com/office/drawing/2014/main" id="{42929EA0-70A7-49F6-8F7E-F56E2C36AC1A}"/>
              </a:ext>
            </a:extLst>
          </p:cNvPr>
          <p:cNvSpPr>
            <a:spLocks xmlns:a="http://schemas.openxmlformats.org/drawingml/2006/main" noGrp="1"/>
          </p:cNvSpPr>
          <p:nvPr/>
        </p:nvSpPr>
        <p:spPr>
          <a:xfrm xmlns:a="http://schemas.openxmlformats.org/drawingml/2006/main">
            <a:off x="34671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3" name="">
            <a:extLst xmlns:a="http://schemas.openxmlformats.org/drawingml/2006/main">
              <a:ext uri="{FF2B5EF4-FFF2-40B4-BE49-F238E27FC236}">
                <a16:creationId xmlns:a16="http://schemas.microsoft.com/office/drawing/2014/main" id="{ABF57448-B194-4317-A747-99DA91459AA2}"/>
              </a:ext>
            </a:extLst>
          </p:cNvPr>
          <p:cNvSpPr>
            <a:spLocks xmlns:a="http://schemas.openxmlformats.org/drawingml/2006/main" noGrp="1"/>
          </p:cNvSpPr>
          <p:nvPr/>
        </p:nvSpPr>
        <p:spPr>
          <a:xfrm xmlns:a="http://schemas.openxmlformats.org/drawingml/2006/main">
            <a:off x="1104900" y="3952875"/>
            <a:ext cx="2362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
            <a:extLst xmlns:a="http://schemas.openxmlformats.org/drawingml/2006/main">
              <a:ext uri="{FF2B5EF4-FFF2-40B4-BE49-F238E27FC236}">
                <a16:creationId xmlns:a16="http://schemas.microsoft.com/office/drawing/2014/main" id="{A49BFB3A-65FD-4183-84A3-89700D5F946A}"/>
              </a:ext>
            </a:extLst>
          </p:cNvPr>
          <p:cNvSpPr>
            <a:spLocks xmlns:a="http://schemas.openxmlformats.org/drawingml/2006/main" noGrp="1"/>
          </p:cNvSpPr>
          <p:nvPr/>
        </p:nvSpPr>
        <p:spPr>
          <a:xfrm xmlns:a="http://schemas.openxmlformats.org/drawingml/2006/main">
            <a:off x="228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5" name="">
            <a:extLst xmlns:a="http://schemas.openxmlformats.org/drawingml/2006/main">
              <a:ext uri="{FF2B5EF4-FFF2-40B4-BE49-F238E27FC236}">
                <a16:creationId xmlns:a16="http://schemas.microsoft.com/office/drawing/2014/main" id="{242BB410-F5B2-4674-8CDF-13D8D41314B3}"/>
              </a:ext>
            </a:extLst>
          </p:cNvPr>
          <p:cNvSpPr>
            <a:spLocks xmlns:a="http://schemas.openxmlformats.org/drawingml/2006/main" noGrp="1"/>
          </p:cNvSpPr>
          <p:nvPr/>
        </p:nvSpPr>
        <p:spPr>
          <a:xfrm xmlns:a="http://schemas.openxmlformats.org/drawingml/2006/main">
            <a:off x="609600" y="4162425"/>
            <a:ext cx="3352800" cy="8763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목적 · 기본 제약&#10;범위 준수 · 관련 검증">
            <a:extLst xmlns:a="http://schemas.openxmlformats.org/drawingml/2006/main">
              <a:ext uri="{FF2B5EF4-FFF2-40B4-BE49-F238E27FC236}">
                <a16:creationId xmlns:a16="http://schemas.microsoft.com/office/drawing/2014/main" id="{01784A1E-C816-44EF-8849-B85E0F14D5C2}"/>
              </a:ext>
            </a:extLst>
          </p:cNvPr>
          <p:cNvSpPr>
            <a:spLocks xmlns:a="http://schemas.openxmlformats.org/drawingml/2006/main" noGrp="1"/>
          </p:cNvSpPr>
          <p:nvPr/>
        </p:nvSpPr>
        <p:spPr>
          <a:xfrm xmlns:a="http://schemas.openxmlformats.org/drawingml/2006/main">
            <a:off x="800100" y="4238625"/>
            <a:ext cx="2971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목적 · 기본 제약</a:t>
            </a:r>
          </a:p>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범위 준수 · 관련 검증</a:t>
            </a:r>
          </a:p>
        </p:txBody>
      </p:sp>
      <p:sp>
        <p:nvSpPr>
          <p:cNvPr id="27" name="">
            <a:extLst xmlns:a="http://schemas.openxmlformats.org/drawingml/2006/main">
              <a:ext uri="{FF2B5EF4-FFF2-40B4-BE49-F238E27FC236}">
                <a16:creationId xmlns:a16="http://schemas.microsoft.com/office/drawing/2014/main" id="{3BFF1EE3-4A6C-4B2B-8E49-AEE070D883F5}"/>
              </a:ext>
            </a:extLst>
          </p:cNvPr>
          <p:cNvSpPr>
            <a:spLocks xmlns:a="http://schemas.openxmlformats.org/drawingml/2006/main" noGrp="1"/>
          </p:cNvSpPr>
          <p:nvPr/>
        </p:nvSpPr>
        <p:spPr>
          <a:xfrm xmlns:a="http://schemas.openxmlformats.org/drawingml/2006/main">
            <a:off x="441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README&#10;수정">
            <a:extLst xmlns:a="http://schemas.openxmlformats.org/drawingml/2006/main">
              <a:ext uri="{FF2B5EF4-FFF2-40B4-BE49-F238E27FC236}">
                <a16:creationId xmlns:a16="http://schemas.microsoft.com/office/drawing/2014/main" id="{FF2CF483-D546-4A74-B346-03CB4399AFEB}"/>
              </a:ext>
            </a:extLst>
          </p:cNvPr>
          <p:cNvSpPr>
            <a:spLocks xmlns:a="http://schemas.openxmlformats.org/drawingml/2006/main" noGrp="1"/>
          </p:cNvSpPr>
          <p:nvPr/>
        </p:nvSpPr>
        <p:spPr>
          <a:xfrm xmlns:a="http://schemas.openxmlformats.org/drawingml/2006/main">
            <a:off x="441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29" name="">
            <a:extLst xmlns:a="http://schemas.openxmlformats.org/drawingml/2006/main">
              <a:ext uri="{FF2B5EF4-FFF2-40B4-BE49-F238E27FC236}">
                <a16:creationId xmlns:a16="http://schemas.microsoft.com/office/drawing/2014/main" id="{DEF10412-2629-42B7-8F11-CC2F2F3D4306}"/>
              </a:ext>
            </a:extLst>
          </p:cNvPr>
          <p:cNvSpPr>
            <a:spLocks xmlns:a="http://schemas.openxmlformats.org/drawingml/2006/main" noGrp="1"/>
          </p:cNvSpPr>
          <p:nvPr/>
        </p:nvSpPr>
        <p:spPr>
          <a:xfrm xmlns:a="http://schemas.openxmlformats.org/drawingml/2006/main">
            <a:off x="5543550" y="3467100"/>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B049CDA8-510B-4C5C-ACC4-463D9D50B1D2}"/>
              </a:ext>
            </a:extLst>
          </p:cNvPr>
          <p:cNvSpPr>
            <a:spLocks xmlns:a="http://schemas.openxmlformats.org/drawingml/2006/main" noGrp="1"/>
          </p:cNvSpPr>
          <p:nvPr/>
        </p:nvSpPr>
        <p:spPr>
          <a:xfrm xmlns:a="http://schemas.openxmlformats.org/drawingml/2006/main">
            <a:off x="5943600" y="3324225"/>
            <a:ext cx="1828800" cy="457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1" name="빌드 안내">
            <a:extLst xmlns:a="http://schemas.openxmlformats.org/drawingml/2006/main">
              <a:ext uri="{FF2B5EF4-FFF2-40B4-BE49-F238E27FC236}">
                <a16:creationId xmlns:a16="http://schemas.microsoft.com/office/drawing/2014/main" id="{C25AF7AD-2EC5-4D40-8864-92C73C4D19DC}"/>
              </a:ext>
            </a:extLst>
          </p:cNvPr>
          <p:cNvSpPr>
            <a:spLocks xmlns:a="http://schemas.openxmlformats.org/drawingml/2006/main" noGrp="1"/>
          </p:cNvSpPr>
          <p:nvPr/>
        </p:nvSpPr>
        <p:spPr>
          <a:xfrm xmlns:a="http://schemas.openxmlformats.org/drawingml/2006/main">
            <a:off x="5943600" y="3381375"/>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32" name="">
            <a:extLst xmlns:a="http://schemas.openxmlformats.org/drawingml/2006/main">
              <a:ext uri="{FF2B5EF4-FFF2-40B4-BE49-F238E27FC236}">
                <a16:creationId xmlns:a16="http://schemas.microsoft.com/office/drawing/2014/main" id="{CD2FA68C-A2EB-479C-A738-628831D243AE}"/>
              </a:ext>
            </a:extLst>
          </p:cNvPr>
          <p:cNvSpPr>
            <a:spLocks xmlns:a="http://schemas.openxmlformats.org/drawingml/2006/main" noGrp="1"/>
          </p:cNvSpPr>
          <p:nvPr/>
        </p:nvSpPr>
        <p:spPr>
          <a:xfrm xmlns:a="http://schemas.openxmlformats.org/drawingml/2006/main">
            <a:off x="4419600" y="4286250"/>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3" name="crop&#10;수정">
            <a:extLst xmlns:a="http://schemas.openxmlformats.org/drawingml/2006/main">
              <a:ext uri="{FF2B5EF4-FFF2-40B4-BE49-F238E27FC236}">
                <a16:creationId xmlns:a16="http://schemas.microsoft.com/office/drawing/2014/main" id="{23161AEB-7C57-49C7-B0F6-F31FABDBC678}"/>
              </a:ext>
            </a:extLst>
          </p:cNvPr>
          <p:cNvSpPr>
            <a:spLocks xmlns:a="http://schemas.openxmlformats.org/drawingml/2006/main" noGrp="1"/>
          </p:cNvSpPr>
          <p:nvPr/>
        </p:nvSpPr>
        <p:spPr>
          <a:xfrm xmlns:a="http://schemas.openxmlformats.org/drawingml/2006/main">
            <a:off x="4419600" y="4343400"/>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34" name="">
            <a:extLst xmlns:a="http://schemas.openxmlformats.org/drawingml/2006/main">
              <a:ext uri="{FF2B5EF4-FFF2-40B4-BE49-F238E27FC236}">
                <a16:creationId xmlns:a16="http://schemas.microsoft.com/office/drawing/2014/main" id="{BEBC7D9B-6613-415D-99A7-D563FD09ABD4}"/>
              </a:ext>
            </a:extLst>
          </p:cNvPr>
          <p:cNvSpPr>
            <a:spLocks xmlns:a="http://schemas.openxmlformats.org/drawingml/2006/main" noGrp="1"/>
          </p:cNvSpPr>
          <p:nvPr/>
        </p:nvSpPr>
        <p:spPr>
          <a:xfrm xmlns:a="http://schemas.openxmlformats.org/drawingml/2006/main">
            <a:off x="5543550" y="4467225"/>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1ADEEFB8-B34C-4DB8-B180-3592E8DA1F6B}"/>
              </a:ext>
            </a:extLst>
          </p:cNvPr>
          <p:cNvSpPr>
            <a:spLocks xmlns:a="http://schemas.openxmlformats.org/drawingml/2006/main" noGrp="1"/>
          </p:cNvSpPr>
          <p:nvPr/>
        </p:nvSpPr>
        <p:spPr>
          <a:xfrm xmlns:a="http://schemas.openxmlformats.org/drawingml/2006/main">
            <a:off x="5943600" y="4324350"/>
            <a:ext cx="1828800"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6" name="이미지 명세">
            <a:extLst xmlns:a="http://schemas.openxmlformats.org/drawingml/2006/main">
              <a:ext uri="{FF2B5EF4-FFF2-40B4-BE49-F238E27FC236}">
                <a16:creationId xmlns:a16="http://schemas.microsoft.com/office/drawing/2014/main" id="{066BDEB2-62CD-474F-A6DF-CC8E7D20FA64}"/>
              </a:ext>
            </a:extLst>
          </p:cNvPr>
          <p:cNvSpPr>
            <a:spLocks xmlns:a="http://schemas.openxmlformats.org/drawingml/2006/main" noGrp="1"/>
          </p:cNvSpPr>
          <p:nvPr/>
        </p:nvSpPr>
        <p:spPr>
          <a:xfrm xmlns:a="http://schemas.openxmlformats.org/drawingml/2006/main">
            <a:off x="5943600" y="4381500"/>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a:t>
            </a:r>
          </a:p>
        </p:txBody>
      </p:sp>
      <p:sp>
        <p:nvSpPr>
          <p:cNvPr id="37" name="">
            <a:extLst xmlns:a="http://schemas.openxmlformats.org/drawingml/2006/main">
              <a:ext uri="{FF2B5EF4-FFF2-40B4-BE49-F238E27FC236}">
                <a16:creationId xmlns:a16="http://schemas.microsoft.com/office/drawing/2014/main" id="{487F9E79-7BE3-44E0-A3BD-29012058786C}"/>
              </a:ext>
            </a:extLst>
          </p:cNvPr>
          <p:cNvSpPr>
            <a:spLocks xmlns:a="http://schemas.openxmlformats.org/drawingml/2006/main" noGrp="1"/>
          </p:cNvSpPr>
          <p:nvPr/>
        </p:nvSpPr>
        <p:spPr>
          <a:xfrm xmlns:a="http://schemas.openxmlformats.org/drawingml/2006/main">
            <a:off x="82296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8" name="성능 조사 A">
            <a:extLst xmlns:a="http://schemas.openxmlformats.org/drawingml/2006/main">
              <a:ext uri="{FF2B5EF4-FFF2-40B4-BE49-F238E27FC236}">
                <a16:creationId xmlns:a16="http://schemas.microsoft.com/office/drawing/2014/main" id="{B8C14FD9-0C09-4356-A113-73D5A42FB648}"/>
              </a:ext>
            </a:extLst>
          </p:cNvPr>
          <p:cNvSpPr>
            <a:spLocks xmlns:a="http://schemas.openxmlformats.org/drawingml/2006/main" noGrp="1"/>
          </p:cNvSpPr>
          <p:nvPr/>
        </p:nvSpPr>
        <p:spPr>
          <a:xfrm xmlns:a="http://schemas.openxmlformats.org/drawingml/2006/main">
            <a:off x="82296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A</a:t>
            </a:r>
          </a:p>
        </p:txBody>
      </p:sp>
      <p:sp>
        <p:nvSpPr>
          <p:cNvPr id="39" name="">
            <a:extLst xmlns:a="http://schemas.openxmlformats.org/drawingml/2006/main">
              <a:ext uri="{FF2B5EF4-FFF2-40B4-BE49-F238E27FC236}">
                <a16:creationId xmlns:a16="http://schemas.microsoft.com/office/drawing/2014/main" id="{1F0298B9-989F-4C1D-8017-2A0470062BA0}"/>
              </a:ext>
            </a:extLst>
          </p:cNvPr>
          <p:cNvSpPr>
            <a:spLocks xmlns:a="http://schemas.openxmlformats.org/drawingml/2006/main" noGrp="1"/>
          </p:cNvSpPr>
          <p:nvPr/>
        </p:nvSpPr>
        <p:spPr>
          <a:xfrm xmlns:a="http://schemas.openxmlformats.org/drawingml/2006/main">
            <a:off x="100203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0" name="성능 조사 B">
            <a:extLst xmlns:a="http://schemas.openxmlformats.org/drawingml/2006/main">
              <a:ext uri="{FF2B5EF4-FFF2-40B4-BE49-F238E27FC236}">
                <a16:creationId xmlns:a16="http://schemas.microsoft.com/office/drawing/2014/main" id="{11EEACC4-4714-4573-BE8B-E80FA8F58B15}"/>
              </a:ext>
            </a:extLst>
          </p:cNvPr>
          <p:cNvSpPr>
            <a:spLocks xmlns:a="http://schemas.openxmlformats.org/drawingml/2006/main" noGrp="1"/>
          </p:cNvSpPr>
          <p:nvPr/>
        </p:nvSpPr>
        <p:spPr>
          <a:xfrm xmlns:a="http://schemas.openxmlformats.org/drawingml/2006/main">
            <a:off x="100203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B</a:t>
            </a:r>
          </a:p>
        </p:txBody>
      </p:sp>
      <p:sp>
        <p:nvSpPr>
          <p:cNvPr id="41" name="">
            <a:extLst xmlns:a="http://schemas.openxmlformats.org/drawingml/2006/main">
              <a:ext uri="{FF2B5EF4-FFF2-40B4-BE49-F238E27FC236}">
                <a16:creationId xmlns:a16="http://schemas.microsoft.com/office/drawing/2014/main" id="{FF17011E-0AF9-4262-B8E5-1AB08EBD0FAA}"/>
              </a:ext>
            </a:extLst>
          </p:cNvPr>
          <p:cNvSpPr>
            <a:spLocks xmlns:a="http://schemas.openxmlformats.org/drawingml/2006/main" noGrp="1"/>
          </p:cNvSpPr>
          <p:nvPr/>
        </p:nvSpPr>
        <p:spPr>
          <a:xfrm xmlns:a="http://schemas.openxmlformats.org/drawingml/2006/main">
            <a:off x="90106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2" name="">
            <a:extLst xmlns:a="http://schemas.openxmlformats.org/drawingml/2006/main">
              <a:ext uri="{FF2B5EF4-FFF2-40B4-BE49-F238E27FC236}">
                <a16:creationId xmlns:a16="http://schemas.microsoft.com/office/drawing/2014/main" id="{91F63983-5259-4702-BE3A-CA368F396441}"/>
              </a:ext>
            </a:extLst>
          </p:cNvPr>
          <p:cNvSpPr>
            <a:spLocks xmlns:a="http://schemas.openxmlformats.org/drawingml/2006/main" noGrp="1"/>
          </p:cNvSpPr>
          <p:nvPr/>
        </p:nvSpPr>
        <p:spPr>
          <a:xfrm xmlns:a="http://schemas.openxmlformats.org/drawingml/2006/main">
            <a:off x="108013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3" name="">
            <a:extLst xmlns:a="http://schemas.openxmlformats.org/drawingml/2006/main">
              <a:ext uri="{FF2B5EF4-FFF2-40B4-BE49-F238E27FC236}">
                <a16:creationId xmlns:a16="http://schemas.microsoft.com/office/drawing/2014/main" id="{8DC3D193-990E-4958-A153-AB4CE6BA5740}"/>
              </a:ext>
            </a:extLst>
          </p:cNvPr>
          <p:cNvSpPr>
            <a:spLocks xmlns:a="http://schemas.openxmlformats.org/drawingml/2006/main" noGrp="1"/>
          </p:cNvSpPr>
          <p:nvPr/>
        </p:nvSpPr>
        <p:spPr>
          <a:xfrm xmlns:a="http://schemas.openxmlformats.org/drawingml/2006/main">
            <a:off x="9010650" y="3952875"/>
            <a:ext cx="17907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A5F80B50-3F91-4182-A188-3DCFDF3849D8}"/>
              </a:ext>
            </a:extLst>
          </p:cNvPr>
          <p:cNvSpPr>
            <a:spLocks xmlns:a="http://schemas.openxmlformats.org/drawingml/2006/main" noGrp="1"/>
          </p:cNvSpPr>
          <p:nvPr/>
        </p:nvSpPr>
        <p:spPr>
          <a:xfrm xmlns:a="http://schemas.openxmlformats.org/drawingml/2006/main">
            <a:off x="990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5" name="">
            <a:extLst xmlns:a="http://schemas.openxmlformats.org/drawingml/2006/main">
              <a:ext uri="{FF2B5EF4-FFF2-40B4-BE49-F238E27FC236}">
                <a16:creationId xmlns:a16="http://schemas.microsoft.com/office/drawing/2014/main" id="{5C4A0618-B868-49A3-B762-8D560913FEFF}"/>
              </a:ext>
            </a:extLst>
          </p:cNvPr>
          <p:cNvSpPr>
            <a:spLocks xmlns:a="http://schemas.openxmlformats.org/drawingml/2006/main" noGrp="1"/>
          </p:cNvSpPr>
          <p:nvPr/>
        </p:nvSpPr>
        <p:spPr>
          <a:xfrm xmlns:a="http://schemas.openxmlformats.org/drawingml/2006/main">
            <a:off x="8229600" y="4162425"/>
            <a:ext cx="3352800" cy="876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46" name="변경 전&#10;측정">
            <a:extLst xmlns:a="http://schemas.openxmlformats.org/drawingml/2006/main">
              <a:ext uri="{FF2B5EF4-FFF2-40B4-BE49-F238E27FC236}">
                <a16:creationId xmlns:a16="http://schemas.microsoft.com/office/drawing/2014/main" id="{CCFB4DD4-C789-47AA-A004-2301B6822A3D}"/>
              </a:ext>
            </a:extLst>
          </p:cNvPr>
          <p:cNvSpPr>
            <a:spLocks xmlns:a="http://schemas.openxmlformats.org/drawingml/2006/main" noGrp="1"/>
          </p:cNvSpPr>
          <p:nvPr/>
        </p:nvSpPr>
        <p:spPr>
          <a:xfrm xmlns:a="http://schemas.openxmlformats.org/drawingml/2006/main">
            <a:off x="8382000" y="4257675"/>
            <a:ext cx="89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17212B"/>
                </a:solidFill>
                <a:latin typeface="Malgun Gothic"/>
                <a:ea typeface="Malgun Gothic"/>
                <a:cs typeface="Malgun Gothic"/>
              </a:defRPr>
            </a:defPPr>
            <a:lvl1pPr algn="ctr">
              <a:defRPr sz="1800" b="1">
                <a:solidFill>
                  <a:srgbClr val="17212B"/>
                </a:solidFill>
                <a:latin typeface="Malgun Gothic"/>
                <a:ea typeface="Malgun Gothic"/>
                <a:cs typeface="Malgun Gothic"/>
              </a:defRPr>
            </a:lvl1pPr>
            <a:lvl2pPr algn="ctr">
              <a:defRPr sz="1800" b="1">
                <a:solidFill>
                  <a:srgbClr val="17212B"/>
                </a:solidFill>
                <a:latin typeface="Malgun Gothic"/>
                <a:ea typeface="Malgun Gothic"/>
                <a:cs typeface="Malgun Gothic"/>
              </a:defRPr>
            </a:lvl2pPr>
            <a:lvl3pPr algn="ctr">
              <a:defRPr sz="1800" b="1">
                <a:solidFill>
                  <a:srgbClr val="17212B"/>
                </a:solidFill>
                <a:latin typeface="Malgun Gothic"/>
                <a:ea typeface="Malgun Gothic"/>
                <a:cs typeface="Malgun Gothic"/>
              </a:defRPr>
            </a:lvl3pPr>
            <a:lvl4pPr algn="ctr">
              <a:defRPr sz="1800" b="1">
                <a:solidFill>
                  <a:srgbClr val="17212B"/>
                </a:solidFill>
                <a:latin typeface="Malgun Gothic"/>
                <a:ea typeface="Malgun Gothic"/>
                <a:cs typeface="Malgun Gothic"/>
              </a:defRPr>
            </a:lvl4pPr>
            <a:lvl5pPr algn="ctr">
              <a:defRPr sz="1800" b="1">
                <a:solidFill>
                  <a:srgbClr val="17212B"/>
                </a:solidFill>
                <a:latin typeface="Malgun Gothic"/>
                <a:ea typeface="Malgun Gothic"/>
                <a:cs typeface="Malgun Gothic"/>
              </a:defRPr>
            </a:lvl5pPr>
            <a:lvl6pPr algn="ctr">
              <a:defRPr sz="1800" b="1">
                <a:solidFill>
                  <a:srgbClr val="17212B"/>
                </a:solidFill>
                <a:latin typeface="Malgun Gothic"/>
                <a:ea typeface="Malgun Gothic"/>
                <a:cs typeface="Malgun Gothic"/>
              </a:defRPr>
            </a:lvl6pPr>
            <a:lvl7pPr algn="ctr">
              <a:defRPr sz="1800" b="1">
                <a:solidFill>
                  <a:srgbClr val="17212B"/>
                </a:solidFill>
                <a:latin typeface="Malgun Gothic"/>
                <a:ea typeface="Malgun Gothic"/>
                <a:cs typeface="Malgun Gothic"/>
              </a:defRPr>
            </a:lvl7pPr>
            <a:lvl8pPr algn="ctr">
              <a:defRPr sz="1800" b="1">
                <a:solidFill>
                  <a:srgbClr val="17212B"/>
                </a:solidFill>
                <a:latin typeface="Malgun Gothic"/>
                <a:ea typeface="Malgun Gothic"/>
                <a:cs typeface="Malgun Gothic"/>
              </a:defRPr>
            </a:lvl8pPr>
            <a:lvl9pPr algn="ctr">
              <a:defRPr sz="1800" b="1">
                <a:solidFill>
                  <a:srgbClr val="17212B"/>
                </a:solidFill>
                <a:latin typeface="Malgun Gothic"/>
                <a:ea typeface="Malgun Gothic"/>
                <a:cs typeface="Malgun Gothic"/>
              </a:defRPr>
            </a:lvl9pPr>
          </a:lstStyle>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변경 전</a:t>
            </a:r>
          </a:p>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측정</a:t>
            </a:r>
          </a:p>
        </p:txBody>
      </p:sp>
      <p:sp>
        <p:nvSpPr>
          <p:cNvPr id="47" name="">
            <a:extLst xmlns:a="http://schemas.openxmlformats.org/drawingml/2006/main">
              <a:ext uri="{FF2B5EF4-FFF2-40B4-BE49-F238E27FC236}">
                <a16:creationId xmlns:a16="http://schemas.microsoft.com/office/drawing/2014/main" id="{45A738FB-B744-45FB-ABA2-C9E18A3A4B8E}"/>
              </a:ext>
            </a:extLst>
          </p:cNvPr>
          <p:cNvSpPr>
            <a:spLocks xmlns:a="http://schemas.openxmlformats.org/drawingml/2006/main" noGrp="1"/>
          </p:cNvSpPr>
          <p:nvPr/>
        </p:nvSpPr>
        <p:spPr>
          <a:xfrm xmlns:a="http://schemas.openxmlformats.org/drawingml/2006/main">
            <a:off x="939165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8" name="조사">
            <a:extLst xmlns:a="http://schemas.openxmlformats.org/drawingml/2006/main">
              <a:ext uri="{FF2B5EF4-FFF2-40B4-BE49-F238E27FC236}">
                <a16:creationId xmlns:a16="http://schemas.microsoft.com/office/drawing/2014/main" id="{AA5D2C94-AD79-4F33-866F-9C4F9D926B78}"/>
              </a:ext>
            </a:extLst>
          </p:cNvPr>
          <p:cNvSpPr>
            <a:spLocks xmlns:a="http://schemas.openxmlformats.org/drawingml/2006/main" noGrp="1"/>
          </p:cNvSpPr>
          <p:nvPr/>
        </p:nvSpPr>
        <p:spPr>
          <a:xfrm xmlns:a="http://schemas.openxmlformats.org/drawingml/2006/main">
            <a:off x="96774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조사</a:t>
            </a:r>
          </a:p>
        </p:txBody>
      </p:sp>
      <p:sp>
        <p:nvSpPr>
          <p:cNvPr id="49" name="">
            <a:extLst xmlns:a="http://schemas.openxmlformats.org/drawingml/2006/main">
              <a:ext uri="{FF2B5EF4-FFF2-40B4-BE49-F238E27FC236}">
                <a16:creationId xmlns:a16="http://schemas.microsoft.com/office/drawing/2014/main" id="{21EC544A-F880-4AB7-A861-CBC7A0FE7C5F}"/>
              </a:ext>
            </a:extLst>
          </p:cNvPr>
          <p:cNvSpPr>
            <a:spLocks xmlns:a="http://schemas.openxmlformats.org/drawingml/2006/main" noGrp="1"/>
          </p:cNvSpPr>
          <p:nvPr/>
        </p:nvSpPr>
        <p:spPr>
          <a:xfrm xmlns:a="http://schemas.openxmlformats.org/drawingml/2006/main">
            <a:off x="1043940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50" name="검증">
            <a:extLst xmlns:a="http://schemas.openxmlformats.org/drawingml/2006/main">
              <a:ext uri="{FF2B5EF4-FFF2-40B4-BE49-F238E27FC236}">
                <a16:creationId xmlns:a16="http://schemas.microsoft.com/office/drawing/2014/main" id="{3EB7E7D4-214F-41E1-83FD-4DDD31F0FFD4}"/>
              </a:ext>
            </a:extLst>
          </p:cNvPr>
          <p:cNvSpPr>
            <a:spLocks xmlns:a="http://schemas.openxmlformats.org/drawingml/2006/main" noGrp="1"/>
          </p:cNvSpPr>
          <p:nvPr/>
        </p:nvSpPr>
        <p:spPr>
          <a:xfrm xmlns:a="http://schemas.openxmlformats.org/drawingml/2006/main">
            <a:off x="107442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51" name="여러 작업에 공통 적용">
            <a:extLst xmlns:a="http://schemas.openxmlformats.org/drawingml/2006/main">
              <a:ext uri="{FF2B5EF4-FFF2-40B4-BE49-F238E27FC236}">
                <a16:creationId xmlns:a16="http://schemas.microsoft.com/office/drawing/2014/main" id="{13C2E6D2-71DC-4DC1-9958-942C2234731A}"/>
              </a:ext>
            </a:extLst>
          </p:cNvPr>
          <p:cNvSpPr>
            <a:spLocks xmlns:a="http://schemas.openxmlformats.org/drawingml/2006/main" noGrp="1"/>
          </p:cNvSpPr>
          <p:nvPr/>
        </p:nvSpPr>
        <p:spPr>
          <a:xfrm xmlns:a="http://schemas.openxmlformats.org/drawingml/2006/main">
            <a:off x="60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여러 작업에 공통 적용</a:t>
            </a:r>
          </a:p>
        </p:txBody>
      </p:sp>
      <p:sp>
        <p:nvSpPr>
          <p:cNvPr id="52" name="해당 작업에 맞춰 상세 확인">
            <a:extLst xmlns:a="http://schemas.openxmlformats.org/drawingml/2006/main">
              <a:ext uri="{FF2B5EF4-FFF2-40B4-BE49-F238E27FC236}">
                <a16:creationId xmlns:a16="http://schemas.microsoft.com/office/drawing/2014/main" id="{6B2E2E81-9F9D-4334-814F-210B7E664FE4}"/>
              </a:ext>
            </a:extLst>
          </p:cNvPr>
          <p:cNvSpPr>
            <a:spLocks xmlns:a="http://schemas.openxmlformats.org/drawingml/2006/main" noGrp="1"/>
          </p:cNvSpPr>
          <p:nvPr/>
        </p:nvSpPr>
        <p:spPr>
          <a:xfrm xmlns:a="http://schemas.openxmlformats.org/drawingml/2006/main">
            <a:off x="441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해당 작업에 맞춰 상세 확인</a:t>
            </a:r>
          </a:p>
        </p:txBody>
      </p:sp>
      <p:sp>
        <p:nvSpPr>
          <p:cNvPr id="53" name="같은 종류의 작업마다 재사용">
            <a:extLst xmlns:a="http://schemas.openxmlformats.org/drawingml/2006/main">
              <a:ext uri="{FF2B5EF4-FFF2-40B4-BE49-F238E27FC236}">
                <a16:creationId xmlns:a16="http://schemas.microsoft.com/office/drawing/2014/main" id="{AD6E20CC-DD60-48A2-B8B1-2232A2956EC2}"/>
              </a:ext>
            </a:extLst>
          </p:cNvPr>
          <p:cNvSpPr>
            <a:spLocks xmlns:a="http://schemas.openxmlformats.org/drawingml/2006/main" noGrp="1"/>
          </p:cNvSpPr>
          <p:nvPr/>
        </p:nvSpPr>
        <p:spPr>
          <a:xfrm xmlns:a="http://schemas.openxmlformats.org/drawingml/2006/main">
            <a:off x="822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같은 종류의 작업마다 재사용</a:t>
            </a:r>
          </a:p>
        </p:txBody>
      </p:sp>
      <p:sp>
        <p:nvSpPr>
          <p:cNvPr id="54" name="Legacy module connection">
            <a:extLst xmlns:a="http://schemas.openxmlformats.org/drawingml/2006/main">
              <a:ext uri="{FF2B5EF4-FFF2-40B4-BE49-F238E27FC236}">
                <a16:creationId xmlns:a16="http://schemas.microsoft.com/office/drawing/2014/main" id="{B0DE5F55-7EF5-478D-94EA-5AB2BD1812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85389274"/>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2 · 정보의 양을 다시 묻는 연구">
            <a:extLst xmlns:a="http://schemas.openxmlformats.org/drawingml/2006/main">
              <a:ext uri="{FF2B5EF4-FFF2-40B4-BE49-F238E27FC236}">
                <a16:creationId xmlns:a16="http://schemas.microsoft.com/office/drawing/2014/main" id="{9BC3F40A-A9AD-4E5B-8967-8B0FFB0685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4648D3FD-C730-4D81-ABFC-6A04B46276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E00FD462-6E12-41F4-9837-BCCE0655F13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17089C16-DDBC-4B9A-9C30-128F3FA35B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aclanthology.org/2024.tacl-1.9/ · Rep">
            <a:extLst xmlns:a="http://schemas.openxmlformats.org/drawingml/2006/main">
              <a:ext uri="{FF2B5EF4-FFF2-40B4-BE49-F238E27FC236}">
                <a16:creationId xmlns:a16="http://schemas.microsoft.com/office/drawing/2014/main" id="{40C7BC7B-8462-4A41-8AF8-A33832BBC0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aclanthology.org/2024.tacl-1.9/ · RepoQA 2024: arxiv.org/abs/2406.06025</a:t>
            </a:r>
          </a:p>
        </p:txBody>
      </p:sp>
      <p:sp>
        <p:nvSpPr>
          <p:cNvPr id="6" name="연구 과제의 재구성 · 현재 Codex의 Repository 작업을 직접 평가한 근거가 아님">
            <a:extLst xmlns:a="http://schemas.openxmlformats.org/drawingml/2006/main">
              <a:ext uri="{FF2B5EF4-FFF2-40B4-BE49-F238E27FC236}">
                <a16:creationId xmlns:a16="http://schemas.microsoft.com/office/drawing/2014/main" id="{77478533-5DD7-4B2E-B830-3CED37B251E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과제의 재구성 · 현재 Codex의 Repository 작업을 직접 평가한 근거가 아님</a:t>
            </a:r>
          </a:p>
        </p:txBody>
      </p:sp>
      <p:sp>
        <p:nvSpPr>
          <p:cNvPr id="7" name="많은 정보를 넣으면, 필요한 근거도 잘 찾아 쓸까?">
            <a:extLst xmlns:a="http://schemas.openxmlformats.org/drawingml/2006/main">
              <a:ext uri="{FF2B5EF4-FFF2-40B4-BE49-F238E27FC236}">
                <a16:creationId xmlns:a16="http://schemas.microsoft.com/office/drawing/2014/main" id="{DD594E5A-5CD6-4CE2-A3E8-43C03FAF8286}"/>
              </a:ext>
            </a:extLst>
          </p:cNvPr>
          <p:cNvSpPr>
            <a:spLocks xmlns:a="http://schemas.openxmlformats.org/drawingml/2006/main" noGrp="1"/>
          </p:cNvSpPr>
          <p:nvPr/>
        </p:nvSpPr>
        <p:spPr>
          <a:xfrm xmlns:a="http://schemas.openxmlformats.org/drawingml/2006/main">
            <a:off x="609600" y="16764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많은 정보를 넣으면, 필요한 근거도 잘 찾아 쓸까?</a:t>
            </a:r>
          </a:p>
        </p:txBody>
      </p:sp>
      <p:sp>
        <p:nvSpPr>
          <p:cNvPr id="8" name="Lost in the Middle">
            <a:extLst xmlns:a="http://schemas.openxmlformats.org/drawingml/2006/main">
              <a:ext uri="{FF2B5EF4-FFF2-40B4-BE49-F238E27FC236}">
                <a16:creationId xmlns:a16="http://schemas.microsoft.com/office/drawing/2014/main" id="{3929E87C-40E4-4F6C-A2B2-EE13AC5AF128}"/>
              </a:ext>
            </a:extLst>
          </p:cNvPr>
          <p:cNvSpPr>
            <a:spLocks xmlns:a="http://schemas.openxmlformats.org/drawingml/2006/main" noGrp="1"/>
          </p:cNvSpPr>
          <p:nvPr/>
        </p:nvSpPr>
        <p:spPr>
          <a:xfrm xmlns:a="http://schemas.openxmlformats.org/drawingml/2006/main">
            <a:off x="609600" y="2257425"/>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448E3C9E-B823-4496-A201-D519EF89C9BB}"/>
              </a:ext>
            </a:extLst>
          </p:cNvPr>
          <p:cNvSpPr>
            <a:spLocks xmlns:a="http://schemas.openxmlformats.org/drawingml/2006/main" noGrp="1"/>
          </p:cNvSpPr>
          <p:nvPr/>
        </p:nvSpPr>
        <p:spPr>
          <a:xfrm xmlns:a="http://schemas.openxmlformats.org/drawingml/2006/main">
            <a:off x="6705600" y="22574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문서 질문 답변 · 합성 key-value 검색">
            <a:extLst xmlns:a="http://schemas.openxmlformats.org/drawingml/2006/main">
              <a:ext uri="{FF2B5EF4-FFF2-40B4-BE49-F238E27FC236}">
                <a16:creationId xmlns:a16="http://schemas.microsoft.com/office/drawing/2014/main" id="{18285547-3582-48D5-94D9-6DE3173EACD1}"/>
              </a:ext>
            </a:extLst>
          </p:cNvPr>
          <p:cNvSpPr>
            <a:spLocks xmlns:a="http://schemas.openxmlformats.org/drawingml/2006/main" noGrp="1"/>
          </p:cNvSpPr>
          <p:nvPr/>
        </p:nvSpPr>
        <p:spPr>
          <a:xfrm xmlns:a="http://schemas.openxmlformats.org/drawingml/2006/main">
            <a:off x="609600" y="2667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문서 질문 답변 · 합성 key-value 검색</a:t>
            </a:r>
          </a:p>
        </p:txBody>
      </p:sp>
      <p:sp>
        <p:nvSpPr>
          <p:cNvPr id="11" name="정답 근거의 위치만 바꿔 비교">
            <a:extLst xmlns:a="http://schemas.openxmlformats.org/drawingml/2006/main">
              <a:ext uri="{FF2B5EF4-FFF2-40B4-BE49-F238E27FC236}">
                <a16:creationId xmlns:a16="http://schemas.microsoft.com/office/drawing/2014/main" id="{C474F4D6-9BB3-41FC-A75F-D9129305C9AB}"/>
              </a:ext>
            </a:extLst>
          </p:cNvPr>
          <p:cNvSpPr>
            <a:spLocks xmlns:a="http://schemas.openxmlformats.org/drawingml/2006/main" noGrp="1"/>
          </p:cNvSpPr>
          <p:nvPr/>
        </p:nvSpPr>
        <p:spPr>
          <a:xfrm xmlns:a="http://schemas.openxmlformats.org/drawingml/2006/main">
            <a:off x="609600" y="3009900"/>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정답 근거의 위치만 바꿔 비교</a:t>
            </a:r>
          </a:p>
        </p:txBody>
      </p:sp>
      <p:sp>
        <p:nvSpPr>
          <p:cNvPr id="12" name="앞">
            <a:extLst xmlns:a="http://schemas.openxmlformats.org/drawingml/2006/main">
              <a:ext uri="{FF2B5EF4-FFF2-40B4-BE49-F238E27FC236}">
                <a16:creationId xmlns:a16="http://schemas.microsoft.com/office/drawing/2014/main" id="{0823BD97-2DE9-4273-B8B7-F7FC05F0FEBC}"/>
              </a:ext>
            </a:extLst>
          </p:cNvPr>
          <p:cNvSpPr>
            <a:spLocks xmlns:a="http://schemas.openxmlformats.org/drawingml/2006/main" noGrp="1"/>
          </p:cNvSpPr>
          <p:nvPr/>
        </p:nvSpPr>
        <p:spPr>
          <a:xfrm xmlns:a="http://schemas.openxmlformats.org/drawingml/2006/main">
            <a:off x="609600" y="33242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앞</a:t>
            </a:r>
          </a:p>
        </p:txBody>
      </p:sp>
      <p:sp>
        <p:nvSpPr>
          <p:cNvPr id="13" name="">
            <a:extLst xmlns:a="http://schemas.openxmlformats.org/drawingml/2006/main">
              <a:ext uri="{FF2B5EF4-FFF2-40B4-BE49-F238E27FC236}">
                <a16:creationId xmlns:a16="http://schemas.microsoft.com/office/drawing/2014/main" id="{58D8CBF4-D00B-42E6-BB06-5FF0B589A21E}"/>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4" name="근거">
            <a:extLst xmlns:a="http://schemas.openxmlformats.org/drawingml/2006/main">
              <a:ext uri="{FF2B5EF4-FFF2-40B4-BE49-F238E27FC236}">
                <a16:creationId xmlns:a16="http://schemas.microsoft.com/office/drawing/2014/main" id="{CDCE32DC-F5B6-46EB-8571-051F699A433F}"/>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15" name="">
            <a:extLst xmlns:a="http://schemas.openxmlformats.org/drawingml/2006/main">
              <a:ext uri="{FF2B5EF4-FFF2-40B4-BE49-F238E27FC236}">
                <a16:creationId xmlns:a16="http://schemas.microsoft.com/office/drawing/2014/main" id="{86233A40-DFCB-491A-A025-036EAC98E00B}"/>
              </a:ext>
            </a:extLst>
          </p:cNvPr>
          <p:cNvSpPr>
            <a:spLocks xmlns:a="http://schemas.openxmlformats.org/drawingml/2006/main" noGrp="1"/>
          </p:cNvSpPr>
          <p:nvPr/>
        </p:nvSpPr>
        <p:spPr>
          <a:xfrm xmlns:a="http://schemas.openxmlformats.org/drawingml/2006/main">
            <a:off x="21717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949FD126-CB9A-48E5-9ADD-962C2216402C}"/>
              </a:ext>
            </a:extLst>
          </p:cNvPr>
          <p:cNvSpPr>
            <a:spLocks xmlns:a="http://schemas.openxmlformats.org/drawingml/2006/main" noGrp="1"/>
          </p:cNvSpPr>
          <p:nvPr/>
        </p:nvSpPr>
        <p:spPr>
          <a:xfrm xmlns:a="http://schemas.openxmlformats.org/drawingml/2006/main">
            <a:off x="29908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507C235-6CAD-432B-9523-0591CBE88EA5}"/>
              </a:ext>
            </a:extLst>
          </p:cNvPr>
          <p:cNvSpPr>
            <a:spLocks xmlns:a="http://schemas.openxmlformats.org/drawingml/2006/main" noGrp="1"/>
          </p:cNvSpPr>
          <p:nvPr/>
        </p:nvSpPr>
        <p:spPr>
          <a:xfrm xmlns:a="http://schemas.openxmlformats.org/drawingml/2006/main">
            <a:off x="38100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4D6AA3A0-A5D0-4390-8836-629626DBE413}"/>
              </a:ext>
            </a:extLst>
          </p:cNvPr>
          <p:cNvSpPr>
            <a:spLocks xmlns:a="http://schemas.openxmlformats.org/drawingml/2006/main" noGrp="1"/>
          </p:cNvSpPr>
          <p:nvPr/>
        </p:nvSpPr>
        <p:spPr>
          <a:xfrm xmlns:a="http://schemas.openxmlformats.org/drawingml/2006/main">
            <a:off x="46291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중간">
            <a:extLst xmlns:a="http://schemas.openxmlformats.org/drawingml/2006/main">
              <a:ext uri="{FF2B5EF4-FFF2-40B4-BE49-F238E27FC236}">
                <a16:creationId xmlns:a16="http://schemas.microsoft.com/office/drawing/2014/main" id="{2CE625CB-FC70-450C-A150-FAEDFE0C2C70}"/>
              </a:ext>
            </a:extLst>
          </p:cNvPr>
          <p:cNvSpPr>
            <a:spLocks xmlns:a="http://schemas.openxmlformats.org/drawingml/2006/main" noGrp="1"/>
          </p:cNvSpPr>
          <p:nvPr/>
        </p:nvSpPr>
        <p:spPr>
          <a:xfrm xmlns:a="http://schemas.openxmlformats.org/drawingml/2006/main">
            <a:off x="609600" y="360997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중간</a:t>
            </a:r>
          </a:p>
        </p:txBody>
      </p:sp>
      <p:sp>
        <p:nvSpPr>
          <p:cNvPr id="20" name="">
            <a:extLst xmlns:a="http://schemas.openxmlformats.org/drawingml/2006/main">
              <a:ext uri="{FF2B5EF4-FFF2-40B4-BE49-F238E27FC236}">
                <a16:creationId xmlns:a16="http://schemas.microsoft.com/office/drawing/2014/main" id="{8BD492BE-4CC9-4691-A838-222067537BD1}"/>
              </a:ext>
            </a:extLst>
          </p:cNvPr>
          <p:cNvSpPr>
            <a:spLocks xmlns:a="http://schemas.openxmlformats.org/drawingml/2006/main" noGrp="1"/>
          </p:cNvSpPr>
          <p:nvPr/>
        </p:nvSpPr>
        <p:spPr>
          <a:xfrm xmlns:a="http://schemas.openxmlformats.org/drawingml/2006/main">
            <a:off x="13525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6D360B99-1F73-4CDB-B895-A31902445825}"/>
              </a:ext>
            </a:extLst>
          </p:cNvPr>
          <p:cNvSpPr>
            <a:spLocks xmlns:a="http://schemas.openxmlformats.org/drawingml/2006/main" noGrp="1"/>
          </p:cNvSpPr>
          <p:nvPr/>
        </p:nvSpPr>
        <p:spPr>
          <a:xfrm xmlns:a="http://schemas.openxmlformats.org/drawingml/2006/main">
            <a:off x="21717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B4C5017-0C64-403C-BF2D-86D60ADD3AB5}"/>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3" name="근거">
            <a:extLst xmlns:a="http://schemas.openxmlformats.org/drawingml/2006/main">
              <a:ext uri="{FF2B5EF4-FFF2-40B4-BE49-F238E27FC236}">
                <a16:creationId xmlns:a16="http://schemas.microsoft.com/office/drawing/2014/main" id="{D84C307D-73E7-4183-A209-AEA9DC1A8509}"/>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24" name="">
            <a:extLst xmlns:a="http://schemas.openxmlformats.org/drawingml/2006/main">
              <a:ext uri="{FF2B5EF4-FFF2-40B4-BE49-F238E27FC236}">
                <a16:creationId xmlns:a16="http://schemas.microsoft.com/office/drawing/2014/main" id="{6EA646C5-023A-4D4A-A0E4-3693A3BB9C54}"/>
              </a:ext>
            </a:extLst>
          </p:cNvPr>
          <p:cNvSpPr>
            <a:spLocks xmlns:a="http://schemas.openxmlformats.org/drawingml/2006/main" noGrp="1"/>
          </p:cNvSpPr>
          <p:nvPr/>
        </p:nvSpPr>
        <p:spPr>
          <a:xfrm xmlns:a="http://schemas.openxmlformats.org/drawingml/2006/main">
            <a:off x="38100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A6113584-9560-44A1-8B4E-BE1637A2529F}"/>
              </a:ext>
            </a:extLst>
          </p:cNvPr>
          <p:cNvSpPr>
            <a:spLocks xmlns:a="http://schemas.openxmlformats.org/drawingml/2006/main" noGrp="1"/>
          </p:cNvSpPr>
          <p:nvPr/>
        </p:nvSpPr>
        <p:spPr>
          <a:xfrm xmlns:a="http://schemas.openxmlformats.org/drawingml/2006/main">
            <a:off x="46291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뒤">
            <a:extLst xmlns:a="http://schemas.openxmlformats.org/drawingml/2006/main">
              <a:ext uri="{FF2B5EF4-FFF2-40B4-BE49-F238E27FC236}">
                <a16:creationId xmlns:a16="http://schemas.microsoft.com/office/drawing/2014/main" id="{4F2BC4A5-F564-4D0A-BF2C-F4A2B658DBF6}"/>
              </a:ext>
            </a:extLst>
          </p:cNvPr>
          <p:cNvSpPr>
            <a:spLocks xmlns:a="http://schemas.openxmlformats.org/drawingml/2006/main" noGrp="1"/>
          </p:cNvSpPr>
          <p:nvPr/>
        </p:nvSpPr>
        <p:spPr>
          <a:xfrm xmlns:a="http://schemas.openxmlformats.org/drawingml/2006/main">
            <a:off x="609600" y="38957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뒤</a:t>
            </a:r>
          </a:p>
        </p:txBody>
      </p:sp>
      <p:sp>
        <p:nvSpPr>
          <p:cNvPr id="27" name="">
            <a:extLst xmlns:a="http://schemas.openxmlformats.org/drawingml/2006/main">
              <a:ext uri="{FF2B5EF4-FFF2-40B4-BE49-F238E27FC236}">
                <a16:creationId xmlns:a16="http://schemas.microsoft.com/office/drawing/2014/main" id="{EB83DC37-3CC9-4151-BA0D-2B44234BBC50}"/>
              </a:ext>
            </a:extLst>
          </p:cNvPr>
          <p:cNvSpPr>
            <a:spLocks xmlns:a="http://schemas.openxmlformats.org/drawingml/2006/main" noGrp="1"/>
          </p:cNvSpPr>
          <p:nvPr/>
        </p:nvSpPr>
        <p:spPr>
          <a:xfrm xmlns:a="http://schemas.openxmlformats.org/drawingml/2006/main">
            <a:off x="13525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52BA6258-7D27-42E3-A209-2C2F423F72A2}"/>
              </a:ext>
            </a:extLst>
          </p:cNvPr>
          <p:cNvSpPr>
            <a:spLocks xmlns:a="http://schemas.openxmlformats.org/drawingml/2006/main" noGrp="1"/>
          </p:cNvSpPr>
          <p:nvPr/>
        </p:nvSpPr>
        <p:spPr>
          <a:xfrm xmlns:a="http://schemas.openxmlformats.org/drawingml/2006/main">
            <a:off x="21717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C8882EE6-EB24-4522-87AC-2E5D3078020A}"/>
              </a:ext>
            </a:extLst>
          </p:cNvPr>
          <p:cNvSpPr>
            <a:spLocks xmlns:a="http://schemas.openxmlformats.org/drawingml/2006/main" noGrp="1"/>
          </p:cNvSpPr>
          <p:nvPr/>
        </p:nvSpPr>
        <p:spPr>
          <a:xfrm xmlns:a="http://schemas.openxmlformats.org/drawingml/2006/main">
            <a:off x="29908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
            <a:extLst xmlns:a="http://schemas.openxmlformats.org/drawingml/2006/main">
              <a:ext uri="{FF2B5EF4-FFF2-40B4-BE49-F238E27FC236}">
                <a16:creationId xmlns:a16="http://schemas.microsoft.com/office/drawing/2014/main" id="{C9EBEE9E-9EA5-405B-B295-E8BA173DCC04}"/>
              </a:ext>
            </a:extLst>
          </p:cNvPr>
          <p:cNvSpPr>
            <a:spLocks xmlns:a="http://schemas.openxmlformats.org/drawingml/2006/main" noGrp="1"/>
          </p:cNvSpPr>
          <p:nvPr/>
        </p:nvSpPr>
        <p:spPr>
          <a:xfrm xmlns:a="http://schemas.openxmlformats.org/drawingml/2006/main">
            <a:off x="38100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D537108E-2D33-46A7-8BBF-58573BE70837}"/>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2" name="근거">
            <a:extLst xmlns:a="http://schemas.openxmlformats.org/drawingml/2006/main">
              <a:ext uri="{FF2B5EF4-FFF2-40B4-BE49-F238E27FC236}">
                <a16:creationId xmlns:a16="http://schemas.microsoft.com/office/drawing/2014/main" id="{73E8DE3D-27A0-40E4-803C-2F89DBDD9000}"/>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33" name="50개 저장소 · 설명에 맞는 함수 찾기&#10;주 평가: 코드 입력 16K 토큰">
            <a:extLst xmlns:a="http://schemas.openxmlformats.org/drawingml/2006/main">
              <a:ext uri="{FF2B5EF4-FFF2-40B4-BE49-F238E27FC236}">
                <a16:creationId xmlns:a16="http://schemas.microsoft.com/office/drawing/2014/main" id="{E820BFA4-065B-4977-8797-4CC988E944A1}"/>
              </a:ext>
            </a:extLst>
          </p:cNvPr>
          <p:cNvSpPr>
            <a:spLocks xmlns:a="http://schemas.openxmlformats.org/drawingml/2006/main" noGrp="1"/>
          </p:cNvSpPr>
          <p:nvPr/>
        </p:nvSpPr>
        <p:spPr>
          <a:xfrm xmlns:a="http://schemas.openxmlformats.org/drawingml/2006/main">
            <a:off x="6705600" y="2667000"/>
            <a:ext cx="4876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50개 저장소 · 설명에 맞는 함수 찾기</a:t>
            </a:r>
          </a:p>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주 평가: 코드 입력 16K 토큰</a:t>
            </a:r>
          </a:p>
        </p:txBody>
      </p:sp>
      <p:sp>
        <p:nvSpPr>
          <p:cNvPr id="34" name="">
            <a:extLst xmlns:a="http://schemas.openxmlformats.org/drawingml/2006/main">
              <a:ext uri="{FF2B5EF4-FFF2-40B4-BE49-F238E27FC236}">
                <a16:creationId xmlns:a16="http://schemas.microsoft.com/office/drawing/2014/main" id="{46DE291F-DB69-413C-BBE7-F45397969BB6}"/>
              </a:ext>
            </a:extLst>
          </p:cNvPr>
          <p:cNvSpPr>
            <a:spLocks xmlns:a="http://schemas.openxmlformats.org/drawingml/2006/main" noGrp="1"/>
          </p:cNvSpPr>
          <p:nvPr/>
        </p:nvSpPr>
        <p:spPr>
          <a:xfrm xmlns:a="http://schemas.openxmlformats.org/drawingml/2006/main">
            <a:off x="6705600" y="3295650"/>
            <a:ext cx="13906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5" name="기능 설명&#10;+ 코드 입력">
            <a:extLst xmlns:a="http://schemas.openxmlformats.org/drawingml/2006/main">
              <a:ext uri="{FF2B5EF4-FFF2-40B4-BE49-F238E27FC236}">
                <a16:creationId xmlns:a16="http://schemas.microsoft.com/office/drawing/2014/main" id="{60DC26A1-C98F-40E1-AB7C-41B9A21391A0}"/>
              </a:ext>
            </a:extLst>
          </p:cNvPr>
          <p:cNvSpPr>
            <a:spLocks xmlns:a="http://schemas.openxmlformats.org/drawingml/2006/main" noGrp="1"/>
          </p:cNvSpPr>
          <p:nvPr/>
        </p:nvSpPr>
        <p:spPr>
          <a:xfrm xmlns:a="http://schemas.openxmlformats.org/drawingml/2006/main">
            <a:off x="6781800" y="3419475"/>
            <a:ext cx="1238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기능 설명</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 코드 입력</a:t>
            </a:r>
          </a:p>
        </p:txBody>
      </p:sp>
      <p:sp>
        <p:nvSpPr>
          <p:cNvPr id="36" name="">
            <a:extLst xmlns:a="http://schemas.openxmlformats.org/drawingml/2006/main">
              <a:ext uri="{FF2B5EF4-FFF2-40B4-BE49-F238E27FC236}">
                <a16:creationId xmlns:a16="http://schemas.microsoft.com/office/drawing/2014/main" id="{ABCD2DFC-BA8D-41CF-B133-E4B6E436F673}"/>
              </a:ext>
            </a:extLst>
          </p:cNvPr>
          <p:cNvSpPr>
            <a:spLocks xmlns:a="http://schemas.openxmlformats.org/drawingml/2006/main" noGrp="1"/>
          </p:cNvSpPr>
          <p:nvPr/>
        </p:nvSpPr>
        <p:spPr>
          <a:xfrm xmlns:a="http://schemas.openxmlformats.org/drawingml/2006/main">
            <a:off x="82296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F520E9BB-2D71-4CDD-B70A-5246B2254176}"/>
              </a:ext>
            </a:extLst>
          </p:cNvPr>
          <p:cNvSpPr>
            <a:spLocks xmlns:a="http://schemas.openxmlformats.org/drawingml/2006/main" noGrp="1"/>
          </p:cNvSpPr>
          <p:nvPr/>
        </p:nvSpPr>
        <p:spPr>
          <a:xfrm xmlns:a="http://schemas.openxmlformats.org/drawingml/2006/main">
            <a:off x="8553450" y="3295650"/>
            <a:ext cx="1276350" cy="838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8" name="함수 코드&#10;반환">
            <a:extLst xmlns:a="http://schemas.openxmlformats.org/drawingml/2006/main">
              <a:ext uri="{FF2B5EF4-FFF2-40B4-BE49-F238E27FC236}">
                <a16:creationId xmlns:a16="http://schemas.microsoft.com/office/drawing/2014/main" id="{4E9ECFEB-99A0-4143-B5B3-3516E3B43EA4}"/>
              </a:ext>
            </a:extLst>
          </p:cNvPr>
          <p:cNvSpPr>
            <a:spLocks xmlns:a="http://schemas.openxmlformats.org/drawingml/2006/main" noGrp="1"/>
          </p:cNvSpPr>
          <p:nvPr/>
        </p:nvSpPr>
        <p:spPr>
          <a:xfrm xmlns:a="http://schemas.openxmlformats.org/drawingml/2006/main">
            <a:off x="86106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함수 코드</a:t>
            </a:r>
          </a:p>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반환</a:t>
            </a:r>
          </a:p>
        </p:txBody>
      </p:sp>
      <p:sp>
        <p:nvSpPr>
          <p:cNvPr id="39" name="">
            <a:extLst xmlns:a="http://schemas.openxmlformats.org/drawingml/2006/main">
              <a:ext uri="{FF2B5EF4-FFF2-40B4-BE49-F238E27FC236}">
                <a16:creationId xmlns:a16="http://schemas.microsoft.com/office/drawing/2014/main" id="{126F8E87-C0D9-45A3-8998-CB31EDC541DA}"/>
              </a:ext>
            </a:extLst>
          </p:cNvPr>
          <p:cNvSpPr>
            <a:spLocks xmlns:a="http://schemas.openxmlformats.org/drawingml/2006/main" noGrp="1"/>
          </p:cNvSpPr>
          <p:nvPr/>
        </p:nvSpPr>
        <p:spPr>
          <a:xfrm xmlns:a="http://schemas.openxmlformats.org/drawingml/2006/main">
            <a:off x="99822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30ECD431-1E69-4136-AE0C-BD661C731585}"/>
              </a:ext>
            </a:extLst>
          </p:cNvPr>
          <p:cNvSpPr>
            <a:spLocks xmlns:a="http://schemas.openxmlformats.org/drawingml/2006/main" noGrp="1"/>
          </p:cNvSpPr>
          <p:nvPr/>
        </p:nvSpPr>
        <p:spPr>
          <a:xfrm xmlns:a="http://schemas.openxmlformats.org/drawingml/2006/main">
            <a:off x="10306050" y="3295650"/>
            <a:ext cx="12763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41" name="정답 함수와&#10;유사도 비교">
            <a:extLst xmlns:a="http://schemas.openxmlformats.org/drawingml/2006/main">
              <a:ext uri="{FF2B5EF4-FFF2-40B4-BE49-F238E27FC236}">
                <a16:creationId xmlns:a16="http://schemas.microsoft.com/office/drawing/2014/main" id="{5068A199-B6EF-4B45-A9A3-091E05D1CD6D}"/>
              </a:ext>
            </a:extLst>
          </p:cNvPr>
          <p:cNvSpPr>
            <a:spLocks xmlns:a="http://schemas.openxmlformats.org/drawingml/2006/main" noGrp="1"/>
          </p:cNvSpPr>
          <p:nvPr/>
        </p:nvSpPr>
        <p:spPr>
          <a:xfrm xmlns:a="http://schemas.openxmlformats.org/drawingml/2006/main">
            <a:off x="103632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정답 함수와</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유사도 비교</a:t>
            </a:r>
          </a:p>
        </p:txBody>
      </p:sp>
      <p:sp>
        <p:nvSpPr>
          <p:cNvPr id="42" name="일부 당시 모델·과제에서&#10;중간 근거에 대한 정답률 저하">
            <a:extLst xmlns:a="http://schemas.openxmlformats.org/drawingml/2006/main">
              <a:ext uri="{FF2B5EF4-FFF2-40B4-BE49-F238E27FC236}">
                <a16:creationId xmlns:a16="http://schemas.microsoft.com/office/drawing/2014/main" id="{A7D8B7C4-3B14-4BF8-A84B-4D7530FAB537}"/>
              </a:ext>
            </a:extLst>
          </p:cNvPr>
          <p:cNvSpPr>
            <a:spLocks xmlns:a="http://schemas.openxmlformats.org/drawingml/2006/main" noGrp="1"/>
          </p:cNvSpPr>
          <p:nvPr/>
        </p:nvSpPr>
        <p:spPr>
          <a:xfrm xmlns:a="http://schemas.openxmlformats.org/drawingml/2006/main">
            <a:off x="609600" y="4267200"/>
            <a:ext cx="5238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일부 당시 모델·과제에서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중간 근거에 대한 정답률 저하</a:t>
            </a:r>
          </a:p>
        </p:txBody>
      </p:sp>
      <p:sp>
        <p:nvSpPr>
          <p:cNvPr id="43" name="모델·언어별로&#10;함수 찾기 성능이 달랐음">
            <a:extLst xmlns:a="http://schemas.openxmlformats.org/drawingml/2006/main">
              <a:ext uri="{FF2B5EF4-FFF2-40B4-BE49-F238E27FC236}">
                <a16:creationId xmlns:a16="http://schemas.microsoft.com/office/drawing/2014/main" id="{FF52B267-EC38-43A8-AEF6-7E64A4D2B40D}"/>
              </a:ext>
            </a:extLst>
          </p:cNvPr>
          <p:cNvSpPr>
            <a:spLocks xmlns:a="http://schemas.openxmlformats.org/drawingml/2006/main" noGrp="1"/>
          </p:cNvSpPr>
          <p:nvPr/>
        </p:nvSpPr>
        <p:spPr>
          <a:xfrm xmlns:a="http://schemas.openxmlformats.org/drawingml/2006/main">
            <a:off x="6705600" y="4267200"/>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모델·언어별로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함수 찾기 성능이 달랐음</a:t>
            </a:r>
          </a:p>
        </p:txBody>
      </p:sp>
      <p:sp>
        <p:nvSpPr>
          <p:cNvPr id="44" name="">
            <a:extLst xmlns:a="http://schemas.openxmlformats.org/drawingml/2006/main">
              <a:ext uri="{FF2B5EF4-FFF2-40B4-BE49-F238E27FC236}">
                <a16:creationId xmlns:a16="http://schemas.microsoft.com/office/drawing/2014/main" id="{1C4C923E-8D10-4044-9E96-92E008533CA1}"/>
              </a:ext>
            </a:extLst>
          </p:cNvPr>
          <p:cNvSpPr>
            <a:spLocks xmlns:a="http://schemas.openxmlformats.org/drawingml/2006/main" noGrp="1"/>
          </p:cNvSpPr>
          <p:nvPr/>
        </p:nvSpPr>
        <p:spPr>
          <a:xfrm xmlns:a="http://schemas.openxmlformats.org/drawingml/2006/main">
            <a:off x="609600" y="4962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5" name="업무에 적용할 질문">
            <a:extLst xmlns:a="http://schemas.openxmlformats.org/drawingml/2006/main">
              <a:ext uri="{FF2B5EF4-FFF2-40B4-BE49-F238E27FC236}">
                <a16:creationId xmlns:a16="http://schemas.microsoft.com/office/drawing/2014/main" id="{2CC23BCB-2CEC-4D20-AFD9-7BCF053E2252}"/>
              </a:ext>
            </a:extLst>
          </p:cNvPr>
          <p:cNvSpPr>
            <a:spLocks xmlns:a="http://schemas.openxmlformats.org/drawingml/2006/main" noGrp="1"/>
          </p:cNvSpPr>
          <p:nvPr/>
        </p:nvSpPr>
        <p:spPr>
          <a:xfrm xmlns:a="http://schemas.openxmlformats.org/drawingml/2006/main">
            <a:off x="609600" y="5038725"/>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업무에 적용할 질문</a:t>
            </a:r>
          </a:p>
        </p:txBody>
      </p:sp>
      <p:sp>
        <p:nvSpPr>
          <p:cNvPr id="46" name="필요한 근거를 실제로 찾아 활용했는지 작업별로 확인">
            <a:extLst xmlns:a="http://schemas.openxmlformats.org/drawingml/2006/main">
              <a:ext uri="{FF2B5EF4-FFF2-40B4-BE49-F238E27FC236}">
                <a16:creationId xmlns:a16="http://schemas.microsoft.com/office/drawing/2014/main" id="{784ECFFC-1576-4DD0-9045-EC23577F6C57}"/>
              </a:ext>
            </a:extLst>
          </p:cNvPr>
          <p:cNvSpPr>
            <a:spLocks xmlns:a="http://schemas.openxmlformats.org/drawingml/2006/main" noGrp="1"/>
          </p:cNvSpPr>
          <p:nvPr/>
        </p:nvSpPr>
        <p:spPr>
          <a:xfrm xmlns:a="http://schemas.openxmlformats.org/drawingml/2006/main">
            <a:off x="3048000" y="5038725"/>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필요한 근거를 실제로 찾아 활용했는지 작업별로 확인</a:t>
            </a:r>
          </a:p>
        </p:txBody>
      </p:sp>
      <p:sp>
        <p:nvSpPr>
          <p:cNvPr id="47" name="이 연구만으론 미입증">
            <a:extLst xmlns:a="http://schemas.openxmlformats.org/drawingml/2006/main">
              <a:ext uri="{FF2B5EF4-FFF2-40B4-BE49-F238E27FC236}">
                <a16:creationId xmlns:a16="http://schemas.microsoft.com/office/drawing/2014/main" id="{817BE0A3-2941-494F-87DE-2FDDF17D5343}"/>
              </a:ext>
            </a:extLst>
          </p:cNvPr>
          <p:cNvSpPr>
            <a:spLocks xmlns:a="http://schemas.openxmlformats.org/drawingml/2006/main" noGrp="1"/>
          </p:cNvSpPr>
          <p:nvPr/>
        </p:nvSpPr>
        <p:spPr>
          <a:xfrm xmlns:a="http://schemas.openxmlformats.org/drawingml/2006/main">
            <a:off x="609600" y="5391150"/>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이 연구만으론 미입증</a:t>
            </a:r>
          </a:p>
        </p:txBody>
      </p:sp>
      <p:sp>
        <p:nvSpPr>
          <p:cNvPr id="48" name="현재 Codex의 실패율·보편 한계·Routing 개선 효과">
            <a:extLst xmlns:a="http://schemas.openxmlformats.org/drawingml/2006/main">
              <a:ext uri="{FF2B5EF4-FFF2-40B4-BE49-F238E27FC236}">
                <a16:creationId xmlns:a16="http://schemas.microsoft.com/office/drawing/2014/main" id="{ABBDB59B-7012-4CF0-94C8-A07C32DA71C1}"/>
              </a:ext>
            </a:extLst>
          </p:cNvPr>
          <p:cNvSpPr>
            <a:spLocks xmlns:a="http://schemas.openxmlformats.org/drawingml/2006/main" noGrp="1"/>
          </p:cNvSpPr>
          <p:nvPr/>
        </p:nvSpPr>
        <p:spPr>
          <a:xfrm xmlns:a="http://schemas.openxmlformats.org/drawingml/2006/main">
            <a:off x="3048000" y="5391150"/>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Codex의 실패율·보편 한계·Routing 개선 효과</a:t>
            </a:r>
          </a:p>
        </p:txBody>
      </p:sp>
      <p:sp>
        <p:nvSpPr>
          <p:cNvPr id="49" name="Legacy module connection">
            <a:extLst xmlns:a="http://schemas.openxmlformats.org/drawingml/2006/main">
              <a:ext uri="{FF2B5EF4-FFF2-40B4-BE49-F238E27FC236}">
                <a16:creationId xmlns:a16="http://schemas.microsoft.com/office/drawing/2014/main" id="{F8B463DE-47F4-4A61-8240-71FC1B4A47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6769827"/>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3085CBF4-0BE6-4131-9A51-F588EF1C7F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25CB3288-8E8F-4791-8D86-79B9D8E845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CA1215C2-EDD8-43DA-BEF7-15FE7C741E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FD6D77C3-8CBC-41C7-9CB4-33C7C98D1B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389B4198-6965-43C2-88D9-345E9F008D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FBD62C13-2175-4505-81E2-8F2788F5C4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5E89E8DD-1EB6-4E2E-A153-C9386E272BC2}"/>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25AA3FF6-A91A-4D62-AFB5-EAB99DFDB2D2}"/>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66D0593C-B083-4F97-9DC9-9787E430C2CD}"/>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6BCC2F4D-60E6-4A76-AEA7-22BDA4245B07}"/>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2EBFA0A0-17F9-46C0-927A-F442440C0250}"/>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001446C-2872-431B-9486-5B156F82A1B4}"/>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EA0CA8AE-B121-4450-BD31-5B12CD4D6043}"/>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CCCDC1A1-9BA5-4992-A43F-0FD7405C7907}"/>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C592C23D-5B9C-4358-B7CC-32976146EFA5}"/>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52BD108-D14D-42A8-9B24-7F7E5B74307E}"/>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338E6878-6A4F-4151-9560-09101C08C64B}"/>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6C715C71-9327-46A3-94A8-E45635161279}"/>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DF058537-D6E5-4325-BB56-2E71F5059AFB}"/>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05B79C60-D6A1-4768-9028-AB2A513F54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06841404"/>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F09A6477-B975-47E1-A6DB-B09CC549AA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41">
            <a:extLst xmlns:a="http://schemas.openxmlformats.org/drawingml/2006/main">
              <a:ext uri="{FF2B5EF4-FFF2-40B4-BE49-F238E27FC236}">
                <a16:creationId xmlns:a16="http://schemas.microsoft.com/office/drawing/2014/main" id="{6AB58DF1-2E1B-46E0-9F9C-7CD2199C9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Core Context에서 상세 정보로 가는 길">
            <a:extLst xmlns:a="http://schemas.openxmlformats.org/drawingml/2006/main">
              <a:ext uri="{FF2B5EF4-FFF2-40B4-BE49-F238E27FC236}">
                <a16:creationId xmlns:a16="http://schemas.microsoft.com/office/drawing/2014/main" id="{A3E0E16E-F41B-4BF1-BF55-DC5CC18ADD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4FF23D9D-0538-4E27-87FE-9BCB20FC76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33C20AD2-7269-46FA-9C16-E377A2C270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4507459D-AB67-4C31-A97C-FCA1A4F189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0C5C7759-FE40-4126-A08C-ACC2517C166C}"/>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36752779-38E1-44A0-B156-D9572F0528AA}"/>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B912C7DE-B086-4B44-B164-79DE10E5EE80}"/>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6781EA2B-32AD-4D62-9127-15A089F8FA56}"/>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0F6C7E83-C5F2-4A96-AB72-D27A9550E082}"/>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A8A0C0AB-2A61-48A8-83AA-93ADE9E3EE65}"/>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01AA10BD-5FF8-4570-B152-529D8A944F69}"/>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9D16077B-DD8A-4CEF-A54E-5739071C4D4F}"/>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34083C0B-C023-4D48-BF2C-4A7AFCCD43A9}"/>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33EB1CFE-1477-4C86-858F-35BAF31E7764}"/>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C83512AD-0468-4015-B9F3-25D63D7D58BA}"/>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00A4B6B1-7154-474C-BE04-38A1D45FFE7A}"/>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F627CB81-F793-46D2-A36E-EE368EAA0666}"/>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8AEA430D-9D8D-4E0B-AE3B-AB49AB99B31F}"/>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7E1882B7-0913-4C88-AE12-129D5C83AEEE}"/>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009FCA10-4483-4F1D-A881-7B531B1CD508}"/>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96447B69-71D5-497C-8696-F0DE78C832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85177684"/>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AF21F5F8-75E6-4455-AE77-90DCC5C44B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42">
            <a:extLst xmlns:a="http://schemas.openxmlformats.org/drawingml/2006/main">
              <a:ext uri="{FF2B5EF4-FFF2-40B4-BE49-F238E27FC236}">
                <a16:creationId xmlns:a16="http://schemas.microsoft.com/office/drawing/2014/main" id="{5B5E68BD-752E-4ABC-8CBB-2202D7214B6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B490851F-4282-4E02-B6B5-8ED8C50C6D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7AF35E8E-3C2A-4B38-B143-85A7695D8D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D3FCF21D-8F56-4A07-B5DE-3808D81169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ABC17B32-FD04-400A-98E1-B093AE2978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3EFA987F-8BAE-46FB-AFD0-44085105FF68}"/>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CC95FBC3-11AC-4A9C-8177-1D58CE9D9F16}"/>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B4E8630B-6651-40BF-A785-AA4DCBA8F18A}"/>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FFAAF12E-5310-415D-98CF-5E4B92EF17B5}"/>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C47A4127-1AE1-4668-98E3-AF61BB773FA6}"/>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39915A76-D97D-4C9D-9C3B-E61BB4D5EFE7}"/>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D4D903E6-6387-4003-9D67-EE47B021DA1B}"/>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1EA69A6D-D4BA-4ACC-8B51-EEDEC219ECFC}"/>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8024E5AC-343F-401E-B512-89D3AB9ED985}"/>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382C4026-5493-4CA2-AE36-19D65F76F1FC}"/>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250EAD84-F3E9-46AE-8EBC-FC781ABE7129}"/>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9CDF9A50-CE74-41BD-BEA2-52445A551E99}"/>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370448E8-2529-438B-A4B9-E4B1771E272D}"/>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A2FF2BBA-4E11-43CB-AF25-82D879F6FEC3}"/>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852C542A-B9D2-42B5-91B3-F8CD4E493A9A}"/>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D3684347-B32D-4C74-87C0-7EAD5D4267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19962375"/>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7D5197F4-6BF4-4595-8BDA-F50C6F1347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346B2DAC-A3F4-43A4-8850-DB02DF10DF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21885083-BD71-4E62-982B-9331E154D2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00FB38F4-59DA-4F65-81FC-A70D5FBC0F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A8822DEC-75B0-4545-8E7A-2EE239FAE9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64472DE5-DE32-424D-B7A2-50E9C26443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14B7BB6C-2623-4122-ABD1-F4977BE37997}"/>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F95CAB55-894C-4892-BFA3-FF6A3EB1D02E}"/>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229DA4AC-7A68-4496-A8D7-F099108CCF69}"/>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0E74177B-37B2-44E5-B6B7-4205DB52C43A}"/>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4394C06B-0ABE-4C0C-92BC-CA6B0DA050D0}"/>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B4787246-3206-4E95-87A0-B8A1E82921CD}"/>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3DE1E1F9-A95C-4A9E-814E-2D7B07443650}"/>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3BF0BBE7-3B49-459B-97B9-62B14C76F0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7588768"/>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D75DF41B-E83A-4371-9884-BA2FC4A46A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15BA717D-F028-45B1-8924-793F0494BB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C0735775-E93F-4F07-98B8-31011092F3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2DB224EA-B27B-4F74-975E-F16AA3A1C3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38D99124-600B-42EC-8264-84496F7323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9FCA3C12-B0B5-4C13-A6E5-84A73D37D4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9971ED48-1EAB-45F7-9036-146D66E2C28E}"/>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E9C12588-C7DD-4A0A-A3E6-F1256E62EAA8}"/>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77B83389-0C90-4FE4-91A6-1FDE00314DEB}"/>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5C5818DA-72B8-4C0A-B0FD-42B52D1B79AF}"/>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8BFD07F4-72FB-484A-B210-0D28C901A712}"/>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F90F202A-17E1-45CD-B007-7E82FEA578FC}"/>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AFC98690-CC56-46A1-AE96-D2CF474A7837}"/>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D19E7C52-B594-449F-AC58-AA15B60A01E4}"/>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C8200B8F-B6A5-43FD-BC39-1156B6DA97DA}"/>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C2A5368A-237C-4048-AC3F-3DCB0C32E237}"/>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738737B7-87C9-4641-94A7-EDE26B8132F4}"/>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ECFAD61E-989C-4B1F-B2AB-BCE763412B76}"/>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7F9C7CE8-EAAE-40D8-8B0E-5BA341E0F0CC}"/>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58304139-B09E-4F69-9445-5557C9C992D9}"/>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D962E338-1B38-4EB9-8ACC-E308AF577E5F}"/>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90254721-5C22-4E14-88B0-47E01B9AAB83}"/>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7A5FA5C3-AAE3-478B-8E3D-81D057FC217E}"/>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A0265315-E043-4785-868B-E9E5FC130E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93451595"/>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39DB4C50-1F3C-4BC3-83D7-67D8D8E362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B9688500-263B-4232-B51F-75819C4513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0286C35F-84FD-4EC3-B701-ACDCCAE981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F6823FEF-CF1B-4A73-9608-8F46CFEBAB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56978B0F-4936-41D5-8554-BF17240FFD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8DC597EA-9A30-4A90-8CD4-7043B8BEB3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C3856F43-DF1A-4FE2-9ED2-5181BA6E910A}"/>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E1F645C9-DB41-4C34-9899-5C4B98CCC81F}"/>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07F2B97E-79BA-40D9-98DD-AC54761AF7C4}"/>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6BFB89E9-DFA0-4006-BF9F-F2D13EE78397}"/>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79B14287-C799-424B-9DC4-CDBDACF6FE08}"/>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13E6A024-FD4D-48DC-90ED-B5CC1486226D}"/>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261724DF-E8A1-4226-AEBF-384CAAD18391}"/>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071D5667-CB01-4376-BB80-9E4A4A7F212A}"/>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C26EAA9E-91F6-4D75-B209-28277CCC53BC}"/>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5AC67E4F-3AB4-4C34-9672-74C08D2E1855}"/>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E752BEC0-0C08-4646-A74E-9295B4B6B87C}"/>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63EA8B0F-C1C6-46F8-9240-4B48B5CFE2BC}"/>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82765FA3-274B-433D-A4E4-4121852C4C6D}"/>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FF07BC81-9011-4E1D-B906-BFBE1C4E71A4}"/>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4D1C6B1C-9BA3-4711-837D-3564A5A39D5C}"/>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3CD6A203-9E1B-4BEB-87B7-E6ED3CCC1348}"/>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3E5B80C5-056E-4586-9DAE-0D57F708B186}"/>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CD8538FD-E4D3-464E-ADAC-6EE398CEBB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50171971"/>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7A90813E-B5D1-4B91-B2BF-DC3833D526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6163BA18-B599-40B5-B78F-0476609691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289CE7BC-5437-4EE8-876A-933DBE28EA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F0D1F01E-5A8C-4475-B626-A1971C5DAE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19AE1D38-F4AE-47E4-9B8E-DEFB24C1A7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9A914368-56F0-4382-BEE9-45CBD6727F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410DF71E-A655-456B-99F2-CFB63462A23A}"/>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10E9CD6F-8AEB-48AF-92DC-55FBB5EEE781}"/>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59184FC1-D0A1-461A-94DC-BE444B3B2D8D}"/>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900F455-A50D-499B-907D-55B3766BD3A0}"/>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317B2862-8FEB-424D-AD6D-A06399C9CAE8}"/>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B59B4F86-F17D-469D-AF67-094DD905027E}"/>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3B8ED1E6-765F-4D21-87C3-3AABE525B239}"/>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D2E94024-A188-46C3-91BD-83B7C8D61D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58557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2026-10-21T15:07:00.0790000Z</dcterms:created>
  <dcterms:modified xsi:type="dcterms:W3CDTF">2026-10-21T15:07:00.0790000Z</dcterms:modified>
</coreProperties>
</file>