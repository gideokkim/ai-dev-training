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355bca5c3ce46f0" /><Relationship Type="http://schemas.openxmlformats.org/officeDocument/2006/relationships/extended-properties" Target="/docProps/app.xml" Id="R20bd946488a54273" /><Relationship Type="http://schemas.openxmlformats.org/officeDocument/2006/relationships/officeDocument" Target="/ppt/presentation.xml" Id="R8a0784938b124243" /></Relationships>
</file>

<file path=ppt/presentation.xml><?xml version="1.0" encoding="utf-8"?>
<p:presentation xmlns:p="http://schemas.openxmlformats.org/presentationml/2006/main">
  <p:sldMasterIdLst>
    <p:sldMasterId xmlns:r="http://schemas.openxmlformats.org/officeDocument/2006/relationships" id="2147483648" r:id="Rc1ad40efc6334c37"/>
  </p:sldMasterIdLst>
  <p:notesMasterIdLst>
    <p:notesMasterId xmlns:r="http://schemas.openxmlformats.org/officeDocument/2006/relationships" r:id="R32096a9ffcb2439a"/>
  </p:notesMasterIdLst>
  <p:sldIdLst>
    <p:sldId xmlns:r="http://schemas.openxmlformats.org/officeDocument/2006/relationships" id="256" r:id="Rc8a6563a020249fa"/>
    <p:sldId xmlns:r="http://schemas.openxmlformats.org/officeDocument/2006/relationships" id="257" r:id="Rccebe9f4234a4b4a"/>
    <p:sldId xmlns:r="http://schemas.openxmlformats.org/officeDocument/2006/relationships" id="258" r:id="R691b90ed76774557"/>
    <p:sldId xmlns:r="http://schemas.openxmlformats.org/officeDocument/2006/relationships" id="259" r:id="Rda51eeaf3977497e"/>
    <p:sldId xmlns:r="http://schemas.openxmlformats.org/officeDocument/2006/relationships" id="260" r:id="R12c3263624844868"/>
    <p:sldId xmlns:r="http://schemas.openxmlformats.org/officeDocument/2006/relationships" id="261" r:id="R0a8e2e7cc6434e2f"/>
    <p:sldId xmlns:r="http://schemas.openxmlformats.org/officeDocument/2006/relationships" id="262" r:id="Rf7accfd0f83f42a1"/>
    <p:sldId xmlns:r="http://schemas.openxmlformats.org/officeDocument/2006/relationships" id="263" r:id="Rbe16ad4c73574a02"/>
    <p:sldId xmlns:r="http://schemas.openxmlformats.org/officeDocument/2006/relationships" id="264" r:id="Rdb5d5370720244d0"/>
    <p:sldId xmlns:r="http://schemas.openxmlformats.org/officeDocument/2006/relationships" id="265" r:id="R3ca8a81eee814c97"/>
    <p:sldId xmlns:r="http://schemas.openxmlformats.org/officeDocument/2006/relationships" id="266" r:id="Rf4d3bbf5769a4b3b"/>
    <p:sldId xmlns:r="http://schemas.openxmlformats.org/officeDocument/2006/relationships" id="267" r:id="R4f1248a89dbf4d1c"/>
    <p:sldId xmlns:r="http://schemas.openxmlformats.org/officeDocument/2006/relationships" id="268" r:id="R7c487bf8d97645a5"/>
    <p:sldId xmlns:r="http://schemas.openxmlformats.org/officeDocument/2006/relationships" id="269" r:id="R3bed1fa4f4104b53"/>
    <p:sldId xmlns:r="http://schemas.openxmlformats.org/officeDocument/2006/relationships" id="270" r:id="R4ba2b40fdcab4d4a"/>
    <p:sldId xmlns:r="http://schemas.openxmlformats.org/officeDocument/2006/relationships" id="271" r:id="R525903bb0e614451"/>
    <p:sldId xmlns:r="http://schemas.openxmlformats.org/officeDocument/2006/relationships" id="272" r:id="Rddd9f9a69cb244e1"/>
    <p:sldId xmlns:r="http://schemas.openxmlformats.org/officeDocument/2006/relationships" id="273" r:id="R435ad4645a2847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e86c08829d94d8d" /><Relationship Type="http://schemas.openxmlformats.org/officeDocument/2006/relationships/slideMaster" Target="/ppt/slideMasters/slideMaster1.xml" Id="Rc1ad40efc6334c37" /><Relationship Type="http://schemas.openxmlformats.org/officeDocument/2006/relationships/notesMaster" Target="/ppt/notesMasters/notesMaster1.xml" Id="R32096a9ffcb2439a" /><Relationship Type="http://schemas.openxmlformats.org/officeDocument/2006/relationships/presProps" Target="/ppt/presProps.xml" Id="R8d4bdfa44d294f6d" /><Relationship Type="http://schemas.openxmlformats.org/officeDocument/2006/relationships/tableStyles" Target="/ppt/tableStyles.xml" Id="R3a610392667842ee" /><Relationship Type="http://schemas.openxmlformats.org/officeDocument/2006/relationships/slide" Target="/ppt/slides/slide1.xml" Id="Rc8a6563a020249fa" /><Relationship Type="http://schemas.openxmlformats.org/officeDocument/2006/relationships/slide" Target="/ppt/slides/slide2.xml" Id="Rccebe9f4234a4b4a" /><Relationship Type="http://schemas.openxmlformats.org/officeDocument/2006/relationships/slide" Target="/ppt/slides/slide3.xml" Id="R691b90ed76774557" /><Relationship Type="http://schemas.openxmlformats.org/officeDocument/2006/relationships/slide" Target="/ppt/slides/slide4.xml" Id="Rda51eeaf3977497e" /><Relationship Type="http://schemas.openxmlformats.org/officeDocument/2006/relationships/slide" Target="/ppt/slides/slide5.xml" Id="R12c3263624844868" /><Relationship Type="http://schemas.openxmlformats.org/officeDocument/2006/relationships/slide" Target="/ppt/slides/slide6.xml" Id="R0a8e2e7cc6434e2f" /><Relationship Type="http://schemas.openxmlformats.org/officeDocument/2006/relationships/slide" Target="/ppt/slides/slide7.xml" Id="Rf7accfd0f83f42a1" /><Relationship Type="http://schemas.openxmlformats.org/officeDocument/2006/relationships/slide" Target="/ppt/slides/slide8.xml" Id="Rbe16ad4c73574a02" /><Relationship Type="http://schemas.openxmlformats.org/officeDocument/2006/relationships/slide" Target="/ppt/slides/slide9.xml" Id="Rdb5d5370720244d0" /><Relationship Type="http://schemas.openxmlformats.org/officeDocument/2006/relationships/slide" Target="/ppt/slides/slide10.xml" Id="R3ca8a81eee814c97" /><Relationship Type="http://schemas.openxmlformats.org/officeDocument/2006/relationships/slide" Target="/ppt/slides/slide11.xml" Id="Rf4d3bbf5769a4b3b" /><Relationship Type="http://schemas.openxmlformats.org/officeDocument/2006/relationships/slide" Target="/ppt/slides/slide12.xml" Id="R4f1248a89dbf4d1c" /><Relationship Type="http://schemas.openxmlformats.org/officeDocument/2006/relationships/slide" Target="/ppt/slides/slide13.xml" Id="R7c487bf8d97645a5" /><Relationship Type="http://schemas.openxmlformats.org/officeDocument/2006/relationships/slide" Target="/ppt/slides/slide14.xml" Id="R3bed1fa4f4104b53" /><Relationship Type="http://schemas.openxmlformats.org/officeDocument/2006/relationships/slide" Target="/ppt/slides/slide15.xml" Id="R4ba2b40fdcab4d4a" /><Relationship Type="http://schemas.openxmlformats.org/officeDocument/2006/relationships/slide" Target="/ppt/slides/slide16.xml" Id="R525903bb0e614451" /><Relationship Type="http://schemas.openxmlformats.org/officeDocument/2006/relationships/slide" Target="/ppt/slides/slide17.xml" Id="Rddd9f9a69cb244e1" /><Relationship Type="http://schemas.openxmlformats.org/officeDocument/2006/relationships/slide" Target="/ppt/slides/slide18.xml" Id="R435ad4645a2847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cd7ca6dfcb146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090c2c65c0b443b" /><Relationship Type="http://schemas.openxmlformats.org/officeDocument/2006/relationships/notesMaster" Target="/ppt/notesMasters/notesMaster1.xml" Id="R155e8607669a4f04"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402eb4c1d24242" /><Relationship Type="http://schemas.openxmlformats.org/officeDocument/2006/relationships/notesMaster" Target="/ppt/notesMasters/notesMaster1.xml" Id="R35b184af99dd416d" /></Relationships>
</file>

<file path=ppt/notesSlides/_rels/notesSlide3.xml.rels>&#65279;<?xml version="1.0" encoding="utf-8"?><Relationships xmlns="http://schemas.openxmlformats.org/package/2006/relationships"><Relationship Type="http://schemas.openxmlformats.org/officeDocument/2006/relationships/slide" Target="/ppt/slides/slide3.xml" Id="Rb1036c46adc747f3" /><Relationship Type="http://schemas.openxmlformats.org/officeDocument/2006/relationships/notesMaster" Target="/ppt/notesMasters/notesMaster1.xml" Id="R429a9e11fd6e406e" /></Relationships>
</file>

<file path=ppt/notesSlides/_rels/notesSlide4.xml.rels>&#65279;<?xml version="1.0" encoding="utf-8"?><Relationships xmlns="http://schemas.openxmlformats.org/package/2006/relationships"><Relationship Type="http://schemas.openxmlformats.org/officeDocument/2006/relationships/slide" Target="/ppt/slides/slide4.xml" Id="R86e234aeb47b4f7a" /><Relationship Type="http://schemas.openxmlformats.org/officeDocument/2006/relationships/notesMaster" Target="/ppt/notesMasters/notesMaster1.xml" Id="Rc6356b5ff0bc44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dce401ccd9064be7" /><Relationship Type="http://schemas.openxmlformats.org/officeDocument/2006/relationships/notesMaster" Target="/ppt/notesMasters/notesMaster1.xml" Id="R0933e90a94ed40ec" /></Relationships>
</file>

<file path=ppt/notesSlides/_rels/notesSlide6.xml.rels>&#65279;<?xml version="1.0" encoding="utf-8"?><Relationships xmlns="http://schemas.openxmlformats.org/package/2006/relationships"><Relationship Type="http://schemas.openxmlformats.org/officeDocument/2006/relationships/slide" Target="/ppt/slides/slide6.xml" Id="Raff038589c2a46cd" /><Relationship Type="http://schemas.openxmlformats.org/officeDocument/2006/relationships/notesMaster" Target="/ppt/notesMasters/notesMaster1.xml" Id="R48215f19c62f4dab" /></Relationships>
</file>

<file path=ppt/notesSlides/_rels/notesSlide7.xml.rels>&#65279;<?xml version="1.0" encoding="utf-8"?><Relationships xmlns="http://schemas.openxmlformats.org/package/2006/relationships"><Relationship Type="http://schemas.openxmlformats.org/officeDocument/2006/relationships/slide" Target="/ppt/slides/slide7.xml" Id="R8b46122bc0c249bd" /><Relationship Type="http://schemas.openxmlformats.org/officeDocument/2006/relationships/notesMaster" Target="/ppt/notesMasters/notesMaster1.xml" Id="R934508a03a4d46b8" /></Relationships>
</file>

<file path=ppt/notesSlides/_rels/notesSlide8.xml.rels>&#65279;<?xml version="1.0" encoding="utf-8"?><Relationships xmlns="http://schemas.openxmlformats.org/package/2006/relationships"><Relationship Type="http://schemas.openxmlformats.org/officeDocument/2006/relationships/slide" Target="/ppt/slides/slide8.xml" Id="R1fe8c05e82744c05" /><Relationship Type="http://schemas.openxmlformats.org/officeDocument/2006/relationships/notesMaster" Target="/ppt/notesMasters/notesMaster1.xml" Id="R323b8e61e9064a55" /></Relationships>
</file>

<file path=ppt/notesSlides/_rels/notesSlide9.xml.rels>&#65279;<?xml version="1.0" encoding="utf-8"?><Relationships xmlns="http://schemas.openxmlformats.org/package/2006/relationships"><Relationship Type="http://schemas.openxmlformats.org/officeDocument/2006/relationships/slide" Target="/ppt/slides/slide9.xml" Id="R9ffdc0806b214604" /><Relationship Type="http://schemas.openxmlformats.org/officeDocument/2006/relationships/notesMaster" Target="/ppt/notesMasters/notesMaster1.xml" Id="R92b28bcf722d44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b4eeaf47a594775" /><Relationship Type="http://schemas.openxmlformats.org/officeDocument/2006/relationships/notesMaster" Target="/ppt/notesMasters/notesMaster1.xml" Id="R2104c8feda4845e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014bc4dc757477f" /><Relationship Type="http://schemas.openxmlformats.org/officeDocument/2006/relationships/notesMaster" Target="/ppt/notesMasters/notesMaster1.xml" Id="R57206c3ed828426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def936490c194746" /><Relationship Type="http://schemas.openxmlformats.org/officeDocument/2006/relationships/notesMaster" Target="/ppt/notesMasters/notesMaster1.xml" Id="R6ab3e10c22d349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b3a61252a4f4c4e" /><Relationship Type="http://schemas.openxmlformats.org/officeDocument/2006/relationships/notesMaster" Target="/ppt/notesMasters/notesMaster1.xml" Id="R3ede7a8dd07d44f7"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bdc13a3c3f184fd9" /><Relationship Type="http://schemas.openxmlformats.org/officeDocument/2006/relationships/notesMaster" Target="/ppt/notesMasters/notesMaster1.xml" Id="Rf8f4462aff47454c"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bc0997f355b4592" /><Relationship Type="http://schemas.openxmlformats.org/officeDocument/2006/relationships/notesMaster" Target="/ppt/notesMasters/notesMaster1.xml" Id="R58bda2aefb8d42c9"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803028bb83f4665" /><Relationship Type="http://schemas.openxmlformats.org/officeDocument/2006/relationships/notesMaster" Target="/ppt/notesMasters/notesMaster1.xml" Id="R56f460799375494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3526207f738d4fa8" /><Relationship Type="http://schemas.openxmlformats.org/officeDocument/2006/relationships/notesMaster" Target="/ppt/notesMasters/notesMaster1.xml" Id="Rb67e4a198b22442b"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1e99719996a24b60" /><Relationship Type="http://schemas.openxmlformats.org/officeDocument/2006/relationships/notesMaster" Target="/ppt/notesMasters/notesMaster1.xml" Id="R389a722b212749b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S35 — 다른 Task에 같은 설명이 반복된다</a:t>
            </a:r>
          </a:p>
          <a:p xmlns:a="http://schemas.openxmlformats.org/drawingml/2006/main">
            <a:r>
              <a:t/>
            </a:r>
          </a:p>
          <a:p xmlns:a="http://schemas.openxmlformats.org/drawingml/2006/main">
            <a:r>
              <a:t>Slide ID: S35</a:t>
            </a:r>
          </a:p>
          <a:p xmlns:a="http://schemas.openxmlformats.org/drawingml/2006/main">
            <a:r>
              <a:t/>
            </a:r>
          </a:p>
          <a:p xmlns:a="http://schemas.openxmlformats.org/drawingml/2006/main">
            <a:r>
              <a:t>Working Title: 다른 Task에 같은 설명이 반복된다</a:t>
            </a:r>
          </a:p>
          <a:p xmlns:a="http://schemas.openxmlformats.org/drawingml/2006/main">
            <a:r>
              <a:t/>
            </a:r>
          </a:p>
          <a:p xmlns:a="http://schemas.openxmlformats.org/drawingml/2006/main">
            <a:r>
              <a:t>ACT / Section: ACT 2 / 2A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4 minutes + Case 1 minute</a:t>
            </a:r>
          </a:p>
          <a:p xmlns:a="http://schemas.openxmlformats.org/drawingml/2006/main">
            <a:r>
              <a:t/>
            </a:r>
          </a:p>
          <a:p xmlns:a="http://schemas.openxmlformats.org/drawingml/2006/main">
            <a:r>
              <a:t>Primary Message: Bug fix, performance, and README Tasks can repeat the same Project facts because task-specific instructions and durable Project context have different scopes.</a:t>
            </a:r>
          </a:p>
          <a:p xmlns:a="http://schemas.openxmlformats.org/drawingml/2006/main">
            <a:r>
              <a:t/>
            </a:r>
          </a:p>
          <a:p xmlns:a="http://schemas.openxmlformats.org/drawingml/2006/main">
            <a:r>
              <a:t>Opening Question: “Task는 다른데 왜 같은 설명을 계속 복사하고 있지?”</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(0:00–2:00) 버그 수정, 성능 조사, README 수정의 서로 다른 목표를 왼쪽부터 가리킨다.</a:t>
            </a:r>
          </a:p>
          <a:p xmlns:a="http://schemas.openxmlformats.org/drawingml/2006/main">
            <a:r>
              <a:t>2. (2:00–4:00) 아래에 반복된 네 줄을 비교한다. 테스트 실행, 근거가 있을 때 의존성 추가, 로컬 합성 데이터, 기존 동작 보존이다. 세 요청은 교육용 구성 예시이며 Trial 원문이 아니다.</a:t>
            </a:r>
          </a:p>
          <a:p xmlns:a="http://schemas.openxmlformats.org/drawingml/2006/main">
            <a:r>
              <a:t>3. (4:00–5:00) 같은 설명이 왜 다시 들어가는지 잠시 생각하게 한다. 아직 저장 위치나 기능을 답으로 제시하지 않는다.</a:t>
            </a:r>
          </a:p>
          <a:p xmlns:a="http://schemas.openxmlformats.org/drawingml/2006/main">
            <a:r>
              <a:t/>
            </a:r>
          </a:p>
          <a:p xmlns:a="http://schemas.openxmlformats.org/drawingml/2006/main">
            <a:r>
              <a:t>Evidence / Source: BEAT-008, CLM-0003, CLM-0005. TEACHING_MODEL / CONCEPTUAL; the three cards are a constructed example, not a Trial.</a:t>
            </a:r>
          </a:p>
          <a:p xmlns:a="http://schemas.openxmlformats.org/drawingml/2006/main">
            <a:r>
              <a:t/>
            </a:r>
          </a:p>
          <a:p xmlns:a="http://schemas.openxmlformats.org/drawingml/2006/main">
            <a:r>
              <a:t>Claim Boundary: Repetition can indicate a scope and lifetime question. This slide does not claim a product failure or introduce a repository instruction file as the answer.</a:t>
            </a:r>
          </a:p>
          <a:p xmlns:a="http://schemas.openxmlformats.org/drawingml/2006/main">
            <a:r>
              <a:t/>
            </a:r>
          </a:p>
          <a:p xmlns:a="http://schemas.openxmlformats.org/drawingml/2006/main">
            <a:r>
              <a:t>Beginner Explanation: If every Task needs the same Project facts, consider whether those facts belong with the Task or with the Project.</a:t>
            </a:r>
          </a:p>
          <a:p xmlns:a="http://schemas.openxmlformats.org/drawingml/2006/main">
            <a:r>
              <a:t/>
            </a:r>
          </a:p>
          <a:p xmlns:a="http://schemas.openxmlformats.org/drawingml/2006/main">
            <a:r>
              <a:t>Advanced Insight: Separate Task intent from durable constraints before choosing where to maintain them.</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Use the final minute as a quiet case prompt. No hands-on activity or public response is required.</a:t>
            </a:r>
          </a:p>
          <a:p xmlns:a="http://schemas.openxmlformats.org/drawingml/2006/main">
            <a:r>
              <a:t/>
            </a:r>
          </a:p>
          <a:p xmlns:a="http://schemas.openxmlformats.org/drawingml/2006/main">
            <a:r>
              <a:t>Transition: “공통 정보를 Prompt 밖에 둘 수 있을까?”</a:t>
            </a:r>
          </a:p>
          <a:p xmlns:a="http://schemas.openxmlformats.org/drawingml/2006/main">
            <a:r>
              <a:t/>
            </a:r>
          </a:p>
          <a:p xmlns:a="http://schemas.openxmlformats.org/drawingml/2006/main">
            <a:r>
              <a:t>Time Management: Spend four minutes on the repeated facts and one minute on the question. Do not preview the solution.</a:t>
            </a:r>
          </a:p>
          <a:p xmlns:a="http://schemas.openxmlformats.org/drawingml/2006/main">
            <a:r>
              <a:t/>
            </a:r>
          </a:p>
          <a:p xmlns:a="http://schemas.openxmlformats.org/drawingml/2006/main">
            <a:r>
              <a:t>Fallback: LOCAL STATIC ARTIFACT — 발표 기본 경로는 `production/ACT_2.pptx`의 S35 또는 `production/preview/act2/S35.png`다.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원문·Claim 경계, 화면의 설명 순서와 운영 지침을 대조했다. 최종 PPT/Notes/PNG 대조 결과는 production/evaluation/FULL_DECK_PRESENTATION_REVISION.md에 기록한다. Windows PowerPoint, 발표 PC 글꼴, 교육장 투사,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S36 — 작은 Project Context의 첫 기록</a:t>
            </a:r>
          </a:p>
          <a:p xmlns:a="http://schemas.openxmlformats.org/drawingml/2006/main">
            <a:r>
              <a:t/>
            </a:r>
          </a:p>
          <a:p xmlns:a="http://schemas.openxmlformats.org/drawingml/2006/main">
            <a:r>
              <a:t>Slide ID: S36</a:t>
            </a:r>
          </a:p>
          <a:p xmlns:a="http://schemas.openxmlformats.org/drawingml/2006/main">
            <a:r>
              <a:t/>
            </a:r>
          </a:p>
          <a:p xmlns:a="http://schemas.openxmlformats.org/drawingml/2006/main">
            <a:r>
              <a:t>Working Title: 작은 Project Context의 첫 기록</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STATE-01의 실제 AGENTS.md에는 반복되는 프로젝트 목적, 실행 방법, 테스트 명령, 기본 제약이 기록되어 있다.</a:t>
            </a:r>
          </a:p>
          <a:p xmlns:a="http://schemas.openxmlformats.org/drawingml/2006/main">
            <a:r>
              <a:t/>
            </a:r>
          </a:p>
          <a:p xmlns:a="http://schemas.openxmlformats.org/drawingml/2006/main">
            <a:r>
              <a:t>Opening Question: “반복되는 Project 정보를 한 번 기록하면 어떤 점이 달라질까?”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STATE-00-FIXED에서 STATE-01로 바뀐 것은 root AGENTS.md 한 파일 추가임을 설명한다.</a:t>
            </a:r>
          </a:p>
          <a:p xmlns:a="http://schemas.openxmlformats.org/drawingml/2006/main">
            <a:r>
              <a:t>2. (1:00–3:00) 네 발췌를 순서대로 가리킨다. 목적: 로컬 grayscale CLI. 실행: README의 준비된 명령. 테스트: 원문 명령. 제약: 범위를 지키고 관련 동작을 검증. 영어 문장을 모두 낭독하지 않는다.</a:t>
            </a:r>
          </a:p>
          <a:p xmlns:a="http://schemas.openxmlformats.org/drawingml/2006/main">
            <a:r>
              <a:t>3. (3:00–4:00) Task마다 반복 설명하던 사실을 저장소에 둔 설계 의도를 정리하고, 실제 활용 관찰은 S37로 넘긴다.</a:t>
            </a:r>
          </a:p>
          <a:p xmlns:a="http://schemas.openxmlformats.org/drawingml/2006/main">
            <a:r>
              <a:t/>
            </a:r>
          </a:p>
          <a:p xmlns:a="http://schemas.openxmlformats.org/drawingml/2006/main">
            <a:r>
              <a:t>화면 진행: 한국어 의미를 먼저 읽고 바로 위의 실제 AGENTS.md 발췌와 대조한다. 강조한 CLI 목적·README·범위/검증 문구만 짚고 테스트 명령은 입력 실습이나 CLI 설명으로 확장하지 않는다.</a:t>
            </a:r>
          </a:p>
          <a:p xmlns:a="http://schemas.openxmlformats.org/drawingml/2006/main">
            <a:r>
              <a:t/>
            </a:r>
          </a:p>
          <a:p xmlns:a="http://schemas.openxmlformats.org/drawingml/2006/main">
            <a:r>
              <a:t>Evidence / Source: STATE-01 / DEMO-02 / OBSERVED_PRODUCT. Demo tag `14baf81746a981d7cd96b7a014ea06f28c3dd6b4`, root `AGENTS.md` 2, 5, 9, 15행 발췌. 15줄/567bytes는 원문 메타데이터이며 화면의 중심 메시지로 쓰지 않는다. 테스트 명령은 `Run`과 구두점을 제외한 원문 명령 문자열이다. Source: `plan/DEMO_MATRIX.md` STATE-01 기록.</a:t>
            </a:r>
          </a:p>
          <a:p xmlns:a="http://schemas.openxmlformats.org/drawingml/2006/main">
            <a:r>
              <a:t/>
            </a:r>
          </a:p>
          <a:p xmlns:a="http://schemas.openxmlformats.org/drawingml/2006/main">
            <a:r>
              <a:t>Claim Boundary: 실제 파일이 그 상태에 존재했다는 근거다. 성능, 정확도, 토큰 절감 또는 AGENTS.md 단독 인과효과를 주장하지 않는다. 제품 코드·테스트·README는 그 상태 전환에서 바뀌지 않았다. S37의 지침 활용 관찰을 이 장의 결과로 앞당기지 않는다. 현재 Desktop 자동 로딩이나 교육 환경을 검증한 것이 아니다.</a:t>
            </a:r>
          </a:p>
          <a:p xmlns:a="http://schemas.openxmlformats.org/drawingml/2006/main">
            <a:r>
              <a:t/>
            </a:r>
          </a:p>
          <a:p xmlns:a="http://schemas.openxmlformats.org/drawingml/2006/main">
            <a:r>
              <a:t>Beginner Explanation: A small set of facts that applies across Project Tasks can be written down once in the repository.</a:t>
            </a:r>
          </a:p>
          <a:p xmlns:a="http://schemas.openxmlformats.org/drawingml/2006/main">
            <a:r>
              <a:t/>
            </a:r>
          </a:p>
          <a:p xmlns:a="http://schemas.openxmlformats.org/drawingml/2006/main">
            <a:r>
              <a:t>Advanced Insight: The design choice is about context scope and maintenance ownership, not a measured quality or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`production/ACT_2.pptx`의 S36 및 `production/preview/act2/S36.png`에 있는 실제 AGENTS.md 원문 발췌를 가리킨다. 편집기 screenshot이 아니다. Live/HYBRID는 발표 환경 검증 전까지 비활성이다.</a:t>
            </a:r>
          </a:p>
          <a:p xmlns:a="http://schemas.openxmlformats.org/drawingml/2006/main">
            <a:r>
              <a:t/>
            </a:r>
          </a:p>
          <a:p xmlns:a="http://schemas.openxmlformats.org/drawingml/2006/main">
            <a:r>
              <a:t>Audience Interaction: Point out the recurring facts without asking the audience to inspect a repository.</a:t>
            </a:r>
          </a:p>
          <a:p xmlns:a="http://schemas.openxmlformats.org/drawingml/2006/main">
            <a:r>
              <a:t/>
            </a:r>
          </a:p>
          <a:p xmlns:a="http://schemas.openxmlformats.org/drawingml/2006/main">
            <a:r>
              <a:t>Transition: “이 안내가 실제 Task에서 어떻게 사용됐는지 기록을 보겠습니다.”</a:t>
            </a:r>
          </a:p>
          <a:p xmlns:a="http://schemas.openxmlformats.org/drawingml/2006/main">
            <a:r>
              <a:t/>
            </a:r>
          </a:p>
          <a:p xmlns:a="http://schemas.openxmlformats.org/drawingml/2006/main">
            <a:r>
              <a:t>Time Management: Demo 4분 유지. 1분 상태 전환, 2분 네 발췌, 1분 의미와 S37 handoff. 명령어 옵션별 설명은 생략한다.</a:t>
            </a:r>
          </a:p>
          <a:p xmlns:a="http://schemas.openxmlformats.org/drawingml/2006/main">
            <a:r>
              <a:t/>
            </a:r>
          </a:p>
          <a:p xmlns:a="http://schemas.openxmlformats.org/drawingml/2006/main">
            <a:r>
              <a:t>Fallback: LOCAL STATIC ARTIFACT — 발표 기본 경로는 `production/ACT_2.pptx`의 S36 또는 `production/preview/act2/S36.png`다. 수정 초안 정적 화면은 존재하며 최종 release 경로·내용 일치는 통합 검토에서 확인한다. 실제 Trial 캡처나 현재 제품 실행으로 표현하지 않는다.</a:t>
            </a:r>
          </a:p>
          <a:p xmlns:a="http://schemas.openxmlformats.org/drawingml/2006/main">
            <a:r>
              <a:t/>
            </a:r>
          </a:p>
          <a:p xmlns:a="http://schemas.openxmlformats.org/drawingml/2006/main">
            <a:r>
              <a:t>Validation Status: REVIEWED — DEC-0030에서 승인한 화면 강조와 운영 Cue를 정렬했다. 최종 PPT/Notes/PNG 대조와 렌더 검토 결과는 production/evaluation/FULL_DECK_PRESENTATION_POLISH.md에 기록한다. Windows PowerPoint, 발표 PC 글꼴, 교육장 투사, 제품·계정, 실제 시간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S37 — AGENTS.md의 지침대로 검증했다</a:t>
            </a:r>
          </a:p>
          <a:p xmlns:a="http://schemas.openxmlformats.org/drawingml/2006/main">
            <a:r>
              <a:t/>
            </a:r>
          </a:p>
          <a:p xmlns:a="http://schemas.openxmlformats.org/drawingml/2006/main">
            <a:r>
              <a:t>Slide ID: S37</a:t>
            </a:r>
          </a:p>
          <a:p xmlns:a="http://schemas.openxmlformats.org/drawingml/2006/main">
            <a:r>
              <a:t/>
            </a:r>
          </a:p>
          <a:p xmlns:a="http://schemas.openxmlformats.org/drawingml/2006/main">
            <a:r>
              <a:t>Working Title: AGENTS.md의 지침대로 검증했다</a:t>
            </a:r>
          </a:p>
          <a:p xmlns:a="http://schemas.openxmlformats.org/drawingml/2006/main">
            <a:r>
              <a:t/>
            </a:r>
          </a:p>
          <a:p xmlns:a="http://schemas.openxmlformats.org/drawingml/2006/main">
            <a:r>
              <a:t>ACT / Section: ACT 2 / 2B</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4 minutes (HYBRID planned; activation unverified)</a:t>
            </a:r>
          </a:p>
          <a:p xmlns:a="http://schemas.openxmlformats.org/drawingml/2006/main">
            <a:r>
              <a:t/>
            </a:r>
          </a:p>
          <a:p xmlns:a="http://schemas.openxmlformats.org/drawingml/2006/main">
            <a:r>
              <a:t>Primary Message: 이번 기록에서는 Agent가 AGENTS.md의 테스트 지침을 실제 작업에 적용했다. 작업 Prompt에는 검증 근거 보고가 있었지만 테스트 실행 명령은 없었다.</a:t>
            </a:r>
          </a:p>
          <a:p xmlns:a="http://schemas.openxmlformats.org/drawingml/2006/main">
            <a:r>
              <a:t/>
            </a:r>
          </a:p>
          <a:p xmlns:a="http://schemas.openxmlformats.org/drawingml/2006/main">
            <a:r>
              <a:t>Opening Question: “Prompt에 다시 적지 않은 테스트 명령을 Agent는 어디에서 확인했을까?”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Prompt 창의 실제 요청 핵심 발췌·번역을 읽는다. README Test 절의 과거 STATE-00 실패와 현재 checkout을 구분하고, README.md만 변경하며 최종 diff·관련 검증 근거를 보고하라는 실제 요청이다. 아래 원문 밖 주석은 교육자의 설명이며 Agent에게 보낸 문장이 아니다. 검증 자체를 요청하지 않은 것이 아니라 구체 테스트 명령을 Prompt에 넣지 않은 것이다.</a:t>
            </a:r>
          </a:p>
          <a:p xmlns:a="http://schemas.openxmlformats.org/drawingml/2006/main">
            <a:r>
              <a:t>2. (1:00–2:00) 가운데 AGENTS.md가 프로젝트 작업 지침이라는 역할을 강조한다. STATE-01 지침은 지정된 unittest 명령으로 테스트를 실행하라고 한다. TRIAL-003에서는 Agent가 루트 지침을 확인·출력한 뒤 그 프로젝트 테스트 명령을 실행했다. 파일을 읽었다는 사실에 더해 테스트 지침과 대응하는 실행 기록이 있음을 보여준다.</a:t>
            </a:r>
          </a:p>
          <a:p xmlns:a="http://schemas.openxmlformats.org/drawingml/2006/main">
            <a:r>
              <a:t>3. (2:00–3:00) 오른쪽 전체11/11 PASS는 당시 관찰 결과다. 실제 실행은 지침의 PYTHONPATH=src python3 -m unittest discover -s tests -v 앞에 PYTHONDONTWRITEBYTECODE=1을 붙였다. 전체 command bytes가 동일하다거나 새 실행 결과라고 표현하지 않는다. 명령 옵션별 설명이나 입력 실습으로 확장하지 않는다.</a:t>
            </a:r>
          </a:p>
          <a:p xmlns:a="http://schemas.openxmlformats.org/drawingml/2006/main">
            <a:r>
              <a:t>4. (3:00–4:00) 하단의 Prompt 밖 테스트 지침이 실제 실행에 적용됐다는 메시지를 회수한다. Personal/global Skills도 실행됐고 active instruction-chain dump가 없어 강제 준수 보장·AGENTS.md 단독 효과·모든 규칙 준수는 증명하지 않는다. README-only는 Prompt에도 있었으므로 독립적인 지침 효과로 세지 않는다. Task Prompt와 Project Context의 역할을 나누는 S38로 연결한다.</a:t>
            </a:r>
          </a:p>
          <a:p xmlns:a="http://schemas.openxmlformats.org/drawingml/2006/main">
            <a:r>
              <a:t/>
            </a:r>
          </a:p>
          <a:p xmlns:a="http://schemas.openxmlformats.org/drawingml/2006/main">
            <a:r>
              <a:t>Evidence / Source: TRIAL-003 / STATE-01 / DEMO-02 / OBSERVED_PRODUCT. plan/DEMO_MATRIX.md의 Interface/Product627–634행, 실제 Prompt636–644행, Verification657–672행, Project Context Used674–678행. 지침 명령은 ai-dev-training-demo STATE-01 AGENTS.md9행과 대조했다. 행 번호는 DEC-0046 작성 시점의 locator다. 원본 Trial·지침은 수정하지 않았다.</a:t>
            </a:r>
          </a:p>
          <a:p xmlns:a="http://schemas.openxmlformats.org/drawingml/2006/main">
            <a:r>
              <a:t/>
            </a:r>
          </a:p>
          <a:p xmlns:a="http://schemas.openxmlformats.org/drawingml/2006/main">
            <a:r>
              <a:t>Claim Boundary: 단일 CLI 실행의 테스트 지침 사용 관찰이다. 테스트 명령이 없었다는 주석은 실제 지시문이 아니며, 요청에는 최종 diff와 관련 검증 근거 보고가 있었다. AGENTS.md가 모든 지침 준수를 강제했다거나 단독 원인이었다고 주장하지 않는다. Personal readchk/re0/sip도 실행됐고 active instruction-chain trace가 없다. README-only는 Prompt와 중복된 제약이며 local-data/runtime-dependency 규칙은 이번 작업에서 필요하지 않았다. 현재 Desktop·계정·반복성·성능·정확도·토큰 절감 근거가 아니다.</a:t>
            </a:r>
          </a:p>
          <a:p xmlns:a="http://schemas.openxmlformats.org/drawingml/2006/main">
            <a:r>
              <a:t/>
            </a:r>
          </a:p>
          <a:p xmlns:a="http://schemas.openxmlformats.org/drawingml/2006/main">
            <a:r>
              <a:t>Beginner Explanation: 실제 Prompt는 현재 README 작업을 요청한다. AGENTS.md는 프로젝트 작업 지침을 담고 있으며 이 기록에서는 그 테스트 지침의 명령을 사용했다. 검증 근거 요청과 구체 테스트 명령의 위치를 구분한다.</a:t>
            </a:r>
          </a:p>
          <a:p xmlns:a="http://schemas.openxmlformats.org/drawingml/2006/main">
            <a:r>
              <a:t/>
            </a:r>
          </a:p>
          <a:p xmlns:a="http://schemas.openxmlformats.org/drawingml/2006/main">
            <a:r>
              <a:t>Advanced Insight: Observed use of the repository test instruction is supported. Enforcement, an isolated instruction-loading cause and attribution of README-only scope to AGENTS.md are not established by this run.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기존 DEMO-02의 Demo4분에 실제 요청 발췌·번역, 외부 주석, 지침 적용 관찰,11/11 결과를 순서대로 가리킨다. 화면은 기록 요약이며 실제 제품 입력창·터미널 캡처 또는 현재 Desktop 실행이 아니다. HYBRID 활성화는 UNVERIFIED이고 기본 경로는 정적 PPT/PNG다.</a:t>
            </a:r>
          </a:p>
          <a:p xmlns:a="http://schemas.openxmlformats.org/drawingml/2006/main">
            <a:r>
              <a:t/>
            </a:r>
          </a:p>
          <a:p xmlns:a="http://schemas.openxmlformats.org/drawingml/2006/main">
            <a:r>
              <a:t>Audience Interaction: Ask the opening question, pause briefly, then reveal the record. Do not require an answer.</a:t>
            </a:r>
          </a:p>
          <a:p xmlns:a="http://schemas.openxmlformats.org/drawingml/2006/main">
            <a:r>
              <a:t/>
            </a:r>
          </a:p>
          <a:p xmlns:a="http://schemas.openxmlformats.org/drawingml/2006/main">
            <a:r>
              <a:t>Transition: “이번 Task의 Prompt와 Project가 계속 유지할 Context는 어떻게 다른가?”</a:t>
            </a:r>
          </a:p>
          <a:p xmlns:a="http://schemas.openxmlformats.org/drawingml/2006/main">
            <a:r>
              <a:t/>
            </a:r>
          </a:p>
          <a:p xmlns:a="http://schemas.openxmlformats.org/drawingml/2006/main">
            <a:r>
              <a:t>Time Management: 1분 실제 요청과 외부 주석,1분 프로젝트 작업 지침,1분 테스트 실행·11/11 결과,1분 해석 한계와 S38 연결. Demo4분·기존 Mode는 유지하며 실측 리허설은 UNVERIFIED다.</a:t>
            </a:r>
          </a:p>
          <a:p xmlns:a="http://schemas.openxmlformats.org/drawingml/2006/main">
            <a:r>
              <a:t/>
            </a:r>
          </a:p>
          <a:p xmlns:a="http://schemas.openxmlformats.org/drawingml/2006/main">
            <a:r>
              <a:t>Fallback: production/ACT_2.pptx S37 또는 production/preview/act2/S37.png를 정적 기본 경로로 사용한다. 실제 Prompt 발췌·번역과 원문 밖 주석을 구분한다. 로컬 렌더·내장 Notes 대조는 production/evaluation/S34_GUIDANCE_REVISION.md를 따른다. 원본 Trial 캡처나 새 실행을 만들지 않는다.</a:t>
            </a:r>
          </a:p>
          <a:p xmlns:a="http://schemas.openxmlformats.org/drawingml/2006/main">
            <a:r>
              <a:t/>
            </a:r>
          </a:p>
          <a:p xmlns:a="http://schemas.openxmlformats.org/drawingml/2006/main">
            <a:r>
              <a:t>Validation Status: ALIGNED — DEC-0046의 실제 Prompt/외부 주석 분리와 관찰된 지침 준수 강조를 반영했다. 최종 PPT/Notes/PNG 검토는 production/evaluation/S34_GUIDANCE_REVISION.md에 기록한다. Windows PowerPoint·발표 PC 글꼴·교육장·현재 제품/계정·실측 리허설은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S38 — Task Prompt와 Project Context</a:t>
            </a:r>
          </a:p>
          <a:p xmlns:a="http://schemas.openxmlformats.org/drawingml/2006/main">
            <a:r>
              <a:t/>
            </a:r>
          </a:p>
          <a:p xmlns:a="http://schemas.openxmlformats.org/drawingml/2006/main">
            <a:r>
              <a:t>Slide ID: S38</a:t>
            </a:r>
          </a:p>
          <a:p xmlns:a="http://schemas.openxmlformats.org/drawingml/2006/main">
            <a:r>
              <a:t/>
            </a:r>
          </a:p>
          <a:p xmlns:a="http://schemas.openxmlformats.org/drawingml/2006/main">
            <a:r>
              <a:t>Working Title: Task Prompt와 Project Context</a:t>
            </a:r>
          </a:p>
          <a:p xmlns:a="http://schemas.openxmlformats.org/drawingml/2006/main">
            <a:r>
              <a:t/>
            </a:r>
          </a:p>
          <a:p xmlns:a="http://schemas.openxmlformats.org/drawingml/2006/main">
            <a:r>
              <a:t>ACT / Section: ACT 2 / 2C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현재 Task의 목표와 지속되는 Project 사실·규칙은 수명과 적용 범위가 다르다.</a:t>
            </a:r>
          </a:p>
          <a:p xmlns:a="http://schemas.openxmlformats.org/drawingml/2006/main">
            <a:r>
              <a:t/>
            </a:r>
          </a:p>
          <a:p xmlns:a="http://schemas.openxmlformats.org/drawingml/2006/main">
            <a:r>
              <a:t>Opening Question: “이 정보는 언제까지 유효한가?”</a:t>
            </a:r>
          </a:p>
          <a:p xmlns:a="http://schemas.openxmlformats.org/drawingml/2006/main">
            <a:r>
              <a:t/>
            </a:r>
          </a:p>
          <a:p xmlns:a="http://schemas.openxmlformats.org/drawingml/2006/main">
            <a:r>
              <a:t>Speaker Flow: 1. (0–2분) 직전 기록의 현재 README 요청과 재참고한 테스트 명령을 나눈다.</a:t>
            </a:r>
          </a:p>
          <a:p xmlns:a="http://schemas.openxmlformats.org/drawingml/2006/main">
            <a:r>
              <a:t>2. (2–4분) 이번 목표·수정 범위는 요청에, 공통 명령·규칙은 Project 안내에 남는 수명 차이를 짚는다.</a:t>
            </a:r>
          </a:p>
          <a:p xmlns:a="http://schemas.openxmlformats.org/drawingml/2006/main">
            <a:r>
              <a:t>3. (4–5분) 검증 규칙도 Project 안내에 들어갈 수 있음을 말한다. 이후의 Workflow 문제는 수행 단계의 유지·판단 책임이며 파일 종류의 배타적 구분이 아니다.</a:t>
            </a:r>
          </a:p>
          <a:p xmlns:a="http://schemas.openxmlformats.org/drawingml/2006/main">
            <a:r>
              <a:t/>
            </a:r>
          </a:p>
          <a:p xmlns:a="http://schemas.openxmlformats.org/drawingml/2006/main">
            <a:r>
              <a:t>Evidence / Source: BEAT-009–010, TRANS-003, CLM-0003, CLM-0005, DEC-0047. TEACHING_MODEL / CONCEPTUAL; examples summarize S35–S37. Generated visual provenance and prompts: assets/slide-illustrations/task-context/README.md. No new Trial or product capture.</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이번 요청의 목표·수정 범위와 여러 Task가 재참고할 명령·규칙을 나눈다. 같은 내용이 Prompt 또는 문서 중 한 곳에만 들어갈 수 있다는 뜻이 아니다. 테스트 명령/검증 원칙도 Project 안내에 들어갈 수 있고, 이후 Harness 구간은 여러 단계의 수행·중간 판단을 누가 유지할지 다룬다. 승인된 두 생성 도식과 범위·수명 비교를 유지한다.</a:t>
            </a:r>
          </a:p>
          <a:p xmlns:a="http://schemas.openxmlformats.org/drawingml/2006/main">
            <a:r>
              <a:t/>
            </a:r>
          </a:p>
          <a:p xmlns:a="http://schemas.openxmlformats.org/drawingml/2006/main">
            <a:r>
              <a:t>Beginner Explanation: Put the current goal in the Task request and distinguish it from facts the Project keeps using.</a:t>
            </a:r>
          </a:p>
          <a:p xmlns:a="http://schemas.openxmlformats.org/drawingml/2006/main">
            <a:r>
              <a:t/>
            </a:r>
          </a:p>
          <a:p xmlns:a="http://schemas.openxmlformats.org/drawingml/2006/main">
            <a:r>
              <a:t>Advanced Insight: Scope and lifetime are useful dimensions for deciding ownership and update responsibility.</a:t>
            </a:r>
          </a:p>
          <a:p xmlns:a="http://schemas.openxmlformats.org/drawingml/2006/main">
            <a:r>
              <a:t/>
            </a:r>
          </a:p>
          <a:p xmlns:a="http://schemas.openxmlformats.org/drawingml/2006/main">
            <a:r>
              <a:t>C++ Vision Bridge: Briefly distinguish a general Project constraint from a Task-specific algorithm condition; do not list tools or hardware.</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Give the audience a brief silent pause to classify the examples mentally. Do not turn it into a hands-on task.</a:t>
            </a:r>
          </a:p>
          <a:p xmlns:a="http://schemas.openxmlformats.org/drawingml/2006/main">
            <a:r>
              <a:t/>
            </a:r>
          </a:p>
          <a:p xmlns:a="http://schemas.openxmlformats.org/drawingml/2006/main">
            <a:r>
              <a:t>Transition: “정확한 정보를 더 많이 넣으면 언제나 괜찮을까?”</a:t>
            </a:r>
          </a:p>
          <a:p xmlns:a="http://schemas.openxmlformats.org/drawingml/2006/main">
            <a:r>
              <a:t/>
            </a:r>
          </a:p>
          <a:p xmlns:a="http://schemas.openxmlformats.org/drawingml/2006/main">
            <a:r>
              <a:t>Time Management: Keep the model to two layers and four examples. Leave research and detailed routing for later slides.</a:t>
            </a:r>
          </a:p>
          <a:p xmlns:a="http://schemas.openxmlformats.org/drawingml/2006/main">
            <a:r>
              <a:t/>
            </a:r>
          </a:p>
          <a:p xmlns:a="http://schemas.openxmlformats.org/drawingml/2006/main">
            <a:r>
              <a:t>Fallback: LOCAL STATIC ARTIFACT — production/ACT_2.pptx의 S38 또는 production/preview/act2/S38.png를 사용한다. 최종 패키지·PNG·Notes 일치는 production/evaluation/S35_CONTEXT_PLACEMENT_REVISION.md와 검증 JSON으로 확인한다.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S39 — 정확한 정보도 계속 늘어난다</a:t>
            </a:r>
          </a:p>
          <a:p xmlns:a="http://schemas.openxmlformats.org/drawingml/2006/main">
            <a:r>
              <a:t/>
            </a:r>
          </a:p>
          <a:p xmlns:a="http://schemas.openxmlformats.org/drawingml/2006/main">
            <a:r>
              <a:t>Slide ID: S39</a:t>
            </a:r>
          </a:p>
          <a:p xmlns:a="http://schemas.openxmlformats.org/drawingml/2006/main">
            <a:r>
              <a:t/>
            </a:r>
          </a:p>
          <a:p xmlns:a="http://schemas.openxmlformats.org/drawingml/2006/main">
            <a:r>
              <a:t>Working Title: 정확한 정보도 계속 늘어난다</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Context가 늘어난 사실만으로 실패를 뜻하지 않는다. 다음 질문은 각 Task에서의 관련성이다.</a:t>
            </a:r>
          </a:p>
          <a:p xmlns:a="http://schemas.openxmlformats.org/drawingml/2006/main">
            <a:r>
              <a:t/>
            </a:r>
          </a:p>
          <a:p xmlns:a="http://schemas.openxmlformats.org/drawingml/2006/main">
            <a:r>
              <a:t>Opening Question: “정확한 Project 정보라면 모든 Task에 늘 넣어도 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왼쪽 ‘프로젝트 초기’와 짧은 AGENTS.md를 가리킨다. 목적·실행·테스트·기본 제약처럼 처음의 공통 안내가 담겨 있었다. 저장소 State 번호나 줄 수를 외우게 하지 않는다.</a:t>
            </a:r>
          </a:p>
          <a:p xmlns:a="http://schemas.openxmlformats.org/drawingml/2006/main">
            <a:r>
              <a:t>2. (1:00–2:00) ‘프로젝트 진행’ 화살표를 따라 오른쪽 ‘현재 프로젝트’로 이동한다. 같은 폭의 문서에 기존 회색 정보가 남고 아래 청록색 정보가 더해진 모습을 짚는다. ‘현재’는 이야기의 이 시점이며 Demo HEAD라는 뜻이 아니다. 날짜·몇 달 등 경과 기간이나 자연 증가율은 말하지 않는다.</a:t>
            </a:r>
          </a:p>
          <a:p xmlns:a="http://schemas.openxmlformats.org/drawingml/2006/main">
            <a:r>
              <a:t>3. (2:00–3:00) 새로 기록한 실제 정보 네 가지를 확인한다. 처리 순서는 load → normalize → 선택적 invert/crop/resize → write이고, 화면은 중간 단계를 생략했다. 이미지 명세는 crop의 반열린 범위 [x_start, x_end) 등이며, 테스트 구조는 tests/test_pipeline.py 등의 모듈·입출력 검사다. CLI 출력은 width/height/pixel_count/minimum/maximum/mean 필드다. 화면에서 코드·경로 전체를 해설하지 않는다.</a:t>
            </a:r>
          </a:p>
          <a:p xmlns:a="http://schemas.openxmlformats.org/drawingml/2006/main">
            <a:r>
              <a:t>4. (3:00–4:00) ‘이번 작업에도 모두 필요할까?’를 질문한다. 정확한 정보가 추가됐지만 증가 자체가 Agent 오류를 일으켰다는 관찰은 아니다. S40의 작은 README 작업에서 관련성을 확인한다.</a:t>
            </a:r>
          </a:p>
          <a:p xmlns:a="http://schemas.openxmlformats.org/drawingml/2006/main">
            <a:r>
              <a:t/>
            </a:r>
          </a:p>
          <a:p xmlns:a="http://schemas.openxmlformats.org/drawingml/2006/main">
            <a:r>
              <a:t>화면 진행: 초기 문서 → 프로젝트 진행 → 길어진 같은 문서 → 새 정보 네 유형 → 이번 Task의 관련성 질문. 문서 길이는 정보 축적의 생성 도식이며 실제 스크린샷이나 정확한 비율 비교가 아니다.</a:t>
            </a:r>
          </a:p>
          <a:p xmlns:a="http://schemas.openxmlformats.org/drawingml/2006/main">
            <a:r>
              <a:t/>
            </a:r>
          </a:p>
          <a:p xmlns:a="http://schemas.openxmlformats.org/drawingml/2006/main">
            <a:r>
              <a:t>Evidence / Source: STATE-01 and STATE-02, BEAT-011, CLM-0014, CLM-0015, DEC-0048. OBSERVED_PRODUCT: 실제 AGENTS.md 전후 내용은 plan/DEMO_MATRIX.md와 보존 State tag를 따른다. 원본 메타데이터는15줄/567bytes와32줄/1,303bytes이며 화면에는 표시하지 않는다. STATE-02는55c045523ed1409449d7eea5b0d873983fe101b6이다. 생성 도식·프롬프트: assets/slide-illustrations/context-growth/README.md.</a:t>
            </a:r>
          </a:p>
          <a:p xmlns:a="http://schemas.openxmlformats.org/drawingml/2006/main">
            <a:r>
              <a:t/>
            </a:r>
          </a:p>
          <a:p xmlns:a="http://schemas.openxmlformats.org/drawingml/2006/main">
            <a:r>
              <a:t>Claim Boundary: Do not label the growth as a failure threshold, claim that it caused an error, or imply that the content was inaccurate. The visual summarizes recorded document changes; its length is qualitative, no elapsed duration was measured, and current project means this Story stage, not the latest repository HEAD. It is a generated teaching diagram, not a document capture.</a:t>
            </a:r>
          </a:p>
          <a:p xmlns:a="http://schemas.openxmlformats.org/drawingml/2006/main">
            <a:r>
              <a:t/>
            </a:r>
          </a:p>
          <a:p xmlns:a="http://schemas.openxmlformats.org/drawingml/2006/main">
            <a:r>
              <a:t>Beginner Explanation: More documented facts create a follow-up question: does each Task need all of them?</a:t>
            </a:r>
          </a:p>
          <a:p xmlns:a="http://schemas.openxmlformats.org/drawingml/2006/main">
            <a:r>
              <a:t/>
            </a:r>
          </a:p>
          <a:p xmlns:a="http://schemas.openxmlformats.org/drawingml/2006/main">
            <a:r>
              <a:t>Advanced Insight: Maintenance cost and stale information are review considerations, not observed failures in this comparison.</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before/after document-content reconstruction. No live repository interaction, new Trial or elapsed-time experiment is planned.</a:t>
            </a:r>
          </a:p>
          <a:p xmlns:a="http://schemas.openxmlformats.org/drawingml/2006/main">
            <a:r>
              <a:t/>
            </a:r>
          </a:p>
          <a:p xmlns:a="http://schemas.openxmlformats.org/drawingml/2006/main">
            <a:r>
              <a:t>Audience Interaction: Treat the slide as a case question. Allow a short pause without requiring a public answer.</a:t>
            </a:r>
          </a:p>
          <a:p xmlns:a="http://schemas.openxmlformats.org/drawingml/2006/main">
            <a:r>
              <a:t/>
            </a:r>
          </a:p>
          <a:p xmlns:a="http://schemas.openxmlformats.org/drawingml/2006/main">
            <a:r>
              <a:t>Transition: Slide 37에서 작은 문서 Task가 실제로 어떤 정보를 필요로 했는지 본다.</a:t>
            </a:r>
          </a:p>
          <a:p xmlns:a="http://schemas.openxmlformats.org/drawingml/2006/main">
            <a:r>
              <a:t/>
            </a:r>
          </a:p>
          <a:p xmlns:a="http://schemas.openxmlformats.org/drawingml/2006/main">
            <a:r>
              <a:t>Time Management: 초기 안내1분, 프로젝트 진행과 누적 모습1분, 새 정보 네 유형1분, 관련성 질문1분으로 Case4분을 유지한다. 숫자·용량 해설과 기간 추측을 하지 않고 문서 크기의 인과 효과를 만들지 않는다.</a:t>
            </a:r>
          </a:p>
          <a:p xmlns:a="http://schemas.openxmlformats.org/drawingml/2006/main">
            <a:r>
              <a:t/>
            </a:r>
          </a:p>
          <a:p xmlns:a="http://schemas.openxmlformats.org/drawingml/2006/main">
            <a:r>
              <a:t>Fallback: LOCAL STATIC ARTIFACT — production/ACT_2.pptx의 S39 또는 production/preview/act2/S39.png를 사용한다. 최종 패키지·PNG·Notes 일치는 production/evaluation/S36_CONTEXT_GROWTH_REVISION.md와 검증 JSON을 따른다. 실제 문서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S40 — 정확하지만 이번 작업에는 불필요한 정보</a:t>
            </a:r>
          </a:p>
          <a:p xmlns:a="http://schemas.openxmlformats.org/drawingml/2006/main">
            <a:r>
              <a:t/>
            </a:r>
          </a:p>
          <a:p xmlns:a="http://schemas.openxmlformats.org/drawingml/2006/main">
            <a:r>
              <a:t>Slide ID: S40</a:t>
            </a:r>
          </a:p>
          <a:p xmlns:a="http://schemas.openxmlformats.org/drawingml/2006/main">
            <a:r>
              <a:t/>
            </a:r>
          </a:p>
          <a:p xmlns:a="http://schemas.openxmlformats.org/drawingml/2006/main">
            <a:r>
              <a:t>Working Title: 정확하지만 이번 작업에는 불필요한 정보</a:t>
            </a:r>
          </a:p>
          <a:p xmlns:a="http://schemas.openxmlformats.org/drawingml/2006/main">
            <a:r>
              <a:t/>
            </a:r>
          </a:p>
          <a:p xmlns:a="http://schemas.openxmlformats.org/drawingml/2006/main">
            <a:r>
              <a:t>ACT / Section: ACT 2 / 2D</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(CAPTURED) + Reflection 2 minutes</a:t>
            </a:r>
          </a:p>
          <a:p xmlns:a="http://schemas.openxmlformats.org/drawingml/2006/main">
            <a:r>
              <a:t/>
            </a:r>
          </a:p>
          <a:p xmlns:a="http://schemas.openxmlformats.org/drawingml/2006/main">
            <a:r>
              <a:t>Primary Message: TRIAL-004에서는 필요한 정보와 무관한 정보가 함께 있었지만, Agent 혼란이나 Context 관련 실패는 관찰되지 않았다.</a:t>
            </a:r>
          </a:p>
          <a:p xmlns:a="http://schemas.openxmlformats.org/drawingml/2006/main">
            <a:r>
              <a:t/>
            </a:r>
          </a:p>
          <a:p xmlns:a="http://schemas.openxmlformats.org/drawingml/2006/main">
            <a:r>
              <a:t>Opening Question: “README build 안내를 고치는 데 어떤 정보가 필요했을까?”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Demo) S39의 ‘이번 작업에도 모두 필요할까?’를 회수하고 왼쪽 프롬프트창을 가리킨다. 실제 요청 발췌·번역은 README의 Build 안내에 빌드 도구·고정 버전을 적는 작업이다. 기준은 pyproject.toml이고 README.md만 바꾸며 기존 명령 유지·설치/메타데이터 변경 금지·관련 검증 보고를 요청했다. 교육용 새 Prompt를 실제 Trial 결과로 표현하지 않는다.</a:t>
            </a:r>
          </a:p>
          <a:p xmlns:a="http://schemas.openxmlformats.org/drawingml/2006/main">
            <a:r>
              <a:t>2. (1:00–2:00 / Demo) 오른쪽 제목 ‘AGENTS.md에 적힌 내용’을 먼저 읽어 두 영역이 모두 같은 지침 파일의 내용임을 명시한다. 청록 영역은 Build / Run의 README 빌드·실행 안내 참조와 Core Constraints의 변경 범위 제한·관련 동작 검증이다. 회색 영역은 Architecture, Image Contract, Test 중 모듈·입출력 구조 설명, CLI Summary의 이미지 상세이며 이번 버전 명시에는 불필요했다. Test 전체나 요청된 검증을 불필요하다고 말하지 않는다. Agent는 AGENTS.md도 읽었고 혼란·우회·Context 관련 실패는 관찰되지 않았다. 지침이 요청과 일치했지만 성공의 독립 원인으로 입증된 것은 아니다.</a:t>
            </a:r>
          </a:p>
          <a:p xmlns:a="http://schemas.openxmlformats.org/drawingml/2006/main">
            <a:r>
              <a:t>3. (2:00–4:00 / Reflection) 하단 메시지를 짚고 마지막2분을 개인 생각 시간으로 남긴다. 질문이 달라지면 어떤 Context가 필요해지는지 떠올리게 하되 답변·기록·실습을 요구하지 않는다. S41에서 정보의 범위·제공 시점을 정리한다.</a:t>
            </a:r>
          </a:p>
          <a:p xmlns:a="http://schemas.openxmlformats.org/drawingml/2006/main">
            <a:r>
              <a:t/>
            </a:r>
          </a:p>
          <a:p xmlns:a="http://schemas.openxmlformats.org/drawingml/2006/main">
            <a:r>
              <a:t>화면 진행: 왼쪽 실제 요청 → 오른쪽 AGENTS.md 파일명 → 그 안의 관련 지침/불필요한 상세 → 이번 질문의 관련성. 구체적인 README-only와 pyproject.toml 기준은 Prompt에 있었고, 고정 버전값은 pyproject.toml에 있었다. 우측에는 이 외부 파일 내용이나 버전값을 AGENTS.md의 원문처럼 넣지 않는다. 실선·점선·라벨로 구분하며 화면은 native 재구성이다.</a:t>
            </a:r>
          </a:p>
          <a:p xmlns:a="http://schemas.openxmlformats.org/drawingml/2006/main">
            <a:r>
              <a:t/>
            </a:r>
          </a:p>
          <a:p xmlns:a="http://schemas.openxmlformats.org/drawingml/2006/main">
            <a:r>
              <a:t>Evidence / Source: TRIAL-004, BEAT-012, CLM-0014, CLM-0015, DEC-0049, DEC-0050. OBSERVED_PRODUCT; Codex CLI0.154.0의 단일 문서 작업 기록. plan/DEMO_MATRIX.md TRIAL-004 actual task/Agent behavior/Relevant Context/Irrelevant-but-Correct Context를 대조했다. 실제 원문은 “Clarify the README Build section by naming the pinned build tools required by the existing wheel command. Use pyproject.toml as the source of truth. Change README.md only, preserve the command, and do not install packages or alter package metadata. Report relevant verification.”이다. 화면은 핵심 발췌·번역이며 전체 원문은 이 기록에 보존한다. 우측 지침은 Demo STATE-02 AGENTS.md(55c045523ed1409449d7eea5b0d873983fe101b6)의 Build / Run, Core Constraints, Architecture, Image Contract, Test, CLI Summary와 대조했다. TRIAL-004 Relevant Context는 README pointer와 scoped-change/verification constraints를 관련 지침으로 기록한다.</a:t>
            </a:r>
          </a:p>
          <a:p xmlns:a="http://schemas.openxmlformats.org/drawingml/2006/main">
            <a:r>
              <a:t/>
            </a:r>
          </a:p>
          <a:p xmlns:a="http://schemas.openxmlformats.org/drawingml/2006/main">
            <a:r>
              <a:t>Claim Boundary: Presence of unnecessary context is not evidence that the model failed, became confused, or performed worse. No such failure was observed. The Agent read AGENTS.md, README.md and pyproject.toml. Gray means task-irrelevant detail, not unread or inaccurate information. Requested verification still applies. Both right-hand groups summarize AGENTS.md content; the specific build-tool versions are not in that file. The full-test command is not presented as mandatory for this documentation change. The Prompt already named the files and constraints, so success is not attributed solely to expanded Context. No performance or token benefit was measured, and historical CLI evidence is not a current Desktop check.</a:t>
            </a:r>
          </a:p>
          <a:p xmlns:a="http://schemas.openxmlformats.org/drawingml/2006/main">
            <a:r>
              <a:t/>
            </a:r>
          </a:p>
          <a:p xmlns:a="http://schemas.openxmlformats.org/drawingml/2006/main">
            <a:r>
              <a:t>Beginner Explanation: Correct information can still be unrelated to the current Task.</a:t>
            </a:r>
          </a:p>
          <a:p xmlns:a="http://schemas.openxmlformats.org/drawingml/2006/main">
            <a:r>
              <a:t/>
            </a:r>
          </a:p>
          <a:p xmlns:a="http://schemas.openxmlformats.org/drawingml/2006/main">
            <a:r>
              <a:t>Advanced Insight: Distinguish context relevance from outcome quality; this Trial does not measure a performance effect.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Use the static native reconstruction of the recorded request and relevance comparison for two minutes. No raw execution screenshot or current live product is shown. Preserve the two-minute Reflection; do not run a new Trial or simulate a failure.</a:t>
            </a:r>
          </a:p>
          <a:p xmlns:a="http://schemas.openxmlformats.org/drawingml/2006/main">
            <a:r>
              <a:t/>
            </a:r>
          </a:p>
          <a:p xmlns:a="http://schemas.openxmlformats.org/drawingml/2006/main">
            <a:r>
              <a:t>Audience Interaction: Use the last two minutes for private reflection: which context was relevant to this Task? No response or written exercise is required.</a:t>
            </a:r>
          </a:p>
          <a:p xmlns:a="http://schemas.openxmlformats.org/drawingml/2006/main">
            <a:r>
              <a:t/>
            </a:r>
          </a:p>
          <a:p xmlns:a="http://schemas.openxmlformats.org/drawingml/2006/main">
            <a:r>
              <a:t>Transition: “필요한 정보를 항상 한 번에 넣지 않는 방법은 무엇일까?”</a:t>
            </a:r>
          </a:p>
          <a:p xmlns:a="http://schemas.openxmlformats.org/drawingml/2006/main">
            <a:r>
              <a:t/>
            </a:r>
          </a:p>
          <a:p xmlns:a="http://schemas.openxmlformats.org/drawingml/2006/main">
            <a:r>
              <a:t>Time Management: Protect the two-minute Reflection. Explicitly state the absence of observed confusion before moving on.</a:t>
            </a:r>
          </a:p>
          <a:p xmlns:a="http://schemas.openxmlformats.org/drawingml/2006/main">
            <a:r>
              <a:t/>
            </a:r>
          </a:p>
          <a:p xmlns:a="http://schemas.openxmlformats.org/drawingml/2006/main">
            <a:r>
              <a:t>Fallback: LOCAL STATIC ARTIFACT — production/ACT_2.pptx의 S40 또는 production/preview/act2/S40.png를 사용한다. 최종 패키지·PNG·Notes 일치는 production/evaluation/S37_AGENTS_CONTEXT_REVISION.md와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S41 — 정보의 범위와 제공 시점</a:t>
            </a:r>
          </a:p>
          <a:p xmlns:a="http://schemas.openxmlformats.org/drawingml/2006/main">
            <a:r>
              <a:t/>
            </a:r>
          </a:p>
          <a:p xmlns:a="http://schemas.openxmlformats.org/drawingml/2006/main">
            <a:r>
              <a:t>Slide ID: S41</a:t>
            </a:r>
          </a:p>
          <a:p xmlns:a="http://schemas.openxmlformats.org/drawingml/2006/main">
            <a:r>
              <a:t/>
            </a:r>
          </a:p>
          <a:p xmlns:a="http://schemas.openxmlformats.org/drawingml/2006/main">
            <a:r>
              <a:t>Working Title: 정보의 범위와 제공 시점</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공통 안내와 작업별 상세는 범위·제공 시점을 나눌 수 있다. 반복되는 수행 절차의 유지 방법은 다음 ACT에서 검토할 질문으로 남긴다.</a:t>
            </a:r>
          </a:p>
          <a:p xmlns:a="http://schemas.openxmlformats.org/drawingml/2006/main">
            <a:r>
              <a:t/>
            </a:r>
          </a:p>
          <a:p xmlns:a="http://schemas.openxmlformats.org/drawingml/2006/main">
            <a:r>
              <a:t>Opening Question: “무엇은 항상 필요하고, 무엇은 Task에 따라 찾아야 할까?”</a:t>
            </a:r>
          </a:p>
          <a:p xmlns:a="http://schemas.openxmlformats.org/drawingml/2006/main">
            <a:r>
              <a:t/>
            </a:r>
          </a:p>
          <a:p xmlns:a="http://schemas.openxmlformats.org/drawingml/2006/main">
            <a:r>
              <a:t>Speaker Flow: 1. (0–1분) 앞 장 AGENTS.md에서 모든 상세가 이번 작업에 필요하지 않았음을 회수한다.</a:t>
            </a:r>
          </a:p>
          <a:p xmlns:a="http://schemas.openxmlformats.org/drawingml/2006/main">
            <a:r>
              <a:t>2. (1–3분) 공통 안내와 질문별 상세를 필요한 범위·시점으로 나눈다.</a:t>
            </a:r>
          </a:p>
          <a:p xmlns:a="http://schemas.openxmlformats.org/drawingml/2006/main">
            <a:r>
              <a:t>3. (3–4분) 오른쪽 절차는 아직 남은 질문임을 짚고 해결책을 소개하지 않는다. 다음은 “정보를 넣음”과 “근거를 활용함”의 차이에 관한 연구 질문이다.</a:t>
            </a:r>
          </a:p>
          <a:p xmlns:a="http://schemas.openxmlformats.org/drawingml/2006/main">
            <a:r>
              <a:t/>
            </a:r>
          </a:p>
          <a:p xmlns:a="http://schemas.openxmlformats.org/drawingml/2006/main">
            <a:r>
              <a:t>Evidence / Source: BEAT-012, BEAT-014, STATE-02, CLM-0014, CLM-0015, CLM-0003, CLM-0005, DEC-0051. TEACHING_MODEL / CONCEPTUAL. S40/TRIAL-004의 관련성 관찰을 회수한 설계 모델이다. 도식의 작업별 상세 연결과 성능 절차는 설명용 구성이고 새 Product 관찰·Trial이 아니다.</a:t>
            </a:r>
          </a:p>
          <a:p xmlns:a="http://schemas.openxmlformats.org/drawingml/2006/main">
            <a:r>
              <a:t/>
            </a:r>
          </a:p>
          <a:p xmlns:a="http://schemas.openxmlformats.org/drawingml/2006/main">
            <a:r>
              <a:t>Claim Boundary: FROZEN — 93장 구조·Story·시간·Demo 범위; TEACHING_MODEL; CONCEPTUAL. OpenAI의 공식 분류 체계로 표현하지 않는다. S40의 관련성 질문을 공통 안내/필요할 때 찾을 상세로 회수한다. 세 번째 열은 다음 문제의 예고이며 해결된 재사용 구조가 아니다. 정보의 범위와 수행 방법은 서로 다른 축이고 AGENTS.md에 절차를 쓰면 안 된다는 제품 규칙이 아니다.</a:t>
            </a:r>
          </a:p>
          <a:p xmlns:a="http://schemas.openxmlformats.org/drawingml/2006/main">
            <a:r>
              <a:t/>
            </a:r>
          </a:p>
          <a:p xmlns:a="http://schemas.openxmlformats.org/drawingml/2006/main">
            <a:r>
              <a:t>Beginner Explanation: Some facts apply broadly; details matter for a smaller set of Tasks; a work procedure says how to approach a class of work.</a:t>
            </a:r>
          </a:p>
          <a:p xmlns:a="http://schemas.openxmlformats.org/drawingml/2006/main">
            <a:r>
              <a:t/>
            </a:r>
          </a:p>
          <a:p xmlns:a="http://schemas.openxmlformats.org/drawingml/2006/main">
            <a:r>
              <a:t>Advanced Insight: Keep durable facts, selectively needed details, and workflow responsibility conceptually distinct even when they can all appear outside a Task Prompt.</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Ask the audience to notice that information has different scopes; no category-writing exercise is required.</a:t>
            </a:r>
          </a:p>
          <a:p xmlns:a="http://schemas.openxmlformats.org/drawingml/2006/main">
            <a:r>
              <a:t/>
            </a:r>
          </a:p>
          <a:p xmlns:a="http://schemas.openxmlformats.org/drawingml/2006/main">
            <a:r>
              <a:t>Transition: “정보를 제공했다는 사실과 필요한 근거를 활용했다는 사실을 구분해야 할까요? 두 연구가 실제로 확인한 질문을 각각 보겠습니다.”</a:t>
            </a:r>
          </a:p>
          <a:p xmlns:a="http://schemas.openxmlformats.org/drawingml/2006/main">
            <a:r>
              <a:t/>
            </a:r>
          </a:p>
          <a:p xmlns:a="http://schemas.openxmlformats.org/drawingml/2006/main">
            <a:r>
              <a:t>Time Management: S40 회수30초, 공통 안내1분, 요청별 상세1분, 재사용 절차1분, 경계·S42 연결30초로 Lecture4분을 유지한다. 제품 기능이나 Skill 호출 설명으로 확장하지 않는다.</a:t>
            </a:r>
          </a:p>
          <a:p xmlns:a="http://schemas.openxmlformats.org/drawingml/2006/main">
            <a:r>
              <a:t/>
            </a:r>
          </a:p>
          <a:p xmlns:a="http://schemas.openxmlformats.org/drawingml/2006/main">
            <a:r>
              <a:t>Fallback: LOCAL STATIC ARTIFACT — production/ACT_2.pptx의 S41 또는 production/preview/act2/S41.png를 사용한다. 최종 패키지·PNG·Notes 일치는 production/evaluation/S38_CONTEXT_MODEL_REVISION.md와 검증 JSON을 따른다. 실제 Trial 캡처나 현재 제품 실행으로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S42 — 많이 담아도 같은 근거를 똑같이 쓰는가?</a:t>
            </a:r>
          </a:p>
          <a:p xmlns:a="http://schemas.openxmlformats.org/drawingml/2006/main">
            <a:r>
              <a:t/>
            </a:r>
          </a:p>
          <a:p xmlns:a="http://schemas.openxmlformats.org/drawingml/2006/main">
            <a:r>
              <a:t>Slide ID: S42</a:t>
            </a:r>
          </a:p>
          <a:p xmlns:a="http://schemas.openxmlformats.org/drawingml/2006/main">
            <a:r>
              <a:t/>
            </a:r>
          </a:p>
          <a:p xmlns:a="http://schemas.openxmlformats.org/drawingml/2006/main">
            <a:r>
              <a:t>Working Title: 많이 담아도 같은 근거를 똑같이 쓰는가?</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Lost in the Middle은 문서 QA와 key-value 검색에서 근거 위치를 바꿨을 때 일부 당시 모델·과제의 성능이 달라지는 현상을 관찰했다.</a:t>
            </a:r>
          </a:p>
          <a:p xmlns:a="http://schemas.openxmlformats.org/drawingml/2006/main">
            <a:r>
              <a:t/>
            </a:r>
          </a:p>
          <a:p xmlns:a="http://schemas.openxmlformats.org/drawingml/2006/main">
            <a:r>
              <a:t>Opening Question: “같은 근거가 입력의 어디에 있느냐에 따라 결과가 달랐을까?”</a:t>
            </a:r>
          </a:p>
          <a:p xmlns:a="http://schemas.openxmlformats.org/drawingml/2006/main">
            <a:r>
              <a:t/>
            </a:r>
          </a:p>
          <a:p xmlns:a="http://schemas.openxmlformats.org/drawingml/2006/main">
            <a:r>
              <a:t>Speaker Flow: 1. (0:00–1:00) 문서 QA와 합성 key-value 검색 과제에서 같은 근거의 위치를 바꾸는 질문을 설명한다.</a:t>
            </a:r>
          </a:p>
          <a:p xmlns:a="http://schemas.openxmlformats.org/drawingml/2006/main">
            <a:r>
              <a:t>2. (1:00–3:00) 앞/중간/뒤 도식을 가리키고 당시 일부 모델·과제에서 중간 근거 정답률이 낮아진 관찰을 말한다. 수치 없는 구조 그림을 실제 성능 곡선으로 말하지 않는다.</a:t>
            </a:r>
          </a:p>
          <a:p xmlns:a="http://schemas.openxmlformats.org/drawingml/2006/main">
            <a:r>
              <a:t>3. (3:00–4:00) 현재 Codex의 일반 실패나 Routing 효과로 확대하지 않는다. 마지막에 필요한 코드에 도달했다는 답을 어떤 근거로 확인할지 S43으로 넘긴다.</a:t>
            </a:r>
          </a:p>
          <a:p xmlns:a="http://schemas.openxmlformats.org/drawingml/2006/main">
            <a:r>
              <a:t/>
            </a:r>
          </a:p>
          <a:p xmlns:a="http://schemas.openxmlformats.org/drawingml/2006/main">
            <a:r>
              <a:t>Evidence / Source: Lost in the Middle, Liu et al., TACL2024,12:157–173; https://aclanthology.org/2024.tacl-1.9/; CLM-0014/SRC-0201; DEC-0052/0060. Reconstructed task-position diagram, no numeric score curve.</a:t>
            </a:r>
          </a:p>
          <a:p xmlns:a="http://schemas.openxmlformats.org/drawingml/2006/main">
            <a:r>
              <a:t/>
            </a:r>
          </a:p>
          <a:p xmlns:a="http://schemas.openxmlformats.org/drawingml/2006/main">
            <a:r>
              <a:t>Claim Boundary: Lost in the Middle의 역사적 모델·과제·조건에 한정한다. 현재 Codex의 실패율, 보편적인 중간 정보 무시, 토큰 임계값, 정보를 더 주면 항상 나빠짐, Routing 우월성·토큰/성능 효과를 주장하지 않는다. 연구의 위치 비교와 실제 코드 탐색 결과 확인은 서로 다른 질문이다.</a:t>
            </a:r>
          </a:p>
          <a:p xmlns:a="http://schemas.openxmlformats.org/drawingml/2006/main">
            <a:r>
              <a:t/>
            </a:r>
          </a:p>
          <a:p xmlns:a="http://schemas.openxmlformats.org/drawingml/2006/main">
            <a:r>
              <a:t>Beginner Explanation: 정보가 입력에 있다는 사실만으로 답에 같은 수준으로 활용됐다고 가정하지 않는다. 다음 장에서는 코드 탐색 결과를 확인할 때 어떤 근거를 요구할지 생각한다.</a:t>
            </a:r>
          </a:p>
          <a:p xmlns:a="http://schemas.openxmlformats.org/drawingml/2006/main">
            <a:r>
              <a:t/>
            </a:r>
          </a:p>
          <a:p xmlns:a="http://schemas.openxmlformats.org/drawingml/2006/main">
            <a:r>
              <a:t>Advanced Insight: 당시 연구의 과제·모델별 결과와 이번 업무의 교육용 확인 기준을 분리한다. 현재 제품의 내부 활용이나 효과를 이 연구로 확정하지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논문 과제의 native 재구성 도식이며 실제 Trial/현재 Codex Screenshot이나 결정론적 실패 Demo가 아니다.</a:t>
            </a:r>
          </a:p>
          <a:p xmlns:a="http://schemas.openxmlformats.org/drawingml/2006/main">
            <a:r>
              <a:t/>
            </a:r>
          </a:p>
          <a:p xmlns:a="http://schemas.openxmlformats.org/drawingml/2006/main">
            <a:r>
              <a:t>Audience Interaction: 같은 근거의 위치만 바꾼 세 입력을 차례로 가리킨다. 다음 장의 코드 확인 질문은 예고만 하고 연구 둘을 병렬로 다시 설명하지 않는다.</a:t>
            </a:r>
          </a:p>
          <a:p xmlns:a="http://schemas.openxmlformats.org/drawingml/2006/main">
            <a:r>
              <a:t/>
            </a:r>
          </a:p>
          <a:p xmlns:a="http://schemas.openxmlformats.org/drawingml/2006/main">
            <a:r>
              <a:t>Transition: “코드에서도 필요한 구현을 찾았다는 답을 무엇으로 확인할까요?”</a:t>
            </a:r>
          </a:p>
          <a:p xmlns:a="http://schemas.openxmlformats.org/drawingml/2006/main">
            <a:r>
              <a:t/>
            </a:r>
          </a:p>
          <a:p xmlns:a="http://schemas.openxmlformats.org/drawingml/2006/main">
            <a:r>
              <a:t>Time Management: 도입/과제1분, 위치 비교/관찰2분, 적용 한계/다음 질문1분으로 Lecture4분. RepoQA 설명 시간을 이 장에 다시 넣지 않는다.</a:t>
            </a:r>
          </a:p>
          <a:p xmlns:a="http://schemas.openxmlformats.org/drawingml/2006/main">
            <a:r>
              <a:t/>
            </a:r>
          </a:p>
          <a:p xmlns:a="http://schemas.openxmlformats.org/drawingml/2006/main">
            <a:r>
              <a:t>Fallback: LOCAL STATIC ARTIFACT — production/ACT_2.pptx / S42; production/preview/act2/S42.png.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S43 — AI가 필요한 코드를 찾았다는 것을 무엇으로 확인할까?</a:t>
            </a:r>
          </a:p>
          <a:p xmlns:a="http://schemas.openxmlformats.org/drawingml/2006/main">
            <a:r>
              <a:t/>
            </a:r>
          </a:p>
          <a:p xmlns:a="http://schemas.openxmlformats.org/drawingml/2006/main">
            <a:r>
              <a:t>Slide ID: S43</a:t>
            </a:r>
          </a:p>
          <a:p xmlns:a="http://schemas.openxmlformats.org/drawingml/2006/main">
            <a:r>
              <a:t/>
            </a:r>
          </a:p>
          <a:p xmlns:a="http://schemas.openxmlformats.org/drawingml/2006/main">
            <a:r>
              <a:t>Working Title: AI가 필요한 코드를 찾았다는 것을 무엇으로 확인할까?</a:t>
            </a:r>
          </a:p>
          <a:p xmlns:a="http://schemas.openxmlformats.org/drawingml/2006/main">
            <a:r>
              <a:t/>
            </a:r>
          </a:p>
          <a:p xmlns:a="http://schemas.openxmlformats.org/drawingml/2006/main">
            <a:r>
              <a:t>ACT / Section: ACT 2 / 2E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함수 이름이나 찾았다는 답만 받지 말고 파일·함수·관련 줄, 요청 조건과 코드의 대응, 필요한 호출부·테스트 기대값을 확인한다. 세 질문은 교육용 기준이며 RepoQA의 채점 기준이 아니다.</a:t>
            </a:r>
          </a:p>
          <a:p xmlns:a="http://schemas.openxmlformats.org/drawingml/2006/main">
            <a:r>
              <a:t/>
            </a:r>
          </a:p>
          <a:p xmlns:a="http://schemas.openxmlformats.org/drawingml/2006/main">
            <a:r>
              <a:t>Opening Question: “AI가 필요한 코드를 찾았다는 것을 무엇으로 확인할까?”</a:t>
            </a:r>
          </a:p>
          <a:p xmlns:a="http://schemas.openxmlformats.org/drawingml/2006/main">
            <a:r>
              <a:t/>
            </a:r>
          </a:p>
          <a:p xmlns:a="http://schemas.openxmlformats.org/drawingml/2006/main">
            <a:r>
              <a:t>Speaker Flow: 1. (0:00–0:40) S42에서 정보의 존재와 활용을 구분한 뒤, 코드에서도 찾았다는 답을 무엇으로 확인할지 묻는다. 왼쪽 요청은 교육용이며 새로 실행한 Prompt가 아니다.</a:t>
            </a:r>
          </a:p>
          <a:p xmlns:a="http://schemas.openxmlformats.org/drawingml/2006/main">
            <a:r>
              <a:t>2. (0:40–2:40) 기존 crop 코드 일부를 가리키며 오른쪽 세 질문을 짚는다.01 파일·함수·관련 줄을 특정했는가,02 끝 좌표 제외라는 요청과 실제 코드가 맞는가,03 필요한 호출부·테스트 기대값과도 맞는가. 관련 줄만 떼어 전체 구현 정당성을 단정하지 않는다.</a:t>
            </a:r>
          </a:p>
          <a:p xmlns:a="http://schemas.openxmlformats.org/drawingml/2006/main">
            <a:r>
              <a:t>3. (2:40–3:20) 보조 영역 RepoQA를 짧게 소개한다. 기능 설명으로 긴 코드 속 함수를 찾는 과제를 따로 평가했다. 이번 세 질문은 그 논문의 채점 기준이 아니다.</a:t>
            </a:r>
          </a:p>
          <a:p xmlns:a="http://schemas.openxmlformats.org/drawingml/2006/main">
            <a:r>
              <a:t>4. (3:20–4:00) 이제 확인할 근거를 어디서 찾게 할지 S44의 위치 안내 설계로 넘긴다.</a:t>
            </a:r>
          </a:p>
          <a:p xmlns:a="http://schemas.openxmlformats.org/drawingml/2006/main">
            <a:r>
              <a:t/>
            </a:r>
          </a:p>
          <a:p xmlns:a="http://schemas.openxmlformats.org/drawingml/2006/main">
            <a:r>
              <a:t>Evidence / Source: TEACHING_MODEL / RESEARCH. 코드 출처: Demo STATE-00-FIXED의 src/graypipe/transform.py, crop 6–16행 중13행 row[x_start : x_end] 발췌. 동일한 구현 수정은 기존 TRIAL-002/STATE-00-FIXED 기록에 보존돼 있다. 교육용 요청은 구성 예이며 새 탐색 실행이나 원문 Trial Prompt가 아니다. 보조 연구: RepoQA(2024), https://arxiv.org/abs/2406.06025 / CLM-0015 / SRC-0204. DEC-0061.</a:t>
            </a:r>
          </a:p>
          <a:p xmlns:a="http://schemas.openxmlformats.org/drawingml/2006/main">
            <a:r>
              <a:t/>
            </a:r>
          </a:p>
          <a:p xmlns:a="http://schemas.openxmlformats.org/drawingml/2006/main">
            <a:r>
              <a:t>Claim Boundary: 세 확인 질문은 이 교육의 업무용 모델이며 공식 제품 규칙이나 RepoQA의 평가 rubric이 아니다. 기존 코드 발췌는 실제 Agent가 이번 요청에서 찾았다는 증거가 아니다. RepoQA의 함수 검색 결과는 현재 Codex의 탐색·수정·도구·테스트 전체를 검증하지 않으며, Routing 우월성·토큰 절약·성능 개선을 입증하지 않는다. 한 코드 줄만으로 전체 계약/구현 정당성을 판단하지 않는다.</a:t>
            </a:r>
          </a:p>
          <a:p xmlns:a="http://schemas.openxmlformats.org/drawingml/2006/main">
            <a:r>
              <a:t/>
            </a:r>
          </a:p>
          <a:p xmlns:a="http://schemas.openxmlformats.org/drawingml/2006/main">
            <a:r>
              <a:t>Beginner Explanation: 찾았다는 답을 받으면 파일 위치와 관련 코드를 확인하고, 내가 물은 조건에 맞는지 대조한다. 필요한 경우 호출부와 관련 테스트의 기대값도 확인한다.</a:t>
            </a:r>
          </a:p>
          <a:p xmlns:a="http://schemas.openxmlformats.org/drawingml/2006/main">
            <a:r>
              <a:t/>
            </a:r>
          </a:p>
          <a:p xmlns:a="http://schemas.openxmlformats.org/drawingml/2006/main">
            <a:r>
              <a:t>Advanced Insight: 보존할 연구 조건: RepoQA는 자연어 기능 설명+코드 입력에서 해당 함수 코드를 반환하게 하고 정답 함수와 유사도를 비교한 함수 검색 과제다.50개 저장소/5개 언어/500개 과제, 주 평가 코드 입력16K(CodeLlama tokenizer 기준)는 실험 조건이며 전체 Prompt 길이나 현재 Codex 한도가 아니다. 모델·언어별 함수 찾기 성능 차이를 관찰한 범위이고 Lost in the Middle의 위치별 곡선을 재현한 연구가 아니다. 이 세 업무용 질문의 효과를 측정한 연구로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정적 교육용 확인 예. 보존된 코드 한 줄을 인용하며 새 Trial, 검색, 설치, 테스트 실행, PASS/FAIL, 실제 Agent 응답 캡처를 만들지 않는다.</a:t>
            </a:r>
          </a:p>
          <a:p xmlns:a="http://schemas.openxmlformats.org/drawingml/2006/main">
            <a:r>
              <a:t/>
            </a:r>
          </a:p>
          <a:p xmlns:a="http://schemas.openxmlformats.org/drawingml/2006/main">
            <a:r>
              <a:t>Audience Interaction: “crop 함수입니다라는 이름만 받으면 충분할까요?”를 짧게 던진 뒤 오른쪽 세 질문을 순서대로 가리킨다. 추가 실습·Q&amp;A·소요 시간을 만들지 않는다.</a:t>
            </a:r>
          </a:p>
          <a:p xmlns:a="http://schemas.openxmlformats.org/drawingml/2006/main">
            <a:r>
              <a:t/>
            </a:r>
          </a:p>
          <a:p xmlns:a="http://schemas.openxmlformats.org/drawingml/2006/main">
            <a:r>
              <a:t>Transition: “확인할 근거를 정했다면, 그 명세와 코드를 어디서 찾게 할까요?”</a:t>
            </a:r>
          </a:p>
          <a:p xmlns:a="http://schemas.openxmlformats.org/drawingml/2006/main">
            <a:r>
              <a:t/>
            </a:r>
          </a:p>
          <a:p xmlns:a="http://schemas.openxmlformats.org/drawingml/2006/main">
            <a:r>
              <a:t>Time Management: Lecture4분 유지. 도입40초, 세 확인 질문2분, RepoQA 보조40초, S44 handoff40초.50/5/500,16K, 모델 순위·채점 구현은 발표 화면에서 강의하지 않고 필요한 질문 때만 Notes의 범위 안에서 설명한다.</a:t>
            </a:r>
          </a:p>
          <a:p xmlns:a="http://schemas.openxmlformats.org/drawingml/2006/main">
            <a:r>
              <a:t/>
            </a:r>
          </a:p>
          <a:p xmlns:a="http://schemas.openxmlformats.org/drawingml/2006/main">
            <a:r>
              <a:t>Fallback: LOCAL STATIC ARTIFACT — production/ACT_2.pptx / S43; production/preview/act2/S43.png.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S44 — 필요한 상세 정보로 가는 길</a:t>
            </a:r>
          </a:p>
          <a:p xmlns:a="http://schemas.openxmlformats.org/drawingml/2006/main">
            <a:r>
              <a:t/>
            </a:r>
          </a:p>
          <a:p xmlns:a="http://schemas.openxmlformats.org/drawingml/2006/main">
            <a:r>
              <a:t>Slide ID: S44</a:t>
            </a:r>
          </a:p>
          <a:p xmlns:a="http://schemas.openxmlformats.org/drawingml/2006/main">
            <a:r>
              <a:t/>
            </a:r>
          </a:p>
          <a:p xmlns:a="http://schemas.openxmlformats.org/drawingml/2006/main">
            <a:r>
              <a:t>Working Title: 필요한 상세 정보로 가는 길</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작업 질문에서 관련 상세 명세까지 도달할 위치를 기본 안내에서 찾게 설계한다.</a:t>
            </a:r>
          </a:p>
          <a:p xmlns:a="http://schemas.openxmlformats.org/drawingml/2006/main">
            <a:r>
              <a:t/>
            </a:r>
          </a:p>
          <a:p xmlns:a="http://schemas.openxmlformats.org/drawingml/2006/main">
            <a:r>
              <a:t>Opening Question: “이 요청은 어떤 문서를 근거로 답해야 할까?”</a:t>
            </a:r>
          </a:p>
          <a:p xmlns:a="http://schemas.openxmlformats.org/drawingml/2006/main">
            <a:r>
              <a:t/>
            </a:r>
          </a:p>
          <a:p xmlns:a="http://schemas.openxmlformats.org/drawingml/2006/main">
            <a:r>
              <a:t>Speaker Flow: 1. (0:00–0:30) “앞 장에서 위치·동작·주변 근거를 확인할 질문을 정했습니다. 이제 그 근거를 어디서 찾게 할까요?”로 시작한다.</a:t>
            </a:r>
          </a:p>
          <a:p xmlns:a="http://schemas.openxmlformats.org/drawingml/2006/main">
            <a:r>
              <a:t>2. (0:30–2:10) 요청→AGENTS.md 위치 안내→관련 상세 명세의 관계만 가리킨다. 이 그림은 설계 경로이며 실제 읽기 순서가 아니다.</a:t>
            </a:r>
          </a:p>
          <a:p xmlns:a="http://schemas.openxmlformats.org/drawingml/2006/main">
            <a:r>
              <a:t>3. (2:10–3:00) C++ 알고리즘 명세에도 같은 위치 안내 패턴을 짧게 연결하고 다음 장의 기본 안내/상세 배치 기준으로 넘긴다.</a:t>
            </a:r>
          </a:p>
          <a:p xmlns:a="http://schemas.openxmlformats.org/drawingml/2006/main">
            <a:r>
              <a:t/>
            </a:r>
          </a:p>
          <a:p xmlns:a="http://schemas.openxmlformats.org/drawingml/2006/main">
            <a:r>
              <a:t>Evidence / Source: TEACHING_MODEL / CONCEPTUAL. BEAT-014, STATE-03, CLM-0003/0005/0014/0015, DEC-0053. Historical Demo tag STATE-03 at f3e2e37b1454e28c5de4c44682ebd49378ebae4b: AGENTS.md17–20의 Context Routing에서 이미지 동작/crop→docs/image-contracts.md를 안내한다. 같은 tag의 docs/image-contracts.md20–24가 half-open crop 명세를 기록한다. plan/DEMO_MATRIX.md의 STATE-03 및 TRIAL-005A/B는 후속 구조·관찰 근거다. 문서명과 명세는 보존 기록을 참조하지만 화면의 요청/안내는 요약·재구성이다. 새 Trial은 실행하지 않았다.</a:t>
            </a:r>
          </a:p>
          <a:p xmlns:a="http://schemas.openxmlformats.org/drawingml/2006/main">
            <a:r>
              <a:t/>
            </a:r>
          </a:p>
          <a:p xmlns:a="http://schemas.openxmlformats.org/drawingml/2006/main">
            <a:r>
              <a:t>Claim Boundary: FROZEN — 93장 구조·Story·시간·Demo 범위; TEACHING_MODEL; REQUIRES PRODUCT CHECK — 구체적 Windows·shell·IDE·hardware 지시를 추가하는 경우; CONCEPTUAL. Routing으로 성능 향상이나 Token 절약이 입증됐다고 주장하지 않는다. S42–40의 연구에서 과제별 근거 확인으로 돌아온다. 질문·위치 안내·답변 근거의 서로 다른 역할만 짚고, 다음 장의 배치 기준과 그다음 장의 실제 파일 재구성을 미리 해설하지 않는다.</a:t>
            </a:r>
          </a:p>
          <a:p xmlns:a="http://schemas.openxmlformats.org/drawingml/2006/main">
            <a:r>
              <a:t/>
            </a:r>
          </a:p>
          <a:p xmlns:a="http://schemas.openxmlformats.org/drawingml/2006/main">
            <a:r>
              <a:t>Beginner Explanation: 작업 요청에는 궁금한 것을 쓰고, AGENTS.md에는 어느 상세 문서를 볼지 안내한다. 구체적인 답에 필요한 규칙은 그 문서의 명세에서 확인한다.</a:t>
            </a:r>
          </a:p>
          <a:p xmlns:a="http://schemas.openxmlformats.org/drawingml/2006/main">
            <a:r>
              <a:t/>
            </a:r>
          </a:p>
          <a:p xmlns:a="http://schemas.openxmlformats.org/drawingml/2006/main">
            <a:r>
              <a:t>Advanced Insight: 위치 안내와 상세 명세를 분리하면 발견성·유지 비용을 설계할 수 있다. 실제로 무엇을 읽고 활용했는지는 별도 관찰·검증 문제이며 이 도식만으로 성공을 보장하지 않는다.</a:t>
            </a:r>
          </a:p>
          <a:p xmlns:a="http://schemas.openxmlformats.org/drawingml/2006/main">
            <a:r>
              <a:t/>
            </a:r>
          </a:p>
          <a:p xmlns:a="http://schemas.openxmlformats.org/drawingml/2006/main">
            <a:r>
              <a:t>C++ Vision Bridge: 같은 설계 패턴으로 공통 Project 제약을 확인한 뒤 해당 알고리즘 명세에 도달하는 예를 짧게 연결한다. Python Demo의 문서가 C++ 실행 근거라는 뜻이 아니며 환경 명령·도구·hardware 목록을 추가하지 않는다.</a:t>
            </a:r>
          </a:p>
          <a:p xmlns:a="http://schemas.openxmlformats.org/drawingml/2006/main">
            <a:r>
              <a:t/>
            </a:r>
          </a:p>
          <a:p xmlns:a="http://schemas.openxmlformats.org/drawingml/2006/main">
            <a:r>
              <a:t>Demo Operation: N/A. 하나의 native 교육용 안내 관계도다. 실제 STATE-03 문서 분리 구조와 TRIAL-005 접근 기록은 뒤 구간에 남긴다.</a:t>
            </a:r>
          </a:p>
          <a:p xmlns:a="http://schemas.openxmlformats.org/drawingml/2006/main">
            <a:r>
              <a:t/>
            </a:r>
          </a:p>
          <a:p xmlns:a="http://schemas.openxmlformats.org/drawingml/2006/main">
            <a:r>
              <a:t>Audience Interaction: 작업 질문, 위치 안내, 상세 명세를 순서대로 가리켜 각자의 역할을 구분한다. 새 실습이나 토론 시간을 추가하지 않는다.</a:t>
            </a:r>
          </a:p>
          <a:p xmlns:a="http://schemas.openxmlformats.org/drawingml/2006/main">
            <a:r>
              <a:t/>
            </a:r>
          </a:p>
          <a:p xmlns:a="http://schemas.openxmlformats.org/drawingml/2006/main">
            <a:r>
              <a:t>Transition: “그렇다면 기본 안내와 상세를 나눌 기준은 무엇일까요?”</a:t>
            </a:r>
          </a:p>
          <a:p xmlns:a="http://schemas.openxmlformats.org/drawingml/2006/main">
            <a:r>
              <a:t/>
            </a:r>
          </a:p>
          <a:p xmlns:a="http://schemas.openxmlformats.org/drawingml/2006/main">
            <a:r>
              <a:t>Time Management: 도입30초, 관계도100초, C++ 패턴과 다음 질문50초로3분을 유지한다. 시간이 부족하면 C++ 설명을 줄이고 작업 질문·안내·명세의 구분과 실제 읽기 순서가 아니라는 경계를 남긴다.</a:t>
            </a:r>
          </a:p>
          <a:p xmlns:a="http://schemas.openxmlformats.org/drawingml/2006/main">
            <a:r>
              <a:t/>
            </a:r>
          </a:p>
          <a:p xmlns:a="http://schemas.openxmlformats.org/drawingml/2006/main">
            <a:r>
              <a:t>Fallback: LOCAL STATIC ARTIFACT — production/ACT_2.pptx / S44; production/preview/act2/S44.png. 코드·연구 도식은 표시된 교육용/발췌 범위다. 최종 패키지·PNG·Notes 대조는 production/evaluation/S40_CODE_EVIDENCE_REVISION.md를 따른다. 실제 실행 캡처나 현재 제품 실행을 뜻하지 않는다.</a:t>
            </a:r>
          </a:p>
          <a:p xmlns:a="http://schemas.openxmlformats.org/drawingml/2006/main">
            <a:r>
              <a:t/>
            </a:r>
          </a:p>
          <a:p xmlns:a="http://schemas.openxmlformats.org/drawingml/2006/main">
            <a:r>
              <a:t>Validation Status: REVIEWED — DEC-0061의 질문·기존 코드 인용·보조 연구·S42/S44 운영 연결을 대조했다. 최종 패키지/PNG/내장 Notes 대조는 production/evaluation/S40_CODE_EVIDENCE_REVISION.md에 기록한다. Windows, room, product/account and 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S45 — AGENTS.md에는 무엇을 남길까?</a:t>
            </a:r>
          </a:p>
          <a:p xmlns:a="http://schemas.openxmlformats.org/drawingml/2006/main">
            <a:r>
              <a:t/>
            </a:r>
          </a:p>
          <a:p xmlns:a="http://schemas.openxmlformats.org/drawingml/2006/main">
            <a:r>
              <a:t>Slide ID: S45</a:t>
            </a:r>
          </a:p>
          <a:p xmlns:a="http://schemas.openxmlformats.org/drawingml/2006/main">
            <a:r>
              <a:t/>
            </a:r>
          </a:p>
          <a:p xmlns:a="http://schemas.openxmlformats.org/drawingml/2006/main">
            <a:r>
              <a:t>Working Title: AGENTS.md에는 무엇을 남길까?</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여러 작업의 출발점이 되는 안내는 공통 위치에, 특정 질문의 깊은 명세는 관련 상세에 두고 참조 위치를 남긴다.</a:t>
            </a:r>
          </a:p>
          <a:p xmlns:a="http://schemas.openxmlformats.org/drawingml/2006/main">
            <a:r>
              <a:t/>
            </a:r>
          </a:p>
          <a:p xmlns:a="http://schemas.openxmlformats.org/drawingml/2006/main">
            <a:r>
              <a:t>Opening Question: “무엇을 항상 읽고, 무엇을 필요할 때 찾게 할까?”</a:t>
            </a:r>
          </a:p>
          <a:p xmlns:a="http://schemas.openxmlformats.org/drawingml/2006/main">
            <a:r>
              <a:t/>
            </a:r>
          </a:p>
          <a:p xmlns:a="http://schemas.openxmlformats.org/drawingml/2006/main">
            <a:r>
              <a:t>Speaker Flow: 1. (0–1분) 적용 범위가 여러 Task인지 특정 질문인지 비교한다.</a:t>
            </a:r>
          </a:p>
          <a:p xmlns:a="http://schemas.openxmlformats.org/drawingml/2006/main">
            <a:r>
              <a:t>2. (1–3분) 기본 방향/공통 제약/실행·검증 진입점은 출발점, 깊은 명세/설정은 관련 작업의 상세로 두는 기준을 설명한다.</a:t>
            </a:r>
          </a:p>
          <a:p xmlns:a="http://schemas.openxmlformats.org/drawingml/2006/main">
            <a:r>
              <a:t>3. (3–4분) C++ 공통 빌드 진입점과 장비별 조건을 짧게 대조한다. 실제 파일 세 개의 이름은 다음 전후 장에서 확인한다.</a:t>
            </a:r>
          </a:p>
          <a:p xmlns:a="http://schemas.openxmlformats.org/drawingml/2006/main">
            <a:r>
              <a:t/>
            </a:r>
          </a:p>
          <a:p xmlns:a="http://schemas.openxmlformats.org/drawingml/2006/main">
            <a:r>
              <a:t>Evidence / Source: TEACHING_MODEL / CONCEPTUAL. BEAT-014, CLM-0003/0005/0014/0015, DEC-0054. Historical Demo STATE-03 at f3e2e37b1454e28c5de4c44682ebd49378ebae4b의 AGENTS.md3–20은 목적·로컬 파일·기존 동작 보존·README/검증 진입 안내·주제별 문서 위치를 기록한다. docs/architecture.md는 처리 순서·모듈 역할, docs/image-contracts.md는 crop/resize 명세, docs/testing.md는 테스트 위치·검증 범위를 담는다. 파일명과 내용의 예는 이 보존 기록에 근거한 요약이며 전체 지침의 재현이나 제품 실행 결과가 아니다. 실제 STATE-03 구조 변화와 TRIAL-005A/B 접근 관찰은 S46 이후에 구분한다.</a:t>
            </a:r>
          </a:p>
          <a:p xmlns:a="http://schemas.openxmlformats.org/drawingml/2006/main">
            <a:r>
              <a:t/>
            </a:r>
          </a:p>
          <a:p xmlns:a="http://schemas.openxmlformats.org/drawingml/2006/main">
            <a:r>
              <a:t>Claim Boundary: FROZEN — 93장 구조·Story·시간·Demo 범위; FROZEN WITH SCOPE; TEACHING_MODEL; REQUIRES PRODUCT CHECK — 구체적 Windows·shell·IDE·hardware 지시를 추가하는 경우; CONCEPTUAL. 이 설계만으로 정보 검색 성능이 향상된다고 주장하지 않는다. 파일명 외우기 대신 각 정보가 어떤 작업에 언제 필요한지 판단하는 기준을 설명한다. 명령·검증 규칙도 공통 안내가 될 수 있다. 실제3개 상세 문서로 옮긴 결과는 다음 장에 남긴다.</a:t>
            </a:r>
          </a:p>
          <a:p xmlns:a="http://schemas.openxmlformats.org/drawingml/2006/main">
            <a:r>
              <a:t/>
            </a:r>
          </a:p>
          <a:p xmlns:a="http://schemas.openxmlformats.org/drawingml/2006/main">
            <a:r>
              <a:t>Beginner Explanation: 여러 작업에서 공통으로 필요한 안내와 그 작업을 해결할 때 자세히 볼 규칙을 나눠둔다. AGENTS.md에는 상세 문서의 위치도 남겨 어디서 확인할지 알 수 있게 한다.</a:t>
            </a:r>
          </a:p>
          <a:p xmlns:a="http://schemas.openxmlformats.org/drawingml/2006/main">
            <a:r>
              <a:t/>
            </a:r>
          </a:p>
          <a:p xmlns:a="http://schemas.openxmlformats.org/drawingml/2006/main">
            <a:r>
              <a:t>Advanced Insight: 정보의 Scope와 필요한 시점, 공통 안내의 안정성, 상세의 발견성·유지 비용을 함께 설계한다. 파일 크기나 문서 분리 자체는 검색 성능의 근거가 아니며 재사용 절차와 정보 배치도 같은 책임으로 섞지 않는다.</a:t>
            </a:r>
          </a:p>
          <a:p xmlns:a="http://schemas.openxmlformats.org/drawingml/2006/main">
            <a:r>
              <a:t/>
            </a:r>
          </a:p>
          <a:p xmlns:a="http://schemas.openxmlformats.org/drawingml/2006/main">
            <a:r>
              <a:t>C++ Vision Bridge: 기본 안내의 빌드·검증 진입점/공통 제약과 관련 상세의 알고리즘 명세/하드웨어 조건을 비교한다. 통합1분 범위이며 도구 목록·구체적 환경 명령·C++ 실행 검증을 추가하지 않는다.</a:t>
            </a:r>
          </a:p>
          <a:p xmlns:a="http://schemas.openxmlformats.org/drawingml/2006/main">
            <a:r>
              <a:t/>
            </a:r>
          </a:p>
          <a:p xmlns:a="http://schemas.openxmlformats.org/drawingml/2006/main">
            <a:r>
              <a:t>Demo Operation: N/A. 이 장은 native 정보 배치 모델이다. 실제 문서 분리 전후는 S46, 문서 접근의 관찰과 한계는 S47–47에 남긴다.</a:t>
            </a:r>
          </a:p>
          <a:p xmlns:a="http://schemas.openxmlformats.org/drawingml/2006/main">
            <a:r>
              <a:t/>
            </a:r>
          </a:p>
          <a:p xmlns:a="http://schemas.openxmlformats.org/drawingml/2006/main">
            <a:r>
              <a:t>Audience Interaction: 상단 질문으로 공통 안내와 특정 작업의 상세를 비교하게 한다. 완전한 분류표를 만들게 하거나 실습·별도 토론 시간을 추가하지 않는다.</a:t>
            </a:r>
          </a:p>
          <a:p xmlns:a="http://schemas.openxmlformats.org/drawingml/2006/main">
            <a:r>
              <a:t/>
            </a:r>
          </a:p>
          <a:p xmlns:a="http://schemas.openxmlformats.org/drawingml/2006/main">
            <a:r>
              <a:t>Transition: “이 기준을 보존된 프로젝트 문서에 실제로 적용한 전후를 보겠습니다.”</a:t>
            </a:r>
          </a:p>
          <a:p xmlns:a="http://schemas.openxmlformats.org/drawingml/2006/main">
            <a:r>
              <a:t/>
            </a:r>
          </a:p>
          <a:p xmlns:a="http://schemas.openxmlformats.org/drawingml/2006/main">
            <a:r>
              <a:t>Time Management: 도입30초, 기본 안내60초, 관련 상세90초, C++ 연결과 Transition60초로4분을 유지한다. 시간이 부족하면 상세 예의 반복 설명을 줄이고 기본 안내/상세 범위와 자동 로딩 미보장 경계를 남긴다.</a:t>
            </a:r>
          </a:p>
          <a:p xmlns:a="http://schemas.openxmlformats.org/drawingml/2006/main">
            <a:r>
              <a:t/>
            </a:r>
          </a:p>
          <a:p xmlns:a="http://schemas.openxmlformats.org/drawingml/2006/main">
            <a:r>
              <a:t>Fallback: LOCAL STATIC ARTIFACT — production/ACT_2.pptx의 S45 또는 production/preview/act2/S45.png를 사용한다. 최종 패키지·PNG·Notes 일치는 production/evaluation/S42_CORE_DETAIL_REVISION.md와 검증 JSON을 따른다. 실제 실행 Screenshot이나 자동 로딩 기록으로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S46 — 정보를 지우지 않고 위치를 나누기</a:t>
            </a:r>
          </a:p>
          <a:p xmlns:a="http://schemas.openxmlformats.org/drawingml/2006/main">
            <a:r>
              <a:t/>
            </a:r>
          </a:p>
          <a:p xmlns:a="http://schemas.openxmlformats.org/drawingml/2006/main">
            <a:r>
              <a:t>Slide ID: S46</a:t>
            </a:r>
          </a:p>
          <a:p xmlns:a="http://schemas.openxmlformats.org/drawingml/2006/main">
            <a:r>
              <a:t/>
            </a:r>
          </a:p>
          <a:p xmlns:a="http://schemas.openxmlformats.org/drawingml/2006/main">
            <a:r>
              <a:t>Working Title: 정보를 지우지 않고 위치를 나누기</a:t>
            </a:r>
          </a:p>
          <a:p xmlns:a="http://schemas.openxmlformats.org/drawingml/2006/main">
            <a:r>
              <a:t/>
            </a:r>
          </a:p>
          <a:p xmlns:a="http://schemas.openxmlformats.org/drawingml/2006/main">
            <a:r>
              <a:t>ACT / Section: ACT 2 / 2F</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2 minutes + Demo 2 minutes (CAPTURED) + Case 1 minute</a:t>
            </a:r>
          </a:p>
          <a:p xmlns:a="http://schemas.openxmlformats.org/drawingml/2006/main">
            <a:r>
              <a:t/>
            </a:r>
          </a:p>
          <a:p xmlns:a="http://schemas.openxmlformats.org/drawingml/2006/main">
            <a:r>
              <a:t>Primary Message: STATE-03은 세부 정보를 삭제하는 변화가 아니라 Scope에 맞는 위치로 옮기는 변화다.</a:t>
            </a:r>
          </a:p>
          <a:p xmlns:a="http://schemas.openxmlformats.org/drawingml/2006/main">
            <a:r>
              <a:t/>
            </a:r>
          </a:p>
          <a:p xmlns:a="http://schemas.openxmlformats.org/drawingml/2006/main">
            <a:r>
              <a:t>Opening Question: “정보를 나누면 무엇이 바뀌고, 무엇을 그대로 보존해야 할까?”</a:t>
            </a:r>
          </a:p>
          <a:p xmlns:a="http://schemas.openxmlformats.org/drawingml/2006/main">
            <a:r>
              <a:t/>
            </a:r>
          </a:p>
          <a:p xmlns:a="http://schemas.openxmlformats.org/drawingml/2006/main">
            <a:r>
              <a:t>Speaker Flow: 1. (0–2분, Lecture) 앞 장의 기준을 실제 문서 변화에 적용했음을 설명한다.</a:t>
            </a:r>
          </a:p>
          <a:p xmlns:a="http://schemas.openxmlformats.org/drawingml/2006/main">
            <a:r>
              <a:t>2. (2–4분, Demo/CAPTURED) 보존된 State 문서의 A/B/C 핵심 주제가 각 상세 파일로 간 대응과 기본 안내·참조 위치 추가를 확인한다.</a:t>
            </a:r>
          </a:p>
          <a:p xmlns:a="http://schemas.openxmlformats.org/drawingml/2006/main">
            <a:r>
              <a:t>3. (4–5분, Case) 문자 그대로 복사한 것이 아니라 재서술·상세화도 있었다고 말한다. 정보가 사라지지 않았는지 대조하는 책임을 회수한다.</a:t>
            </a:r>
          </a:p>
          <a:p xmlns:a="http://schemas.openxmlformats.org/drawingml/2006/main">
            <a:r>
              <a:t/>
            </a:r>
          </a:p>
          <a:p xmlns:a="http://schemas.openxmlformats.org/drawingml/2006/main">
            <a:r>
              <a:t>Evidence / Source: OBSERVED_PRODUCT for retained Git file structures and topic correspondence; TEACHING_MODEL for the diagram and routing interpretation. STATE-02 at55c045523ed1409449d7eea5b0d873983fe101b6 → STATE-03 atf3e2e37b1454e28c5de4c44682ebd49378ebae4b. 변경은 AGENTS.md와 새 docs/architecture.md, docs/image-contracts.md, docs/testing.md4개뿐이다. 기존 Architecture/CLI Summary는 architecture, Image Contract는 image-contracts, Test의 구성/통합 검증 설명은 testing으로 재배치됐다. Project/로컬 데이터/Build-Run/전체 검증/기존 동작·의존성·범위 제약은 기본 안내에 남았다. 상세 문서의 표·설명·테스트 예와 root Context Routing 안내는 추가/보강됐다. plan/DEMO_MATRIX.md의 STATE-03 보존 대응표와 당시 검증 기록, DEMO-06, BEAT-014–015, CLM-0003/0005/0014/0015, DEC-0055를 따른다. 이번에 새 Trial이나 테스트를 실행하지 않았다.</a:t>
            </a:r>
          </a:p>
          <a:p xmlns:a="http://schemas.openxmlformats.org/drawingml/2006/main">
            <a:r>
              <a:t/>
            </a:r>
          </a:p>
          <a:p xmlns:a="http://schemas.openxmlformats.org/drawingml/2006/main">
            <a:r>
              <a:t>Claim Boundary: 핵심 사실·제약을 유지한 의미상 재구성이지 문자 단위 완전 동일, 모든 내용의 단순 이동, 정보량 불변을 주장하지 않는다. 화살표는 재배치 대응이고 실제 읽기 순서·자동 로딩·필요 문서만 선택·AGENTS.md 단독 인과성·완벽한 Routing을 뜻하지 않는다. Progressive Disclosure는 교육용 정보 설계 패턴이다. 토큰 절약·성능/정확도/속도 향상·현재 Codex Desktop 재현이나 C++ 실행 결과를 주장하지 않는다.</a:t>
            </a:r>
          </a:p>
          <a:p xmlns:a="http://schemas.openxmlformats.org/drawingml/2006/main">
            <a:r>
              <a:t/>
            </a:r>
          </a:p>
          <a:p xmlns:a="http://schemas.openxmlformats.org/drawingml/2006/main">
            <a:r>
              <a:t>Beginner Explanation: 기본 안내는 남겨두고 자세한 규칙을 주제별 문서로 옮겼다. 기존에 중요했던 정보가 어디로 갔는지 A/B/C를 따라 확인할 수 있다.</a:t>
            </a:r>
          </a:p>
          <a:p xmlns:a="http://schemas.openxmlformats.org/drawingml/2006/main">
            <a:r>
              <a:t/>
            </a:r>
          </a:p>
          <a:p xmlns:a="http://schemas.openxmlformats.org/drawingml/2006/main">
            <a:r>
              <a:t>Advanced Insight: 핵심 사실 보존, 문구 재서술·상세화, 안내 경로 추가를 구분한다. 문서 배치의 변화와 실제 Agent의 근거 접근·활용은 다른 관찰 대상이다.</a:t>
            </a:r>
          </a:p>
          <a:p xmlns:a="http://schemas.openxmlformats.org/drawingml/2006/main">
            <a:r>
              <a:t/>
            </a:r>
          </a:p>
          <a:p xmlns:a="http://schemas.openxmlformats.org/drawingml/2006/main">
            <a:r>
              <a:t>C++ Vision Bridge: 공통 제약과 빌드/검증 진입 안내는 기본 안내에, 알고리즘·모듈 명세·하드웨어 조건은 관련 상세에 둘 수 있다는 범위 패턴이다. Case1분+마지막 Lecture1분에 총2분을 통합하며 구체적 환경 조작·실측 결과를 추가하지 않는다.</a:t>
            </a:r>
          </a:p>
          <a:p xmlns:a="http://schemas.openxmlformats.org/drawingml/2006/main">
            <a:r>
              <a:t/>
            </a:r>
          </a:p>
          <a:p xmlns:a="http://schemas.openxmlformats.org/drawingml/2006/main">
            <a:r>
              <a:t>Demo Operation: CAPTURED / RECONSTRUCTED EVIDENCE — 고정된 STATE-02→STATE-03 문서 구조 기록의 native 재구성 도식을2분간 비교한다. 원본 Screenshot이나 현재 제품 실행이 아니다. 실제 문서 접근 결과는 S47–47에 남기고 Live 탐색은 하지 않는다.</a:t>
            </a:r>
          </a:p>
          <a:p xmlns:a="http://schemas.openxmlformats.org/drawingml/2006/main">
            <a:r>
              <a:t/>
            </a:r>
          </a:p>
          <a:p xmlns:a="http://schemas.openxmlformats.org/drawingml/2006/main">
            <a:r>
              <a:t>Audience Interaction: Case1분에 정보를 나눠도 무엇이 남아야 하는지 비교 질문을 던진다. 공개 답변 없이 생각해도 되며 실습이나 별도 시간을 추가하지 않는다.</a:t>
            </a:r>
          </a:p>
          <a:p xmlns:a="http://schemas.openxmlformats.org/drawingml/2006/main">
            <a:r>
              <a:t/>
            </a:r>
          </a:p>
          <a:p xmlns:a="http://schemas.openxmlformats.org/drawingml/2006/main">
            <a:r>
              <a:t>Transition: “파일 구조를 나눴으니, 실제 두 요청은 어떤 근거를 열었는지 관찰하겠습니다.”</a:t>
            </a:r>
          </a:p>
          <a:p xmlns:a="http://schemas.openxmlformats.org/drawingml/2006/main">
            <a:r>
              <a:t/>
            </a:r>
          </a:p>
          <a:p xmlns:a="http://schemas.openxmlformats.org/drawingml/2006/main">
            <a:r>
              <a:t>Time Management: Lecture0–1분과4–5분=2분, CAPTURED Demo1–3분=2분, Case3–4분=1분으로 총5분을 유지한다. C++ Bridge는 마지막2분 안에 통합하며 시간을 중복 계산하지 않는다. 시간이 부족하면 문서 상세를 읽는 양을 줄이고 핵심 정보 보존/재서술 범위와 실제 접근 미검증 경계를 남긴다.</a:t>
            </a:r>
          </a:p>
          <a:p xmlns:a="http://schemas.openxmlformats.org/drawingml/2006/main">
            <a:r>
              <a:t/>
            </a:r>
          </a:p>
          <a:p xmlns:a="http://schemas.openxmlformats.org/drawingml/2006/main">
            <a:r>
              <a:t>Fallback: LOCAL STATIC ARTIFACT — production/ACT_2.pptx의 S46 또는 production/preview/full/S46.png, production/preview/act2/S46.png를 사용한다. 최종 패키지·PNG·Notes 일치는 production/evaluation/S43_DOCUMENT_SPLIT_REVISION.md와 검증 JSON을 따른다. DEMO-06의 정적 fallback과 그 hash는 demos/runbooks/FALLBACK_MANIFEST.md에 정렬한다. 실제 실행 캡처로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S47 — 서로 다른 두 Task가 무엇을 읽을까?</a:t>
            </a:r>
          </a:p>
          <a:p xmlns:a="http://schemas.openxmlformats.org/drawingml/2006/main">
            <a:r>
              <a:t/>
            </a:r>
          </a:p>
          <a:p xmlns:a="http://schemas.openxmlformats.org/drawingml/2006/main">
            <a:r>
              <a:t>Slide ID: S47</a:t>
            </a:r>
          </a:p>
          <a:p xmlns:a="http://schemas.openxmlformats.org/drawingml/2006/main">
            <a:r>
              <a:t/>
            </a:r>
          </a:p>
          <a:p xmlns:a="http://schemas.openxmlformats.org/drawingml/2006/main">
            <a:r>
              <a:t>Working Title: 서로 다른 두 Task가 무엇을 읽을까?</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2 minutes</a:t>
            </a:r>
          </a:p>
          <a:p xmlns:a="http://schemas.openxmlformats.org/drawingml/2006/main">
            <a:r>
              <a:t/>
            </a:r>
          </a:p>
          <a:p xmlns:a="http://schemas.openxmlformats.org/drawingml/2006/main">
            <a:r>
              <a:t>Mode Split: Lecture 2 minutes</a:t>
            </a:r>
          </a:p>
          <a:p xmlns:a="http://schemas.openxmlformats.org/drawingml/2006/main">
            <a:r>
              <a:t/>
            </a:r>
          </a:p>
          <a:p xmlns:a="http://schemas.openxmlformats.org/drawingml/2006/main">
            <a:r>
              <a:t>Primary Message: 관련 정보 접근을 확인하려면 Task별 실제 접근을 살펴봐야 한다.</a:t>
            </a:r>
          </a:p>
          <a:p xmlns:a="http://schemas.openxmlformats.org/drawingml/2006/main">
            <a:r>
              <a:t/>
            </a:r>
          </a:p>
          <a:p xmlns:a="http://schemas.openxmlformats.org/drawingml/2006/main">
            <a:r>
              <a:t>Opening Question: “정답을 말하는 것과 실제 근거 접근을 확인하는 것은 어떻게 다를까?”</a:t>
            </a:r>
          </a:p>
          <a:p xmlns:a="http://schemas.openxmlformats.org/drawingml/2006/main">
            <a:r>
              <a:t/>
            </a:r>
          </a:p>
          <a:p xmlns:a="http://schemas.openxmlformats.org/drawingml/2006/main">
            <a:r>
              <a:t>Speaker Flow: 1. (0–1분) A/B 실제 요청 핵심 발췌·번역과 읽기 전용 조건을 읽는다.</a:t>
            </a:r>
          </a:p>
          <a:p xmlns:a="http://schemas.openxmlformats.org/drawingml/2006/main">
            <a:r>
              <a:t>2. (1–2분) crop 정답을 맞히는 퀴즈가 아니라 어떤 근거를 열고 답에 연결했는지를 관찰한다고 안내한다. A와 B의 답은 각각 다음 두 장, 접근 차이는 그다음 장에서 회수한다.</a:t>
            </a:r>
          </a:p>
          <a:p xmlns:a="http://schemas.openxmlformats.org/drawingml/2006/main">
            <a:r>
              <a:t/>
            </a:r>
          </a:p>
          <a:p xmlns:a="http://schemas.openxmlformats.org/drawingml/2006/main">
            <a:r>
              <a:t>Evidence / Source: OBSERVED_PRODUCT setup; outcomes remain on S48–47. TRIAL-005A/B, DEMO-06, BEAT-015–016, CLM-0003/0005/0014/0015, DEC-0056. plan/DEMO_MATRIX.md의 TRIAL-005A/B 원문 Prompt와 당시 실행 환경 기록을 대조했다. A 원문은 current sample image, --crop 1 3의 source columns/output width/end inclusion, current contract/implementation 근거를 요청한다. B는 runtime requirements를 build/package-only tools와 구분해 판단 근거를 요청한다. 두 원문 모두 read-only/no file changes/evidence 조건을 명시한다. 과거 Codex CLI0.154.0의 별도 임시 clone 실행 기록이며 화면의 나란한 배치는 설명 편의용이다. 새 Trial/동시 Subagent 실행/현재 Desktop 검증이 아니다.</a:t>
            </a:r>
          </a:p>
          <a:p xmlns:a="http://schemas.openxmlformats.org/drawingml/2006/main">
            <a:r>
              <a:t/>
            </a:r>
          </a:p>
          <a:p xmlns:a="http://schemas.openxmlformats.org/drawingml/2006/main">
            <a:r>
              <a:t>Claim Boundary: 예상 파일 경로, 실제 접근 파일 목록, crop 정답·출력 폭, 의존성 존재 여부, 성공/실패 판정이나 접근 비교 결과를 이 장에서 보여주지 않는다. 문서 배치만으로 완벽한 자동 Routing·지침 준수·관련 문서만 읽음·토큰 절약·성능 개선을 주장하지 않는다. 파일을 열었다는 기록과 최종 답에서 제시한 근거를 구분하며 접근을 곧 활용으로 단정하지 않는다. 재구성 UI는 현재 Codex Desktop/계정 기능의 검증이 아니다.</a:t>
            </a:r>
          </a:p>
          <a:p xmlns:a="http://schemas.openxmlformats.org/drawingml/2006/main">
            <a:r>
              <a:t/>
            </a:r>
          </a:p>
          <a:p xmlns:a="http://schemas.openxmlformats.org/drawingml/2006/main">
            <a:r>
              <a:t>Beginner Explanation: 질문의 목적이 달라도 실제로 어떤 자료를 확인했는지는 기록을 봐야 한다. A는 이미지 동작, B는 실행에 필요한 의존성을 묻지만 어느 파일을 읽었는지는 아직 답하지 않는다.</a:t>
            </a:r>
          </a:p>
          <a:p xmlns:a="http://schemas.openxmlformats.org/drawingml/2006/main">
            <a:r>
              <a:t/>
            </a:r>
          </a:p>
          <a:p xmlns:a="http://schemas.openxmlformats.org/drawingml/2006/main">
            <a:r>
              <a:t>Advanced Insight: 구조에서 예상하는 경로와 실제 접근/답변 근거를 구분한다. 공통 접근과 요청별 차이, 기록으로 확인할 수 있는 범위에 집중하며 통제된 성능 비교 실험으로 취급하지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TRIAL-005A/B 관찰 준비 장이다. 새 요청을 입력하거나 실행하지 않고 정적 프롬프트창2개로 실제 요청의 의미를 비교한다. S48–47의 기록과 한계를 미리 공개하지 않는다.</a:t>
            </a:r>
          </a:p>
          <a:p xmlns:a="http://schemas.openxmlformats.org/drawingml/2006/main">
            <a:r>
              <a:t/>
            </a:r>
          </a:p>
          <a:p xmlns:a="http://schemas.openxmlformats.org/drawingml/2006/main">
            <a:r>
              <a:t>Audience Interaction: 관찰 질문3개를 기억하도록 안내한다. 특정 문서 선택이나 정답 발표를 요구하지 않으며 별도 실습·토론 시간을 추가하지 않는다.</a:t>
            </a:r>
          </a:p>
          <a:p xmlns:a="http://schemas.openxmlformats.org/drawingml/2006/main">
            <a:r>
              <a:t/>
            </a:r>
          </a:p>
          <a:p xmlns:a="http://schemas.openxmlformats.org/drawingml/2006/main">
            <a:r>
              <a:t>Transition: “먼저 요청 A에서 실제로 읽은 문서와 답변 근거를 확인합니다.”</a:t>
            </a:r>
          </a:p>
          <a:p xmlns:a="http://schemas.openxmlformats.org/drawingml/2006/main">
            <a:r>
              <a:t/>
            </a:r>
          </a:p>
          <a:p xmlns:a="http://schemas.openxmlformats.org/drawingml/2006/main">
            <a:r>
              <a:t>Time Management: 구조/관찰 구분20초, 두 요청60초, 관찰 질문과 전환40초로2분을 유지한다. 시간이 부족하면 원문의 재낭독을 줄이고 읽기 전용/근거 조건과 결과 미공개를 유지한다.</a:t>
            </a:r>
          </a:p>
          <a:p xmlns:a="http://schemas.openxmlformats.org/drawingml/2006/main">
            <a:r>
              <a:t/>
            </a:r>
          </a:p>
          <a:p xmlns:a="http://schemas.openxmlformats.org/drawingml/2006/main">
            <a:r>
              <a:t>Fallback: LOCAL STATIC ARTIFACT — production/ACT_2.pptx의 S47 또는 production/preview/act2/S47.png를 사용한다. 최종 패키지·PNG·Notes 일치는 production/evaluation/S44_PROMPT_WATCH_REVISION.md와 검증 JSON을 따른다. 실제 실행 캡처나 현재 제품의 입력 화면으로 표현하지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S48 — Crop Task에서 관찰한 접근</a:t>
            </a:r>
          </a:p>
          <a:p xmlns:a="http://schemas.openxmlformats.org/drawingml/2006/main">
            <a:r>
              <a:t/>
            </a:r>
          </a:p>
          <a:p xmlns:a="http://schemas.openxmlformats.org/drawingml/2006/main">
            <a:r>
              <a:t>Slide ID: S48</a:t>
            </a:r>
          </a:p>
          <a:p xmlns:a="http://schemas.openxmlformats.org/drawingml/2006/main">
            <a:r>
              <a:t/>
            </a:r>
          </a:p>
          <a:p xmlns:a="http://schemas.openxmlformats.org/drawingml/2006/main">
            <a:r>
              <a:t>Working Title: Crop Task에서 관찰한 접근</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TRIAL-005A의 최종 실행에서 image contract 문서 접근과 함께 정확한 crop 결과를 관찰했다.</a:t>
            </a:r>
          </a:p>
          <a:p xmlns:a="http://schemas.openxmlformats.org/drawingml/2006/main">
            <a:r>
              <a:t/>
            </a:r>
          </a:p>
          <a:p xmlns:a="http://schemas.openxmlformats.org/drawingml/2006/main">
            <a:r>
              <a:t>Opening Question: “Crop 명세를 묻는 Task에서 어떤 문서를 읽었고, 어떤 답을 얻었을까?”</a:t>
            </a:r>
          </a:p>
          <a:p xmlns:a="http://schemas.openxmlformats.org/drawingml/2006/main">
            <a:r>
              <a:t/>
            </a:r>
          </a:p>
          <a:p xmlns:a="http://schemas.openxmlformats.org/drawingml/2006/main">
            <a:r>
              <a:t>Speaker Flow: 1. (0–1분) A 요청의 질문을 짧게 회수한다.</a:t>
            </a:r>
          </a:p>
          <a:p xmlns:a="http://schemas.openxmlformats.org/drawingml/2006/main">
            <a:r>
              <a:t>2. (1–3분) 실제 접근 문서 요약 중 명세 문서를 가리키고, 그 명세와 기록된 열1·2/폭2/끝3제외 답의 일치를 확인한다.</a:t>
            </a:r>
          </a:p>
          <a:p xmlns:a="http://schemas.openxmlformats.org/drawingml/2006/main">
            <a:r>
              <a:t>3. (3–5분) 소스·관련 테스트·넓은 문서도 읽었으며 testing.md는 최종 실행에서 관찰했다는 범위를 설명한다. 반개구간 문법 강의·로그 전문 낭독을 하지 않는다.</a:t>
            </a:r>
          </a:p>
          <a:p xmlns:a="http://schemas.openxmlformats.org/drawingml/2006/main">
            <a:r>
              <a:t/>
            </a:r>
          </a:p>
          <a:p xmlns:a="http://schemas.openxmlformats.org/drawingml/2006/main">
            <a:r>
              <a:t>Evidence / Source: TRIAL-005A final-run access/answer table and environment in plan/DEMO_MATRIX.md; BEAT-016, CLM-0014/CLM-0015, DEC-0057. OBSERVED_PRODUCT. STATE-03 docs/image-contracts.md의 half-open crop 명세, src/graypipe/transform.py의 row[x_start : x_end], data/sample.pgm의4열 표본을 읽어 대조했다. 새 실행이나 Trial을 하지 않았다.</a:t>
            </a:r>
          </a:p>
          <a:p xmlns:a="http://schemas.openxmlformats.org/drawingml/2006/main">
            <a:r>
              <a:t/>
            </a:r>
          </a:p>
          <a:p xmlns:a="http://schemas.openxmlformats.org/drawingml/2006/main">
            <a:r>
              <a:t>Claim Boundary: 파일을 연 사실, 명세 내용, 기록된 답을 구분한다. 도식의 화살표는 문서 내용과 답의 대조 관계로서 정확한 접근 순서·답의 내부 생성 원인·명세 단독 인과성을 뜻하지 않는다. 최종 CLI 실행의 관찰에 한정하며 완벽한 Routing, 관련 문서만 읽음, 토큰 절약·효율·성능 개선, 현재 Desktop 동작을 주장하지 않는다. testing.md 접근의 반복 간 차이를 보존한다.</a:t>
            </a:r>
          </a:p>
          <a:p xmlns:a="http://schemas.openxmlformats.org/drawingml/2006/main">
            <a:r>
              <a:t/>
            </a:r>
          </a:p>
          <a:p xmlns:a="http://schemas.openxmlformats.org/drawingml/2006/main">
            <a:r>
              <a:t>Beginner Explanation: 문서를 열었다는 기록과 그 문서의 명세, 실제 답을 나란히 확인한다. 끝 좌표는 제외하므로 열1과2 두 개가 남는다는 답이 명세와 일치한다.</a:t>
            </a:r>
          </a:p>
          <a:p xmlns:a="http://schemas.openxmlformats.org/drawingml/2006/main">
            <a:r>
              <a:t/>
            </a:r>
          </a:p>
          <a:p xmlns:a="http://schemas.openxmlformats.org/drawingml/2006/main">
            <a:r>
              <a:t>Advanced Insight: Access evidence and answer agreement are separate observations. Broader reads and test-context variability prevent an exclusive causal or efficiency conclusion. The list is not a chronological trace.</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RECONSTRUCTED RECORD — 실제 접근 기록과 명세·답의 요약을 S48 정적 화면으로 보여준다. 입력창 Screenshot이나 실행 로그처럼 꾸미지 않는다. 현재 제품에서 명령을 실행하지 않고 전체 접근 로그를 읽지 않는다. Task B의 접근 차이는 S50에서 확인한다.</a:t>
            </a:r>
          </a:p>
          <a:p xmlns:a="http://schemas.openxmlformats.org/drawingml/2006/main">
            <a:r>
              <a:t/>
            </a:r>
          </a:p>
          <a:p xmlns:a="http://schemas.openxmlformats.org/drawingml/2006/main">
            <a:r>
              <a:t>Audience Interaction: 가운데 명세와 오른쪽 열 번호를 보고 ‘끝 좌표3은 포함될까?’를 짧게 확인한 뒤 기록된 답으로 회수한다. 별도 실습·공유·비교 실험은 없다.</a:t>
            </a:r>
          </a:p>
          <a:p xmlns:a="http://schemas.openxmlformats.org/drawingml/2006/main">
            <a:r>
              <a:t/>
            </a:r>
          </a:p>
          <a:p xmlns:a="http://schemas.openxmlformats.org/drawingml/2006/main">
            <a:r>
              <a:t>Transition: “다른 질문인 실행 의존성 요청에서는 어떤 근거로 어떤 답을 얻었을까요?”</a:t>
            </a:r>
          </a:p>
          <a:p xmlns:a="http://schemas.openxmlformats.org/drawingml/2006/main">
            <a:r>
              <a:t/>
            </a:r>
          </a:p>
          <a:p xmlns:a="http://schemas.openxmlformats.org/drawingml/2006/main">
            <a:r>
              <a:t>Time Management: 요청·접근 요약1분, 명세1분, 답 대조1분, 넓은 접근·실행 간 차이1분, 한계 회수·S50 연결1분으로 Case5분을 유지한다. 파일명 전체나 Python 구현 문법 설명이 길어지면 줄이고 명세와 열1·2/폭2/끝 제외를 먼저 회수한다.</a:t>
            </a:r>
          </a:p>
          <a:p xmlns:a="http://schemas.openxmlformats.org/drawingml/2006/main">
            <a:r>
              <a:t/>
            </a:r>
          </a:p>
          <a:p xmlns:a="http://schemas.openxmlformats.org/drawingml/2006/main">
            <a:r>
              <a:t>Fallback: LOCAL STATIC ARTIFACT — production/ACT_2.pptx의 S48 또는 production/preview/act2/S48.png가 발표 기본 경로다. 동일한 Full S48·ACT2 PNG·내장 Notes 대조는 production/evaluation/S45_CROP_EVIDENCE_REVISION.md와 검증 JSON에 기록한다. 과거 기록 재구성이며 실제 실행 캡처나 현재 제품 실행으로 표현하지 않는다. Live 승인을 추가하지 않는다.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S49 — 의존성 질문은 설정과 소스로 답했다</a:t>
            </a:r>
          </a:p>
          <a:p xmlns:a="http://schemas.openxmlformats.org/drawingml/2006/main">
            <a:r>
              <a:t/>
            </a:r>
          </a:p>
          <a:p xmlns:a="http://schemas.openxmlformats.org/drawingml/2006/main">
            <a:r>
              <a:t>Slide ID: S49</a:t>
            </a:r>
          </a:p>
          <a:p xmlns:a="http://schemas.openxmlformats.org/drawingml/2006/main">
            <a:r>
              <a:t/>
            </a:r>
          </a:p>
          <a:p xmlns:a="http://schemas.openxmlformats.org/drawingml/2006/main">
            <a:r>
              <a:t>Working Title: 의존성 질문은 설정과 소스로 답했다</a:t>
            </a:r>
          </a:p>
          <a:p xmlns:a="http://schemas.openxmlformats.org/drawingml/2006/main">
            <a:r>
              <a:t/>
            </a:r>
          </a:p>
          <a:p xmlns:a="http://schemas.openxmlformats.org/drawingml/2006/main">
            <a:r>
              <a:t>ACT / Section: ACT 2 / 2G Structured Context</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Case 4 minutes</a:t>
            </a:r>
          </a:p>
          <a:p xmlns:a="http://schemas.openxmlformats.org/drawingml/2006/main">
            <a:r>
              <a:t/>
            </a:r>
          </a:p>
          <a:p xmlns:a="http://schemas.openxmlformats.org/drawingml/2006/main">
            <a:r>
              <a:t>Primary Message: TRIAL-005B는 설정·README·소스 등을 확인해 Python/표준 라이브러리 실행 조건과 별도 빌드 도구를 구분하고 third-party runtime dependency가 없다고 답했다.</a:t>
            </a:r>
          </a:p>
          <a:p xmlns:a="http://schemas.openxmlformats.org/drawingml/2006/main">
            <a:r>
              <a:t/>
            </a:r>
          </a:p>
          <a:p xmlns:a="http://schemas.openxmlformats.org/drawingml/2006/main">
            <a:r>
              <a:t>Opening Question: “실행에 필요한 것과 빌드에만 쓰는 도구는 어떻게 구분했을까?”</a:t>
            </a:r>
          </a:p>
          <a:p xmlns:a="http://schemas.openxmlformats.org/drawingml/2006/main">
            <a:r>
              <a:t/>
            </a:r>
          </a:p>
          <a:p xmlns:a="http://schemas.openxmlformats.org/drawingml/2006/main">
            <a:r>
              <a:t>Speaker Flow: 1. (0–1분) S47의 실행 의존성 질문을 회수한다.</a:t>
            </a:r>
          </a:p>
          <a:p xmlns:a="http://schemas.openxmlformats.org/drawingml/2006/main">
            <a:r>
              <a:t>2. (1–3분) 실제 설정/README/소스 확인과 기록된 답을 연결한다. 실행은 Python3.9+표준 라이브러리, 별도 third-party runtime dependency 없음. setuptools/wheel은 빌드/패키징 도구이며 pip는 문서의 빌드 명령에 사용된다.</a:t>
            </a:r>
          </a:p>
          <a:p xmlns:a="http://schemas.openxmlformats.org/drawingml/2006/main">
            <a:r>
              <a:t>3. (3–4분) 이미지 명세/testing 문서는 열지 않았지만 다른 공통 문서와 소스는 읽었다고 말한다. 새 설치·검증 결과가 아니다. 다음 장에서 접근 표를 비교한다.</a:t>
            </a:r>
          </a:p>
          <a:p xmlns:a="http://schemas.openxmlformats.org/drawingml/2006/main">
            <a:r>
              <a:t/>
            </a:r>
          </a:p>
          <a:p xmlns:a="http://schemas.openxmlformats.org/drawingml/2006/main">
            <a:r>
              <a:t>Evidence / Source: BEAT-016, TRIAL-005B, STATE-03, CLM-0003, CLM-0005, DEC-0060 / OBSERVED_PRODUCT</a:t>
            </a:r>
          </a:p>
          <a:p xmlns:a="http://schemas.openxmlformats.org/drawingml/2006/main">
            <a:r>
              <a:t/>
            </a:r>
          </a:p>
          <a:p xmlns:a="http://schemas.openxmlformats.org/drawingml/2006/main">
            <a:r>
              <a:t>Claim Boundary: FROZEN — 93장 구조·Story·시간·Demo 범위; FROZEN WITH SCOPE; OBSERVED PRODUCT. 기록된 CLI 실행과 최종 반복 결과에 한정한다. TRIAL-005B 최종 읽기 전용 실행. third-party dependency 없음은 런타임 요구사항 자체가 없다는 뜻이 아니다. pip는 문서의 빌드 명령에 쓰였으며 runtime dependency로 바꾸지 않는다.</a:t>
            </a:r>
          </a:p>
          <a:p xmlns:a="http://schemas.openxmlformats.org/drawingml/2006/main">
            <a:r>
              <a:t/>
            </a:r>
          </a:p>
          <a:p xmlns:a="http://schemas.openxmlformats.org/drawingml/2006/main">
            <a:r>
              <a:t>Beginner Explanation: 결과 주장을 repository 근거와 연결해 본다.</a:t>
            </a:r>
          </a:p>
          <a:p xmlns:a="http://schemas.openxmlformats.org/drawingml/2006/main">
            <a:r>
              <a:t/>
            </a:r>
          </a:p>
          <a:p xmlns:a="http://schemas.openxmlformats.org/drawingml/2006/main">
            <a:r>
              <a:t>Advanced Insight: 선택적 접근이 관찰됐어도 접근 범위가 완벽히 좁지는 않았음을 확인한다.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SUMMARY / case only. Historical TRIAL-005B final read-only CLI record; no current-product replay or fresh installation. Read this static slide and stop before interpreting the access comparison.</a:t>
            </a:r>
          </a:p>
          <a:p xmlns:a="http://schemas.openxmlformats.org/drawingml/2006/main">
            <a:r>
              <a:t/>
            </a:r>
          </a:p>
          <a:p xmlns:a="http://schemas.openxmlformats.org/drawingml/2006/main">
            <a:r>
              <a:t>Audience Interaction: N/A.</a:t>
            </a:r>
          </a:p>
          <a:p xmlns:a="http://schemas.openxmlformats.org/drawingml/2006/main">
            <a:r>
              <a:t/>
            </a:r>
          </a:p>
          <a:p xmlns:a="http://schemas.openxmlformats.org/drawingml/2006/main">
            <a:r>
              <a:t>Transition: “이제 A와 B의 답이 아니라 실제 문서 접근 목록을 같은 기준으로 비교합니다.”</a:t>
            </a:r>
          </a:p>
          <a:p xmlns:a="http://schemas.openxmlformats.org/drawingml/2006/main">
            <a:r>
              <a:t/>
            </a:r>
          </a:p>
          <a:p xmlns:a="http://schemas.openxmlformats.org/drawingml/2006/main">
            <a:r>
              <a:t>Time Management: Case4분. 패키지 도구 사용법 강의로 확장하지 않는다.</a:t>
            </a:r>
          </a:p>
          <a:p xmlns:a="http://schemas.openxmlformats.org/drawingml/2006/main">
            <a:r>
              <a:t/>
            </a:r>
          </a:p>
          <a:p xmlns:a="http://schemas.openxmlformats.org/drawingml/2006/main">
            <a:r>
              <a:t>Fallback: LOCAL STATIC ARTIFACT — production/ACT_2.pptx / S49; production/preview/act2/S49.png.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S50 — Task별 접근은 달랐지만 완벽하지는 않다</a:t>
            </a:r>
          </a:p>
          <a:p xmlns:a="http://schemas.openxmlformats.org/drawingml/2006/main">
            <a:r>
              <a:t/>
            </a:r>
          </a:p>
          <a:p xmlns:a="http://schemas.openxmlformats.org/drawingml/2006/main">
            <a:r>
              <a:t>Slide ID: S50</a:t>
            </a:r>
          </a:p>
          <a:p xmlns:a="http://schemas.openxmlformats.org/drawingml/2006/main">
            <a:r>
              <a:t/>
            </a:r>
          </a:p>
          <a:p xmlns:a="http://schemas.openxmlformats.org/drawingml/2006/main">
            <a:r>
              <a:t>Working Title: 두 Task에서 상세 문서 접근이 달랐다</a:t>
            </a:r>
          </a:p>
          <a:p xmlns:a="http://schemas.openxmlformats.org/drawingml/2006/main">
            <a:r>
              <a:t/>
            </a:r>
          </a:p>
          <a:p xmlns:a="http://schemas.openxmlformats.org/drawingml/2006/main">
            <a:r>
              <a:t>ACT / Section: ACT 2 / 2G</a:t>
            </a:r>
          </a:p>
          <a:p xmlns:a="http://schemas.openxmlformats.org/drawingml/2006/main">
            <a:r>
              <a:t/>
            </a:r>
          </a:p>
          <a:p xmlns:a="http://schemas.openxmlformats.org/drawingml/2006/main">
            <a:r>
              <a:t>Allocated Time: 7 minutes</a:t>
            </a:r>
          </a:p>
          <a:p xmlns:a="http://schemas.openxmlformats.org/drawingml/2006/main">
            <a:r>
              <a:t/>
            </a:r>
          </a:p>
          <a:p xmlns:a="http://schemas.openxmlformats.org/drawingml/2006/main">
            <a:r>
              <a:t>Mode Split: Demo 1 minute (CAPTURED) + Case 3 minutes + Reflection 2 minutes + Q&amp;A 1 minute</a:t>
            </a:r>
          </a:p>
          <a:p xmlns:a="http://schemas.openxmlformats.org/drawingml/2006/main">
            <a:r>
              <a:t/>
            </a:r>
          </a:p>
          <a:p xmlns:a="http://schemas.openxmlformats.org/drawingml/2006/main">
            <a:r>
              <a:t>Primary Message: Task에 따른 상세 문서 접근 차이는 관찰됐지만 perfect routing, token saving, 성능 향상은 입증되지 않았다.</a:t>
            </a:r>
          </a:p>
          <a:p xmlns:a="http://schemas.openxmlformats.org/drawingml/2006/main">
            <a:r>
              <a:t/>
            </a:r>
          </a:p>
          <a:p xmlns:a="http://schemas.openxmlformats.org/drawingml/2006/main">
            <a:r>
              <a:t>Opening Question: “Task별 차이를 관찰한 것만으로 완벽한 Routing을 말할 수 있을까?”</a:t>
            </a:r>
          </a:p>
          <a:p xmlns:a="http://schemas.openxmlformats.org/drawingml/2006/main">
            <a:r>
              <a:t/>
            </a:r>
          </a:p>
          <a:p xmlns:a="http://schemas.openxmlformats.org/drawingml/2006/main">
            <a:r>
              <a:t>Speaker Flow: 1. (0–1분, Demo/CAPTURED) 최종 기록을 요약한 비교표임을 밝힌다.</a:t>
            </a:r>
          </a:p>
          <a:p xmlns:a="http://schemas.openxmlformats.org/drawingml/2006/main">
            <a:r>
              <a:t>2. (1–4분, Case) 양쪽 공통3문서와 다른 상세/설정4행만 비교한다. A/B의 정답과 각 문서 역할은 앞 장 설명을 반복하지 않는다.</a:t>
            </a:r>
          </a:p>
          <a:p xmlns:a="http://schemas.openxmlformats.org/drawingml/2006/main">
            <a:r>
              <a:t>3. (4–6분, Reflection) “접근 차이”와 “효율 개선”을 같은 주장으로 볼 수 있는지 조용히 생각하게 한다.</a:t>
            </a:r>
          </a:p>
          <a:p xmlns:a="http://schemas.openxmlformats.org/drawingml/2006/main">
            <a:r>
              <a:t>4. (6–7분, Q&amp;A) 한 질문을 받고 최소 선택·일관된 접근 보장·성능/토큰 효과는 미입증임을 회수한다.</a:t>
            </a:r>
          </a:p>
          <a:p xmlns:a="http://schemas.openxmlformats.org/drawingml/2006/main">
            <a:r>
              <a:t/>
            </a:r>
          </a:p>
          <a:p xmlns:a="http://schemas.openxmlformats.org/drawingml/2006/main">
            <a:r>
              <a:t>Evidence / Source: TRIAL-005A/B final-run access/answer table, repeated-invocation variation and Codex CLI0.154.0 read-only environment in plan/DEMO_MATRIX.md; BEAT-016/017, CLM-0014/0015/0003/0005, DEC-0058. OBSERVED_PRODUCT. 두 요청은 별도 임시 clone에서 실행된 과거 기록이다. 이번 수정에서 새 Trial·테스트·제품 확인을 실행하지 않았다.</a:t>
            </a:r>
          </a:p>
          <a:p xmlns:a="http://schemas.openxmlformats.org/drawingml/2006/main">
            <a:r>
              <a:t/>
            </a:r>
          </a:p>
          <a:p xmlns:a="http://schemas.openxmlformats.org/drawingml/2006/main">
            <a:r>
              <a:t>Claim Boundary: 기록된 최종 실행의 문서 접근 차이와 넓은 접근, A의 testing.md 접근 변동만 관찰 범위다. 읽음/읽지 않음은 성공/실패 판정이나 파일의 완전한 관련성 분류가 아니다. 파일을 연 사실이 답의 내부 생성 원인·AGENTS.md 단독 인과성·일관된 선택 정책을 입증하지 않는다. 완벽한 Routing·보편 우월성·토큰 절약·성능 개선·현재 Desktop 재현을 주장하지 않는다. 표는 접근 순서나 동시 실행을 표현하지 않는다.</a:t>
            </a:r>
          </a:p>
          <a:p xmlns:a="http://schemas.openxmlformats.org/drawingml/2006/main">
            <a:r>
              <a:t/>
            </a:r>
          </a:p>
          <a:p xmlns:a="http://schemas.openxmlformats.org/drawingml/2006/main">
            <a:r>
              <a:t>Beginner Explanation: 같은 저장소라도 질문에 따라 읽은 상세 정보가 달랐다. 두 열에서 같은 파일과 달랐던 파일을 비교하되 ‘다르게 읽었다’는 기록과 ‘항상 잘 선택한다’는 보장을 구분한다.</a:t>
            </a:r>
          </a:p>
          <a:p xmlns:a="http://schemas.openxmlformats.org/drawingml/2006/main">
            <a:r>
              <a:t/>
            </a:r>
          </a:p>
          <a:p xmlns:a="http://schemas.openxmlformats.org/drawingml/2006/main">
            <a:r>
              <a:t>Advanced Insight: Compare the actual access sets, broader reads and invocation variability. This is not a controlled attribution experiment or a token/performance benchmark. File access and answer support remain separate observations.</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CAPTURED RECORD SUMMARY — 정적 native 비교표의 A·B 열과 강조된 읽음 셀을1분 안에 보여준다. 원자료를 요약·재구성한 도식이며 실제 터미널 Screenshot·현재 제품 실행으로 표현하지 않는다. testing.md의 최종 실행 한정 표식을 유지하고 B의 설정 파일 접근을 확인한다. Live로 전환하지 않는다.</a:t>
            </a:r>
          </a:p>
          <a:p xmlns:a="http://schemas.openxmlformats.org/drawingml/2006/main">
            <a:r>
              <a:t/>
            </a:r>
          </a:p>
          <a:p xmlns:a="http://schemas.openxmlformats.org/drawingml/2006/main">
            <a:r>
              <a:t>Audience Interaction: Case3분·개인 Reflection2분·Q&amp;A1분을 보호한다. 무응답 시 질문은 ‘이 기록만으로 문서 선택을 보장할 수 있을까요?’이며 관찰과 해석의 한계를 회수한다.</a:t>
            </a:r>
          </a:p>
          <a:p xmlns:a="http://schemas.openxmlformats.org/drawingml/2006/main">
            <a:r>
              <a:t/>
            </a:r>
          </a:p>
          <a:p xmlns:a="http://schemas.openxmlformats.org/drawingml/2006/main">
            <a:r>
              <a:t>Transition: “이 관찰을 포함해, Context를 정리하며 실제로 확인한 성과를 정리하겠습니다.”</a:t>
            </a:r>
          </a:p>
          <a:p xmlns:a="http://schemas.openxmlformats.org/drawingml/2006/main">
            <a:r>
              <a:t/>
            </a:r>
          </a:p>
          <a:p xmlns:a="http://schemas.openxmlformats.org/drawingml/2006/main">
            <a:r>
              <a:t>Time Management: Demo0–1분, Case1–4분, Reflection4–6분, Q&amp;A6–7분으로7분을 유지한다. 설명이 길어지면 공통 파일명과 build 도구의 부연을 줄인다. 관찰/해석 경계와 Reflection2분을 삭제하지 않는다.</a:t>
            </a:r>
          </a:p>
          <a:p xmlns:a="http://schemas.openxmlformats.org/drawingml/2006/main">
            <a:r>
              <a:t/>
            </a:r>
          </a:p>
          <a:p xmlns:a="http://schemas.openxmlformats.org/drawingml/2006/main">
            <a:r>
              <a:t>Fallback: LOCAL STATIC ARTIFACT — production/ACT_2.pptx의 S50 또는 production/preview/full/S50.png를 사용한다. Full/ACT2 PNG·Notes 일치와 DEMO-06 fallback 경로·hash 갱신은 production/evaluation/S47_ACCESS_COMPARISON_REVISION.md와 검증 JSON에 기록한다. 과거 기록의 재구성으로서 원 실행 캡처나 현재 제품 동작의 검증을 뜻하지 않는다. 최종 발표 PC/Live 승인은 별도다.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S51 — Context 정리에서 확인한 네 가지</a:t>
            </a:r>
          </a:p>
          <a:p xmlns:a="http://schemas.openxmlformats.org/drawingml/2006/main">
            <a:r>
              <a:t/>
            </a:r>
          </a:p>
          <a:p xmlns:a="http://schemas.openxmlformats.org/drawingml/2006/main">
            <a:r>
              <a:t>Slide ID: S51</a:t>
            </a:r>
          </a:p>
          <a:p xmlns:a="http://schemas.openxmlformats.org/drawingml/2006/main">
            <a:r>
              <a:t/>
            </a:r>
          </a:p>
          <a:p xmlns:a="http://schemas.openxmlformats.org/drawingml/2006/main">
            <a:r>
              <a:t>Working Title: Context 정리에서 확인한 네 가지</a:t>
            </a:r>
          </a:p>
          <a:p xmlns:a="http://schemas.openxmlformats.org/drawingml/2006/main">
            <a:r>
              <a:t/>
            </a:r>
          </a:p>
          <a:p xmlns:a="http://schemas.openxmlformats.org/drawingml/2006/main">
            <a:r>
              <a:t>ACT / Section: ACT 2 / 2I Discussion·Transition</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2 minutes + Reflection 1 minutes</a:t>
            </a:r>
          </a:p>
          <a:p xmlns:a="http://schemas.openxmlformats.org/drawingml/2006/main">
            <a:r>
              <a:t/>
            </a:r>
          </a:p>
          <a:p xmlns:a="http://schemas.openxmlformats.org/drawingml/2006/main">
            <a:r>
              <a:t>Primary Message: 공통 정보의 기록, 지침 활용, 핵심 정보를 보존한 재구성, Task별 상세 접근 차이는 각각의 보존된 근거로 확인했다. 일반적 효율 향상은 측정하지 않았다.</a:t>
            </a:r>
          </a:p>
          <a:p xmlns:a="http://schemas.openxmlformats.org/drawingml/2006/main">
            <a:r>
              <a:t/>
            </a:r>
          </a:p>
          <a:p xmlns:a="http://schemas.openxmlformats.org/drawingml/2006/main">
            <a:r>
              <a:t>Opening Question: “무엇을 바꾸었고, 무엇까지 실제로 확인했을까?”</a:t>
            </a:r>
          </a:p>
          <a:p xmlns:a="http://schemas.openxmlformats.org/drawingml/2006/main">
            <a:r>
              <a:t/>
            </a:r>
          </a:p>
          <a:p xmlns:a="http://schemas.openxmlformats.org/drawingml/2006/main">
            <a:r>
              <a:t>Speaker Flow: 1. (0–2분, Lecture) 기록/지침 적용/정보 보존 재구성/Task별 접근이라는 네 근거를 짧게 회수한다. 각각의 State/Trial을 가리키되 다시 로그를 낭독하지 않는다.</a:t>
            </a:r>
          </a:p>
          <a:p xmlns:a="http://schemas.openxmlformats.org/drawingml/2006/main">
            <a:r>
              <a:t>2. (2–3분, Reflection) 팀에서 먼저 정리할 공통 안내 또는 상세 정보 하나를 조용히 떠올린다. 해결한 범위를 성능/정확도/토큰 효과로 확대하지 않고 남은 수행 방법 질문으로 넘긴다.</a:t>
            </a:r>
          </a:p>
          <a:p xmlns:a="http://schemas.openxmlformats.org/drawingml/2006/main">
            <a:r>
              <a:t/>
            </a:r>
          </a:p>
          <a:p xmlns:a="http://schemas.openxmlformats.org/drawingml/2006/main">
            <a:r>
              <a:t>Evidence / Source: STATE-01; TRIAL-003; STATE-02→STATE-03; TRIAL-005A/B; BEAT-009–017; DEC-0060. The four scoped observations remain separate from the teaching recap.</a:t>
            </a:r>
          </a:p>
          <a:p xmlns:a="http://schemas.openxmlformats.org/drawingml/2006/main">
            <a:r>
              <a:t/>
            </a:r>
          </a:p>
          <a:p xmlns:a="http://schemas.openxmlformats.org/drawingml/2006/main">
            <a:r>
              <a:t>Claim Boundary: FROZEN WITH SCOPE — 개별 State/Trial 관찰과 교육용 성과 정리를 구분한다. 일반적 효율·정확도 개선이나 단독 인과성을 주장하지 않는다. STATE-01, TRIAL-003, STATE-02→03, TRIAL-005A/B의 bounded callback. 새 Demo 시간이나 Trial이 아니다. 네 node의 연결은 교육의 진행 순서이며 관찰들 사이의 인과효과를 입증하는 선이 아니다.</a:t>
            </a:r>
          </a:p>
          <a:p xmlns:a="http://schemas.openxmlformats.org/drawingml/2006/main">
            <a:r>
              <a:t/>
            </a:r>
          </a:p>
          <a:p xmlns:a="http://schemas.openxmlformats.org/drawingml/2006/main">
            <a:r>
              <a:t>Beginner Explanation: Context 작업으로 실제 무엇을 했는지 네 가지로 기억한다.</a:t>
            </a:r>
          </a:p>
          <a:p xmlns:a="http://schemas.openxmlformats.org/drawingml/2006/main">
            <a:r>
              <a:t/>
            </a:r>
          </a:p>
          <a:p xmlns:a="http://schemas.openxmlformats.org/drawingml/2006/main">
            <a:r>
              <a:t>Advanced Insight: 구조/행동/효과 측정을 다른 수준의 주장으로 구분한다.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a:t>
            </a:r>
          </a:p>
          <a:p xmlns:a="http://schemas.openxmlformats.org/drawingml/2006/main">
            <a:r>
              <a:t/>
            </a:r>
          </a:p>
          <a:p xmlns:a="http://schemas.openxmlformats.org/drawingml/2006/main">
            <a:r>
              <a:t>Audience Interaction: “우리 팀에서 공통 안내와 상세로 나눌 정보 한 가지는?” 조용한 성찰이며 별도 실습·Q&amp;A를 추가하지 않는다.</a:t>
            </a:r>
          </a:p>
          <a:p xmlns:a="http://schemas.openxmlformats.org/drawingml/2006/main">
            <a:r>
              <a:t/>
            </a:r>
          </a:p>
          <a:p xmlns:a="http://schemas.openxmlformats.org/drawingml/2006/main">
            <a:r>
              <a:t>Transition: “정보를 기록하고 찾아 쓸 길은 정리했습니다. 그런데 다음 작업의 수행 방법도 매번 다시 써야 할까요?”</a:t>
            </a:r>
          </a:p>
          <a:p xmlns:a="http://schemas.openxmlformats.org/drawingml/2006/main">
            <a:r>
              <a:t/>
            </a:r>
          </a:p>
          <a:p xmlns:a="http://schemas.openxmlformats.org/drawingml/2006/main">
            <a:r>
              <a:t>Time Management: Lecture2+Reflection1분. 과거 Trial을 다시 시연하지 않는다.</a:t>
            </a:r>
          </a:p>
          <a:p xmlns:a="http://schemas.openxmlformats.org/drawingml/2006/main">
            <a:r>
              <a:t/>
            </a:r>
          </a:p>
          <a:p xmlns:a="http://schemas.openxmlformats.org/drawingml/2006/main">
            <a:r>
              <a:t>Fallback: LOCAL STATIC ARTIFACT — production/ACT_2.pptx / S51; production/preview/act2/S51.png. A rendered teaching diagram/evidence summary, not a new product screenshot or Trial. Final path/content check pending.</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S52 — 지식은 정리됐지만 절차는 반복된다</a:t>
            </a:r>
          </a:p>
          <a:p xmlns:a="http://schemas.openxmlformats.org/drawingml/2006/main">
            <a:r>
              <a:t/>
            </a:r>
          </a:p>
          <a:p xmlns:a="http://schemas.openxmlformats.org/drawingml/2006/main">
            <a:r>
              <a:t>Slide ID: S52</a:t>
            </a:r>
          </a:p>
          <a:p xmlns:a="http://schemas.openxmlformats.org/drawingml/2006/main">
            <a:r>
              <a:t/>
            </a:r>
          </a:p>
          <a:p xmlns:a="http://schemas.openxmlformats.org/drawingml/2006/main">
            <a:r>
              <a:t>Working Title: 지식은 정리됐지만 절차는 반복된다</a:t>
            </a:r>
          </a:p>
          <a:p xmlns:a="http://schemas.openxmlformats.org/drawingml/2006/main">
            <a:r>
              <a:t/>
            </a:r>
          </a:p>
          <a:p xmlns:a="http://schemas.openxmlformats.org/drawingml/2006/main">
            <a:r>
              <a:t>ACT / Section: ACT 2 / 2I</a:t>
            </a:r>
          </a:p>
          <a:p xmlns:a="http://schemas.openxmlformats.org/drawingml/2006/main">
            <a:r>
              <a:t/>
            </a:r>
          </a:p>
          <a:p xmlns:a="http://schemas.openxmlformats.org/drawingml/2006/main">
            <a:r>
              <a:t>Allocated Time: 10 minutes</a:t>
            </a:r>
          </a:p>
          <a:p xmlns:a="http://schemas.openxmlformats.org/drawingml/2006/main">
            <a:r>
              <a:t/>
            </a:r>
          </a:p>
          <a:p xmlns:a="http://schemas.openxmlformats.org/drawingml/2006/main">
            <a:r>
              <a:t>Mode Split: Transition 4 minutes + Q&amp;A 6 minutes</a:t>
            </a:r>
          </a:p>
          <a:p xmlns:a="http://schemas.openxmlformats.org/drawingml/2006/main">
            <a:r>
              <a:t/>
            </a:r>
          </a:p>
          <a:p xmlns:a="http://schemas.openxmlformats.org/drawingml/2006/main">
            <a:r>
              <a:t>Primary Message: Prompt는 현재 원하는 것을, Project Context는 일반적으로 참인 것을, Routing은 관련 상세 정보의 위치를 다룬다. 반복되는 작업 절차는 별도의 문제로 남을 수 있다.</a:t>
            </a:r>
          </a:p>
          <a:p xmlns:a="http://schemas.openxmlformats.org/drawingml/2006/main">
            <a:r>
              <a:t/>
            </a:r>
          </a:p>
          <a:p xmlns:a="http://schemas.openxmlformats.org/drawingml/2006/main">
            <a:r>
              <a:t>Opening Question: “Project 정보를 잘 정리했으면 문제가 끝난 걸까?”</a:t>
            </a:r>
          </a:p>
          <a:p xmlns:a="http://schemas.openxmlformats.org/drawingml/2006/main">
            <a:r>
              <a:t/>
            </a:r>
          </a:p>
          <a:p xmlns:a="http://schemas.openxmlformats.org/drawingml/2006/main">
            <a:r>
              <a:t>Speaker Flow: 1. (0–1분, Transition) 정보의 위치와 근거 접근을 정리했다는 앞 장 성과를 한 문장으로 회수한다.</a:t>
            </a:r>
          </a:p>
          <a:p xmlns:a="http://schemas.openxmlformats.org/drawingml/2006/main">
            <a:r>
              <a:t>2. (1–4분, Transition) 하나의 성능 요청에 여전히 조사·검증 절차를 다시 적는 그림을 보여주며 유지 책임을 묻는다. 다음 장의 두 기록 비교를 미리 설명하지 않는다.</a:t>
            </a:r>
          </a:p>
          <a:p xmlns:a="http://schemas.openxmlformats.org/drawingml/2006/main">
            <a:r>
              <a:t>3. (4–9:40, Q&amp;A) “우리 팀은 어떤 절차를 매번 다시 요청합니까?”로 팀의 방법 반복을 묻는다. 질문이 없으면 변경 전 측정/동일 입력 비교/완료 보고 중 하나를 선택하게 한다.</a:t>
            </a:r>
          </a:p>
          <a:p xmlns:a="http://schemas.openxmlformats.org/drawingml/2006/main">
            <a:r>
              <a:t>4. (9:40–10분, Q&amp;A 마무리) 두 실제 성능 요청에 반복된 지시를 보겠다고 S53으로 넘긴다.</a:t>
            </a:r>
          </a:p>
          <a:p xmlns:a="http://schemas.openxmlformats.org/drawingml/2006/main">
            <a:r>
              <a:t/>
            </a:r>
          </a:p>
          <a:p xmlns:a="http://schemas.openxmlformats.org/drawingml/2006/main">
            <a:r>
              <a:t>Evidence / Source: BEAT-017/018, TRANS-005, TRIAL-006/007, CLM-0003/0005/0014/0006/0029/0030, DEC-0059. plan/DEMO_MATRIX.md의 TRIAL-006 실제 Prompt/Repeated Workflow Elements, TRIAL-007 Task Prompt/결과 요약과 환경 영향 기록을 대조했다. OBSERVED_PRODUCT는 다음 문제의 반복 Prompt 구조에 한정하고, Context/Prompt/Workflow 책임 구분과 이 화면은 TEACHING_MODEL이다. 새 Trial·테스트·제품 확인은 하지 않았다.</a:t>
            </a:r>
          </a:p>
          <a:p xmlns:a="http://schemas.openxmlformats.org/drawingml/2006/main">
            <a:r>
              <a:t/>
            </a:r>
          </a:p>
          <a:p xmlns:a="http://schemas.openxmlformats.org/drawingml/2006/main">
            <a:r>
              <a:t>Claim Boundary: FROZEN — 93장 구조·Story·시간·Demo 범위; TEACHING_MODEL; Context 정리는 ACT 2의 주제이며, 다음 절차 반복 예시는 ACT 3의 질문이다. Trial Prompt만으로 전체 절차의 원인을 귀속하지 않는다. S51의 성과를 반복 해설하지 않고 수행 방법을 누가 유지할지 질문한다. Transition4 뒤 Q&amp;A6은 팀의 반복되는 방법을 묻고 마지막20초에 다음 기록으로 넘어간다. 두 실제 요청의 대응 기록은 S53에 남겨 역할을 나눈다.</a:t>
            </a:r>
          </a:p>
          <a:p xmlns:a="http://schemas.openxmlformats.org/drawingml/2006/main">
            <a:r>
              <a:t/>
            </a:r>
          </a:p>
          <a:p xmlns:a="http://schemas.openxmlformats.org/drawingml/2006/main">
            <a:r>
              <a:t>Beginner Explanation: 명세·구조·테스트 안내를 어디서 찾을지 알려두는 것과, 어떤 순서로 조사하고 확인할지 요청하는 것은 책임이 다르다. 현재 목표가 달라도 같은 작업 방법을 다시 적는 부분을 살핀다.</a:t>
            </a:r>
          </a:p>
          <a:p xmlns:a="http://schemas.openxmlformats.org/drawingml/2006/main">
            <a:r>
              <a:t/>
            </a:r>
          </a:p>
          <a:p xmlns:a="http://schemas.openxmlformats.org/drawingml/2006/main">
            <a:r>
              <a:t>Advanced Insight: The screen contrasts information scope/location with repeated procedure ownership. The recorded common workflow motivates a design question; it does not establish isolated Prompt causality or measured Context efficiency.</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N/A — native 문서 배치와 두 성능 요청의 압축 요약을 정적으로 보여준다. Prompt 전문·실제 Screenshot·현재 제품 실행으로 표현하지 않는다. 이 장은 새 Trial이나 추가 Demo 시간이 아니다. 다음 S53에서 기록의 반복 구조를 확인한다.</a:t>
            </a:r>
          </a:p>
          <a:p xmlns:a="http://schemas.openxmlformats.org/drawingml/2006/main">
            <a:r>
              <a:t/>
            </a:r>
          </a:p>
          <a:p xmlns:a="http://schemas.openxmlformats.org/drawingml/2006/main">
            <a:r>
              <a:t>Audience Interaction: Q&amp;A6分은 팀에서 반복하는 작업 방법을 묻는다. S50의 근거 주장 해석 Q&amp;A와 구분한다. 무응답 때는 “변경 전 측정, 테스트, 비교·보고 중 무엇을 매번 적습니까?”를 사용한다.</a:t>
            </a:r>
          </a:p>
          <a:p xmlns:a="http://schemas.openxmlformats.org/drawingml/2006/main">
            <a:r>
              <a:t/>
            </a:r>
          </a:p>
          <a:p xmlns:a="http://schemas.openxmlformats.org/drawingml/2006/main">
            <a:r>
              <a:t>Transition: “우리 팀은 어떤 절차를 매번 다시 요청합니까? 다음에는 두 성능 Task의 실제 요청 기록에서 반복된 지시를 확인합니다.”</a:t>
            </a:r>
          </a:p>
          <a:p xmlns:a="http://schemas.openxmlformats.org/drawingml/2006/main">
            <a:r>
              <a:t/>
            </a:r>
          </a:p>
          <a:p xmlns:a="http://schemas.openxmlformats.org/drawingml/2006/main">
            <a:r>
              <a:t>Time Management: Transition4분 후 Q&amp;A6분을 유지한다. 두 실제 요청 전문 비교는 여기서 하지 않는다. 질문은9:40에 마무리하고 마지막20초에 S53으로 handoff한다.</a:t>
            </a:r>
          </a:p>
          <a:p xmlns:a="http://schemas.openxmlformats.org/drawingml/2006/main">
            <a:r>
              <a:t/>
            </a:r>
          </a:p>
          <a:p xmlns:a="http://schemas.openxmlformats.org/drawingml/2006/main">
            <a:r>
              <a:t>Fallback: LOCAL STATIC ARTIFACT — production/ACT_2.pptx의 S52 또는 production/preview/act2/S52.png를 사용한다. Full/ACT2 PNG·내장 Notes 일치는 production/evaluation/S49_WORKFLOW_HANDOFF_REVISION.md와 검증 JSON을 따른다. 실제 실행 캡처나 현재 제품 화면이 아니다. 무응답 시 Audience Interaction의 준비 질문으로 진행한다.</a:t>
            </a:r>
          </a:p>
          <a:p xmlns:a="http://schemas.openxmlformats.org/drawingml/2006/main">
            <a:r>
              <a:t/>
            </a:r>
          </a:p>
          <a:p xmlns:a="http://schemas.openxmlformats.org/drawingml/2006/main">
            <a:r>
              <a:t>Validation Status: REVIEWED — DEC-0060의 근거·운영·19필드 구조를 대조했다. 최종 PPT/PNG/내장 Notes 재대조는 production/evaluation/ACT_2_FLOW_REVISION.md에 기록한다. Windows PowerPoint/room/product/account/timed rehearsal remain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26afd391e534b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33eb722c936b4c3c"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a32b99bb701463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fd93165bff08421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f6e3b6e2d3a14459"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ea7c396a7c467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26594AB-7C49-4D23-BC29-8526401F797C}"/>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8D49F58F-A33B-4284-A98C-43A8D5E1A23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E61100-A407-4B54-8500-75306436208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11C5B12-DD63-49A3-BE10-26A3A03D86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79EF24D-97A3-4D96-A358-7E65B231CBD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9716059-F012-4835-A0F2-2B7EC615EC8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20B8570-C6CB-4160-BC3A-98C8368B2F3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0801723-03F2-4F83-9DA2-E612755E558C}"/>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5D2576D-2812-40B6-9C1C-2131AE60E1C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FC85159-5691-439C-A8CB-FC663C0D995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24a7da2c72e4948" /><Relationship Type="http://schemas.openxmlformats.org/officeDocument/2006/relationships/slideLayout" Target="/ppt/slideLayouts/slideLayout1.xml" Id="Rd6ad2d6e51ce4ffd" /><Relationship Type="http://schemas.openxmlformats.org/officeDocument/2006/relationships/slideLayout" Target="/ppt/slideLayouts/slideLayout2.xml" Id="R3c2e901e66884866" /><Relationship Type="http://schemas.openxmlformats.org/officeDocument/2006/relationships/slideLayout" Target="/ppt/slideLayouts/slideLayout3.xml" Id="Rc916d76bc6ea47ec" /><Relationship Type="http://schemas.openxmlformats.org/officeDocument/2006/relationships/slideLayout" Target="/ppt/slideLayouts/slideLayout4.xml" Id="R4ec418d65b9a4a62" /><Relationship Type="http://schemas.openxmlformats.org/officeDocument/2006/relationships/slideLayout" Target="/ppt/slideLayouts/slideLayout5.xml" Id="R396797cc727645d5" /><Relationship Type="http://schemas.openxmlformats.org/officeDocument/2006/relationships/slideLayout" Target="/ppt/slideLayouts/slideLayout6.xml" Id="Rea07875cae8948c4"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6ad2d6e51ce4ffd"/>
    <p:sldLayoutId xmlns:r="http://schemas.openxmlformats.org/officeDocument/2006/relationships" id="2147483650" r:id="R3c2e901e66884866"/>
    <p:sldLayoutId xmlns:r="http://schemas.openxmlformats.org/officeDocument/2006/relationships" id="2147483651" r:id="Rc916d76bc6ea47ec"/>
    <p:sldLayoutId xmlns:r="http://schemas.openxmlformats.org/officeDocument/2006/relationships" id="2147483652" r:id="R4ec418d65b9a4a62"/>
    <p:sldLayoutId xmlns:r="http://schemas.openxmlformats.org/officeDocument/2006/relationships" id="2147483653" r:id="R396797cc727645d5"/>
    <p:sldLayoutId xmlns:r="http://schemas.openxmlformats.org/officeDocument/2006/relationships" id="2147483654" r:id="Rea07875cae8948c4"/>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144dd9f6ac224e3d" /><Relationship Type="http://schemas.openxmlformats.org/officeDocument/2006/relationships/notesSlide" Target="/ppt/notesSlides/notesSlide1.xml" Id="R0d5fdb73cc1d405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e41476fad58499e" /><Relationship Type="http://schemas.openxmlformats.org/officeDocument/2006/relationships/notesSlide" Target="/ppt/notesSlides/notesSlide2.xml" Id="R0becd7afcfdb416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e58c672e3c74094" /><Relationship Type="http://schemas.openxmlformats.org/officeDocument/2006/relationships/notesSlide" Target="/ppt/notesSlides/notesSlide3.xml" Id="R36461f187f604623"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bceec28c14f34b23" /><Relationship Type="http://schemas.openxmlformats.org/officeDocument/2006/relationships/image" Target="/ppt/media/image.png" Id="Rd3a5e8fc7ae04338" /><Relationship Type="http://schemas.openxmlformats.org/officeDocument/2006/relationships/image" Target="/ppt/media/image2.png" Id="R161a91365e4b412e" /><Relationship Type="http://schemas.openxmlformats.org/officeDocument/2006/relationships/notesSlide" Target="/ppt/notesSlides/notesSlide4.xml" Id="Rfefbb71d44494be8"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9d3377c38feb41f9" /><Relationship Type="http://schemas.openxmlformats.org/officeDocument/2006/relationships/image" Target="/ppt/media/image3.png" Id="Re9c50d2803cd4ef1" /><Relationship Type="http://schemas.openxmlformats.org/officeDocument/2006/relationships/notesSlide" Target="/ppt/notesSlides/notesSlide5.xml" Id="R5ad059513c37464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79908bee87c94965" /><Relationship Type="http://schemas.openxmlformats.org/officeDocument/2006/relationships/notesSlide" Target="/ppt/notesSlides/notesSlide6.xml" Id="Rf5ca166984cf459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adf4d92bc1124c0d" /><Relationship Type="http://schemas.openxmlformats.org/officeDocument/2006/relationships/notesSlide" Target="/ppt/notesSlides/notesSlide7.xml" Id="R4775e5b2fe0247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2987fb9d4134f18" /><Relationship Type="http://schemas.openxmlformats.org/officeDocument/2006/relationships/notesSlide" Target="/ppt/notesSlides/notesSlide8.xml" Id="Raa5a69bb1118428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ab7c8ef638c74a04" /><Relationship Type="http://schemas.openxmlformats.org/officeDocument/2006/relationships/notesSlide" Target="/ppt/notesSlides/notesSlide9.xml" Id="R1989239d87074b3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c1e4e87d147843c7" /><Relationship Type="http://schemas.openxmlformats.org/officeDocument/2006/relationships/notesSlide" Target="/ppt/notesSlides/notesSlide10.xml" Id="Rcb39f6d8f79943b2"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72b9a6a0d46c41f7" /><Relationship Type="http://schemas.openxmlformats.org/officeDocument/2006/relationships/notesSlide" Target="/ppt/notesSlides/notesSlide11.xml" Id="Rc91a829a9eb843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e310fac2fcad4a25" /><Relationship Type="http://schemas.openxmlformats.org/officeDocument/2006/relationships/notesSlide" Target="/ppt/notesSlides/notesSlide12.xml" Id="R0de5ae1a552440b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f8ca7c9f8524625" /><Relationship Type="http://schemas.openxmlformats.org/officeDocument/2006/relationships/notesSlide" Target="/ppt/notesSlides/notesSlide13.xml" Id="Rf0a77edf8a384661"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81a04670c2bd4f0d" /><Relationship Type="http://schemas.openxmlformats.org/officeDocument/2006/relationships/notesSlide" Target="/ppt/notesSlides/notesSlide14.xml" Id="R4b087ffa69544a64"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c39a1683f9ce4a07" /><Relationship Type="http://schemas.openxmlformats.org/officeDocument/2006/relationships/notesSlide" Target="/ppt/notesSlides/notesSlide15.xml" Id="Rd6e89c23dd2d4b7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a1b50ff766c3407d" /><Relationship Type="http://schemas.openxmlformats.org/officeDocument/2006/relationships/notesSlide" Target="/ppt/notesSlides/notesSlide16.xml" Id="R170929d2a53f403f"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9678086a858488b" /><Relationship Type="http://schemas.openxmlformats.org/officeDocument/2006/relationships/notesSlide" Target="/ppt/notesSlides/notesSlide17.xml" Id="R399fda9954954df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a732f6eafc34fb3" /><Relationship Type="http://schemas.openxmlformats.org/officeDocument/2006/relationships/notesSlide" Target="/ppt/notesSlides/notesSlide18.xml" Id="R74db5d88b6d3488f" /></Relationships>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반복되는 프로젝트 설명">
            <a:extLst xmlns:a="http://schemas.openxmlformats.org/drawingml/2006/main">
              <a:ext uri="{FF2B5EF4-FFF2-40B4-BE49-F238E27FC236}">
                <a16:creationId xmlns:a16="http://schemas.microsoft.com/office/drawing/2014/main" id="{C5883D46-C51A-4ADD-95A4-DAF4A96045F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반복되는 프로젝트 설명</a:t>
            </a:r>
          </a:p>
        </p:txBody>
      </p:sp>
      <p:sp>
        <p:nvSpPr>
          <p:cNvPr id="2" name="S35">
            <a:extLst xmlns:a="http://schemas.openxmlformats.org/drawingml/2006/main">
              <a:ext uri="{FF2B5EF4-FFF2-40B4-BE49-F238E27FC236}">
                <a16:creationId xmlns:a16="http://schemas.microsoft.com/office/drawing/2014/main" id="{8E940680-814D-4641-B0AB-8D4528C78F33}"/>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S35</a:t>
            </a:r>
          </a:p>
        </p:txBody>
      </p:sp>
      <p:sp>
        <p:nvSpPr>
          <p:cNvPr id="3" name="다른 Task에 같은 설명이 반복된다">
            <a:extLst xmlns:a="http://schemas.openxmlformats.org/drawingml/2006/main">
              <a:ext uri="{FF2B5EF4-FFF2-40B4-BE49-F238E27FC236}">
                <a16:creationId xmlns:a16="http://schemas.microsoft.com/office/drawing/2014/main" id="{4374F89C-5F36-483E-80F8-5F9378194D0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다른 Task에 같은 설명이 반복된다</a:t>
            </a:r>
          </a:p>
        </p:txBody>
      </p:sp>
      <p:sp>
        <p:nvSpPr>
          <p:cNvPr id="4" name="">
            <a:extLst xmlns:a="http://schemas.openxmlformats.org/drawingml/2006/main">
              <a:ext uri="{FF2B5EF4-FFF2-40B4-BE49-F238E27FC236}">
                <a16:creationId xmlns:a16="http://schemas.microsoft.com/office/drawing/2014/main" id="{1F19DB41-E970-4A2D-847A-46864E09F9D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성 사례 · Bug fix / Performance / README 작업">
            <a:extLst xmlns:a="http://schemas.openxmlformats.org/drawingml/2006/main">
              <a:ext uri="{FF2B5EF4-FFF2-40B4-BE49-F238E27FC236}">
                <a16:creationId xmlns:a16="http://schemas.microsoft.com/office/drawing/2014/main" id="{372DEDCE-E4E3-4111-9171-20B69AD5B82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구성 사례 · Bug fix / Performance / README 작업</a:t>
            </a:r>
          </a:p>
        </p:txBody>
      </p:sp>
      <p:sp>
        <p:nvSpPr>
          <p:cNvPr id="6" name="서로 다른 요청에 같은 프로젝트 정보가 반복되는 상황을 보여준다">
            <a:extLst xmlns:a="http://schemas.openxmlformats.org/drawingml/2006/main">
              <a:ext uri="{FF2B5EF4-FFF2-40B4-BE49-F238E27FC236}">
                <a16:creationId xmlns:a16="http://schemas.microsoft.com/office/drawing/2014/main" id="{D3D37F5E-0ADB-465A-BE24-2FBC3A16E58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서로 다른 요청에 같은 프로젝트 정보가 반복되는 상황을 보여준다</a:t>
            </a:r>
          </a:p>
        </p:txBody>
      </p:sp>
      <p:sp>
        <p:nvSpPr>
          <p:cNvPr id="7" name="버그 수정">
            <a:extLst xmlns:a="http://schemas.openxmlformats.org/drawingml/2006/main">
              <a:ext uri="{FF2B5EF4-FFF2-40B4-BE49-F238E27FC236}">
                <a16:creationId xmlns:a16="http://schemas.microsoft.com/office/drawing/2014/main" id="{E3D0168B-1C58-4E74-B8F1-B2A576B16FBD}"/>
              </a:ext>
            </a:extLst>
          </p:cNvPr>
          <p:cNvSpPr>
            <a:spLocks xmlns:a="http://schemas.openxmlformats.org/drawingml/2006/main" noGrp="1"/>
          </p:cNvSpPr>
          <p:nvPr/>
        </p:nvSpPr>
        <p:spPr>
          <a:xfrm xmlns:a="http://schemas.openxmlformats.org/drawingml/2006/main">
            <a:off x="6096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버그 수정</a:t>
            </a:r>
          </a:p>
        </p:txBody>
      </p:sp>
      <p:sp>
        <p:nvSpPr>
          <p:cNvPr id="8" name="crop 경계를 수정해줘">
            <a:extLst xmlns:a="http://schemas.openxmlformats.org/drawingml/2006/main">
              <a:ext uri="{FF2B5EF4-FFF2-40B4-BE49-F238E27FC236}">
                <a16:creationId xmlns:a16="http://schemas.microsoft.com/office/drawing/2014/main" id="{868F674D-31C4-4B5F-85FD-183D4D5E2C68}"/>
              </a:ext>
            </a:extLst>
          </p:cNvPr>
          <p:cNvSpPr>
            <a:spLocks xmlns:a="http://schemas.openxmlformats.org/drawingml/2006/main" noGrp="1"/>
          </p:cNvSpPr>
          <p:nvPr/>
        </p:nvSpPr>
        <p:spPr>
          <a:xfrm xmlns:a="http://schemas.openxmlformats.org/drawingml/2006/main">
            <a:off x="6096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경계를 수정해줘</a:t>
            </a:r>
          </a:p>
        </p:txBody>
      </p:sp>
      <p:sp>
        <p:nvSpPr>
          <p:cNvPr id="9" name="">
            <a:extLst xmlns:a="http://schemas.openxmlformats.org/drawingml/2006/main">
              <a:ext uri="{FF2B5EF4-FFF2-40B4-BE49-F238E27FC236}">
                <a16:creationId xmlns:a16="http://schemas.microsoft.com/office/drawing/2014/main" id="{71470B0B-7BD9-40BA-A110-38695FE4D380}"/>
              </a:ext>
            </a:extLst>
          </p:cNvPr>
          <p:cNvSpPr>
            <a:spLocks xmlns:a="http://schemas.openxmlformats.org/drawingml/2006/main" noGrp="1"/>
          </p:cNvSpPr>
          <p:nvPr/>
        </p:nvSpPr>
        <p:spPr>
          <a:xfrm xmlns:a="http://schemas.openxmlformats.org/drawingml/2006/main">
            <a:off x="6096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
            <a:extLst xmlns:a="http://schemas.openxmlformats.org/drawingml/2006/main">
              <a:ext uri="{FF2B5EF4-FFF2-40B4-BE49-F238E27FC236}">
                <a16:creationId xmlns:a16="http://schemas.microsoft.com/office/drawing/2014/main" id="{A9330EEB-836F-4CE7-8CC5-53ECD2048B18}"/>
              </a:ext>
            </a:extLst>
          </p:cNvPr>
          <p:cNvSpPr>
            <a:spLocks xmlns:a="http://schemas.openxmlformats.org/drawingml/2006/main" noGrp="1"/>
          </p:cNvSpPr>
          <p:nvPr/>
        </p:nvSpPr>
        <p:spPr>
          <a:xfrm xmlns:a="http://schemas.openxmlformats.org/drawingml/2006/main">
            <a:off x="6096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3E6C2D1B-22B6-4CA6-8BB7-D8702A13BE1F}"/>
              </a:ext>
            </a:extLst>
          </p:cNvPr>
          <p:cNvSpPr>
            <a:spLocks xmlns:a="http://schemas.openxmlformats.org/drawingml/2006/main" noGrp="1"/>
          </p:cNvSpPr>
          <p:nvPr/>
        </p:nvSpPr>
        <p:spPr>
          <a:xfrm xmlns:a="http://schemas.openxmlformats.org/drawingml/2006/main">
            <a:off x="7620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2" name="성능 조사">
            <a:extLst xmlns:a="http://schemas.openxmlformats.org/drawingml/2006/main">
              <a:ext uri="{FF2B5EF4-FFF2-40B4-BE49-F238E27FC236}">
                <a16:creationId xmlns:a16="http://schemas.microsoft.com/office/drawing/2014/main" id="{593123AE-B278-47D9-8935-C192CC49BA15}"/>
              </a:ext>
            </a:extLst>
          </p:cNvPr>
          <p:cNvSpPr>
            <a:spLocks xmlns:a="http://schemas.openxmlformats.org/drawingml/2006/main" noGrp="1"/>
          </p:cNvSpPr>
          <p:nvPr/>
        </p:nvSpPr>
        <p:spPr>
          <a:xfrm xmlns:a="http://schemas.openxmlformats.org/drawingml/2006/main">
            <a:off x="43434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성능 조사</a:t>
            </a:r>
          </a:p>
        </p:txBody>
      </p:sp>
      <p:sp>
        <p:nvSpPr>
          <p:cNvPr id="13" name="통계 계산을 조사해줘">
            <a:extLst xmlns:a="http://schemas.openxmlformats.org/drawingml/2006/main">
              <a:ext uri="{FF2B5EF4-FFF2-40B4-BE49-F238E27FC236}">
                <a16:creationId xmlns:a16="http://schemas.microsoft.com/office/drawing/2014/main" id="{90BE1DD0-F2D6-42B7-816D-884656AEB11D}"/>
              </a:ext>
            </a:extLst>
          </p:cNvPr>
          <p:cNvSpPr>
            <a:spLocks xmlns:a="http://schemas.openxmlformats.org/drawingml/2006/main" noGrp="1"/>
          </p:cNvSpPr>
          <p:nvPr/>
        </p:nvSpPr>
        <p:spPr>
          <a:xfrm xmlns:a="http://schemas.openxmlformats.org/drawingml/2006/main">
            <a:off x="43434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통계 계산을 조사해줘</a:t>
            </a:r>
          </a:p>
        </p:txBody>
      </p:sp>
      <p:sp>
        <p:nvSpPr>
          <p:cNvPr id="14" name="">
            <a:extLst xmlns:a="http://schemas.openxmlformats.org/drawingml/2006/main">
              <a:ext uri="{FF2B5EF4-FFF2-40B4-BE49-F238E27FC236}">
                <a16:creationId xmlns:a16="http://schemas.microsoft.com/office/drawing/2014/main" id="{FC347205-9518-472B-87AA-17DBFC5BE1FF}"/>
              </a:ext>
            </a:extLst>
          </p:cNvPr>
          <p:cNvSpPr>
            <a:spLocks xmlns:a="http://schemas.openxmlformats.org/drawingml/2006/main" noGrp="1"/>
          </p:cNvSpPr>
          <p:nvPr/>
        </p:nvSpPr>
        <p:spPr>
          <a:xfrm xmlns:a="http://schemas.openxmlformats.org/drawingml/2006/main">
            <a:off x="43434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FDFD6925-0B4B-442B-AEE4-7D4D1CF089E2}"/>
              </a:ext>
            </a:extLst>
          </p:cNvPr>
          <p:cNvSpPr>
            <a:spLocks xmlns:a="http://schemas.openxmlformats.org/drawingml/2006/main" noGrp="1"/>
          </p:cNvSpPr>
          <p:nvPr/>
        </p:nvSpPr>
        <p:spPr>
          <a:xfrm xmlns:a="http://schemas.openxmlformats.org/drawingml/2006/main">
            <a:off x="43434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6"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85BAA434-1457-4E28-B402-EBB85BCDFBA9}"/>
              </a:ext>
            </a:extLst>
          </p:cNvPr>
          <p:cNvSpPr>
            <a:spLocks xmlns:a="http://schemas.openxmlformats.org/drawingml/2006/main" noGrp="1"/>
          </p:cNvSpPr>
          <p:nvPr/>
        </p:nvSpPr>
        <p:spPr>
          <a:xfrm xmlns:a="http://schemas.openxmlformats.org/drawingml/2006/main">
            <a:off x="44958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17" name="README 수정">
            <a:extLst xmlns:a="http://schemas.openxmlformats.org/drawingml/2006/main">
              <a:ext uri="{FF2B5EF4-FFF2-40B4-BE49-F238E27FC236}">
                <a16:creationId xmlns:a16="http://schemas.microsoft.com/office/drawing/2014/main" id="{51F8A0B8-591B-45F5-87CC-B90EC3C9D7F7}"/>
              </a:ext>
            </a:extLst>
          </p:cNvPr>
          <p:cNvSpPr>
            <a:spLocks xmlns:a="http://schemas.openxmlformats.org/drawingml/2006/main" noGrp="1"/>
          </p:cNvSpPr>
          <p:nvPr/>
        </p:nvSpPr>
        <p:spPr>
          <a:xfrm xmlns:a="http://schemas.openxmlformats.org/drawingml/2006/main">
            <a:off x="8077200" y="22098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README 수정</a:t>
            </a:r>
          </a:p>
        </p:txBody>
      </p:sp>
      <p:sp>
        <p:nvSpPr>
          <p:cNvPr id="18" name="빌드 안내를 명확히 해줘">
            <a:extLst xmlns:a="http://schemas.openxmlformats.org/drawingml/2006/main">
              <a:ext uri="{FF2B5EF4-FFF2-40B4-BE49-F238E27FC236}">
                <a16:creationId xmlns:a16="http://schemas.microsoft.com/office/drawing/2014/main" id="{E9199725-F682-4DF3-8C75-7AA9909D38C8}"/>
              </a:ext>
            </a:extLst>
          </p:cNvPr>
          <p:cNvSpPr>
            <a:spLocks xmlns:a="http://schemas.openxmlformats.org/drawingml/2006/main" noGrp="1"/>
          </p:cNvSpPr>
          <p:nvPr/>
        </p:nvSpPr>
        <p:spPr>
          <a:xfrm xmlns:a="http://schemas.openxmlformats.org/drawingml/2006/main">
            <a:off x="8077200" y="2705100"/>
            <a:ext cx="3429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안내를 명확히 해줘</a:t>
            </a:r>
          </a:p>
        </p:txBody>
      </p:sp>
      <p:sp>
        <p:nvSpPr>
          <p:cNvPr id="19" name="">
            <a:extLst xmlns:a="http://schemas.openxmlformats.org/drawingml/2006/main">
              <a:ext uri="{FF2B5EF4-FFF2-40B4-BE49-F238E27FC236}">
                <a16:creationId xmlns:a16="http://schemas.microsoft.com/office/drawing/2014/main" id="{945ACBC7-49DC-41B8-8FA0-27E0725EA02A}"/>
              </a:ext>
            </a:extLst>
          </p:cNvPr>
          <p:cNvSpPr>
            <a:spLocks xmlns:a="http://schemas.openxmlformats.org/drawingml/2006/main" noGrp="1"/>
          </p:cNvSpPr>
          <p:nvPr/>
        </p:nvSpPr>
        <p:spPr>
          <a:xfrm xmlns:a="http://schemas.openxmlformats.org/drawingml/2006/main">
            <a:off x="8077200" y="3276600"/>
            <a:ext cx="3429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
            <a:extLst xmlns:a="http://schemas.openxmlformats.org/drawingml/2006/main">
              <a:ext uri="{FF2B5EF4-FFF2-40B4-BE49-F238E27FC236}">
                <a16:creationId xmlns:a16="http://schemas.microsoft.com/office/drawing/2014/main" id="{CB6697F7-E62A-432D-840C-2C1013232D6E}"/>
              </a:ext>
            </a:extLst>
          </p:cNvPr>
          <p:cNvSpPr>
            <a:spLocks xmlns:a="http://schemas.openxmlformats.org/drawingml/2006/main" noGrp="1"/>
          </p:cNvSpPr>
          <p:nvPr/>
        </p:nvSpPr>
        <p:spPr>
          <a:xfrm xmlns:a="http://schemas.openxmlformats.org/drawingml/2006/main">
            <a:off x="8077200" y="3467100"/>
            <a:ext cx="3429000" cy="146685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지정된 테스트 실행&#10;의존성 추가에는 근거 필요&#10;로컬 합성 데이터 사용&#10;기존 동작 보존">
            <a:extLst xmlns:a="http://schemas.openxmlformats.org/drawingml/2006/main">
              <a:ext uri="{FF2B5EF4-FFF2-40B4-BE49-F238E27FC236}">
                <a16:creationId xmlns:a16="http://schemas.microsoft.com/office/drawing/2014/main" id="{F553BD7F-1E07-4ED4-B507-9BCA7C898F8A}"/>
              </a:ext>
            </a:extLst>
          </p:cNvPr>
          <p:cNvSpPr>
            <a:spLocks xmlns:a="http://schemas.openxmlformats.org/drawingml/2006/main" noGrp="1"/>
          </p:cNvSpPr>
          <p:nvPr/>
        </p:nvSpPr>
        <p:spPr>
          <a:xfrm xmlns:a="http://schemas.openxmlformats.org/drawingml/2006/main">
            <a:off x="8229600" y="3600450"/>
            <a:ext cx="312420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지정된 테스트 실행</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의존성 추가에는 근거 필요</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로컬 합성 데이터 사용</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동작 보존</a:t>
            </a:r>
          </a:p>
        </p:txBody>
      </p:sp>
      <p:sp>
        <p:nvSpPr>
          <p:cNvPr id="22" name="요청은 다른데, 아래 설명은 왜 계속 같을까?">
            <a:extLst xmlns:a="http://schemas.openxmlformats.org/drawingml/2006/main">
              <a:ext uri="{FF2B5EF4-FFF2-40B4-BE49-F238E27FC236}">
                <a16:creationId xmlns:a16="http://schemas.microsoft.com/office/drawing/2014/main" id="{61C3C5B6-29C9-4D55-BEB4-0CD762CBA116}"/>
              </a:ext>
            </a:extLst>
          </p:cNvPr>
          <p:cNvSpPr>
            <a:spLocks xmlns:a="http://schemas.openxmlformats.org/drawingml/2006/main" noGrp="1"/>
          </p:cNvSpPr>
          <p:nvPr/>
        </p:nvSpPr>
        <p:spPr>
          <a:xfrm xmlns:a="http://schemas.openxmlformats.org/drawingml/2006/main">
            <a:off x="609600" y="52292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요청은 다른데, 아래 설명은 왜 계속 같을까?</a:t>
            </a:r>
          </a:p>
        </p:txBody>
      </p:sp>
      <p:sp>
        <p:nvSpPr>
          <p:cNvPr id="23" name="Legacy module connection">
            <a:extLst xmlns:a="http://schemas.openxmlformats.org/drawingml/2006/main">
              <a:ext uri="{FF2B5EF4-FFF2-40B4-BE49-F238E27FC236}">
                <a16:creationId xmlns:a16="http://schemas.microsoft.com/office/drawing/2014/main" id="{36F8022E-A6EA-444D-AF99-3180C717D4E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2017933859"/>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7" name="ACT 2  ·  Project Context">
            <a:extLst xmlns:a="http://schemas.openxmlformats.org/drawingml/2006/main">
              <a:ext uri="{FF2B5EF4-FFF2-40B4-BE49-F238E27FC236}">
                <a16:creationId xmlns:a16="http://schemas.microsoft.com/office/drawing/2014/main" id="{FC8C65E8-C013-4306-9E15-23269487A05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Project Context</a:t>
            </a:r>
          </a:p>
        </p:txBody>
      </p:sp>
      <p:sp>
        <p:nvSpPr>
          <p:cNvPr id="2" name="S36">
            <a:extLst xmlns:a="http://schemas.openxmlformats.org/drawingml/2006/main">
              <a:ext uri="{FF2B5EF4-FFF2-40B4-BE49-F238E27FC236}">
                <a16:creationId xmlns:a16="http://schemas.microsoft.com/office/drawing/2014/main" id="{25AD502C-AB17-46E5-ABB9-6446B20B416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S36</a:t>
            </a:r>
          </a:p>
        </p:txBody>
      </p:sp>
      <p:sp>
        <p:nvSpPr>
          <p:cNvPr id="3" name="작은 Project Context의 첫 기록">
            <a:extLst xmlns:a="http://schemas.openxmlformats.org/drawingml/2006/main">
              <a:ext uri="{FF2B5EF4-FFF2-40B4-BE49-F238E27FC236}">
                <a16:creationId xmlns:a16="http://schemas.microsoft.com/office/drawing/2014/main" id="{252BEBB2-BB0E-4015-9C27-C8CFFB5A15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작은 Project Context의 첫 기록</a:t>
            </a:r>
          </a:p>
        </p:txBody>
      </p:sp>
      <p:sp>
        <p:nvSpPr>
          <p:cNvPr id="4" name="">
            <a:extLst xmlns:a="http://schemas.openxmlformats.org/drawingml/2006/main">
              <a:ext uri="{FF2B5EF4-FFF2-40B4-BE49-F238E27FC236}">
                <a16:creationId xmlns:a16="http://schemas.microsoft.com/office/drawing/2014/main" id="{D146B7E6-98D4-4D97-8DF4-F78BBD7EFA6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 PRODUCT  |  STATE-01 · AGENTS.md 실제 원문 발췌">
            <a:extLst xmlns:a="http://schemas.openxmlformats.org/drawingml/2006/main">
              <a:ext uri="{FF2B5EF4-FFF2-40B4-BE49-F238E27FC236}">
                <a16:creationId xmlns:a16="http://schemas.microsoft.com/office/drawing/2014/main" id="{BDA4FEAC-9E85-4B43-9A5C-73FCA7367F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 PRODUCT  |  STATE-01 · AGENTS.md 실제 원문 발췌</a:t>
            </a:r>
          </a:p>
        </p:txBody>
      </p:sp>
      <p:sp>
        <p:nvSpPr>
          <p:cNvPr id="6" name="파일의 내용과 기록 위치를 보여주는 장 · Agent의 활용 관찰은 다음 장에서 확인">
            <a:extLst xmlns:a="http://schemas.openxmlformats.org/drawingml/2006/main">
              <a:ext uri="{FF2B5EF4-FFF2-40B4-BE49-F238E27FC236}">
                <a16:creationId xmlns:a16="http://schemas.microsoft.com/office/drawing/2014/main" id="{8482EF2E-747E-4F4B-8103-F4B0C459C695}"/>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파일의 내용과 기록 위치를 보여주는 장 · Agent의 활용 관찰은 다음 장에서 확인</a:t>
            </a:r>
          </a:p>
        </p:txBody>
      </p:sp>
      <p:sp>
        <p:nvSpPr>
          <p:cNvPr id="7" name="반복해서 설명하던 내용을 저장소에 남겼다">
            <a:extLst xmlns:a="http://schemas.openxmlformats.org/drawingml/2006/main">
              <a:ext uri="{FF2B5EF4-FFF2-40B4-BE49-F238E27FC236}">
                <a16:creationId xmlns:a16="http://schemas.microsoft.com/office/drawing/2014/main" id="{22D5DD80-0D94-46A1-91B5-0E6556103402}"/>
              </a:ext>
            </a:extLst>
          </p:cNvPr>
          <p:cNvSpPr>
            <a:spLocks xmlns:a="http://schemas.openxmlformats.org/drawingml/2006/main" noGrp="1"/>
          </p:cNvSpPr>
          <p:nvPr/>
        </p:nvSpPr>
        <p:spPr>
          <a:xfrm xmlns:a="http://schemas.openxmlformats.org/drawingml/2006/main">
            <a:off x="609600" y="1619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반복해서 설명하던 내용을 저장소에 남겼다</a:t>
            </a:r>
          </a:p>
        </p:txBody>
      </p:sp>
      <p:sp>
        <p:nvSpPr>
          <p:cNvPr id="8" name="AGENTS.md">
            <a:extLst xmlns:a="http://schemas.openxmlformats.org/drawingml/2006/main">
              <a:ext uri="{FF2B5EF4-FFF2-40B4-BE49-F238E27FC236}">
                <a16:creationId xmlns:a16="http://schemas.microsoft.com/office/drawing/2014/main" id="{CC5ED0CE-D29F-4ADF-8301-44912E749599}"/>
              </a:ext>
            </a:extLst>
          </p:cNvPr>
          <p:cNvSpPr>
            <a:spLocks xmlns:a="http://schemas.openxmlformats.org/drawingml/2006/main" noGrp="1"/>
          </p:cNvSpPr>
          <p:nvPr/>
        </p:nvSpPr>
        <p:spPr>
          <a:xfrm xmlns:a="http://schemas.openxmlformats.org/drawingml/2006/main">
            <a:off x="609600" y="2200275"/>
            <a:ext cx="361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Consolas"/>
                <a:ea typeface="Consolas"/>
                <a:cs typeface="Consolas"/>
              </a:defRPr>
            </a:defPPr>
            <a:lvl1pPr algn="l">
              <a:defRPr sz="2550" b="1">
                <a:solidFill>
                  <a:srgbClr val="17212B"/>
                </a:solidFill>
                <a:latin typeface="Consolas"/>
                <a:ea typeface="Consolas"/>
                <a:cs typeface="Consolas"/>
              </a:defRPr>
            </a:lvl1pPr>
            <a:lvl2pPr algn="l">
              <a:defRPr sz="2550" b="1">
                <a:solidFill>
                  <a:srgbClr val="17212B"/>
                </a:solidFill>
                <a:latin typeface="Consolas"/>
                <a:ea typeface="Consolas"/>
                <a:cs typeface="Consolas"/>
              </a:defRPr>
            </a:lvl2pPr>
            <a:lvl3pPr algn="l">
              <a:defRPr sz="2550" b="1">
                <a:solidFill>
                  <a:srgbClr val="17212B"/>
                </a:solidFill>
                <a:latin typeface="Consolas"/>
                <a:ea typeface="Consolas"/>
                <a:cs typeface="Consolas"/>
              </a:defRPr>
            </a:lvl3pPr>
            <a:lvl4pPr algn="l">
              <a:defRPr sz="2550" b="1">
                <a:solidFill>
                  <a:srgbClr val="17212B"/>
                </a:solidFill>
                <a:latin typeface="Consolas"/>
                <a:ea typeface="Consolas"/>
                <a:cs typeface="Consolas"/>
              </a:defRPr>
            </a:lvl4pPr>
            <a:lvl5pPr algn="l">
              <a:defRPr sz="2550" b="1">
                <a:solidFill>
                  <a:srgbClr val="17212B"/>
                </a:solidFill>
                <a:latin typeface="Consolas"/>
                <a:ea typeface="Consolas"/>
                <a:cs typeface="Consolas"/>
              </a:defRPr>
            </a:lvl5pPr>
            <a:lvl6pPr algn="l">
              <a:defRPr sz="2550" b="1">
                <a:solidFill>
                  <a:srgbClr val="17212B"/>
                </a:solidFill>
                <a:latin typeface="Consolas"/>
                <a:ea typeface="Consolas"/>
                <a:cs typeface="Consolas"/>
              </a:defRPr>
            </a:lvl6pPr>
            <a:lvl7pPr algn="l">
              <a:defRPr sz="2550" b="1">
                <a:solidFill>
                  <a:srgbClr val="17212B"/>
                </a:solidFill>
                <a:latin typeface="Consolas"/>
                <a:ea typeface="Consolas"/>
                <a:cs typeface="Consolas"/>
              </a:defRPr>
            </a:lvl7pPr>
            <a:lvl8pPr algn="l">
              <a:defRPr sz="2550" b="1">
                <a:solidFill>
                  <a:srgbClr val="17212B"/>
                </a:solidFill>
                <a:latin typeface="Consolas"/>
                <a:ea typeface="Consolas"/>
                <a:cs typeface="Consolas"/>
              </a:defRPr>
            </a:lvl8pPr>
            <a:lvl9pPr algn="l">
              <a:defRPr sz="2550" b="1">
                <a:solidFill>
                  <a:srgbClr val="17212B"/>
                </a:solidFill>
                <a:latin typeface="Consolas"/>
                <a:ea typeface="Consolas"/>
                <a:cs typeface="Consolas"/>
              </a:defRPr>
            </a:lvl9pPr>
          </a:lstStyle>
          <a:p xmlns:a="http://schemas.openxmlformats.org/drawingml/2006/main">
            <a:pPr algn="l">
              <a:defRPr sz="2550" b="1">
                <a:solidFill>
                  <a:srgbClr val="17212B"/>
                </a:solidFill>
                <a:latin typeface="Consolas"/>
                <a:ea typeface="Consolas"/>
                <a:cs typeface="Consolas"/>
              </a:defRPr>
            </a:pPr>
            <a:r>
              <a:rPr sz="2550" b="1">
                <a:solidFill>
                  <a:srgbClr val="17212B"/>
                </a:solidFill>
                <a:latin typeface="Consolas"/>
                <a:ea typeface="Consolas"/>
                <a:cs typeface="Consolas"/>
              </a:rPr>
              <a:t>AGENTS.md</a:t>
            </a:r>
          </a:p>
        </p:txBody>
      </p:sp>
      <p:sp>
        <p:nvSpPr>
          <p:cNvPr id="9" name="STATE-00-FIXED → STATE-01">
            <a:extLst xmlns:a="http://schemas.openxmlformats.org/drawingml/2006/main">
              <a:ext uri="{FF2B5EF4-FFF2-40B4-BE49-F238E27FC236}">
                <a16:creationId xmlns:a16="http://schemas.microsoft.com/office/drawing/2014/main" id="{A53609F9-487E-427F-8142-BD4F0F09454F}"/>
              </a:ext>
            </a:extLst>
          </p:cNvPr>
          <p:cNvSpPr>
            <a:spLocks xmlns:a="http://schemas.openxmlformats.org/drawingml/2006/main" noGrp="1"/>
          </p:cNvSpPr>
          <p:nvPr/>
        </p:nvSpPr>
        <p:spPr>
          <a:xfrm xmlns:a="http://schemas.openxmlformats.org/drawingml/2006/main">
            <a:off x="7143750" y="2257425"/>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650" b="0">
                <a:solidFill>
                  <a:srgbClr val="4D5A68"/>
                </a:solidFill>
                <a:latin typeface="Consolas"/>
                <a:ea typeface="Consolas"/>
                <a:cs typeface="Consolas"/>
              </a:defRPr>
            </a:defPPr>
            <a:lvl1pPr algn="r">
              <a:defRPr sz="1650" b="0">
                <a:solidFill>
                  <a:srgbClr val="4D5A68"/>
                </a:solidFill>
                <a:latin typeface="Consolas"/>
                <a:ea typeface="Consolas"/>
                <a:cs typeface="Consolas"/>
              </a:defRPr>
            </a:lvl1pPr>
            <a:lvl2pPr algn="r">
              <a:defRPr sz="1650" b="0">
                <a:solidFill>
                  <a:srgbClr val="4D5A68"/>
                </a:solidFill>
                <a:latin typeface="Consolas"/>
                <a:ea typeface="Consolas"/>
                <a:cs typeface="Consolas"/>
              </a:defRPr>
            </a:lvl2pPr>
            <a:lvl3pPr algn="r">
              <a:defRPr sz="1650" b="0">
                <a:solidFill>
                  <a:srgbClr val="4D5A68"/>
                </a:solidFill>
                <a:latin typeface="Consolas"/>
                <a:ea typeface="Consolas"/>
                <a:cs typeface="Consolas"/>
              </a:defRPr>
            </a:lvl3pPr>
            <a:lvl4pPr algn="r">
              <a:defRPr sz="1650" b="0">
                <a:solidFill>
                  <a:srgbClr val="4D5A68"/>
                </a:solidFill>
                <a:latin typeface="Consolas"/>
                <a:ea typeface="Consolas"/>
                <a:cs typeface="Consolas"/>
              </a:defRPr>
            </a:lvl4pPr>
            <a:lvl5pPr algn="r">
              <a:defRPr sz="1650" b="0">
                <a:solidFill>
                  <a:srgbClr val="4D5A68"/>
                </a:solidFill>
                <a:latin typeface="Consolas"/>
                <a:ea typeface="Consolas"/>
                <a:cs typeface="Consolas"/>
              </a:defRPr>
            </a:lvl5pPr>
            <a:lvl6pPr algn="r">
              <a:defRPr sz="1650" b="0">
                <a:solidFill>
                  <a:srgbClr val="4D5A68"/>
                </a:solidFill>
                <a:latin typeface="Consolas"/>
                <a:ea typeface="Consolas"/>
                <a:cs typeface="Consolas"/>
              </a:defRPr>
            </a:lvl6pPr>
            <a:lvl7pPr algn="r">
              <a:defRPr sz="1650" b="0">
                <a:solidFill>
                  <a:srgbClr val="4D5A68"/>
                </a:solidFill>
                <a:latin typeface="Consolas"/>
                <a:ea typeface="Consolas"/>
                <a:cs typeface="Consolas"/>
              </a:defRPr>
            </a:lvl7pPr>
            <a:lvl8pPr algn="r">
              <a:defRPr sz="1650" b="0">
                <a:solidFill>
                  <a:srgbClr val="4D5A68"/>
                </a:solidFill>
                <a:latin typeface="Consolas"/>
                <a:ea typeface="Consolas"/>
                <a:cs typeface="Consolas"/>
              </a:defRPr>
            </a:lvl8pPr>
            <a:lvl9pPr algn="r">
              <a:defRPr sz="1650" b="0">
                <a:solidFill>
                  <a:srgbClr val="4D5A68"/>
                </a:solidFill>
                <a:latin typeface="Consolas"/>
                <a:ea typeface="Consolas"/>
                <a:cs typeface="Consolas"/>
              </a:defRPr>
            </a:lvl9pPr>
          </a:lstStyle>
          <a:p xmlns:a="http://schemas.openxmlformats.org/drawingml/2006/main">
            <a:pPr algn="r">
              <a:defRPr sz="1650" b="0">
                <a:solidFill>
                  <a:srgbClr val="4D5A68"/>
                </a:solidFill>
                <a:latin typeface="Consolas"/>
                <a:ea typeface="Consolas"/>
                <a:cs typeface="Consolas"/>
              </a:defRPr>
            </a:pPr>
            <a:r>
              <a:rPr sz="1650" b="0">
                <a:solidFill>
                  <a:srgbClr val="4D5A68"/>
                </a:solidFill>
                <a:latin typeface="Consolas"/>
                <a:ea typeface="Consolas"/>
                <a:cs typeface="Consolas"/>
              </a:rPr>
              <a:t>STATE-00-FIXED → STATE-01</a:t>
            </a:r>
          </a:p>
        </p:txBody>
      </p:sp>
      <p:sp>
        <p:nvSpPr>
          <p:cNvPr id="10" name="">
            <a:extLst xmlns:a="http://schemas.openxmlformats.org/drawingml/2006/main">
              <a:ext uri="{FF2B5EF4-FFF2-40B4-BE49-F238E27FC236}">
                <a16:creationId xmlns:a16="http://schemas.microsoft.com/office/drawing/2014/main" id="{E4E4018A-0025-40C6-9507-052047C53159}"/>
              </a:ext>
            </a:extLst>
          </p:cNvPr>
          <p:cNvSpPr>
            <a:spLocks xmlns:a="http://schemas.openxmlformats.org/drawingml/2006/main" noGrp="1"/>
          </p:cNvSpPr>
          <p:nvPr/>
        </p:nvSpPr>
        <p:spPr>
          <a:xfrm xmlns:a="http://schemas.openxmlformats.org/drawingml/2006/main">
            <a:off x="609600" y="273367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프로젝트 목적">
            <a:extLst xmlns:a="http://schemas.openxmlformats.org/drawingml/2006/main">
              <a:ext uri="{FF2B5EF4-FFF2-40B4-BE49-F238E27FC236}">
                <a16:creationId xmlns:a16="http://schemas.microsoft.com/office/drawing/2014/main" id="{9AA415E5-91E4-421E-A406-072EB41956D5}"/>
              </a:ext>
            </a:extLst>
          </p:cNvPr>
          <p:cNvSpPr>
            <a:spLocks xmlns:a="http://schemas.openxmlformats.org/drawingml/2006/main" noGrp="1"/>
          </p:cNvSpPr>
          <p:nvPr/>
        </p:nvSpPr>
        <p:spPr>
          <a:xfrm xmlns:a="http://schemas.openxmlformats.org/drawingml/2006/main">
            <a:off x="609600" y="288607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프로젝트 목적</a:t>
            </a:r>
          </a:p>
        </p:txBody>
      </p:sp>
      <p:sp>
        <p:nvSpPr>
          <p:cNvPr id="12" name="Local grayscale image-processing CLI using synthetic ASCII P">
            <a:extLst xmlns:a="http://schemas.openxmlformats.org/drawingml/2006/main">
              <a:ext uri="{FF2B5EF4-FFF2-40B4-BE49-F238E27FC236}">
                <a16:creationId xmlns:a16="http://schemas.microsoft.com/office/drawing/2014/main" id="{11898619-1A6A-426F-BECC-1FD2F41F5EA2}"/>
              </a:ext>
            </a:extLst>
          </p:cNvPr>
          <p:cNvSpPr>
            <a:spLocks xmlns:a="http://schemas.openxmlformats.org/drawingml/2006/main" noGrp="1"/>
          </p:cNvSpPr>
          <p:nvPr/>
        </p:nvSpPr>
        <p:spPr>
          <a:xfrm xmlns:a="http://schemas.openxmlformats.org/drawingml/2006/main">
            <a:off x="2952750" y="278130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Local </a:t>
            </a:r>
            <a:r>
              <a:rPr sz="1725" b="1">
                <a:solidFill>
                  <a:srgbClr val="4D5A68"/>
                </a:solidFill>
                <a:latin typeface="Malgun Gothic"/>
                <a:ea typeface="Malgun Gothic"/>
                <a:cs typeface="Malgun Gothic"/>
              </a:rPr>
              <a:t>grayscale image-processing CLI</a:t>
            </a:r>
            <a:r>
              <a:rPr sz="1725" b="0">
                <a:solidFill>
                  <a:srgbClr val="4D5A68"/>
                </a:solidFill>
                <a:latin typeface="Malgun Gothic"/>
                <a:ea typeface="Malgun Gothic"/>
                <a:cs typeface="Malgun Gothic"/>
              </a:rPr>
              <a:t> using synthetic ASCII PGM data.</a:t>
            </a:r>
          </a:p>
        </p:txBody>
      </p:sp>
      <p:sp>
        <p:nvSpPr>
          <p:cNvPr id="13" name="로컬 합성 이미지로 동작하는 흑백 처리 CLI">
            <a:extLst xmlns:a="http://schemas.openxmlformats.org/drawingml/2006/main">
              <a:ext uri="{FF2B5EF4-FFF2-40B4-BE49-F238E27FC236}">
                <a16:creationId xmlns:a16="http://schemas.microsoft.com/office/drawing/2014/main" id="{131B77B7-1E73-46A4-987A-F14387C8627A}"/>
              </a:ext>
            </a:extLst>
          </p:cNvPr>
          <p:cNvSpPr>
            <a:spLocks xmlns:a="http://schemas.openxmlformats.org/drawingml/2006/main" noGrp="1"/>
          </p:cNvSpPr>
          <p:nvPr/>
        </p:nvSpPr>
        <p:spPr>
          <a:xfrm xmlns:a="http://schemas.openxmlformats.org/drawingml/2006/main">
            <a:off x="2952750" y="308610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로컬 합성 이미지로 동작하는 흑백 처리 CLI</a:t>
            </a:r>
          </a:p>
        </p:txBody>
      </p:sp>
      <p:sp>
        <p:nvSpPr>
          <p:cNvPr id="14" name="">
            <a:extLst xmlns:a="http://schemas.openxmlformats.org/drawingml/2006/main">
              <a:ext uri="{FF2B5EF4-FFF2-40B4-BE49-F238E27FC236}">
                <a16:creationId xmlns:a16="http://schemas.microsoft.com/office/drawing/2014/main" id="{50FDAC3F-A48F-4187-A214-E8623D524385}"/>
              </a:ext>
            </a:extLst>
          </p:cNvPr>
          <p:cNvSpPr>
            <a:spLocks xmlns:a="http://schemas.openxmlformats.org/drawingml/2006/main" noGrp="1"/>
          </p:cNvSpPr>
          <p:nvPr/>
        </p:nvSpPr>
        <p:spPr>
          <a:xfrm xmlns:a="http://schemas.openxmlformats.org/drawingml/2006/main">
            <a:off x="609600" y="3467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5" name="실행 방법">
            <a:extLst xmlns:a="http://schemas.openxmlformats.org/drawingml/2006/main">
              <a:ext uri="{FF2B5EF4-FFF2-40B4-BE49-F238E27FC236}">
                <a16:creationId xmlns:a16="http://schemas.microsoft.com/office/drawing/2014/main" id="{0E41644C-A118-488A-9C3F-C9057891C395}"/>
              </a:ext>
            </a:extLst>
          </p:cNvPr>
          <p:cNvSpPr>
            <a:spLocks xmlns:a="http://schemas.openxmlformats.org/drawingml/2006/main" noGrp="1"/>
          </p:cNvSpPr>
          <p:nvPr/>
        </p:nvSpPr>
        <p:spPr>
          <a:xfrm xmlns:a="http://schemas.openxmlformats.org/drawingml/2006/main">
            <a:off x="609600" y="361950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실행 방법</a:t>
            </a:r>
          </a:p>
        </p:txBody>
      </p:sp>
      <p:sp>
        <p:nvSpPr>
          <p:cNvPr id="16" name="Use the prepared build and CLI commands documented in `READM">
            <a:extLst xmlns:a="http://schemas.openxmlformats.org/drawingml/2006/main">
              <a:ext uri="{FF2B5EF4-FFF2-40B4-BE49-F238E27FC236}">
                <a16:creationId xmlns:a16="http://schemas.microsoft.com/office/drawing/2014/main" id="{736B789F-2B5C-4DCF-80B9-825ACC0B2D87}"/>
              </a:ext>
            </a:extLst>
          </p:cNvPr>
          <p:cNvSpPr>
            <a:spLocks xmlns:a="http://schemas.openxmlformats.org/drawingml/2006/main" noGrp="1"/>
          </p:cNvSpPr>
          <p:nvPr/>
        </p:nvSpPr>
        <p:spPr>
          <a:xfrm xmlns:a="http://schemas.openxmlformats.org/drawingml/2006/main">
            <a:off x="2952750" y="351472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Use the prepared build and CLI commands documented in `</a:t>
            </a:r>
            <a:r>
              <a:rPr sz="1725" b="1">
                <a:solidFill>
                  <a:srgbClr val="4D5A68"/>
                </a:solidFill>
                <a:latin typeface="Malgun Gothic"/>
                <a:ea typeface="Malgun Gothic"/>
                <a:cs typeface="Malgun Gothic"/>
              </a:rPr>
              <a:t>README.md</a:t>
            </a:r>
            <a:r>
              <a:rPr sz="1725" b="0">
                <a:solidFill>
                  <a:srgbClr val="4D5A68"/>
                </a:solidFill>
                <a:latin typeface="Malgun Gothic"/>
                <a:ea typeface="Malgun Gothic"/>
                <a:cs typeface="Malgun Gothic"/>
              </a:rPr>
              <a:t>`.</a:t>
            </a:r>
          </a:p>
        </p:txBody>
      </p:sp>
      <p:sp>
        <p:nvSpPr>
          <p:cNvPr id="17" name="실행 방법은 README에서 확인">
            <a:extLst xmlns:a="http://schemas.openxmlformats.org/drawingml/2006/main">
              <a:ext uri="{FF2B5EF4-FFF2-40B4-BE49-F238E27FC236}">
                <a16:creationId xmlns:a16="http://schemas.microsoft.com/office/drawing/2014/main" id="{DF7D0BFF-76D7-47AE-8E57-70294720C151}"/>
              </a:ext>
            </a:extLst>
          </p:cNvPr>
          <p:cNvSpPr>
            <a:spLocks xmlns:a="http://schemas.openxmlformats.org/drawingml/2006/main" noGrp="1"/>
          </p:cNvSpPr>
          <p:nvPr/>
        </p:nvSpPr>
        <p:spPr>
          <a:xfrm xmlns:a="http://schemas.openxmlformats.org/drawingml/2006/main">
            <a:off x="2952750" y="381952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실행 방법은 README에서 확인</a:t>
            </a:r>
          </a:p>
        </p:txBody>
      </p:sp>
      <p:sp>
        <p:nvSpPr>
          <p:cNvPr id="18" name="">
            <a:extLst xmlns:a="http://schemas.openxmlformats.org/drawingml/2006/main">
              <a:ext uri="{FF2B5EF4-FFF2-40B4-BE49-F238E27FC236}">
                <a16:creationId xmlns:a16="http://schemas.microsoft.com/office/drawing/2014/main" id="{5EEF6A78-BE97-470F-9801-A63E8723315C}"/>
              </a:ext>
            </a:extLst>
          </p:cNvPr>
          <p:cNvSpPr>
            <a:spLocks xmlns:a="http://schemas.openxmlformats.org/drawingml/2006/main" noGrp="1"/>
          </p:cNvSpPr>
          <p:nvPr/>
        </p:nvSpPr>
        <p:spPr>
          <a:xfrm xmlns:a="http://schemas.openxmlformats.org/drawingml/2006/main">
            <a:off x="609600" y="42005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테스트 명령">
            <a:extLst xmlns:a="http://schemas.openxmlformats.org/drawingml/2006/main">
              <a:ext uri="{FF2B5EF4-FFF2-40B4-BE49-F238E27FC236}">
                <a16:creationId xmlns:a16="http://schemas.microsoft.com/office/drawing/2014/main" id="{8EF5B7EB-1517-42E5-B4C1-D28E7867FCAA}"/>
              </a:ext>
            </a:extLst>
          </p:cNvPr>
          <p:cNvSpPr>
            <a:spLocks xmlns:a="http://schemas.openxmlformats.org/drawingml/2006/main" noGrp="1"/>
          </p:cNvSpPr>
          <p:nvPr/>
        </p:nvSpPr>
        <p:spPr>
          <a:xfrm xmlns:a="http://schemas.openxmlformats.org/drawingml/2006/main">
            <a:off x="609600" y="4352925"/>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테스트 명령</a:t>
            </a:r>
          </a:p>
        </p:txBody>
      </p:sp>
      <p:sp>
        <p:nvSpPr>
          <p:cNvPr id="20" name="PYTHONPATH=src python3 -m unittest discover -s tests -v">
            <a:extLst xmlns:a="http://schemas.openxmlformats.org/drawingml/2006/main">
              <a:ext uri="{FF2B5EF4-FFF2-40B4-BE49-F238E27FC236}">
                <a16:creationId xmlns:a16="http://schemas.microsoft.com/office/drawing/2014/main" id="{FB42EA8F-AC4C-4C90-ACD8-C973650FDE19}"/>
              </a:ext>
            </a:extLst>
          </p:cNvPr>
          <p:cNvSpPr>
            <a:spLocks xmlns:a="http://schemas.openxmlformats.org/drawingml/2006/main" noGrp="1"/>
          </p:cNvSpPr>
          <p:nvPr/>
        </p:nvSpPr>
        <p:spPr>
          <a:xfrm xmlns:a="http://schemas.openxmlformats.org/drawingml/2006/main">
            <a:off x="2952750" y="4248150"/>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PYTHONPATH=src python3 -m unittest discover -s tests -v</a:t>
            </a:r>
          </a:p>
        </p:txBody>
      </p:sp>
      <p:sp>
        <p:nvSpPr>
          <p:cNvPr id="21" name="반복해서 쓸 테스트 명령">
            <a:extLst xmlns:a="http://schemas.openxmlformats.org/drawingml/2006/main">
              <a:ext uri="{FF2B5EF4-FFF2-40B4-BE49-F238E27FC236}">
                <a16:creationId xmlns:a16="http://schemas.microsoft.com/office/drawing/2014/main" id="{E51E0679-2852-4461-9CB7-AB3B1E92EBB9}"/>
              </a:ext>
            </a:extLst>
          </p:cNvPr>
          <p:cNvSpPr>
            <a:spLocks xmlns:a="http://schemas.openxmlformats.org/drawingml/2006/main" noGrp="1"/>
          </p:cNvSpPr>
          <p:nvPr/>
        </p:nvSpPr>
        <p:spPr>
          <a:xfrm xmlns:a="http://schemas.openxmlformats.org/drawingml/2006/main">
            <a:off x="2952750" y="4552950"/>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반복해서 쓸 테스트 명령</a:t>
            </a:r>
          </a:p>
        </p:txBody>
      </p:sp>
      <p:sp>
        <p:nvSpPr>
          <p:cNvPr id="22" name="">
            <a:extLst xmlns:a="http://schemas.openxmlformats.org/drawingml/2006/main">
              <a:ext uri="{FF2B5EF4-FFF2-40B4-BE49-F238E27FC236}">
                <a16:creationId xmlns:a16="http://schemas.microsoft.com/office/drawing/2014/main" id="{1A5573E1-09A7-4006-97CA-8564CB46350D}"/>
              </a:ext>
            </a:extLst>
          </p:cNvPr>
          <p:cNvSpPr>
            <a:spLocks xmlns:a="http://schemas.openxmlformats.org/drawingml/2006/main" noGrp="1"/>
          </p:cNvSpPr>
          <p:nvPr/>
        </p:nvSpPr>
        <p:spPr>
          <a:xfrm xmlns:a="http://schemas.openxmlformats.org/drawingml/2006/main">
            <a:off x="609600" y="493395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기본 제약">
            <a:extLst xmlns:a="http://schemas.openxmlformats.org/drawingml/2006/main">
              <a:ext uri="{FF2B5EF4-FFF2-40B4-BE49-F238E27FC236}">
                <a16:creationId xmlns:a16="http://schemas.microsoft.com/office/drawing/2014/main" id="{43EB938E-419E-4ACC-B484-C190B2132AE4}"/>
              </a:ext>
            </a:extLst>
          </p:cNvPr>
          <p:cNvSpPr>
            <a:spLocks xmlns:a="http://schemas.openxmlformats.org/drawingml/2006/main" noGrp="1"/>
          </p:cNvSpPr>
          <p:nvPr/>
        </p:nvSpPr>
        <p:spPr>
          <a:xfrm xmlns:a="http://schemas.openxmlformats.org/drawingml/2006/main">
            <a:off x="609600" y="5086350"/>
            <a:ext cx="2124075"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기본 제약</a:t>
            </a:r>
          </a:p>
        </p:txBody>
      </p:sp>
      <p:sp>
        <p:nvSpPr>
          <p:cNvPr id="24" name="Keep changes scoped and verify relevant behavior.">
            <a:extLst xmlns:a="http://schemas.openxmlformats.org/drawingml/2006/main">
              <a:ext uri="{FF2B5EF4-FFF2-40B4-BE49-F238E27FC236}">
                <a16:creationId xmlns:a16="http://schemas.microsoft.com/office/drawing/2014/main" id="{BF90547A-23BC-4495-AE5E-EFCA2A3D5A98}"/>
              </a:ext>
            </a:extLst>
          </p:cNvPr>
          <p:cNvSpPr>
            <a:spLocks xmlns:a="http://schemas.openxmlformats.org/drawingml/2006/main" noGrp="1"/>
          </p:cNvSpPr>
          <p:nvPr/>
        </p:nvSpPr>
        <p:spPr>
          <a:xfrm xmlns:a="http://schemas.openxmlformats.org/drawingml/2006/main">
            <a:off x="2952750" y="4981575"/>
            <a:ext cx="86296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Keep changes </a:t>
            </a:r>
            <a:r>
              <a:rPr sz="1725" b="1">
                <a:solidFill>
                  <a:srgbClr val="4D5A68"/>
                </a:solidFill>
                <a:latin typeface="Malgun Gothic"/>
                <a:ea typeface="Malgun Gothic"/>
                <a:cs typeface="Malgun Gothic"/>
              </a:rPr>
              <a:t>scoped and verify</a:t>
            </a:r>
            <a:r>
              <a:rPr sz="1725" b="0">
                <a:solidFill>
                  <a:srgbClr val="4D5A68"/>
                </a:solidFill>
                <a:latin typeface="Malgun Gothic"/>
                <a:ea typeface="Malgun Gothic"/>
                <a:cs typeface="Malgun Gothic"/>
              </a:rPr>
              <a:t> relevant behavior.</a:t>
            </a:r>
          </a:p>
        </p:txBody>
      </p:sp>
      <p:sp>
        <p:nvSpPr>
          <p:cNvPr id="25" name="범위를 지키고 관련 동작을 검증">
            <a:extLst xmlns:a="http://schemas.openxmlformats.org/drawingml/2006/main">
              <a:ext uri="{FF2B5EF4-FFF2-40B4-BE49-F238E27FC236}">
                <a16:creationId xmlns:a16="http://schemas.microsoft.com/office/drawing/2014/main" id="{03371328-D81A-45AF-9DE1-1BFF3964C206}"/>
              </a:ext>
            </a:extLst>
          </p:cNvPr>
          <p:cNvSpPr>
            <a:spLocks xmlns:a="http://schemas.openxmlformats.org/drawingml/2006/main" noGrp="1"/>
          </p:cNvSpPr>
          <p:nvPr/>
        </p:nvSpPr>
        <p:spPr>
          <a:xfrm xmlns:a="http://schemas.openxmlformats.org/drawingml/2006/main">
            <a:off x="2952750" y="5286375"/>
            <a:ext cx="86296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범위를 지키고 관련 동작을 검증</a:t>
            </a:r>
          </a:p>
        </p:txBody>
      </p:sp>
      <p:sp>
        <p:nvSpPr>
          <p:cNvPr id="26" name="Legacy module connection">
            <a:extLst xmlns:a="http://schemas.openxmlformats.org/drawingml/2006/main">
              <a:ext uri="{FF2B5EF4-FFF2-40B4-BE49-F238E27FC236}">
                <a16:creationId xmlns:a16="http://schemas.microsoft.com/office/drawing/2014/main" id="{460492BA-C229-44F1-9D02-D9136307E69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1136620584"/>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프로젝트 작업 지침을 실제 실행에 적용">
            <a:extLst xmlns:a="http://schemas.openxmlformats.org/drawingml/2006/main">
              <a:ext uri="{FF2B5EF4-FFF2-40B4-BE49-F238E27FC236}">
                <a16:creationId xmlns:a16="http://schemas.microsoft.com/office/drawing/2014/main" id="{CACD6DCE-3856-4DBE-8E0C-2FD9F5ADC40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프로젝트 작업 지침을 실제 실행에 적용</a:t>
            </a:r>
          </a:p>
        </p:txBody>
      </p:sp>
      <p:sp>
        <p:nvSpPr>
          <p:cNvPr id="2" name="S37">
            <a:extLst xmlns:a="http://schemas.openxmlformats.org/drawingml/2006/main">
              <a:ext uri="{FF2B5EF4-FFF2-40B4-BE49-F238E27FC236}">
                <a16:creationId xmlns:a16="http://schemas.microsoft.com/office/drawing/2014/main" id="{A13EE59A-67B2-4D5C-99E9-3E7A56745B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S37</a:t>
            </a:r>
          </a:p>
        </p:txBody>
      </p:sp>
      <p:sp>
        <p:nvSpPr>
          <p:cNvPr id="3" name="AGENTS.md의 지침대로 검증했다">
            <a:extLst xmlns:a="http://schemas.openxmlformats.org/drawingml/2006/main">
              <a:ext uri="{FF2B5EF4-FFF2-40B4-BE49-F238E27FC236}">
                <a16:creationId xmlns:a16="http://schemas.microsoft.com/office/drawing/2014/main" id="{2FF8B318-9CB8-4D0C-9B48-BDC0158369B5}"/>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AGENTS.md의 지침대로 검증했다</a:t>
            </a:r>
          </a:p>
        </p:txBody>
      </p:sp>
      <p:sp>
        <p:nvSpPr>
          <p:cNvPr id="4" name="">
            <a:extLst xmlns:a="http://schemas.openxmlformats.org/drawingml/2006/main">
              <a:ext uri="{FF2B5EF4-FFF2-40B4-BE49-F238E27FC236}">
                <a16:creationId xmlns:a16="http://schemas.microsoft.com/office/drawing/2014/main" id="{94605188-AB16-4DB8-8AE3-B4135ACC0E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3 · 실제 요청 발췌·번역 / 실행 기록 요약 · Codex CLI 0.154.0">
            <a:extLst xmlns:a="http://schemas.openxmlformats.org/drawingml/2006/main">
              <a:ext uri="{FF2B5EF4-FFF2-40B4-BE49-F238E27FC236}">
                <a16:creationId xmlns:a16="http://schemas.microsoft.com/office/drawing/2014/main" id="{113EF88C-E954-4873-B4AA-B2B3942D799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TRIAL-003 · 실제 요청 발췌·번역 / 실행 기록 요약 · Codex CLI 0.154.0</a:t>
            </a:r>
          </a:p>
        </p:txBody>
      </p:sp>
      <p:sp>
        <p:nvSpPr>
          <p:cNvPr id="6" name="Skills도 실행 · README-only는 Prompt에도 명시 · AGENTS.md 단독 효과·강제 준">
            <a:extLst xmlns:a="http://schemas.openxmlformats.org/drawingml/2006/main">
              <a:ext uri="{FF2B5EF4-FFF2-40B4-BE49-F238E27FC236}">
                <a16:creationId xmlns:a16="http://schemas.microsoft.com/office/drawing/2014/main" id="{7B04B2F7-E54F-4CD3-873D-FD0B03938A5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Skills도 실행 · README-only는 Prompt에도 명시 · AGENTS.md 단독 효과·강제 준수 보장은 미입증</a:t>
            </a:r>
          </a:p>
        </p:txBody>
      </p:sp>
      <p:sp>
        <p:nvSpPr>
          <p:cNvPr id="7" name="Task Prompt">
            <a:extLst xmlns:a="http://schemas.openxmlformats.org/drawingml/2006/main">
              <a:ext uri="{FF2B5EF4-FFF2-40B4-BE49-F238E27FC236}">
                <a16:creationId xmlns:a16="http://schemas.microsoft.com/office/drawing/2014/main" id="{D43381B2-1383-482B-A86E-EC680DD84BDD}"/>
              </a:ext>
            </a:extLst>
          </p:cNvPr>
          <p:cNvSpPr>
            <a:spLocks xmlns:a="http://schemas.openxmlformats.org/drawingml/2006/main" noGrp="1"/>
          </p:cNvSpPr>
          <p:nvPr/>
        </p:nvSpPr>
        <p:spPr>
          <a:xfrm xmlns:a="http://schemas.openxmlformats.org/drawingml/2006/main">
            <a:off x="609600" y="1685925"/>
            <a:ext cx="4267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Task Prompt</a:t>
            </a:r>
          </a:p>
        </p:txBody>
      </p:sp>
      <p:sp>
        <p:nvSpPr>
          <p:cNvPr id="8" name="저장소의 작업 지침">
            <a:extLst xmlns:a="http://schemas.openxmlformats.org/drawingml/2006/main">
              <a:ext uri="{FF2B5EF4-FFF2-40B4-BE49-F238E27FC236}">
                <a16:creationId xmlns:a16="http://schemas.microsoft.com/office/drawing/2014/main" id="{121F0C54-CDC1-4633-A2FF-0F337F325318}"/>
              </a:ext>
            </a:extLst>
          </p:cNvPr>
          <p:cNvSpPr>
            <a:spLocks xmlns:a="http://schemas.openxmlformats.org/drawingml/2006/main" noGrp="1"/>
          </p:cNvSpPr>
          <p:nvPr/>
        </p:nvSpPr>
        <p:spPr>
          <a:xfrm xmlns:a="http://schemas.openxmlformats.org/drawingml/2006/main">
            <a:off x="5486400" y="1685925"/>
            <a:ext cx="3124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저장소의 작업 지침</a:t>
            </a:r>
          </a:p>
        </p:txBody>
      </p:sp>
      <p:sp>
        <p:nvSpPr>
          <p:cNvPr id="9" name="실행 기록">
            <a:extLst xmlns:a="http://schemas.openxmlformats.org/drawingml/2006/main">
              <a:ext uri="{FF2B5EF4-FFF2-40B4-BE49-F238E27FC236}">
                <a16:creationId xmlns:a16="http://schemas.microsoft.com/office/drawing/2014/main" id="{4EBB6361-FFEB-4E46-87EA-EC872D1CB93B}"/>
              </a:ext>
            </a:extLst>
          </p:cNvPr>
          <p:cNvSpPr>
            <a:spLocks xmlns:a="http://schemas.openxmlformats.org/drawingml/2006/main" noGrp="1"/>
          </p:cNvSpPr>
          <p:nvPr/>
        </p:nvSpPr>
        <p:spPr>
          <a:xfrm xmlns:a="http://schemas.openxmlformats.org/drawingml/2006/main">
            <a:off x="9220200" y="1685925"/>
            <a:ext cx="23622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실행 기록</a:t>
            </a:r>
          </a:p>
        </p:txBody>
      </p:sp>
      <p:sp>
        <p:nvSpPr>
          <p:cNvPr id="10" name="">
            <a:extLst xmlns:a="http://schemas.openxmlformats.org/drawingml/2006/main">
              <a:ext uri="{FF2B5EF4-FFF2-40B4-BE49-F238E27FC236}">
                <a16:creationId xmlns:a16="http://schemas.microsoft.com/office/drawing/2014/main" id="{2C556421-8E98-48BA-96B8-68182EC9EBE8}"/>
              </a:ext>
            </a:extLst>
          </p:cNvPr>
          <p:cNvSpPr>
            <a:spLocks xmlns:a="http://schemas.openxmlformats.org/drawingml/2006/main" noGrp="1"/>
          </p:cNvSpPr>
          <p:nvPr/>
        </p:nvSpPr>
        <p:spPr>
          <a:xfrm xmlns:a="http://schemas.openxmlformats.org/drawingml/2006/main">
            <a:off x="609600" y="2133600"/>
            <a:ext cx="4267200" cy="2409825"/>
          </a:xfrm>
          <a:prstGeom xmlns:a="http://schemas.openxmlformats.org/drawingml/2006/main" prst="roundRect">
            <a:avLst>
              <a:gd name="adj" fmla="val 4743"/>
            </a:avLst>
          </a:prstGeom>
          <a:solidFill xmlns:a="http://schemas.openxmlformats.org/drawingml/2006/main">
            <a:srgbClr val="FFFFFF"/>
          </a:solidFill>
          <a:ln xmlns:a="http://schemas.openxmlformats.org/drawingml/2006/main" w="14288">
            <a:solidFill>
              <a:srgbClr val="C7D0DA"/>
            </a:solidFill>
            <a:prstDash val="solid"/>
          </a:ln>
        </p:spPr>
      </p:sp>
      <p:sp>
        <p:nvSpPr>
          <p:cNvPr id="11" name="실제 요청 · 핵심 발췌·번역">
            <a:extLst xmlns:a="http://schemas.openxmlformats.org/drawingml/2006/main">
              <a:ext uri="{FF2B5EF4-FFF2-40B4-BE49-F238E27FC236}">
                <a16:creationId xmlns:a16="http://schemas.microsoft.com/office/drawing/2014/main" id="{4E2350EE-B08D-4485-BFBD-89E5FAC17D64}"/>
              </a:ext>
            </a:extLst>
          </p:cNvPr>
          <p:cNvSpPr>
            <a:spLocks xmlns:a="http://schemas.openxmlformats.org/drawingml/2006/main" noGrp="1"/>
          </p:cNvSpPr>
          <p:nvPr/>
        </p:nvSpPr>
        <p:spPr>
          <a:xfrm xmlns:a="http://schemas.openxmlformats.org/drawingml/2006/main">
            <a:off x="800100" y="2238375"/>
            <a:ext cx="38862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실제 요청 · 핵심 발췌·번역</a:t>
            </a:r>
          </a:p>
        </p:txBody>
      </p:sp>
      <p:sp>
        <p:nvSpPr>
          <p:cNvPr id="12" name="">
            <a:extLst xmlns:a="http://schemas.openxmlformats.org/drawingml/2006/main">
              <a:ext uri="{FF2B5EF4-FFF2-40B4-BE49-F238E27FC236}">
                <a16:creationId xmlns:a16="http://schemas.microsoft.com/office/drawing/2014/main" id="{4CB26217-D406-4AC7-9785-7C7FFA069FFE}"/>
              </a:ext>
            </a:extLst>
          </p:cNvPr>
          <p:cNvSpPr>
            <a:spLocks xmlns:a="http://schemas.openxmlformats.org/drawingml/2006/main" noGrp="1"/>
          </p:cNvSpPr>
          <p:nvPr/>
        </p:nvSpPr>
        <p:spPr>
          <a:xfrm xmlns:a="http://schemas.openxmlformats.org/drawingml/2006/main">
            <a:off x="800100" y="2609850"/>
            <a:ext cx="3886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README의 Test 섹션을 고쳐줘.&#10;과거 STATE-00 실패와&#10;현재 checkout을 구분해줘.&#10;근거 ">
            <a:extLst xmlns:a="http://schemas.openxmlformats.org/drawingml/2006/main">
              <a:ext uri="{FF2B5EF4-FFF2-40B4-BE49-F238E27FC236}">
                <a16:creationId xmlns:a16="http://schemas.microsoft.com/office/drawing/2014/main" id="{DF1FFAC3-3878-4752-9FE1-075378E60CE4}"/>
              </a:ext>
            </a:extLst>
          </p:cNvPr>
          <p:cNvSpPr>
            <a:spLocks xmlns:a="http://schemas.openxmlformats.org/drawingml/2006/main" noGrp="1"/>
          </p:cNvSpPr>
          <p:nvPr/>
        </p:nvSpPr>
        <p:spPr>
          <a:xfrm xmlns:a="http://schemas.openxmlformats.org/drawingml/2006/main">
            <a:off x="800100" y="2695575"/>
            <a:ext cx="3886200" cy="1724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README의 Test 섹션을 고쳐줘.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과거 STATE-00 실패와</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현재 checkout을 구분해줘.</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근거 없는 주장은 하지 마.</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README.md만 변경하고,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최종 diff·검증 근거를 보고해줘.</a:t>
            </a:r>
          </a:p>
        </p:txBody>
      </p:sp>
      <p:sp>
        <p:nvSpPr>
          <p:cNvPr id="14" name="원문 밖 주석">
            <a:extLst xmlns:a="http://schemas.openxmlformats.org/drawingml/2006/main">
              <a:ext uri="{FF2B5EF4-FFF2-40B4-BE49-F238E27FC236}">
                <a16:creationId xmlns:a16="http://schemas.microsoft.com/office/drawing/2014/main" id="{D57712A9-0680-4E31-8E2C-FB5AD5380728}"/>
              </a:ext>
            </a:extLst>
          </p:cNvPr>
          <p:cNvSpPr>
            <a:spLocks xmlns:a="http://schemas.openxmlformats.org/drawingml/2006/main" noGrp="1"/>
          </p:cNvSpPr>
          <p:nvPr/>
        </p:nvSpPr>
        <p:spPr>
          <a:xfrm xmlns:a="http://schemas.openxmlformats.org/drawingml/2006/main">
            <a:off x="609600" y="4657725"/>
            <a:ext cx="4267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1">
                <a:solidFill>
                  <a:srgbClr val="4D5A68"/>
                </a:solidFill>
                <a:latin typeface="Malgun Gothic"/>
                <a:ea typeface="Malgun Gothic"/>
                <a:cs typeface="Malgun Gothic"/>
              </a:defRPr>
            </a:defPPr>
            <a:lvl1pPr algn="l">
              <a:defRPr sz="1500" b="1">
                <a:solidFill>
                  <a:srgbClr val="4D5A68"/>
                </a:solidFill>
                <a:latin typeface="Malgun Gothic"/>
                <a:ea typeface="Malgun Gothic"/>
                <a:cs typeface="Malgun Gothic"/>
              </a:defRPr>
            </a:lvl1pPr>
            <a:lvl2pPr algn="l">
              <a:defRPr sz="1500" b="1">
                <a:solidFill>
                  <a:srgbClr val="4D5A68"/>
                </a:solidFill>
                <a:latin typeface="Malgun Gothic"/>
                <a:ea typeface="Malgun Gothic"/>
                <a:cs typeface="Malgun Gothic"/>
              </a:defRPr>
            </a:lvl2pPr>
            <a:lvl3pPr algn="l">
              <a:defRPr sz="1500" b="1">
                <a:solidFill>
                  <a:srgbClr val="4D5A68"/>
                </a:solidFill>
                <a:latin typeface="Malgun Gothic"/>
                <a:ea typeface="Malgun Gothic"/>
                <a:cs typeface="Malgun Gothic"/>
              </a:defRPr>
            </a:lvl3pPr>
            <a:lvl4pPr algn="l">
              <a:defRPr sz="1500" b="1">
                <a:solidFill>
                  <a:srgbClr val="4D5A68"/>
                </a:solidFill>
                <a:latin typeface="Malgun Gothic"/>
                <a:ea typeface="Malgun Gothic"/>
                <a:cs typeface="Malgun Gothic"/>
              </a:defRPr>
            </a:lvl4pPr>
            <a:lvl5pPr algn="l">
              <a:defRPr sz="1500" b="1">
                <a:solidFill>
                  <a:srgbClr val="4D5A68"/>
                </a:solidFill>
                <a:latin typeface="Malgun Gothic"/>
                <a:ea typeface="Malgun Gothic"/>
                <a:cs typeface="Malgun Gothic"/>
              </a:defRPr>
            </a:lvl5pPr>
            <a:lvl6pPr algn="l">
              <a:defRPr sz="1500" b="1">
                <a:solidFill>
                  <a:srgbClr val="4D5A68"/>
                </a:solidFill>
                <a:latin typeface="Malgun Gothic"/>
                <a:ea typeface="Malgun Gothic"/>
                <a:cs typeface="Malgun Gothic"/>
              </a:defRPr>
            </a:lvl6pPr>
            <a:lvl7pPr algn="l">
              <a:defRPr sz="1500" b="1">
                <a:solidFill>
                  <a:srgbClr val="4D5A68"/>
                </a:solidFill>
                <a:latin typeface="Malgun Gothic"/>
                <a:ea typeface="Malgun Gothic"/>
                <a:cs typeface="Malgun Gothic"/>
              </a:defRPr>
            </a:lvl7pPr>
            <a:lvl8pPr algn="l">
              <a:defRPr sz="1500" b="1">
                <a:solidFill>
                  <a:srgbClr val="4D5A68"/>
                </a:solidFill>
                <a:latin typeface="Malgun Gothic"/>
                <a:ea typeface="Malgun Gothic"/>
                <a:cs typeface="Malgun Gothic"/>
              </a:defRPr>
            </a:lvl8pPr>
            <a:lvl9pPr algn="l">
              <a:defRPr sz="1500" b="1">
                <a:solidFill>
                  <a:srgbClr val="4D5A68"/>
                </a:solidFill>
                <a:latin typeface="Malgun Gothic"/>
                <a:ea typeface="Malgun Gothic"/>
                <a:cs typeface="Malgun Gothic"/>
              </a:defRPr>
            </a:lvl9pPr>
          </a:lstStyle>
          <a:p xmlns:a="http://schemas.openxmlformats.org/drawingml/2006/main">
            <a:pPr algn="l">
              <a:defRPr sz="1500" b="1">
                <a:solidFill>
                  <a:srgbClr val="4D5A68"/>
                </a:solidFill>
                <a:latin typeface="Malgun Gothic"/>
                <a:ea typeface="Malgun Gothic"/>
                <a:cs typeface="Malgun Gothic"/>
              </a:defRPr>
            </a:pPr>
            <a:r>
              <a:rPr sz="1500" b="1">
                <a:solidFill>
                  <a:srgbClr val="4D5A68"/>
                </a:solidFill>
                <a:latin typeface="Malgun Gothic"/>
                <a:ea typeface="Malgun Gothic"/>
                <a:cs typeface="Malgun Gothic"/>
              </a:rPr>
              <a:t>원문 밖 주석</a:t>
            </a:r>
          </a:p>
        </p:txBody>
      </p:sp>
      <p:sp>
        <p:nvSpPr>
          <p:cNvPr id="15" name="실제 요청에는 테스트 명령 미포함">
            <a:extLst xmlns:a="http://schemas.openxmlformats.org/drawingml/2006/main">
              <a:ext uri="{FF2B5EF4-FFF2-40B4-BE49-F238E27FC236}">
                <a16:creationId xmlns:a16="http://schemas.microsoft.com/office/drawing/2014/main" id="{B8A9FA49-B82D-4E46-81E4-E600B41D293F}"/>
              </a:ext>
            </a:extLst>
          </p:cNvPr>
          <p:cNvSpPr>
            <a:spLocks xmlns:a="http://schemas.openxmlformats.org/drawingml/2006/main" noGrp="1"/>
          </p:cNvSpPr>
          <p:nvPr/>
        </p:nvSpPr>
        <p:spPr>
          <a:xfrm xmlns:a="http://schemas.openxmlformats.org/drawingml/2006/main">
            <a:off x="609600" y="4933950"/>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실제 요청에는 테스트 명령 미포함</a:t>
            </a:r>
          </a:p>
        </p:txBody>
      </p:sp>
      <p:sp>
        <p:nvSpPr>
          <p:cNvPr id="16" name="">
            <a:extLst xmlns:a="http://schemas.openxmlformats.org/drawingml/2006/main">
              <a:ext uri="{FF2B5EF4-FFF2-40B4-BE49-F238E27FC236}">
                <a16:creationId xmlns:a16="http://schemas.microsoft.com/office/drawing/2014/main" id="{79DFCE26-DF89-4BB0-BC9A-E72A8DA651B9}"/>
              </a:ext>
            </a:extLst>
          </p:cNvPr>
          <p:cNvSpPr>
            <a:spLocks xmlns:a="http://schemas.openxmlformats.org/drawingml/2006/main" noGrp="1"/>
          </p:cNvSpPr>
          <p:nvPr/>
        </p:nvSpPr>
        <p:spPr>
          <a:xfrm xmlns:a="http://schemas.openxmlformats.org/drawingml/2006/main">
            <a:off x="5486400" y="2133600"/>
            <a:ext cx="3124200" cy="24098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AGENTS.md">
            <a:extLst xmlns:a="http://schemas.openxmlformats.org/drawingml/2006/main">
              <a:ext uri="{FF2B5EF4-FFF2-40B4-BE49-F238E27FC236}">
                <a16:creationId xmlns:a16="http://schemas.microsoft.com/office/drawing/2014/main" id="{5FF01C41-832B-45AE-A6FD-6164D658CEB8}"/>
              </a:ext>
            </a:extLst>
          </p:cNvPr>
          <p:cNvSpPr>
            <a:spLocks xmlns:a="http://schemas.openxmlformats.org/drawingml/2006/main" noGrp="1"/>
          </p:cNvSpPr>
          <p:nvPr/>
        </p:nvSpPr>
        <p:spPr>
          <a:xfrm xmlns:a="http://schemas.openxmlformats.org/drawingml/2006/main">
            <a:off x="5676900" y="2362200"/>
            <a:ext cx="27432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AGENTS.md</a:t>
            </a:r>
          </a:p>
        </p:txBody>
      </p:sp>
      <p:sp>
        <p:nvSpPr>
          <p:cNvPr id="18" name="프로젝트 작업 규칙">
            <a:extLst xmlns:a="http://schemas.openxmlformats.org/drawingml/2006/main">
              <a:ext uri="{FF2B5EF4-FFF2-40B4-BE49-F238E27FC236}">
                <a16:creationId xmlns:a16="http://schemas.microsoft.com/office/drawing/2014/main" id="{7F7BB6E1-2E93-4EB1-8EC5-5E186F985D88}"/>
              </a:ext>
            </a:extLst>
          </p:cNvPr>
          <p:cNvSpPr>
            <a:spLocks xmlns:a="http://schemas.openxmlformats.org/drawingml/2006/main" noGrp="1"/>
          </p:cNvSpPr>
          <p:nvPr/>
        </p:nvSpPr>
        <p:spPr>
          <a:xfrm xmlns:a="http://schemas.openxmlformats.org/drawingml/2006/main">
            <a:off x="5676900" y="2924175"/>
            <a:ext cx="2743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프로젝트 작업 규칙</a:t>
            </a:r>
          </a:p>
        </p:txBody>
      </p:sp>
      <p:sp>
        <p:nvSpPr>
          <p:cNvPr id="19" name="">
            <a:extLst xmlns:a="http://schemas.openxmlformats.org/drawingml/2006/main">
              <a:ext uri="{FF2B5EF4-FFF2-40B4-BE49-F238E27FC236}">
                <a16:creationId xmlns:a16="http://schemas.microsoft.com/office/drawing/2014/main" id="{6A268D63-95B7-4493-8ECA-1B267B287F1C}"/>
              </a:ext>
            </a:extLst>
          </p:cNvPr>
          <p:cNvSpPr>
            <a:spLocks xmlns:a="http://schemas.openxmlformats.org/drawingml/2006/main" noGrp="1"/>
          </p:cNvSpPr>
          <p:nvPr/>
        </p:nvSpPr>
        <p:spPr>
          <a:xfrm xmlns:a="http://schemas.openxmlformats.org/drawingml/2006/main">
            <a:off x="5676900" y="3333750"/>
            <a:ext cx="27432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지정된 명령으로&#10;전체 테스트를 실행">
            <a:extLst xmlns:a="http://schemas.openxmlformats.org/drawingml/2006/main">
              <a:ext uri="{FF2B5EF4-FFF2-40B4-BE49-F238E27FC236}">
                <a16:creationId xmlns:a16="http://schemas.microsoft.com/office/drawing/2014/main" id="{723E00CD-C62B-473D-95D5-AFB6049A4668}"/>
              </a:ext>
            </a:extLst>
          </p:cNvPr>
          <p:cNvSpPr>
            <a:spLocks xmlns:a="http://schemas.openxmlformats.org/drawingml/2006/main" noGrp="1"/>
          </p:cNvSpPr>
          <p:nvPr/>
        </p:nvSpPr>
        <p:spPr>
          <a:xfrm xmlns:a="http://schemas.openxmlformats.org/drawingml/2006/main">
            <a:off x="5676900" y="3486150"/>
            <a:ext cx="27432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지정된 명령으로</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테스트를 실행</a:t>
            </a:r>
          </a:p>
        </p:txBody>
      </p:sp>
      <p:sp>
        <p:nvSpPr>
          <p:cNvPr id="21" name="지침의 명령을 실제 사용">
            <a:extLst xmlns:a="http://schemas.openxmlformats.org/drawingml/2006/main">
              <a:ext uri="{FF2B5EF4-FFF2-40B4-BE49-F238E27FC236}">
                <a16:creationId xmlns:a16="http://schemas.microsoft.com/office/drawing/2014/main" id="{5445F4FD-290E-4F00-94F5-7FF732E7B460}"/>
              </a:ext>
            </a:extLst>
          </p:cNvPr>
          <p:cNvSpPr>
            <a:spLocks xmlns:a="http://schemas.openxmlformats.org/drawingml/2006/main" noGrp="1"/>
          </p:cNvSpPr>
          <p:nvPr/>
        </p:nvSpPr>
        <p:spPr>
          <a:xfrm xmlns:a="http://schemas.openxmlformats.org/drawingml/2006/main">
            <a:off x="5676900" y="4238625"/>
            <a:ext cx="27432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0B6172"/>
                </a:solidFill>
                <a:latin typeface="Malgun Gothic"/>
                <a:ea typeface="Malgun Gothic"/>
                <a:cs typeface="Malgun Gothic"/>
              </a:defRPr>
            </a:defPPr>
            <a:lvl1pPr algn="l">
              <a:defRPr sz="1575" b="1">
                <a:solidFill>
                  <a:srgbClr val="0B6172"/>
                </a:solidFill>
                <a:latin typeface="Malgun Gothic"/>
                <a:ea typeface="Malgun Gothic"/>
                <a:cs typeface="Malgun Gothic"/>
              </a:defRPr>
            </a:lvl1pPr>
            <a:lvl2pPr algn="l">
              <a:defRPr sz="1575" b="1">
                <a:solidFill>
                  <a:srgbClr val="0B6172"/>
                </a:solidFill>
                <a:latin typeface="Malgun Gothic"/>
                <a:ea typeface="Malgun Gothic"/>
                <a:cs typeface="Malgun Gothic"/>
              </a:defRPr>
            </a:lvl2pPr>
            <a:lvl3pPr algn="l">
              <a:defRPr sz="1575" b="1">
                <a:solidFill>
                  <a:srgbClr val="0B6172"/>
                </a:solidFill>
                <a:latin typeface="Malgun Gothic"/>
                <a:ea typeface="Malgun Gothic"/>
                <a:cs typeface="Malgun Gothic"/>
              </a:defRPr>
            </a:lvl3pPr>
            <a:lvl4pPr algn="l">
              <a:defRPr sz="1575" b="1">
                <a:solidFill>
                  <a:srgbClr val="0B6172"/>
                </a:solidFill>
                <a:latin typeface="Malgun Gothic"/>
                <a:ea typeface="Malgun Gothic"/>
                <a:cs typeface="Malgun Gothic"/>
              </a:defRPr>
            </a:lvl4pPr>
            <a:lvl5pPr algn="l">
              <a:defRPr sz="1575" b="1">
                <a:solidFill>
                  <a:srgbClr val="0B6172"/>
                </a:solidFill>
                <a:latin typeface="Malgun Gothic"/>
                <a:ea typeface="Malgun Gothic"/>
                <a:cs typeface="Malgun Gothic"/>
              </a:defRPr>
            </a:lvl5pPr>
            <a:lvl6pPr algn="l">
              <a:defRPr sz="1575" b="1">
                <a:solidFill>
                  <a:srgbClr val="0B6172"/>
                </a:solidFill>
                <a:latin typeface="Malgun Gothic"/>
                <a:ea typeface="Malgun Gothic"/>
                <a:cs typeface="Malgun Gothic"/>
              </a:defRPr>
            </a:lvl6pPr>
            <a:lvl7pPr algn="l">
              <a:defRPr sz="1575" b="1">
                <a:solidFill>
                  <a:srgbClr val="0B6172"/>
                </a:solidFill>
                <a:latin typeface="Malgun Gothic"/>
                <a:ea typeface="Malgun Gothic"/>
                <a:cs typeface="Malgun Gothic"/>
              </a:defRPr>
            </a:lvl7pPr>
            <a:lvl8pPr algn="l">
              <a:defRPr sz="1575" b="1">
                <a:solidFill>
                  <a:srgbClr val="0B6172"/>
                </a:solidFill>
                <a:latin typeface="Malgun Gothic"/>
                <a:ea typeface="Malgun Gothic"/>
                <a:cs typeface="Malgun Gothic"/>
              </a:defRPr>
            </a:lvl8pPr>
            <a:lvl9pPr algn="l">
              <a:defRPr sz="1575" b="1">
                <a:solidFill>
                  <a:srgbClr val="0B6172"/>
                </a:solidFill>
                <a:latin typeface="Malgun Gothic"/>
                <a:ea typeface="Malgun Gothic"/>
                <a:cs typeface="Malgun Gothic"/>
              </a:defRPr>
            </a:lvl9pPr>
          </a:lstStyle>
          <a:p xmlns:a="http://schemas.openxmlformats.org/drawingml/2006/main">
            <a:pPr algn="l">
              <a:defRPr sz="1575" b="1">
                <a:solidFill>
                  <a:srgbClr val="0B6172"/>
                </a:solidFill>
                <a:latin typeface="Malgun Gothic"/>
                <a:ea typeface="Malgun Gothic"/>
                <a:cs typeface="Malgun Gothic"/>
              </a:defRPr>
            </a:pPr>
            <a:r>
              <a:rPr sz="1575" b="1">
                <a:solidFill>
                  <a:srgbClr val="0B6172"/>
                </a:solidFill>
                <a:latin typeface="Malgun Gothic"/>
                <a:ea typeface="Malgun Gothic"/>
                <a:cs typeface="Malgun Gothic"/>
              </a:rPr>
              <a:t>지침의 명령을 실제 사용</a:t>
            </a:r>
          </a:p>
        </p:txBody>
      </p:sp>
      <p:sp>
        <p:nvSpPr>
          <p:cNvPr id="22" name="전체 테스트">
            <a:extLst xmlns:a="http://schemas.openxmlformats.org/drawingml/2006/main">
              <a:ext uri="{FF2B5EF4-FFF2-40B4-BE49-F238E27FC236}">
                <a16:creationId xmlns:a16="http://schemas.microsoft.com/office/drawing/2014/main" id="{79BB2387-7B68-4FA2-9A2E-E9E8D97B85E3}"/>
              </a:ext>
            </a:extLst>
          </p:cNvPr>
          <p:cNvSpPr>
            <a:spLocks xmlns:a="http://schemas.openxmlformats.org/drawingml/2006/main" noGrp="1"/>
          </p:cNvSpPr>
          <p:nvPr/>
        </p:nvSpPr>
        <p:spPr>
          <a:xfrm xmlns:a="http://schemas.openxmlformats.org/drawingml/2006/main">
            <a:off x="9220200" y="2571750"/>
            <a:ext cx="236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전체 테스트</a:t>
            </a:r>
          </a:p>
        </p:txBody>
      </p:sp>
      <p:sp>
        <p:nvSpPr>
          <p:cNvPr id="23" name="11 / 11">
            <a:extLst xmlns:a="http://schemas.openxmlformats.org/drawingml/2006/main">
              <a:ext uri="{FF2B5EF4-FFF2-40B4-BE49-F238E27FC236}">
                <a16:creationId xmlns:a16="http://schemas.microsoft.com/office/drawing/2014/main" id="{C75EED9C-6FB4-4626-9483-144CA3405634}"/>
              </a:ext>
            </a:extLst>
          </p:cNvPr>
          <p:cNvSpPr>
            <a:spLocks xmlns:a="http://schemas.openxmlformats.org/drawingml/2006/main" noGrp="1"/>
          </p:cNvSpPr>
          <p:nvPr/>
        </p:nvSpPr>
        <p:spPr>
          <a:xfrm xmlns:a="http://schemas.openxmlformats.org/drawingml/2006/main">
            <a:off x="9220200" y="3171825"/>
            <a:ext cx="23622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750" b="1">
                <a:solidFill>
                  <a:srgbClr val="176B4D"/>
                </a:solidFill>
                <a:latin typeface="Malgun Gothic"/>
                <a:ea typeface="Malgun Gothic"/>
                <a:cs typeface="Malgun Gothic"/>
              </a:defRPr>
            </a:defPPr>
            <a:lvl1pPr algn="l">
              <a:defRPr sz="3750" b="1">
                <a:solidFill>
                  <a:srgbClr val="176B4D"/>
                </a:solidFill>
                <a:latin typeface="Malgun Gothic"/>
                <a:ea typeface="Malgun Gothic"/>
                <a:cs typeface="Malgun Gothic"/>
              </a:defRPr>
            </a:lvl1pPr>
            <a:lvl2pPr algn="l">
              <a:defRPr sz="3750" b="1">
                <a:solidFill>
                  <a:srgbClr val="176B4D"/>
                </a:solidFill>
                <a:latin typeface="Malgun Gothic"/>
                <a:ea typeface="Malgun Gothic"/>
                <a:cs typeface="Malgun Gothic"/>
              </a:defRPr>
            </a:lvl2pPr>
            <a:lvl3pPr algn="l">
              <a:defRPr sz="3750" b="1">
                <a:solidFill>
                  <a:srgbClr val="176B4D"/>
                </a:solidFill>
                <a:latin typeface="Malgun Gothic"/>
                <a:ea typeface="Malgun Gothic"/>
                <a:cs typeface="Malgun Gothic"/>
              </a:defRPr>
            </a:lvl3pPr>
            <a:lvl4pPr algn="l">
              <a:defRPr sz="3750" b="1">
                <a:solidFill>
                  <a:srgbClr val="176B4D"/>
                </a:solidFill>
                <a:latin typeface="Malgun Gothic"/>
                <a:ea typeface="Malgun Gothic"/>
                <a:cs typeface="Malgun Gothic"/>
              </a:defRPr>
            </a:lvl4pPr>
            <a:lvl5pPr algn="l">
              <a:defRPr sz="3750" b="1">
                <a:solidFill>
                  <a:srgbClr val="176B4D"/>
                </a:solidFill>
                <a:latin typeface="Malgun Gothic"/>
                <a:ea typeface="Malgun Gothic"/>
                <a:cs typeface="Malgun Gothic"/>
              </a:defRPr>
            </a:lvl5pPr>
            <a:lvl6pPr algn="l">
              <a:defRPr sz="3750" b="1">
                <a:solidFill>
                  <a:srgbClr val="176B4D"/>
                </a:solidFill>
                <a:latin typeface="Malgun Gothic"/>
                <a:ea typeface="Malgun Gothic"/>
                <a:cs typeface="Malgun Gothic"/>
              </a:defRPr>
            </a:lvl6pPr>
            <a:lvl7pPr algn="l">
              <a:defRPr sz="3750" b="1">
                <a:solidFill>
                  <a:srgbClr val="176B4D"/>
                </a:solidFill>
                <a:latin typeface="Malgun Gothic"/>
                <a:ea typeface="Malgun Gothic"/>
                <a:cs typeface="Malgun Gothic"/>
              </a:defRPr>
            </a:lvl7pPr>
            <a:lvl8pPr algn="l">
              <a:defRPr sz="3750" b="1">
                <a:solidFill>
                  <a:srgbClr val="176B4D"/>
                </a:solidFill>
                <a:latin typeface="Malgun Gothic"/>
                <a:ea typeface="Malgun Gothic"/>
                <a:cs typeface="Malgun Gothic"/>
              </a:defRPr>
            </a:lvl8pPr>
            <a:lvl9pPr algn="l">
              <a:defRPr sz="3750" b="1">
                <a:solidFill>
                  <a:srgbClr val="176B4D"/>
                </a:solidFill>
                <a:latin typeface="Malgun Gothic"/>
                <a:ea typeface="Malgun Gothic"/>
                <a:cs typeface="Malgun Gothic"/>
              </a:defRPr>
            </a:lvl9pPr>
          </a:lstStyle>
          <a:p xmlns:a="http://schemas.openxmlformats.org/drawingml/2006/main">
            <a:pPr algn="l">
              <a:defRPr sz="3750" b="1">
                <a:solidFill>
                  <a:srgbClr val="176B4D"/>
                </a:solidFill>
                <a:latin typeface="Malgun Gothic"/>
                <a:ea typeface="Malgun Gothic"/>
                <a:cs typeface="Malgun Gothic"/>
              </a:defRPr>
            </a:pPr>
            <a:r>
              <a:rPr sz="3750" b="1">
                <a:solidFill>
                  <a:srgbClr val="176B4D"/>
                </a:solidFill>
                <a:latin typeface="Malgun Gothic"/>
                <a:ea typeface="Malgun Gothic"/>
                <a:cs typeface="Malgun Gothic"/>
              </a:rPr>
              <a:t>11 / 11</a:t>
            </a:r>
          </a:p>
        </p:txBody>
      </p:sp>
      <p:sp>
        <p:nvSpPr>
          <p:cNvPr id="24" name="PASS">
            <a:extLst xmlns:a="http://schemas.openxmlformats.org/drawingml/2006/main">
              <a:ext uri="{FF2B5EF4-FFF2-40B4-BE49-F238E27FC236}">
                <a16:creationId xmlns:a16="http://schemas.microsoft.com/office/drawing/2014/main" id="{05A5F725-1B4C-4966-B59B-CE8A3E5F0550}"/>
              </a:ext>
            </a:extLst>
          </p:cNvPr>
          <p:cNvSpPr>
            <a:spLocks xmlns:a="http://schemas.openxmlformats.org/drawingml/2006/main" noGrp="1"/>
          </p:cNvSpPr>
          <p:nvPr/>
        </p:nvSpPr>
        <p:spPr>
          <a:xfrm xmlns:a="http://schemas.openxmlformats.org/drawingml/2006/main">
            <a:off x="9220200" y="3943350"/>
            <a:ext cx="23622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6B4D"/>
                </a:solidFill>
                <a:latin typeface="Malgun Gothic"/>
                <a:ea typeface="Malgun Gothic"/>
                <a:cs typeface="Malgun Gothic"/>
              </a:defRPr>
            </a:defPPr>
            <a:lvl1pPr algn="l">
              <a:defRPr sz="2175" b="1">
                <a:solidFill>
                  <a:srgbClr val="176B4D"/>
                </a:solidFill>
                <a:latin typeface="Malgun Gothic"/>
                <a:ea typeface="Malgun Gothic"/>
                <a:cs typeface="Malgun Gothic"/>
              </a:defRPr>
            </a:lvl1pPr>
            <a:lvl2pPr algn="l">
              <a:defRPr sz="2175" b="1">
                <a:solidFill>
                  <a:srgbClr val="176B4D"/>
                </a:solidFill>
                <a:latin typeface="Malgun Gothic"/>
                <a:ea typeface="Malgun Gothic"/>
                <a:cs typeface="Malgun Gothic"/>
              </a:defRPr>
            </a:lvl2pPr>
            <a:lvl3pPr algn="l">
              <a:defRPr sz="2175" b="1">
                <a:solidFill>
                  <a:srgbClr val="176B4D"/>
                </a:solidFill>
                <a:latin typeface="Malgun Gothic"/>
                <a:ea typeface="Malgun Gothic"/>
                <a:cs typeface="Malgun Gothic"/>
              </a:defRPr>
            </a:lvl3pPr>
            <a:lvl4pPr algn="l">
              <a:defRPr sz="2175" b="1">
                <a:solidFill>
                  <a:srgbClr val="176B4D"/>
                </a:solidFill>
                <a:latin typeface="Malgun Gothic"/>
                <a:ea typeface="Malgun Gothic"/>
                <a:cs typeface="Malgun Gothic"/>
              </a:defRPr>
            </a:lvl4pPr>
            <a:lvl5pPr algn="l">
              <a:defRPr sz="2175" b="1">
                <a:solidFill>
                  <a:srgbClr val="176B4D"/>
                </a:solidFill>
                <a:latin typeface="Malgun Gothic"/>
                <a:ea typeface="Malgun Gothic"/>
                <a:cs typeface="Malgun Gothic"/>
              </a:defRPr>
            </a:lvl5pPr>
            <a:lvl6pPr algn="l">
              <a:defRPr sz="2175" b="1">
                <a:solidFill>
                  <a:srgbClr val="176B4D"/>
                </a:solidFill>
                <a:latin typeface="Malgun Gothic"/>
                <a:ea typeface="Malgun Gothic"/>
                <a:cs typeface="Malgun Gothic"/>
              </a:defRPr>
            </a:lvl6pPr>
            <a:lvl7pPr algn="l">
              <a:defRPr sz="2175" b="1">
                <a:solidFill>
                  <a:srgbClr val="176B4D"/>
                </a:solidFill>
                <a:latin typeface="Malgun Gothic"/>
                <a:ea typeface="Malgun Gothic"/>
                <a:cs typeface="Malgun Gothic"/>
              </a:defRPr>
            </a:lvl7pPr>
            <a:lvl8pPr algn="l">
              <a:defRPr sz="2175" b="1">
                <a:solidFill>
                  <a:srgbClr val="176B4D"/>
                </a:solidFill>
                <a:latin typeface="Malgun Gothic"/>
                <a:ea typeface="Malgun Gothic"/>
                <a:cs typeface="Malgun Gothic"/>
              </a:defRPr>
            </a:lvl8pPr>
            <a:lvl9pPr algn="l">
              <a:defRPr sz="2175" b="1">
                <a:solidFill>
                  <a:srgbClr val="176B4D"/>
                </a:solidFill>
                <a:latin typeface="Malgun Gothic"/>
                <a:ea typeface="Malgun Gothic"/>
                <a:cs typeface="Malgun Gothic"/>
              </a:defRPr>
            </a:lvl9pPr>
          </a:lstStyle>
          <a:p xmlns:a="http://schemas.openxmlformats.org/drawingml/2006/main">
            <a:pPr algn="l">
              <a:defRPr sz="2175" b="1">
                <a:solidFill>
                  <a:srgbClr val="176B4D"/>
                </a:solidFill>
                <a:latin typeface="Malgun Gothic"/>
                <a:ea typeface="Malgun Gothic"/>
                <a:cs typeface="Malgun Gothic"/>
              </a:defRPr>
            </a:pPr>
            <a:r>
              <a:rPr sz="2175" b="1">
                <a:solidFill>
                  <a:srgbClr val="176B4D"/>
                </a:solidFill>
                <a:latin typeface="Malgun Gothic"/>
                <a:ea typeface="Malgun Gothic"/>
                <a:cs typeface="Malgun Gothic"/>
              </a:rPr>
              <a:t>PASS</a:t>
            </a:r>
          </a:p>
        </p:txBody>
      </p:sp>
      <p:sp>
        <p:nvSpPr>
          <p:cNvPr id="25" name="">
            <a:extLst xmlns:a="http://schemas.openxmlformats.org/drawingml/2006/main">
              <a:ext uri="{FF2B5EF4-FFF2-40B4-BE49-F238E27FC236}">
                <a16:creationId xmlns:a16="http://schemas.microsoft.com/office/drawing/2014/main" id="{4BBEB04B-2896-4768-A077-6C4D7EE6C720}"/>
              </a:ext>
            </a:extLst>
          </p:cNvPr>
          <p:cNvSpPr>
            <a:spLocks xmlns:a="http://schemas.openxmlformats.org/drawingml/2006/main" noGrp="1"/>
          </p:cNvSpPr>
          <p:nvPr/>
        </p:nvSpPr>
        <p:spPr>
          <a:xfrm xmlns:a="http://schemas.openxmlformats.org/drawingml/2006/main">
            <a:off x="50101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
            <a:extLst xmlns:a="http://schemas.openxmlformats.org/drawingml/2006/main">
              <a:ext uri="{FF2B5EF4-FFF2-40B4-BE49-F238E27FC236}">
                <a16:creationId xmlns:a16="http://schemas.microsoft.com/office/drawing/2014/main" id="{97FC10F8-206C-4514-9A88-EC822589806E}"/>
              </a:ext>
            </a:extLst>
          </p:cNvPr>
          <p:cNvSpPr>
            <a:spLocks xmlns:a="http://schemas.openxmlformats.org/drawingml/2006/main" noGrp="1"/>
          </p:cNvSpPr>
          <p:nvPr/>
        </p:nvSpPr>
        <p:spPr>
          <a:xfrm xmlns:a="http://schemas.openxmlformats.org/drawingml/2006/main">
            <a:off x="8743950" y="3171825"/>
            <a:ext cx="228600"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Prompt 밖의 테스트 지침을 실제 실행에 적용했다">
            <a:extLst xmlns:a="http://schemas.openxmlformats.org/drawingml/2006/main">
              <a:ext uri="{FF2B5EF4-FFF2-40B4-BE49-F238E27FC236}">
                <a16:creationId xmlns:a16="http://schemas.microsoft.com/office/drawing/2014/main" id="{B93193AD-AF5D-4A10-BF99-1EF23619A635}"/>
              </a:ext>
            </a:extLst>
          </p:cNvPr>
          <p:cNvSpPr>
            <a:spLocks xmlns:a="http://schemas.openxmlformats.org/drawingml/2006/main" noGrp="1"/>
          </p:cNvSpPr>
          <p:nvPr/>
        </p:nvSpPr>
        <p:spPr>
          <a:xfrm xmlns:a="http://schemas.openxmlformats.org/drawingml/2006/main">
            <a:off x="609600" y="53816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Prompt 밖의 테스트 지침을 실제 실행에 적용했다</a:t>
            </a:r>
          </a:p>
        </p:txBody>
      </p:sp>
      <p:sp>
        <p:nvSpPr>
          <p:cNvPr id="28" name="Legacy module connection">
            <a:extLst xmlns:a="http://schemas.openxmlformats.org/drawingml/2006/main">
              <a:ext uri="{FF2B5EF4-FFF2-40B4-BE49-F238E27FC236}">
                <a16:creationId xmlns:a16="http://schemas.microsoft.com/office/drawing/2014/main" id="{B2D9E3E9-FAC1-4890-8650-AC6A6391D1B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8505916"/>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9" name="ACT 2 · 정보의 범위와 수명">
            <a:extLst xmlns:a="http://schemas.openxmlformats.org/drawingml/2006/main">
              <a:ext uri="{FF2B5EF4-FFF2-40B4-BE49-F238E27FC236}">
                <a16:creationId xmlns:a16="http://schemas.microsoft.com/office/drawing/2014/main" id="{BB5AD00A-0E2F-4A79-B0CC-1318A10B18C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정보의 범위와 수명</a:t>
            </a:r>
          </a:p>
        </p:txBody>
      </p:sp>
      <p:sp>
        <p:nvSpPr>
          <p:cNvPr id="2" name="S38">
            <a:extLst xmlns:a="http://schemas.openxmlformats.org/drawingml/2006/main">
              <a:ext uri="{FF2B5EF4-FFF2-40B4-BE49-F238E27FC236}">
                <a16:creationId xmlns:a16="http://schemas.microsoft.com/office/drawing/2014/main" id="{C9EC1456-DEDE-4F49-8A50-AA91ADAFC39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S38</a:t>
            </a:r>
          </a:p>
        </p:txBody>
      </p:sp>
      <p:sp>
        <p:nvSpPr>
          <p:cNvPr id="3" name="Task Prompt와 Project Context">
            <a:extLst xmlns:a="http://schemas.openxmlformats.org/drawingml/2006/main">
              <a:ext uri="{FF2B5EF4-FFF2-40B4-BE49-F238E27FC236}">
                <a16:creationId xmlns:a16="http://schemas.microsoft.com/office/drawing/2014/main" id="{741D775B-827B-4D86-8F49-C004EF27C3D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Task Prompt와 Project Context</a:t>
            </a:r>
          </a:p>
        </p:txBody>
      </p:sp>
      <p:sp>
        <p:nvSpPr>
          <p:cNvPr id="4" name="">
            <a:extLst xmlns:a="http://schemas.openxmlformats.org/drawingml/2006/main">
              <a:ext uri="{FF2B5EF4-FFF2-40B4-BE49-F238E27FC236}">
                <a16:creationId xmlns:a16="http://schemas.microsoft.com/office/drawing/2014/main" id="{805F5B53-6D55-4877-8A71-1EA0F3FC9B1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창과 문서는 생성 도식이며 실제 제품 화면이 아님">
            <a:extLst xmlns:a="http://schemas.openxmlformats.org/drawingml/2006/main">
              <a:ext uri="{FF2B5EF4-FFF2-40B4-BE49-F238E27FC236}">
                <a16:creationId xmlns:a16="http://schemas.microsoft.com/office/drawing/2014/main" id="{AB956BD2-C767-4C3D-85CE-311981FEDBB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창과 문서는 생성 도식이며 실제 제품 화면이 아님</a:t>
            </a:r>
          </a:p>
        </p:txBody>
      </p:sp>
      <p:sp>
        <p:nvSpPr>
          <p:cNvPr id="6" name="C++에서도 프로젝트 공통 제약과 이번 알고리즘 변경 조건은 범위가 다를 수 있다">
            <a:extLst xmlns:a="http://schemas.openxmlformats.org/drawingml/2006/main">
              <a:ext uri="{FF2B5EF4-FFF2-40B4-BE49-F238E27FC236}">
                <a16:creationId xmlns:a16="http://schemas.microsoft.com/office/drawing/2014/main" id="{6D6BDA83-A6F6-49BC-9A5B-726D8A49B07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C++에서도 프로젝트 공통 제약과 이번 알고리즘 변경 조건은 범위가 다를 수 있다</a:t>
            </a:r>
          </a:p>
        </p:txBody>
      </p:sp>
      <p:sp>
        <p:nvSpPr>
          <p:cNvPr id="7" name="방금 본 기록을 범위와 수명으로 읽어보면">
            <a:extLst xmlns:a="http://schemas.openxmlformats.org/drawingml/2006/main">
              <a:ext uri="{FF2B5EF4-FFF2-40B4-BE49-F238E27FC236}">
                <a16:creationId xmlns:a16="http://schemas.microsoft.com/office/drawing/2014/main" id="{0B8F46C8-DE05-4141-B416-80D988430DA3}"/>
              </a:ext>
            </a:extLst>
          </p:cNvPr>
          <p:cNvSpPr>
            <a:spLocks xmlns:a="http://schemas.openxmlformats.org/drawingml/2006/main" noGrp="1"/>
          </p:cNvSpPr>
          <p:nvPr/>
        </p:nvSpPr>
        <p:spPr>
          <a:xfrm xmlns:a="http://schemas.openxmlformats.org/drawingml/2006/main">
            <a:off x="609600" y="19812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방금 본 기록을 범위와 수명으로 읽어보면</a:t>
            </a:r>
          </a:p>
        </p:txBody>
      </p:sp>
      <p:sp>
        <p:nvSpPr>
          <p:cNvPr id="8" name="Task Prompt">
            <a:extLst xmlns:a="http://schemas.openxmlformats.org/drawingml/2006/main">
              <a:ext uri="{FF2B5EF4-FFF2-40B4-BE49-F238E27FC236}">
                <a16:creationId xmlns:a16="http://schemas.microsoft.com/office/drawing/2014/main" id="{6B006279-2510-4A16-AFBB-2491A3C0167E}"/>
              </a:ext>
            </a:extLst>
          </p:cNvPr>
          <p:cNvSpPr>
            <a:spLocks xmlns:a="http://schemas.openxmlformats.org/drawingml/2006/main" noGrp="1"/>
          </p:cNvSpPr>
          <p:nvPr/>
        </p:nvSpPr>
        <p:spPr>
          <a:xfrm xmlns:a="http://schemas.openxmlformats.org/drawingml/2006/main">
            <a:off x="6096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Task Prompt</a:t>
            </a:r>
          </a:p>
        </p:txBody>
      </p:sp>
      <p:sp>
        <p:nvSpPr>
          <p:cNvPr id="9" name="Project Context">
            <a:extLst xmlns:a="http://schemas.openxmlformats.org/drawingml/2006/main">
              <a:ext uri="{FF2B5EF4-FFF2-40B4-BE49-F238E27FC236}">
                <a16:creationId xmlns:a16="http://schemas.microsoft.com/office/drawing/2014/main" id="{9761C029-41E7-4EB7-BCF6-F5023AD21A03}"/>
              </a:ext>
            </a:extLst>
          </p:cNvPr>
          <p:cNvSpPr>
            <a:spLocks xmlns:a="http://schemas.openxmlformats.org/drawingml/2006/main" noGrp="1"/>
          </p:cNvSpPr>
          <p:nvPr/>
        </p:nvSpPr>
        <p:spPr>
          <a:xfrm xmlns:a="http://schemas.openxmlformats.org/drawingml/2006/main">
            <a:off x="6362700" y="2676525"/>
            <a:ext cx="52197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Project Context</a:t>
            </a:r>
          </a:p>
        </p:txBody>
      </p:sp>
      <p:sp>
        <p:nvSpPr>
          <p:cNvPr id="10" name="지금 원하는 결과">
            <a:extLst xmlns:a="http://schemas.openxmlformats.org/drawingml/2006/main">
              <a:ext uri="{FF2B5EF4-FFF2-40B4-BE49-F238E27FC236}">
                <a16:creationId xmlns:a16="http://schemas.microsoft.com/office/drawing/2014/main" id="{436B4D92-3174-4449-951C-C6C85894FD4B}"/>
              </a:ext>
            </a:extLst>
          </p:cNvPr>
          <p:cNvSpPr>
            <a:spLocks xmlns:a="http://schemas.openxmlformats.org/drawingml/2006/main" noGrp="1"/>
          </p:cNvSpPr>
          <p:nvPr/>
        </p:nvSpPr>
        <p:spPr>
          <a:xfrm xmlns:a="http://schemas.openxmlformats.org/drawingml/2006/main">
            <a:off x="6096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지금 원하는 결과</a:t>
            </a:r>
          </a:p>
        </p:txBody>
      </p:sp>
      <p:sp>
        <p:nvSpPr>
          <p:cNvPr id="11" name="계속 유지할 정보·규칙">
            <a:extLst xmlns:a="http://schemas.openxmlformats.org/drawingml/2006/main">
              <a:ext uri="{FF2B5EF4-FFF2-40B4-BE49-F238E27FC236}">
                <a16:creationId xmlns:a16="http://schemas.microsoft.com/office/drawing/2014/main" id="{D770EC72-DA8D-4944-983E-4C84AAE5DA77}"/>
              </a:ext>
            </a:extLst>
          </p:cNvPr>
          <p:cNvSpPr>
            <a:spLocks xmlns:a="http://schemas.openxmlformats.org/drawingml/2006/main" noGrp="1"/>
          </p:cNvSpPr>
          <p:nvPr/>
        </p:nvSpPr>
        <p:spPr>
          <a:xfrm xmlns:a="http://schemas.openxmlformats.org/drawingml/2006/main">
            <a:off x="6362700" y="3190875"/>
            <a:ext cx="5219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계속 유지할 정보·규칙</a:t>
            </a:r>
          </a:p>
        </p:txBody>
      </p:sp>
      <p:sp>
        <p:nvSpPr>
          <p:cNvPr id="12" name="">
            <a:extLst xmlns:a="http://schemas.openxmlformats.org/drawingml/2006/main">
              <a:ext uri="{FF2B5EF4-FFF2-40B4-BE49-F238E27FC236}">
                <a16:creationId xmlns:a16="http://schemas.microsoft.com/office/drawing/2014/main" id="{C54931D4-2B1A-404F-B754-8C0CA9CE4405}"/>
              </a:ext>
            </a:extLst>
          </p:cNvPr>
          <p:cNvSpPr>
            <a:spLocks xmlns:a="http://schemas.openxmlformats.org/drawingml/2006/main" noGrp="1"/>
          </p:cNvSpPr>
          <p:nvPr/>
        </p:nvSpPr>
        <p:spPr>
          <a:xfrm xmlns:a="http://schemas.openxmlformats.org/drawingml/2006/main">
            <a:off x="609600" y="3638550"/>
            <a:ext cx="28575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3" name="">
            <a:extLst xmlns:a="http://schemas.openxmlformats.org/drawingml/2006/main">
              <a:ext uri="{FF2B5EF4-FFF2-40B4-BE49-F238E27FC236}">
                <a16:creationId xmlns:a16="http://schemas.microsoft.com/office/drawing/2014/main" id="{D4A9D588-7BBA-4E59-8755-5A2E1C91871A}"/>
              </a:ext>
            </a:extLst>
          </p:cNvPr>
          <p:cNvSpPr>
            <a:spLocks xmlns:a="http://schemas.openxmlformats.org/drawingml/2006/main" noGrp="1"/>
          </p:cNvSpPr>
          <p:nvPr/>
        </p:nvSpPr>
        <p:spPr>
          <a:xfrm xmlns:a="http://schemas.openxmlformats.org/drawingml/2006/main">
            <a:off x="6362700" y="3638550"/>
            <a:ext cx="2933700" cy="1390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4" name="작업별 요청 예">
            <a:extLst xmlns:a="http://schemas.openxmlformats.org/drawingml/2006/main">
              <a:ext uri="{FF2B5EF4-FFF2-40B4-BE49-F238E27FC236}">
                <a16:creationId xmlns:a16="http://schemas.microsoft.com/office/drawing/2014/main" id="{77588738-E5C4-42B3-8A19-717DC4D03D31}"/>
              </a:ext>
            </a:extLst>
          </p:cNvPr>
          <p:cNvSpPr>
            <a:spLocks xmlns:a="http://schemas.openxmlformats.org/drawingml/2006/main" noGrp="1"/>
          </p:cNvSpPr>
          <p:nvPr/>
        </p:nvSpPr>
        <p:spPr>
          <a:xfrm xmlns:a="http://schemas.openxmlformats.org/drawingml/2006/main">
            <a:off x="762000" y="3724275"/>
            <a:ext cx="25527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1">
                <a:solidFill>
                  <a:srgbClr val="4D5A68"/>
                </a:solidFill>
                <a:latin typeface="Malgun Gothic"/>
                <a:ea typeface="Malgun Gothic"/>
                <a:cs typeface="Malgun Gothic"/>
              </a:defRPr>
            </a:defPPr>
            <a:lvl1pPr algn="l">
              <a:defRPr sz="1575" b="1">
                <a:solidFill>
                  <a:srgbClr val="4D5A68"/>
                </a:solidFill>
                <a:latin typeface="Malgun Gothic"/>
                <a:ea typeface="Malgun Gothic"/>
                <a:cs typeface="Malgun Gothic"/>
              </a:defRPr>
            </a:lvl1pPr>
            <a:lvl2pPr algn="l">
              <a:defRPr sz="1575" b="1">
                <a:solidFill>
                  <a:srgbClr val="4D5A68"/>
                </a:solidFill>
                <a:latin typeface="Malgun Gothic"/>
                <a:ea typeface="Malgun Gothic"/>
                <a:cs typeface="Malgun Gothic"/>
              </a:defRPr>
            </a:lvl2pPr>
            <a:lvl3pPr algn="l">
              <a:defRPr sz="1575" b="1">
                <a:solidFill>
                  <a:srgbClr val="4D5A68"/>
                </a:solidFill>
                <a:latin typeface="Malgun Gothic"/>
                <a:ea typeface="Malgun Gothic"/>
                <a:cs typeface="Malgun Gothic"/>
              </a:defRPr>
            </a:lvl3pPr>
            <a:lvl4pPr algn="l">
              <a:defRPr sz="1575" b="1">
                <a:solidFill>
                  <a:srgbClr val="4D5A68"/>
                </a:solidFill>
                <a:latin typeface="Malgun Gothic"/>
                <a:ea typeface="Malgun Gothic"/>
                <a:cs typeface="Malgun Gothic"/>
              </a:defRPr>
            </a:lvl4pPr>
            <a:lvl5pPr algn="l">
              <a:defRPr sz="1575" b="1">
                <a:solidFill>
                  <a:srgbClr val="4D5A68"/>
                </a:solidFill>
                <a:latin typeface="Malgun Gothic"/>
                <a:ea typeface="Malgun Gothic"/>
                <a:cs typeface="Malgun Gothic"/>
              </a:defRPr>
            </a:lvl5pPr>
            <a:lvl6pPr algn="l">
              <a:defRPr sz="1575" b="1">
                <a:solidFill>
                  <a:srgbClr val="4D5A68"/>
                </a:solidFill>
                <a:latin typeface="Malgun Gothic"/>
                <a:ea typeface="Malgun Gothic"/>
                <a:cs typeface="Malgun Gothic"/>
              </a:defRPr>
            </a:lvl6pPr>
            <a:lvl7pPr algn="l">
              <a:defRPr sz="1575" b="1">
                <a:solidFill>
                  <a:srgbClr val="4D5A68"/>
                </a:solidFill>
                <a:latin typeface="Malgun Gothic"/>
                <a:ea typeface="Malgun Gothic"/>
                <a:cs typeface="Malgun Gothic"/>
              </a:defRPr>
            </a:lvl7pPr>
            <a:lvl8pPr algn="l">
              <a:defRPr sz="1575" b="1">
                <a:solidFill>
                  <a:srgbClr val="4D5A68"/>
                </a:solidFill>
                <a:latin typeface="Malgun Gothic"/>
                <a:ea typeface="Malgun Gothic"/>
                <a:cs typeface="Malgun Gothic"/>
              </a:defRPr>
            </a:lvl8pPr>
            <a:lvl9pPr algn="l">
              <a:defRPr sz="1575" b="1">
                <a:solidFill>
                  <a:srgbClr val="4D5A68"/>
                </a:solidFill>
                <a:latin typeface="Malgun Gothic"/>
                <a:ea typeface="Malgun Gothic"/>
                <a:cs typeface="Malgun Gothic"/>
              </a:defRPr>
            </a:lvl9pPr>
          </a:lstStyle>
          <a:p xmlns:a="http://schemas.openxmlformats.org/drawingml/2006/main">
            <a:pPr algn="l">
              <a:defRPr sz="1575" b="1">
                <a:solidFill>
                  <a:srgbClr val="4D5A68"/>
                </a:solidFill>
                <a:latin typeface="Malgun Gothic"/>
                <a:ea typeface="Malgun Gothic"/>
                <a:cs typeface="Malgun Gothic"/>
              </a:defRPr>
            </a:pPr>
            <a:r>
              <a:rPr sz="1575" b="1">
                <a:solidFill>
                  <a:srgbClr val="4D5A68"/>
                </a:solidFill>
                <a:latin typeface="Malgun Gothic"/>
                <a:ea typeface="Malgun Gothic"/>
                <a:cs typeface="Malgun Gothic"/>
              </a:rPr>
              <a:t>작업별 요청 예</a:t>
            </a:r>
          </a:p>
        </p:txBody>
      </p:sp>
      <p:sp>
        <p:nvSpPr>
          <p:cNvPr id="15" name="crop 경계 버그 수정&#10;이번에는 README만 변경">
            <a:extLst xmlns:a="http://schemas.openxmlformats.org/drawingml/2006/main">
              <a:ext uri="{FF2B5EF4-FFF2-40B4-BE49-F238E27FC236}">
                <a16:creationId xmlns:a16="http://schemas.microsoft.com/office/drawing/2014/main" id="{FDFB47CE-9ACA-4BE9-AB34-D6613FD9C2ED}"/>
              </a:ext>
            </a:extLst>
          </p:cNvPr>
          <p:cNvSpPr>
            <a:spLocks xmlns:a="http://schemas.openxmlformats.org/drawingml/2006/main" noGrp="1"/>
          </p:cNvSpPr>
          <p:nvPr/>
        </p:nvSpPr>
        <p:spPr>
          <a:xfrm xmlns:a="http://schemas.openxmlformats.org/drawingml/2006/main">
            <a:off x="762000" y="4086225"/>
            <a:ext cx="25527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 경계 버그 수정</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이번에는 README만 변경</a:t>
            </a:r>
          </a:p>
        </p:txBody>
      </p:sp>
      <p:sp>
        <p:nvSpPr>
          <p:cNvPr id="16" name="프로젝트의 테스트 명령&#10;의존성 추가에는&#10;작업상 근거 필요">
            <a:extLst xmlns:a="http://schemas.openxmlformats.org/drawingml/2006/main">
              <a:ext uri="{FF2B5EF4-FFF2-40B4-BE49-F238E27FC236}">
                <a16:creationId xmlns:a16="http://schemas.microsoft.com/office/drawing/2014/main" id="{A58568AC-8D3B-4983-B865-DA82B6C18E51}"/>
              </a:ext>
            </a:extLst>
          </p:cNvPr>
          <p:cNvSpPr>
            <a:spLocks xmlns:a="http://schemas.openxmlformats.org/drawingml/2006/main" noGrp="1"/>
          </p:cNvSpPr>
          <p:nvPr/>
        </p:nvSpPr>
        <p:spPr>
          <a:xfrm xmlns:a="http://schemas.openxmlformats.org/drawingml/2006/main">
            <a:off x="6515100" y="3790950"/>
            <a:ext cx="26289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프로젝트의 테스트 명령</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의존성 추가에는</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작업상 근거 필요</a:t>
            </a:r>
          </a:p>
        </p:txBody>
      </p:sp>
      <p:sp>
        <p:nvSpPr>
          <p:cNvPr id="17" name="">
            <a:extLst xmlns:a="http://schemas.openxmlformats.org/drawingml/2006/main">
              <a:ext uri="{FF2B5EF4-FFF2-40B4-BE49-F238E27FC236}">
                <a16:creationId xmlns:a16="http://schemas.microsoft.com/office/drawing/2014/main" id="{2D5B0EB9-C0E0-446A-9524-31C3B51BCD62}"/>
              </a:ext>
            </a:extLst>
          </p:cNvPr>
          <p:cNvSpPr>
            <a:spLocks xmlns:a="http://schemas.openxmlformats.org/drawingml/2006/main" noGrp="1"/>
          </p:cNvSpPr>
          <p:nvPr/>
        </p:nvSpPr>
        <p:spPr>
          <a:xfrm xmlns:a="http://schemas.openxmlformats.org/drawingml/2006/main">
            <a:off x="3629025"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24267B73-7D96-4B43-A286-C44A643BAB25}"/>
              </a:ext>
            </a:extLst>
          </p:cNvPr>
          <p:cNvSpPr>
            <a:spLocks xmlns:a="http://schemas.openxmlformats.org/drawingml/2006/main" noGrp="1"/>
          </p:cNvSpPr>
          <p:nvPr/>
        </p:nvSpPr>
        <p:spPr>
          <a:xfrm xmlns:a="http://schemas.openxmlformats.org/drawingml/2006/main">
            <a:off x="9467850" y="4191000"/>
            <a:ext cx="276225" cy="219075"/>
          </a:xfrm>
          <a:prstGeom xmlns:a="http://schemas.openxmlformats.org/drawingml/2006/main" prst="rightArrow">
            <a:avLst/>
          </a:prstGeom>
          <a:solidFill xmlns:a="http://schemas.openxmlformats.org/drawingml/2006/main">
            <a:srgbClr val="0B6172"/>
          </a:solidFill>
          <a:ln xmlns:a="http://schemas.openxmlformats.org/drawingml/2006/main" w="0">
            <a:noFill/>
          </a:ln>
        </p:spPr>
      </p:sp>
      <p:pic>
        <p:nvPicPr>
          <p:cNvPr id="19" name="">
            <a:extLst xmlns:a="http://schemas.openxmlformats.org/drawingml/2006/main">
              <a:ext uri="{FF2B5EF4-FFF2-40B4-BE49-F238E27FC236}">
                <a16:creationId xmlns:a16="http://schemas.microsoft.com/office/drawing/2014/main" id="{4CD85F7C-A510-4386-ADC3-D395B515593B}"/>
              </a:ext>
            </a:extLst>
          </p:cNvPr>
          <p:cNvPicPr>
            <a:picLocks xmlns:a="http://schemas.openxmlformats.org/drawingml/2006/main" noChangeAspect="1"/>
          </p:cNvPicPr>
          <p:nvPr/>
        </p:nvPicPr>
        <p:blipFill>
          <a:blip xmlns:r="http://schemas.openxmlformats.org/officeDocument/2006/relationships" xmlns:a="http://schemas.openxmlformats.org/drawingml/2006/main" r:embed="Rd3a5e8fc7ae04338"/>
          <a:srcRect xmlns:a="http://schemas.openxmlformats.org/drawingml/2006/main" l="2903" t="12667" r="2841" b="12873"/>
          <a:stretch xmlns:a="http://schemas.openxmlformats.org/drawingml/2006/main"/>
        </p:blipFill>
        <p:spPr>
          <a:xfrm xmlns:a="http://schemas.openxmlformats.org/drawingml/2006/main">
            <a:off x="4057650" y="3848100"/>
            <a:ext cx="1771650" cy="847725"/>
          </a:xfrm>
          <a:prstGeom xmlns:a="http://schemas.openxmlformats.org/drawingml/2006/main" prst="rect">
            <a:avLst/>
          </a:prstGeom>
        </p:spPr>
      </p:pic>
      <p:sp>
        <p:nvSpPr>
          <p:cNvPr id="20" name="Prompt">
            <a:extLst xmlns:a="http://schemas.openxmlformats.org/drawingml/2006/main">
              <a:ext uri="{FF2B5EF4-FFF2-40B4-BE49-F238E27FC236}">
                <a16:creationId xmlns:a16="http://schemas.microsoft.com/office/drawing/2014/main" id="{F4B23541-80D4-4022-9397-CA5D5CCC52E0}"/>
              </a:ext>
            </a:extLst>
          </p:cNvPr>
          <p:cNvSpPr>
            <a:spLocks xmlns:a="http://schemas.openxmlformats.org/drawingml/2006/main" noGrp="1"/>
          </p:cNvSpPr>
          <p:nvPr/>
        </p:nvSpPr>
        <p:spPr>
          <a:xfrm xmlns:a="http://schemas.openxmlformats.org/drawingml/2006/main">
            <a:off x="4229100" y="4162425"/>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00" b="1">
                <a:solidFill>
                  <a:srgbClr val="0B6172"/>
                </a:solidFill>
                <a:latin typeface="Consolas"/>
                <a:ea typeface="Consolas"/>
                <a:cs typeface="Consolas"/>
              </a:defRPr>
            </a:defPPr>
            <a:lvl1pPr algn="ctr">
              <a:defRPr sz="1800" b="1">
                <a:solidFill>
                  <a:srgbClr val="0B6172"/>
                </a:solidFill>
                <a:latin typeface="Consolas"/>
                <a:ea typeface="Consolas"/>
                <a:cs typeface="Consolas"/>
              </a:defRPr>
            </a:lvl1pPr>
            <a:lvl2pPr algn="ctr">
              <a:defRPr sz="1800" b="1">
                <a:solidFill>
                  <a:srgbClr val="0B6172"/>
                </a:solidFill>
                <a:latin typeface="Consolas"/>
                <a:ea typeface="Consolas"/>
                <a:cs typeface="Consolas"/>
              </a:defRPr>
            </a:lvl2pPr>
            <a:lvl3pPr algn="ctr">
              <a:defRPr sz="1800" b="1">
                <a:solidFill>
                  <a:srgbClr val="0B6172"/>
                </a:solidFill>
                <a:latin typeface="Consolas"/>
                <a:ea typeface="Consolas"/>
                <a:cs typeface="Consolas"/>
              </a:defRPr>
            </a:lvl3pPr>
            <a:lvl4pPr algn="ctr">
              <a:defRPr sz="1800" b="1">
                <a:solidFill>
                  <a:srgbClr val="0B6172"/>
                </a:solidFill>
                <a:latin typeface="Consolas"/>
                <a:ea typeface="Consolas"/>
                <a:cs typeface="Consolas"/>
              </a:defRPr>
            </a:lvl4pPr>
            <a:lvl5pPr algn="ctr">
              <a:defRPr sz="1800" b="1">
                <a:solidFill>
                  <a:srgbClr val="0B6172"/>
                </a:solidFill>
                <a:latin typeface="Consolas"/>
                <a:ea typeface="Consolas"/>
                <a:cs typeface="Consolas"/>
              </a:defRPr>
            </a:lvl5pPr>
            <a:lvl6pPr algn="ctr">
              <a:defRPr sz="1800" b="1">
                <a:solidFill>
                  <a:srgbClr val="0B6172"/>
                </a:solidFill>
                <a:latin typeface="Consolas"/>
                <a:ea typeface="Consolas"/>
                <a:cs typeface="Consolas"/>
              </a:defRPr>
            </a:lvl6pPr>
            <a:lvl7pPr algn="ctr">
              <a:defRPr sz="1800" b="1">
                <a:solidFill>
                  <a:srgbClr val="0B6172"/>
                </a:solidFill>
                <a:latin typeface="Consolas"/>
                <a:ea typeface="Consolas"/>
                <a:cs typeface="Consolas"/>
              </a:defRPr>
            </a:lvl7pPr>
            <a:lvl8pPr algn="ctr">
              <a:defRPr sz="1800" b="1">
                <a:solidFill>
                  <a:srgbClr val="0B6172"/>
                </a:solidFill>
                <a:latin typeface="Consolas"/>
                <a:ea typeface="Consolas"/>
                <a:cs typeface="Consolas"/>
              </a:defRPr>
            </a:lvl8pPr>
            <a:lvl9pPr algn="ctr">
              <a:defRPr sz="1800" b="1">
                <a:solidFill>
                  <a:srgbClr val="0B6172"/>
                </a:solidFill>
                <a:latin typeface="Consolas"/>
                <a:ea typeface="Consolas"/>
                <a:cs typeface="Consolas"/>
              </a:defRPr>
            </a:lvl9pPr>
          </a:lstStyle>
          <a:p xmlns:a="http://schemas.openxmlformats.org/drawingml/2006/main">
            <a:pPr algn="ctr">
              <a:defRPr sz="1800" b="1">
                <a:solidFill>
                  <a:srgbClr val="0B6172"/>
                </a:solidFill>
                <a:latin typeface="Consolas"/>
                <a:ea typeface="Consolas"/>
                <a:cs typeface="Consolas"/>
              </a:defRPr>
            </a:pPr>
            <a:r>
              <a:rPr sz="1800" b="1">
                <a:solidFill>
                  <a:srgbClr val="0B6172"/>
                </a:solidFill>
                <a:latin typeface="Consolas"/>
                <a:ea typeface="Consolas"/>
                <a:cs typeface="Consolas"/>
              </a:rPr>
              <a:t>Prompt</a:t>
            </a:r>
          </a:p>
        </p:txBody>
      </p:sp>
      <p:sp>
        <p:nvSpPr>
          <p:cNvPr id="21" name="프롬프트창">
            <a:extLst xmlns:a="http://schemas.openxmlformats.org/drawingml/2006/main">
              <a:ext uri="{FF2B5EF4-FFF2-40B4-BE49-F238E27FC236}">
                <a16:creationId xmlns:a16="http://schemas.microsoft.com/office/drawing/2014/main" id="{2337A7CC-D8B8-4BAC-9456-134F473E0014}"/>
              </a:ext>
            </a:extLst>
          </p:cNvPr>
          <p:cNvSpPr>
            <a:spLocks xmlns:a="http://schemas.openxmlformats.org/drawingml/2006/main" noGrp="1"/>
          </p:cNvSpPr>
          <p:nvPr/>
        </p:nvSpPr>
        <p:spPr>
          <a:xfrm xmlns:a="http://schemas.openxmlformats.org/drawingml/2006/main">
            <a:off x="4057650" y="4772025"/>
            <a:ext cx="1771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4D5A68"/>
                </a:solidFill>
                <a:latin typeface="Malgun Gothic"/>
                <a:ea typeface="Malgun Gothic"/>
                <a:cs typeface="Malgun Gothic"/>
              </a:defRPr>
            </a:defPPr>
            <a:lvl1pPr algn="ctr">
              <a:defRPr sz="1650" b="1">
                <a:solidFill>
                  <a:srgbClr val="4D5A68"/>
                </a:solidFill>
                <a:latin typeface="Malgun Gothic"/>
                <a:ea typeface="Malgun Gothic"/>
                <a:cs typeface="Malgun Gothic"/>
              </a:defRPr>
            </a:lvl1pPr>
            <a:lvl2pPr algn="ctr">
              <a:defRPr sz="1650" b="1">
                <a:solidFill>
                  <a:srgbClr val="4D5A68"/>
                </a:solidFill>
                <a:latin typeface="Malgun Gothic"/>
                <a:ea typeface="Malgun Gothic"/>
                <a:cs typeface="Malgun Gothic"/>
              </a:defRPr>
            </a:lvl2pPr>
            <a:lvl3pPr algn="ctr">
              <a:defRPr sz="1650" b="1">
                <a:solidFill>
                  <a:srgbClr val="4D5A68"/>
                </a:solidFill>
                <a:latin typeface="Malgun Gothic"/>
                <a:ea typeface="Malgun Gothic"/>
                <a:cs typeface="Malgun Gothic"/>
              </a:defRPr>
            </a:lvl3pPr>
            <a:lvl4pPr algn="ctr">
              <a:defRPr sz="1650" b="1">
                <a:solidFill>
                  <a:srgbClr val="4D5A68"/>
                </a:solidFill>
                <a:latin typeface="Malgun Gothic"/>
                <a:ea typeface="Malgun Gothic"/>
                <a:cs typeface="Malgun Gothic"/>
              </a:defRPr>
            </a:lvl4pPr>
            <a:lvl5pPr algn="ctr">
              <a:defRPr sz="1650" b="1">
                <a:solidFill>
                  <a:srgbClr val="4D5A68"/>
                </a:solidFill>
                <a:latin typeface="Malgun Gothic"/>
                <a:ea typeface="Malgun Gothic"/>
                <a:cs typeface="Malgun Gothic"/>
              </a:defRPr>
            </a:lvl5pPr>
            <a:lvl6pPr algn="ctr">
              <a:defRPr sz="1650" b="1">
                <a:solidFill>
                  <a:srgbClr val="4D5A68"/>
                </a:solidFill>
                <a:latin typeface="Malgun Gothic"/>
                <a:ea typeface="Malgun Gothic"/>
                <a:cs typeface="Malgun Gothic"/>
              </a:defRPr>
            </a:lvl6pPr>
            <a:lvl7pPr algn="ctr">
              <a:defRPr sz="1650" b="1">
                <a:solidFill>
                  <a:srgbClr val="4D5A68"/>
                </a:solidFill>
                <a:latin typeface="Malgun Gothic"/>
                <a:ea typeface="Malgun Gothic"/>
                <a:cs typeface="Malgun Gothic"/>
              </a:defRPr>
            </a:lvl7pPr>
            <a:lvl8pPr algn="ctr">
              <a:defRPr sz="1650" b="1">
                <a:solidFill>
                  <a:srgbClr val="4D5A68"/>
                </a:solidFill>
                <a:latin typeface="Malgun Gothic"/>
                <a:ea typeface="Malgun Gothic"/>
                <a:cs typeface="Malgun Gothic"/>
              </a:defRPr>
            </a:lvl8pPr>
            <a:lvl9pPr algn="ctr">
              <a:defRPr sz="1650" b="1">
                <a:solidFill>
                  <a:srgbClr val="4D5A68"/>
                </a:solidFill>
                <a:latin typeface="Malgun Gothic"/>
                <a:ea typeface="Malgun Gothic"/>
                <a:cs typeface="Malgun Gothic"/>
              </a:defRPr>
            </a:lvl9pPr>
          </a:lstStyle>
          <a:p xmlns:a="http://schemas.openxmlformats.org/drawingml/2006/main">
            <a:pPr algn="ctr">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프롬프트창</a:t>
            </a:r>
          </a:p>
        </p:txBody>
      </p:sp>
      <p:pic>
        <p:nvPicPr>
          <p:cNvPr id="22" name="">
            <a:extLst xmlns:a="http://schemas.openxmlformats.org/drawingml/2006/main">
              <a:ext uri="{FF2B5EF4-FFF2-40B4-BE49-F238E27FC236}">
                <a16:creationId xmlns:a16="http://schemas.microsoft.com/office/drawing/2014/main" id="{D565F9B0-619A-4641-AEC6-0D6A4C821031}"/>
              </a:ext>
            </a:extLst>
          </p:cNvPr>
          <p:cNvPicPr>
            <a:picLocks xmlns:a="http://schemas.openxmlformats.org/drawingml/2006/main" noChangeAspect="1"/>
          </p:cNvPicPr>
          <p:nvPr/>
        </p:nvPicPr>
        <p:blipFill>
          <a:blip xmlns:r="http://schemas.openxmlformats.org/officeDocument/2006/relationships" xmlns:a="http://schemas.openxmlformats.org/drawingml/2006/main" r:embed="R161a91365e4b412e"/>
          <a:srcRect xmlns:a="http://schemas.openxmlformats.org/drawingml/2006/main" l="8467" t="7489" r="6952" b="6776"/>
          <a:stretch xmlns:a="http://schemas.openxmlformats.org/drawingml/2006/main"/>
        </p:blipFill>
        <p:spPr>
          <a:xfrm xmlns:a="http://schemas.openxmlformats.org/drawingml/2006/main">
            <a:off x="10039350" y="3324225"/>
            <a:ext cx="1485900" cy="1857375"/>
          </a:xfrm>
          <a:prstGeom xmlns:a="http://schemas.openxmlformats.org/drawingml/2006/main" prst="rect">
            <a:avLst/>
          </a:prstGeom>
        </p:spPr>
      </p:pic>
      <p:sp>
        <p:nvSpPr>
          <p:cNvPr id="23" name="AGENTS.md">
            <a:extLst xmlns:a="http://schemas.openxmlformats.org/drawingml/2006/main">
              <a:ext uri="{FF2B5EF4-FFF2-40B4-BE49-F238E27FC236}">
                <a16:creationId xmlns:a16="http://schemas.microsoft.com/office/drawing/2014/main" id="{4978E684-5B41-40FC-8D2D-002CBFD4023E}"/>
              </a:ext>
            </a:extLst>
          </p:cNvPr>
          <p:cNvSpPr>
            <a:spLocks xmlns:a="http://schemas.openxmlformats.org/drawingml/2006/main" noGrp="1"/>
          </p:cNvSpPr>
          <p:nvPr/>
        </p:nvSpPr>
        <p:spPr>
          <a:xfrm xmlns:a="http://schemas.openxmlformats.org/drawingml/2006/main">
            <a:off x="10144125" y="4114800"/>
            <a:ext cx="12763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0B6172"/>
                </a:solidFill>
                <a:latin typeface="Consolas"/>
                <a:ea typeface="Consolas"/>
                <a:cs typeface="Consolas"/>
              </a:defRPr>
            </a:defPPr>
            <a:lvl1pPr algn="ctr">
              <a:defRPr sz="1650" b="1">
                <a:solidFill>
                  <a:srgbClr val="0B6172"/>
                </a:solidFill>
                <a:latin typeface="Consolas"/>
                <a:ea typeface="Consolas"/>
                <a:cs typeface="Consolas"/>
              </a:defRPr>
            </a:lvl1pPr>
            <a:lvl2pPr algn="ctr">
              <a:defRPr sz="1650" b="1">
                <a:solidFill>
                  <a:srgbClr val="0B6172"/>
                </a:solidFill>
                <a:latin typeface="Consolas"/>
                <a:ea typeface="Consolas"/>
                <a:cs typeface="Consolas"/>
              </a:defRPr>
            </a:lvl2pPr>
            <a:lvl3pPr algn="ctr">
              <a:defRPr sz="1650" b="1">
                <a:solidFill>
                  <a:srgbClr val="0B6172"/>
                </a:solidFill>
                <a:latin typeface="Consolas"/>
                <a:ea typeface="Consolas"/>
                <a:cs typeface="Consolas"/>
              </a:defRPr>
            </a:lvl3pPr>
            <a:lvl4pPr algn="ctr">
              <a:defRPr sz="1650" b="1">
                <a:solidFill>
                  <a:srgbClr val="0B6172"/>
                </a:solidFill>
                <a:latin typeface="Consolas"/>
                <a:ea typeface="Consolas"/>
                <a:cs typeface="Consolas"/>
              </a:defRPr>
            </a:lvl4pPr>
            <a:lvl5pPr algn="ctr">
              <a:defRPr sz="1650" b="1">
                <a:solidFill>
                  <a:srgbClr val="0B6172"/>
                </a:solidFill>
                <a:latin typeface="Consolas"/>
                <a:ea typeface="Consolas"/>
                <a:cs typeface="Consolas"/>
              </a:defRPr>
            </a:lvl5pPr>
            <a:lvl6pPr algn="ctr">
              <a:defRPr sz="1650" b="1">
                <a:solidFill>
                  <a:srgbClr val="0B6172"/>
                </a:solidFill>
                <a:latin typeface="Consolas"/>
                <a:ea typeface="Consolas"/>
                <a:cs typeface="Consolas"/>
              </a:defRPr>
            </a:lvl6pPr>
            <a:lvl7pPr algn="ctr">
              <a:defRPr sz="1650" b="1">
                <a:solidFill>
                  <a:srgbClr val="0B6172"/>
                </a:solidFill>
                <a:latin typeface="Consolas"/>
                <a:ea typeface="Consolas"/>
                <a:cs typeface="Consolas"/>
              </a:defRPr>
            </a:lvl7pPr>
            <a:lvl8pPr algn="ctr">
              <a:defRPr sz="1650" b="1">
                <a:solidFill>
                  <a:srgbClr val="0B6172"/>
                </a:solidFill>
                <a:latin typeface="Consolas"/>
                <a:ea typeface="Consolas"/>
                <a:cs typeface="Consolas"/>
              </a:defRPr>
            </a:lvl8pPr>
            <a:lvl9pPr algn="ctr">
              <a:defRPr sz="1650" b="1">
                <a:solidFill>
                  <a:srgbClr val="0B6172"/>
                </a:solidFill>
                <a:latin typeface="Consolas"/>
                <a:ea typeface="Consolas"/>
                <a:cs typeface="Consolas"/>
              </a:defRPr>
            </a:lvl9pPr>
          </a:lstStyle>
          <a:p xmlns:a="http://schemas.openxmlformats.org/drawingml/2006/main">
            <a:pPr algn="ctr">
              <a:defRPr sz="1650" b="1">
                <a:solidFill>
                  <a:srgbClr val="0B6172"/>
                </a:solidFill>
                <a:latin typeface="Consolas"/>
                <a:ea typeface="Consolas"/>
                <a:cs typeface="Consolas"/>
              </a:defRPr>
            </a:pPr>
            <a:r>
              <a:rPr sz="1650" b="1">
                <a:solidFill>
                  <a:srgbClr val="0B6172"/>
                </a:solidFill>
                <a:latin typeface="Consolas"/>
                <a:ea typeface="Consolas"/>
                <a:cs typeface="Consolas"/>
              </a:rPr>
              <a:t>AGENTS.md</a:t>
            </a:r>
          </a:p>
        </p:txBody>
      </p:sp>
      <p:sp>
        <p:nvSpPr>
          <p:cNvPr id="24" name="">
            <a:extLst xmlns:a="http://schemas.openxmlformats.org/drawingml/2006/main">
              <a:ext uri="{FF2B5EF4-FFF2-40B4-BE49-F238E27FC236}">
                <a16:creationId xmlns:a16="http://schemas.microsoft.com/office/drawing/2014/main" id="{558937CF-87D0-4F2B-808C-2A918E9C5D00}"/>
              </a:ext>
            </a:extLst>
          </p:cNvPr>
          <p:cNvSpPr>
            <a:spLocks xmlns:a="http://schemas.openxmlformats.org/drawingml/2006/main" noGrp="1"/>
          </p:cNvSpPr>
          <p:nvPr/>
        </p:nvSpPr>
        <p:spPr>
          <a:xfrm xmlns:a="http://schemas.openxmlformats.org/drawingml/2006/main">
            <a:off x="609600" y="5257800"/>
            <a:ext cx="5219700" cy="390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C82CABA4-E026-49D7-91E4-30F7952FE254}"/>
              </a:ext>
            </a:extLst>
          </p:cNvPr>
          <p:cNvSpPr>
            <a:spLocks xmlns:a="http://schemas.openxmlformats.org/drawingml/2006/main" noGrp="1"/>
          </p:cNvSpPr>
          <p:nvPr/>
        </p:nvSpPr>
        <p:spPr>
          <a:xfrm xmlns:a="http://schemas.openxmlformats.org/drawingml/2006/main">
            <a:off x="6362700" y="5257800"/>
            <a:ext cx="5219700" cy="39052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6" name="다음 작업에서는 목표가 달라짐">
            <a:extLst xmlns:a="http://schemas.openxmlformats.org/drawingml/2006/main">
              <a:ext uri="{FF2B5EF4-FFF2-40B4-BE49-F238E27FC236}">
                <a16:creationId xmlns:a16="http://schemas.microsoft.com/office/drawing/2014/main" id="{51ABF9B0-4C43-4C27-A7B6-401B44E50AAE}"/>
              </a:ext>
            </a:extLst>
          </p:cNvPr>
          <p:cNvSpPr>
            <a:spLocks xmlns:a="http://schemas.openxmlformats.org/drawingml/2006/main" noGrp="1"/>
          </p:cNvSpPr>
          <p:nvPr/>
        </p:nvSpPr>
        <p:spPr>
          <a:xfrm xmlns:a="http://schemas.openxmlformats.org/drawingml/2006/main">
            <a:off x="7620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다음 작업에서는 목표가 달라짐</a:t>
            </a:r>
          </a:p>
        </p:txBody>
      </p:sp>
      <p:sp>
        <p:nvSpPr>
          <p:cNvPr id="27" name="여러 작업에서 다시 참고">
            <a:extLst xmlns:a="http://schemas.openxmlformats.org/drawingml/2006/main">
              <a:ext uri="{FF2B5EF4-FFF2-40B4-BE49-F238E27FC236}">
                <a16:creationId xmlns:a16="http://schemas.microsoft.com/office/drawing/2014/main" id="{888CE421-A954-4B37-A398-868C71AEFF94}"/>
              </a:ext>
            </a:extLst>
          </p:cNvPr>
          <p:cNvSpPr>
            <a:spLocks xmlns:a="http://schemas.openxmlformats.org/drawingml/2006/main" noGrp="1"/>
          </p:cNvSpPr>
          <p:nvPr/>
        </p:nvSpPr>
        <p:spPr>
          <a:xfrm xmlns:a="http://schemas.openxmlformats.org/drawingml/2006/main">
            <a:off x="6515100" y="5286375"/>
            <a:ext cx="4914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여러 작업에서 다시 참고</a:t>
            </a:r>
          </a:p>
        </p:txBody>
      </p:sp>
      <p:sp>
        <p:nvSpPr>
          <p:cNvPr id="28" name="Legacy module connection">
            <a:extLst xmlns:a="http://schemas.openxmlformats.org/drawingml/2006/main">
              <a:ext uri="{FF2B5EF4-FFF2-40B4-BE49-F238E27FC236}">
                <a16:creationId xmlns:a16="http://schemas.microsoft.com/office/drawing/2014/main" id="{31F9A565-3814-456F-8C88-CED1342C3E2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485271028"/>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Context가 쌓이는 과정">
            <a:extLst xmlns:a="http://schemas.openxmlformats.org/drawingml/2006/main">
              <a:ext uri="{FF2B5EF4-FFF2-40B4-BE49-F238E27FC236}">
                <a16:creationId xmlns:a16="http://schemas.microsoft.com/office/drawing/2014/main" id="{571B0CCC-3DDB-4317-BF75-C701AE910CD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Context가 쌓이는 과정</a:t>
            </a:r>
          </a:p>
        </p:txBody>
      </p:sp>
      <p:sp>
        <p:nvSpPr>
          <p:cNvPr id="2" name="S39">
            <a:extLst xmlns:a="http://schemas.openxmlformats.org/drawingml/2006/main">
              <a:ext uri="{FF2B5EF4-FFF2-40B4-BE49-F238E27FC236}">
                <a16:creationId xmlns:a16="http://schemas.microsoft.com/office/drawing/2014/main" id="{C70678F3-16A4-44A7-AF65-EED49528945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S39</a:t>
            </a:r>
          </a:p>
        </p:txBody>
      </p:sp>
      <p:sp>
        <p:nvSpPr>
          <p:cNvPr id="3" name="정확한 정보도 계속 늘어난다">
            <a:extLst xmlns:a="http://schemas.openxmlformats.org/drawingml/2006/main">
              <a:ext uri="{FF2B5EF4-FFF2-40B4-BE49-F238E27FC236}">
                <a16:creationId xmlns:a16="http://schemas.microsoft.com/office/drawing/2014/main" id="{334FAFC6-8581-4FEA-BEAF-8127085F9F2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정확한 정보도 계속 늘어난다</a:t>
            </a:r>
          </a:p>
        </p:txBody>
      </p:sp>
      <p:sp>
        <p:nvSpPr>
          <p:cNvPr id="4" name="">
            <a:extLst xmlns:a="http://schemas.openxmlformats.org/drawingml/2006/main">
              <a:ext uri="{FF2B5EF4-FFF2-40B4-BE49-F238E27FC236}">
                <a16:creationId xmlns:a16="http://schemas.microsoft.com/office/drawing/2014/main" id="{161BCF19-5097-42C1-ADA6-04D1B21761E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실제 AGENTS.md 전후 내용을 바탕으로 재구성 · 문서는 교육용 생성 도식">
            <a:extLst xmlns:a="http://schemas.openxmlformats.org/drawingml/2006/main">
              <a:ext uri="{FF2B5EF4-FFF2-40B4-BE49-F238E27FC236}">
                <a16:creationId xmlns:a16="http://schemas.microsoft.com/office/drawing/2014/main" id="{934F9823-A1BC-4BD2-9478-2800CFC59D4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실제 AGENTS.md 전후 내용을 바탕으로 재구성 · 문서는 교육용 생성 도식</a:t>
            </a:r>
          </a:p>
        </p:txBody>
      </p:sp>
      <p:sp>
        <p:nvSpPr>
          <p:cNvPr id="6" name="이야기 속 두 시점 비교 · 정보 증가가 실패를 일으켰다는 관찰은 아님">
            <a:extLst xmlns:a="http://schemas.openxmlformats.org/drawingml/2006/main">
              <a:ext uri="{FF2B5EF4-FFF2-40B4-BE49-F238E27FC236}">
                <a16:creationId xmlns:a16="http://schemas.microsoft.com/office/drawing/2014/main" id="{7F06C5F6-F890-488F-8BE2-8993687DD4B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이야기 속 두 시점 비교 · 정보 증가가 실패를 일으켰다는 관찰은 아님</a:t>
            </a:r>
          </a:p>
        </p:txBody>
      </p:sp>
      <p:sp>
        <p:nvSpPr>
          <p:cNvPr id="7" name="프로젝트 초기">
            <a:extLst xmlns:a="http://schemas.openxmlformats.org/drawingml/2006/main">
              <a:ext uri="{FF2B5EF4-FFF2-40B4-BE49-F238E27FC236}">
                <a16:creationId xmlns:a16="http://schemas.microsoft.com/office/drawing/2014/main" id="{EC069D87-B3DB-4697-8237-67257D076605}"/>
              </a:ext>
            </a:extLst>
          </p:cNvPr>
          <p:cNvSpPr>
            <a:spLocks xmlns:a="http://schemas.openxmlformats.org/drawingml/2006/main" noGrp="1"/>
          </p:cNvSpPr>
          <p:nvPr/>
        </p:nvSpPr>
        <p:spPr>
          <a:xfrm xmlns:a="http://schemas.openxmlformats.org/drawingml/2006/main">
            <a:off x="609600" y="1876425"/>
            <a:ext cx="2857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4D5A68"/>
                </a:solidFill>
                <a:latin typeface="Malgun Gothic"/>
                <a:ea typeface="Malgun Gothic"/>
                <a:cs typeface="Malgun Gothic"/>
              </a:defRPr>
            </a:defPPr>
            <a:lvl1pPr algn="l">
              <a:defRPr sz="2325" b="1">
                <a:solidFill>
                  <a:srgbClr val="4D5A68"/>
                </a:solidFill>
                <a:latin typeface="Malgun Gothic"/>
                <a:ea typeface="Malgun Gothic"/>
                <a:cs typeface="Malgun Gothic"/>
              </a:defRPr>
            </a:lvl1pPr>
            <a:lvl2pPr algn="l">
              <a:defRPr sz="2325" b="1">
                <a:solidFill>
                  <a:srgbClr val="4D5A68"/>
                </a:solidFill>
                <a:latin typeface="Malgun Gothic"/>
                <a:ea typeface="Malgun Gothic"/>
                <a:cs typeface="Malgun Gothic"/>
              </a:defRPr>
            </a:lvl2pPr>
            <a:lvl3pPr algn="l">
              <a:defRPr sz="2325" b="1">
                <a:solidFill>
                  <a:srgbClr val="4D5A68"/>
                </a:solidFill>
                <a:latin typeface="Malgun Gothic"/>
                <a:ea typeface="Malgun Gothic"/>
                <a:cs typeface="Malgun Gothic"/>
              </a:defRPr>
            </a:lvl3pPr>
            <a:lvl4pPr algn="l">
              <a:defRPr sz="2325" b="1">
                <a:solidFill>
                  <a:srgbClr val="4D5A68"/>
                </a:solidFill>
                <a:latin typeface="Malgun Gothic"/>
                <a:ea typeface="Malgun Gothic"/>
                <a:cs typeface="Malgun Gothic"/>
              </a:defRPr>
            </a:lvl4pPr>
            <a:lvl5pPr algn="l">
              <a:defRPr sz="2325" b="1">
                <a:solidFill>
                  <a:srgbClr val="4D5A68"/>
                </a:solidFill>
                <a:latin typeface="Malgun Gothic"/>
                <a:ea typeface="Malgun Gothic"/>
                <a:cs typeface="Malgun Gothic"/>
              </a:defRPr>
            </a:lvl5pPr>
            <a:lvl6pPr algn="l">
              <a:defRPr sz="2325" b="1">
                <a:solidFill>
                  <a:srgbClr val="4D5A68"/>
                </a:solidFill>
                <a:latin typeface="Malgun Gothic"/>
                <a:ea typeface="Malgun Gothic"/>
                <a:cs typeface="Malgun Gothic"/>
              </a:defRPr>
            </a:lvl6pPr>
            <a:lvl7pPr algn="l">
              <a:defRPr sz="2325" b="1">
                <a:solidFill>
                  <a:srgbClr val="4D5A68"/>
                </a:solidFill>
                <a:latin typeface="Malgun Gothic"/>
                <a:ea typeface="Malgun Gothic"/>
                <a:cs typeface="Malgun Gothic"/>
              </a:defRPr>
            </a:lvl7pPr>
            <a:lvl8pPr algn="l">
              <a:defRPr sz="2325" b="1">
                <a:solidFill>
                  <a:srgbClr val="4D5A68"/>
                </a:solidFill>
                <a:latin typeface="Malgun Gothic"/>
                <a:ea typeface="Malgun Gothic"/>
                <a:cs typeface="Malgun Gothic"/>
              </a:defRPr>
            </a:lvl8pPr>
            <a:lvl9pPr algn="l">
              <a:defRPr sz="2325" b="1">
                <a:solidFill>
                  <a:srgbClr val="4D5A68"/>
                </a:solidFill>
                <a:latin typeface="Malgun Gothic"/>
                <a:ea typeface="Malgun Gothic"/>
                <a:cs typeface="Malgun Gothic"/>
              </a:defRPr>
            </a:lvl9pPr>
          </a:lstStyle>
          <a:p xmlns:a="http://schemas.openxmlformats.org/drawingml/2006/main">
            <a:pPr algn="l">
              <a:defRPr sz="2325" b="1">
                <a:solidFill>
                  <a:srgbClr val="4D5A68"/>
                </a:solidFill>
                <a:latin typeface="Malgun Gothic"/>
                <a:ea typeface="Malgun Gothic"/>
                <a:cs typeface="Malgun Gothic"/>
              </a:defRPr>
            </a:pPr>
            <a:r>
              <a:rPr sz="2325" b="1">
                <a:solidFill>
                  <a:srgbClr val="4D5A68"/>
                </a:solidFill>
                <a:latin typeface="Malgun Gothic"/>
                <a:ea typeface="Malgun Gothic"/>
                <a:cs typeface="Malgun Gothic"/>
              </a:rPr>
              <a:t>프로젝트 초기</a:t>
            </a:r>
          </a:p>
        </p:txBody>
      </p:sp>
      <p:sp>
        <p:nvSpPr>
          <p:cNvPr id="8" name="현재 프로젝트">
            <a:extLst xmlns:a="http://schemas.openxmlformats.org/drawingml/2006/main">
              <a:ext uri="{FF2B5EF4-FFF2-40B4-BE49-F238E27FC236}">
                <a16:creationId xmlns:a16="http://schemas.microsoft.com/office/drawing/2014/main" id="{8AA9F1CE-427A-4FB9-9413-6C78174E6A8D}"/>
              </a:ext>
            </a:extLst>
          </p:cNvPr>
          <p:cNvSpPr>
            <a:spLocks xmlns:a="http://schemas.openxmlformats.org/drawingml/2006/main" noGrp="1"/>
          </p:cNvSpPr>
          <p:nvPr/>
        </p:nvSpPr>
        <p:spPr>
          <a:xfrm xmlns:a="http://schemas.openxmlformats.org/drawingml/2006/main">
            <a:off x="4076700" y="1876425"/>
            <a:ext cx="3333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프로젝트</a:t>
            </a:r>
          </a:p>
        </p:txBody>
      </p:sp>
      <p:pic>
        <p:nvPicPr>
          <p:cNvPr id="9" name="">
            <a:extLst xmlns:a="http://schemas.openxmlformats.org/drawingml/2006/main">
              <a:ext uri="{FF2B5EF4-FFF2-40B4-BE49-F238E27FC236}">
                <a16:creationId xmlns:a16="http://schemas.microsoft.com/office/drawing/2014/main" id="{AEF0FC3C-FFAD-45D8-B169-3796FA3EEB8A}"/>
              </a:ext>
            </a:extLst>
          </p:cNvPr>
          <p:cNvPicPr>
            <a:picLocks xmlns:a="http://schemas.openxmlformats.org/drawingml/2006/main" noChangeAspect="1"/>
          </p:cNvPicPr>
          <p:nvPr/>
        </p:nvPicPr>
        <p:blipFill>
          <a:blip xmlns:r="http://schemas.openxmlformats.org/officeDocument/2006/relationships" xmlns:a="http://schemas.openxmlformats.org/drawingml/2006/main" r:embed="Re9c50d2803cd4ef1"/>
          <a:srcRect xmlns:a="http://schemas.openxmlformats.org/drawingml/2006/main" l="16323" t="0" r="16066" b="0"/>
          <a:stretch xmlns:a="http://schemas.openxmlformats.org/drawingml/2006/main"/>
        </p:blipFill>
        <p:spPr>
          <a:xfrm xmlns:a="http://schemas.openxmlformats.org/drawingml/2006/main">
            <a:off x="609600" y="2266950"/>
            <a:ext cx="5276850" cy="3257550"/>
          </a:xfrm>
          <a:prstGeom xmlns:a="http://schemas.openxmlformats.org/drawingml/2006/main" prst="rect">
            <a:avLst/>
          </a:prstGeom>
        </p:spPr>
      </p:pic>
      <p:sp>
        <p:nvSpPr>
          <p:cNvPr id="10" name="AGENTS.md">
            <a:extLst xmlns:a="http://schemas.openxmlformats.org/drawingml/2006/main">
              <a:ext uri="{FF2B5EF4-FFF2-40B4-BE49-F238E27FC236}">
                <a16:creationId xmlns:a16="http://schemas.microsoft.com/office/drawing/2014/main" id="{3CE8E83F-4F7B-49E9-B280-D9D668B5DD60}"/>
              </a:ext>
            </a:extLst>
          </p:cNvPr>
          <p:cNvSpPr>
            <a:spLocks xmlns:a="http://schemas.openxmlformats.org/drawingml/2006/main" noGrp="1"/>
          </p:cNvSpPr>
          <p:nvPr/>
        </p:nvSpPr>
        <p:spPr>
          <a:xfrm xmlns:a="http://schemas.openxmlformats.org/drawingml/2006/main">
            <a:off x="800100"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1" name="AGENTS.md">
            <a:extLst xmlns:a="http://schemas.openxmlformats.org/drawingml/2006/main">
              <a:ext uri="{FF2B5EF4-FFF2-40B4-BE49-F238E27FC236}">
                <a16:creationId xmlns:a16="http://schemas.microsoft.com/office/drawing/2014/main" id="{A0E5FD29-AEEE-4285-BCD8-76B6AFBF179F}"/>
              </a:ext>
            </a:extLst>
          </p:cNvPr>
          <p:cNvSpPr>
            <a:spLocks xmlns:a="http://schemas.openxmlformats.org/drawingml/2006/main" noGrp="1"/>
          </p:cNvSpPr>
          <p:nvPr/>
        </p:nvSpPr>
        <p:spPr>
          <a:xfrm xmlns:a="http://schemas.openxmlformats.org/drawingml/2006/main">
            <a:off x="4276725" y="2867025"/>
            <a:ext cx="1476375"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Consolas"/>
                <a:ea typeface="Consolas"/>
                <a:cs typeface="Consolas"/>
              </a:defRPr>
            </a:defPPr>
            <a:lvl1pPr algn="ctr">
              <a:defRPr sz="1650" b="1">
                <a:solidFill>
                  <a:srgbClr val="17212B"/>
                </a:solidFill>
                <a:latin typeface="Consolas"/>
                <a:ea typeface="Consolas"/>
                <a:cs typeface="Consolas"/>
              </a:defRPr>
            </a:lvl1pPr>
            <a:lvl2pPr algn="ctr">
              <a:defRPr sz="1650" b="1">
                <a:solidFill>
                  <a:srgbClr val="17212B"/>
                </a:solidFill>
                <a:latin typeface="Consolas"/>
                <a:ea typeface="Consolas"/>
                <a:cs typeface="Consolas"/>
              </a:defRPr>
            </a:lvl2pPr>
            <a:lvl3pPr algn="ctr">
              <a:defRPr sz="1650" b="1">
                <a:solidFill>
                  <a:srgbClr val="17212B"/>
                </a:solidFill>
                <a:latin typeface="Consolas"/>
                <a:ea typeface="Consolas"/>
                <a:cs typeface="Consolas"/>
              </a:defRPr>
            </a:lvl3pPr>
            <a:lvl4pPr algn="ctr">
              <a:defRPr sz="1650" b="1">
                <a:solidFill>
                  <a:srgbClr val="17212B"/>
                </a:solidFill>
                <a:latin typeface="Consolas"/>
                <a:ea typeface="Consolas"/>
                <a:cs typeface="Consolas"/>
              </a:defRPr>
            </a:lvl4pPr>
            <a:lvl5pPr algn="ctr">
              <a:defRPr sz="1650" b="1">
                <a:solidFill>
                  <a:srgbClr val="17212B"/>
                </a:solidFill>
                <a:latin typeface="Consolas"/>
                <a:ea typeface="Consolas"/>
                <a:cs typeface="Consolas"/>
              </a:defRPr>
            </a:lvl5pPr>
            <a:lvl6pPr algn="ctr">
              <a:defRPr sz="1650" b="1">
                <a:solidFill>
                  <a:srgbClr val="17212B"/>
                </a:solidFill>
                <a:latin typeface="Consolas"/>
                <a:ea typeface="Consolas"/>
                <a:cs typeface="Consolas"/>
              </a:defRPr>
            </a:lvl6pPr>
            <a:lvl7pPr algn="ctr">
              <a:defRPr sz="1650" b="1">
                <a:solidFill>
                  <a:srgbClr val="17212B"/>
                </a:solidFill>
                <a:latin typeface="Consolas"/>
                <a:ea typeface="Consolas"/>
                <a:cs typeface="Consolas"/>
              </a:defRPr>
            </a:lvl7pPr>
            <a:lvl8pPr algn="ctr">
              <a:defRPr sz="1650" b="1">
                <a:solidFill>
                  <a:srgbClr val="17212B"/>
                </a:solidFill>
                <a:latin typeface="Consolas"/>
                <a:ea typeface="Consolas"/>
                <a:cs typeface="Consolas"/>
              </a:defRPr>
            </a:lvl8pPr>
            <a:lvl9pPr algn="ctr">
              <a:defRPr sz="1650" b="1">
                <a:solidFill>
                  <a:srgbClr val="17212B"/>
                </a:solidFill>
                <a:latin typeface="Consolas"/>
                <a:ea typeface="Consolas"/>
                <a:cs typeface="Consolas"/>
              </a:defRPr>
            </a:lvl9pPr>
          </a:lstStyle>
          <a:p xmlns:a="http://schemas.openxmlformats.org/drawingml/2006/main">
            <a:pPr algn="ctr">
              <a:defRPr sz="1650" b="1">
                <a:solidFill>
                  <a:srgbClr val="17212B"/>
                </a:solidFill>
                <a:latin typeface="Consolas"/>
                <a:ea typeface="Consolas"/>
                <a:cs typeface="Consolas"/>
              </a:defRPr>
            </a:pPr>
            <a:r>
              <a:rPr sz="1650" b="1">
                <a:solidFill>
                  <a:srgbClr val="17212B"/>
                </a:solidFill>
                <a:latin typeface="Consolas"/>
                <a:ea typeface="Consolas"/>
                <a:cs typeface="Consolas"/>
              </a:rPr>
              <a:t>AGENTS.md</a:t>
            </a:r>
          </a:p>
        </p:txBody>
      </p:sp>
      <p:sp>
        <p:nvSpPr>
          <p:cNvPr id="12" name="프로젝트 진행">
            <a:extLst xmlns:a="http://schemas.openxmlformats.org/drawingml/2006/main">
              <a:ext uri="{FF2B5EF4-FFF2-40B4-BE49-F238E27FC236}">
                <a16:creationId xmlns:a16="http://schemas.microsoft.com/office/drawing/2014/main" id="{0B147379-0176-442B-A884-AA9EF532B074}"/>
              </a:ext>
            </a:extLst>
          </p:cNvPr>
          <p:cNvSpPr>
            <a:spLocks xmlns:a="http://schemas.openxmlformats.org/drawingml/2006/main" noGrp="1"/>
          </p:cNvSpPr>
          <p:nvPr/>
        </p:nvSpPr>
        <p:spPr>
          <a:xfrm xmlns:a="http://schemas.openxmlformats.org/drawingml/2006/main">
            <a:off x="2571750" y="3276600"/>
            <a:ext cx="142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프로젝트 진행</a:t>
            </a:r>
          </a:p>
        </p:txBody>
      </p:sp>
      <p:sp>
        <p:nvSpPr>
          <p:cNvPr id="13" name="">
            <a:extLst xmlns:a="http://schemas.openxmlformats.org/drawingml/2006/main">
              <a:ext uri="{FF2B5EF4-FFF2-40B4-BE49-F238E27FC236}">
                <a16:creationId xmlns:a16="http://schemas.microsoft.com/office/drawing/2014/main" id="{7026B780-26E8-4F44-B84A-8D85D99DB1AD}"/>
              </a:ext>
            </a:extLst>
          </p:cNvPr>
          <p:cNvSpPr>
            <a:spLocks xmlns:a="http://schemas.openxmlformats.org/drawingml/2006/main" noGrp="1"/>
          </p:cNvSpPr>
          <p:nvPr/>
        </p:nvSpPr>
        <p:spPr>
          <a:xfrm xmlns:a="http://schemas.openxmlformats.org/drawingml/2006/main">
            <a:off x="2924175" y="3705225"/>
            <a:ext cx="647700" cy="2667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목적 · 실행 · 테스트&#10;기본 제약">
            <a:extLst xmlns:a="http://schemas.openxmlformats.org/drawingml/2006/main">
              <a:ext uri="{FF2B5EF4-FFF2-40B4-BE49-F238E27FC236}">
                <a16:creationId xmlns:a16="http://schemas.microsoft.com/office/drawing/2014/main" id="{9A1F9099-DBB3-4035-A310-B4D77B3EC3C2}"/>
              </a:ext>
            </a:extLst>
          </p:cNvPr>
          <p:cNvSpPr>
            <a:spLocks xmlns:a="http://schemas.openxmlformats.org/drawingml/2006/main" noGrp="1"/>
          </p:cNvSpPr>
          <p:nvPr/>
        </p:nvSpPr>
        <p:spPr>
          <a:xfrm xmlns:a="http://schemas.openxmlformats.org/drawingml/2006/main">
            <a:off x="609600" y="4524375"/>
            <a:ext cx="30480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 실행 · 테스트</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기본 제약</a:t>
            </a:r>
          </a:p>
        </p:txBody>
      </p:sp>
      <p:sp>
        <p:nvSpPr>
          <p:cNvPr id="15" name="새로 기록한 정보">
            <a:extLst xmlns:a="http://schemas.openxmlformats.org/drawingml/2006/main">
              <a:ext uri="{FF2B5EF4-FFF2-40B4-BE49-F238E27FC236}">
                <a16:creationId xmlns:a16="http://schemas.microsoft.com/office/drawing/2014/main" id="{CEB529AE-A950-4B36-8403-AF9DBEAFFEEA}"/>
              </a:ext>
            </a:extLst>
          </p:cNvPr>
          <p:cNvSpPr>
            <a:spLocks xmlns:a="http://schemas.openxmlformats.org/drawingml/2006/main" noGrp="1"/>
          </p:cNvSpPr>
          <p:nvPr/>
        </p:nvSpPr>
        <p:spPr>
          <a:xfrm xmlns:a="http://schemas.openxmlformats.org/drawingml/2006/main">
            <a:off x="7086600" y="2533650"/>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새로 기록한 정보</a:t>
            </a:r>
          </a:p>
        </p:txBody>
      </p:sp>
      <p:sp>
        <p:nvSpPr>
          <p:cNvPr id="16" name="">
            <a:extLst xmlns:a="http://schemas.openxmlformats.org/drawingml/2006/main">
              <a:ext uri="{FF2B5EF4-FFF2-40B4-BE49-F238E27FC236}">
                <a16:creationId xmlns:a16="http://schemas.microsoft.com/office/drawing/2014/main" id="{E8B51450-C4A5-4966-A661-C1C3E6BC6431}"/>
              </a:ext>
            </a:extLst>
          </p:cNvPr>
          <p:cNvSpPr>
            <a:spLocks xmlns:a="http://schemas.openxmlformats.org/drawingml/2006/main" noGrp="1"/>
          </p:cNvSpPr>
          <p:nvPr/>
        </p:nvSpPr>
        <p:spPr>
          <a:xfrm xmlns:a="http://schemas.openxmlformats.org/drawingml/2006/main">
            <a:off x="7086600" y="305752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7" name="처리 순서">
            <a:extLst xmlns:a="http://schemas.openxmlformats.org/drawingml/2006/main">
              <a:ext uri="{FF2B5EF4-FFF2-40B4-BE49-F238E27FC236}">
                <a16:creationId xmlns:a16="http://schemas.microsoft.com/office/drawing/2014/main" id="{F74F52E1-3F7A-4FC0-BD80-E418CB58F96B}"/>
              </a:ext>
            </a:extLst>
          </p:cNvPr>
          <p:cNvSpPr>
            <a:spLocks xmlns:a="http://schemas.openxmlformats.org/drawingml/2006/main" noGrp="1"/>
          </p:cNvSpPr>
          <p:nvPr/>
        </p:nvSpPr>
        <p:spPr>
          <a:xfrm xmlns:a="http://schemas.openxmlformats.org/drawingml/2006/main">
            <a:off x="7086600" y="313372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처리 순서</a:t>
            </a:r>
          </a:p>
        </p:txBody>
      </p:sp>
      <p:sp>
        <p:nvSpPr>
          <p:cNvPr id="18" name="load → … → write">
            <a:extLst xmlns:a="http://schemas.openxmlformats.org/drawingml/2006/main">
              <a:ext uri="{FF2B5EF4-FFF2-40B4-BE49-F238E27FC236}">
                <a16:creationId xmlns:a16="http://schemas.microsoft.com/office/drawing/2014/main" id="{27821ECF-653E-47C1-ACDE-5C8F9EF0E9D9}"/>
              </a:ext>
            </a:extLst>
          </p:cNvPr>
          <p:cNvSpPr>
            <a:spLocks xmlns:a="http://schemas.openxmlformats.org/drawingml/2006/main" noGrp="1"/>
          </p:cNvSpPr>
          <p:nvPr/>
        </p:nvSpPr>
        <p:spPr>
          <a:xfrm xmlns:a="http://schemas.openxmlformats.org/drawingml/2006/main">
            <a:off x="8820150" y="313372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load → … → write</a:t>
            </a:r>
          </a:p>
        </p:txBody>
      </p:sp>
      <p:sp>
        <p:nvSpPr>
          <p:cNvPr id="19" name="">
            <a:extLst xmlns:a="http://schemas.openxmlformats.org/drawingml/2006/main">
              <a:ext uri="{FF2B5EF4-FFF2-40B4-BE49-F238E27FC236}">
                <a16:creationId xmlns:a16="http://schemas.microsoft.com/office/drawing/2014/main" id="{E25D84FE-16A1-43F9-8452-D888D3708F9D}"/>
              </a:ext>
            </a:extLst>
          </p:cNvPr>
          <p:cNvSpPr>
            <a:spLocks xmlns:a="http://schemas.openxmlformats.org/drawingml/2006/main" noGrp="1"/>
          </p:cNvSpPr>
          <p:nvPr/>
        </p:nvSpPr>
        <p:spPr>
          <a:xfrm xmlns:a="http://schemas.openxmlformats.org/drawingml/2006/main">
            <a:off x="7086600" y="358140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0" name="이미지 명세">
            <a:extLst xmlns:a="http://schemas.openxmlformats.org/drawingml/2006/main">
              <a:ext uri="{FF2B5EF4-FFF2-40B4-BE49-F238E27FC236}">
                <a16:creationId xmlns:a16="http://schemas.microsoft.com/office/drawing/2014/main" id="{E667B7DF-69A9-4736-B6EC-95A3FD157071}"/>
              </a:ext>
            </a:extLst>
          </p:cNvPr>
          <p:cNvSpPr>
            <a:spLocks xmlns:a="http://schemas.openxmlformats.org/drawingml/2006/main" noGrp="1"/>
          </p:cNvSpPr>
          <p:nvPr/>
        </p:nvSpPr>
        <p:spPr>
          <a:xfrm xmlns:a="http://schemas.openxmlformats.org/drawingml/2006/main">
            <a:off x="7086600" y="365760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21" name="crop의 경계 규칙">
            <a:extLst xmlns:a="http://schemas.openxmlformats.org/drawingml/2006/main">
              <a:ext uri="{FF2B5EF4-FFF2-40B4-BE49-F238E27FC236}">
                <a16:creationId xmlns:a16="http://schemas.microsoft.com/office/drawing/2014/main" id="{BBEB78F8-F8F3-4F29-AB97-DEE0237AE321}"/>
              </a:ext>
            </a:extLst>
          </p:cNvPr>
          <p:cNvSpPr>
            <a:spLocks xmlns:a="http://schemas.openxmlformats.org/drawingml/2006/main" noGrp="1"/>
          </p:cNvSpPr>
          <p:nvPr/>
        </p:nvSpPr>
        <p:spPr>
          <a:xfrm xmlns:a="http://schemas.openxmlformats.org/drawingml/2006/main">
            <a:off x="8820150" y="365760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crop의 경계 규칙</a:t>
            </a:r>
          </a:p>
        </p:txBody>
      </p:sp>
      <p:sp>
        <p:nvSpPr>
          <p:cNvPr id="22" name="">
            <a:extLst xmlns:a="http://schemas.openxmlformats.org/drawingml/2006/main">
              <a:ext uri="{FF2B5EF4-FFF2-40B4-BE49-F238E27FC236}">
                <a16:creationId xmlns:a16="http://schemas.microsoft.com/office/drawing/2014/main" id="{207BE4F7-27BD-4A86-A97C-4F5EC3E01D0F}"/>
              </a:ext>
            </a:extLst>
          </p:cNvPr>
          <p:cNvSpPr>
            <a:spLocks xmlns:a="http://schemas.openxmlformats.org/drawingml/2006/main" noGrp="1"/>
          </p:cNvSpPr>
          <p:nvPr/>
        </p:nvSpPr>
        <p:spPr>
          <a:xfrm xmlns:a="http://schemas.openxmlformats.org/drawingml/2006/main">
            <a:off x="7086600" y="4105275"/>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테스트 구조">
            <a:extLst xmlns:a="http://schemas.openxmlformats.org/drawingml/2006/main">
              <a:ext uri="{FF2B5EF4-FFF2-40B4-BE49-F238E27FC236}">
                <a16:creationId xmlns:a16="http://schemas.microsoft.com/office/drawing/2014/main" id="{88BF2A4D-6DE0-415A-B690-1610F3BAEE2A}"/>
              </a:ext>
            </a:extLst>
          </p:cNvPr>
          <p:cNvSpPr>
            <a:spLocks xmlns:a="http://schemas.openxmlformats.org/drawingml/2006/main" noGrp="1"/>
          </p:cNvSpPr>
          <p:nvPr/>
        </p:nvSpPr>
        <p:spPr>
          <a:xfrm xmlns:a="http://schemas.openxmlformats.org/drawingml/2006/main">
            <a:off x="7086600" y="4181475"/>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테스트 구조</a:t>
            </a:r>
          </a:p>
        </p:txBody>
      </p:sp>
      <p:sp>
        <p:nvSpPr>
          <p:cNvPr id="24" name="모듈별 · 입출력 검사">
            <a:extLst xmlns:a="http://schemas.openxmlformats.org/drawingml/2006/main">
              <a:ext uri="{FF2B5EF4-FFF2-40B4-BE49-F238E27FC236}">
                <a16:creationId xmlns:a16="http://schemas.microsoft.com/office/drawing/2014/main" id="{380DF8BB-9274-4195-8E67-8A89E1DF802A}"/>
              </a:ext>
            </a:extLst>
          </p:cNvPr>
          <p:cNvSpPr>
            <a:spLocks xmlns:a="http://schemas.openxmlformats.org/drawingml/2006/main" noGrp="1"/>
          </p:cNvSpPr>
          <p:nvPr/>
        </p:nvSpPr>
        <p:spPr>
          <a:xfrm xmlns:a="http://schemas.openxmlformats.org/drawingml/2006/main">
            <a:off x="8820150" y="4181475"/>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모듈별 · 입출력 검사</a:t>
            </a:r>
          </a:p>
        </p:txBody>
      </p:sp>
      <p:sp>
        <p:nvSpPr>
          <p:cNvPr id="25" name="">
            <a:extLst xmlns:a="http://schemas.openxmlformats.org/drawingml/2006/main">
              <a:ext uri="{FF2B5EF4-FFF2-40B4-BE49-F238E27FC236}">
                <a16:creationId xmlns:a16="http://schemas.microsoft.com/office/drawing/2014/main" id="{08BF3921-DD96-4733-93B7-D5EDDE71BE59}"/>
              </a:ext>
            </a:extLst>
          </p:cNvPr>
          <p:cNvSpPr>
            <a:spLocks xmlns:a="http://schemas.openxmlformats.org/drawingml/2006/main" noGrp="1"/>
          </p:cNvSpPr>
          <p:nvPr/>
        </p:nvSpPr>
        <p:spPr>
          <a:xfrm xmlns:a="http://schemas.openxmlformats.org/drawingml/2006/main">
            <a:off x="7086600" y="4629150"/>
            <a:ext cx="4495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CLI 출력">
            <a:extLst xmlns:a="http://schemas.openxmlformats.org/drawingml/2006/main">
              <a:ext uri="{FF2B5EF4-FFF2-40B4-BE49-F238E27FC236}">
                <a16:creationId xmlns:a16="http://schemas.microsoft.com/office/drawing/2014/main" id="{06721195-8B0A-425A-9D4B-CA77FAB2A4D7}"/>
              </a:ext>
            </a:extLst>
          </p:cNvPr>
          <p:cNvSpPr>
            <a:spLocks xmlns:a="http://schemas.openxmlformats.org/drawingml/2006/main" noGrp="1"/>
          </p:cNvSpPr>
          <p:nvPr/>
        </p:nvSpPr>
        <p:spPr>
          <a:xfrm xmlns:a="http://schemas.openxmlformats.org/drawingml/2006/main">
            <a:off x="7086600" y="4705350"/>
            <a:ext cx="15621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CLI 출력</a:t>
            </a:r>
          </a:p>
        </p:txBody>
      </p:sp>
      <p:sp>
        <p:nvSpPr>
          <p:cNvPr id="27" name="크기 · 통계 필드">
            <a:extLst xmlns:a="http://schemas.openxmlformats.org/drawingml/2006/main">
              <a:ext uri="{FF2B5EF4-FFF2-40B4-BE49-F238E27FC236}">
                <a16:creationId xmlns:a16="http://schemas.microsoft.com/office/drawing/2014/main" id="{320AB080-7532-45D2-8BCA-BF2B601FBE50}"/>
              </a:ext>
            </a:extLst>
          </p:cNvPr>
          <p:cNvSpPr>
            <a:spLocks xmlns:a="http://schemas.openxmlformats.org/drawingml/2006/main" noGrp="1"/>
          </p:cNvSpPr>
          <p:nvPr/>
        </p:nvSpPr>
        <p:spPr>
          <a:xfrm xmlns:a="http://schemas.openxmlformats.org/drawingml/2006/main">
            <a:off x="8820150" y="4705350"/>
            <a:ext cx="27622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크기 · 통계 필드</a:t>
            </a:r>
          </a:p>
        </p:txBody>
      </p:sp>
      <p:sp>
        <p:nvSpPr>
          <p:cNvPr id="28" name="이번 작업에도 모두 필요할까?">
            <a:extLst xmlns:a="http://schemas.openxmlformats.org/drawingml/2006/main">
              <a:ext uri="{FF2B5EF4-FFF2-40B4-BE49-F238E27FC236}">
                <a16:creationId xmlns:a16="http://schemas.microsoft.com/office/drawing/2014/main" id="{AD863769-5AE6-4460-B533-A296D3F7D4E7}"/>
              </a:ext>
            </a:extLst>
          </p:cNvPr>
          <p:cNvSpPr>
            <a:spLocks xmlns:a="http://schemas.openxmlformats.org/drawingml/2006/main" noGrp="1"/>
          </p:cNvSpPr>
          <p:nvPr/>
        </p:nvSpPr>
        <p:spPr>
          <a:xfrm xmlns:a="http://schemas.openxmlformats.org/drawingml/2006/main">
            <a:off x="7086600" y="5267325"/>
            <a:ext cx="4495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이번 작업에도 모두 필요할까?</a:t>
            </a:r>
          </a:p>
        </p:txBody>
      </p:sp>
      <p:sp>
        <p:nvSpPr>
          <p:cNvPr id="29" name="Legacy module connection">
            <a:extLst xmlns:a="http://schemas.openxmlformats.org/drawingml/2006/main">
              <a:ext uri="{FF2B5EF4-FFF2-40B4-BE49-F238E27FC236}">
                <a16:creationId xmlns:a16="http://schemas.microsoft.com/office/drawing/2014/main" id="{D38D94F6-0CA0-44DB-8147-EBE9AA1EC45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10484263"/>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2 · 관련성을 확인하기">
            <a:extLst xmlns:a="http://schemas.openxmlformats.org/drawingml/2006/main">
              <a:ext uri="{FF2B5EF4-FFF2-40B4-BE49-F238E27FC236}">
                <a16:creationId xmlns:a16="http://schemas.microsoft.com/office/drawing/2014/main" id="{40F3A669-4BDC-4A3A-905B-19EF256A5362}"/>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관련성을 확인하기</a:t>
            </a:r>
          </a:p>
        </p:txBody>
      </p:sp>
      <p:sp>
        <p:nvSpPr>
          <p:cNvPr id="2" name="S40">
            <a:extLst xmlns:a="http://schemas.openxmlformats.org/drawingml/2006/main">
              <a:ext uri="{FF2B5EF4-FFF2-40B4-BE49-F238E27FC236}">
                <a16:creationId xmlns:a16="http://schemas.microsoft.com/office/drawing/2014/main" id="{5A1EBD5C-F2AD-4BEC-A0E4-28B6FCC9ADA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S40</a:t>
            </a:r>
          </a:p>
        </p:txBody>
      </p:sp>
      <p:sp>
        <p:nvSpPr>
          <p:cNvPr id="3" name="정확하지만 이번 작업에는 불필요한 정보">
            <a:extLst xmlns:a="http://schemas.openxmlformats.org/drawingml/2006/main">
              <a:ext uri="{FF2B5EF4-FFF2-40B4-BE49-F238E27FC236}">
                <a16:creationId xmlns:a16="http://schemas.microsoft.com/office/drawing/2014/main" id="{A460E753-9C0F-432E-9945-495847E8877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정확하지만 이번 작업에는 불필요한 정보</a:t>
            </a:r>
          </a:p>
        </p:txBody>
      </p:sp>
      <p:sp>
        <p:nvSpPr>
          <p:cNvPr id="4" name="">
            <a:extLst xmlns:a="http://schemas.openxmlformats.org/drawingml/2006/main">
              <a:ext uri="{FF2B5EF4-FFF2-40B4-BE49-F238E27FC236}">
                <a16:creationId xmlns:a16="http://schemas.microsoft.com/office/drawing/2014/main" id="{46E93170-92AE-40D4-8F35-9916F412DBB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4 · Codex CLI 0.154.0 · 실제 요청 / AGENTS.md 지침 발췌·번역">
            <a:extLst xmlns:a="http://schemas.openxmlformats.org/drawingml/2006/main">
              <a:ext uri="{FF2B5EF4-FFF2-40B4-BE49-F238E27FC236}">
                <a16:creationId xmlns:a16="http://schemas.microsoft.com/office/drawing/2014/main" id="{D798952F-BD18-4687-9444-B4DA78DD930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TRIAL-004 · Codex CLI 0.154.0 · 실제 요청 / AGENTS.md 지침 발췌·번역</a:t>
            </a:r>
          </a:p>
        </p:txBody>
      </p:sp>
      <p:sp>
        <p:nvSpPr>
          <p:cNvPr id="6" name="AGENTS.md도 읽음 · 혼란·Context 관련 실패는 관찰되지 않음 · 성능 효과 미측정">
            <a:extLst xmlns:a="http://schemas.openxmlformats.org/drawingml/2006/main">
              <a:ext uri="{FF2B5EF4-FFF2-40B4-BE49-F238E27FC236}">
                <a16:creationId xmlns:a16="http://schemas.microsoft.com/office/drawing/2014/main" id="{EC2A1ECB-6C73-4A9B-BD6C-81F98767B1B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AGENTS.md도 읽음 · 혼란·Context 관련 실패는 관찰되지 않음 · 성능 효과 미측정</a:t>
            </a:r>
          </a:p>
        </p:txBody>
      </p:sp>
      <p:sp>
        <p:nvSpPr>
          <p:cNvPr id="7" name="README 수정 요청">
            <a:extLst xmlns:a="http://schemas.openxmlformats.org/drawingml/2006/main">
              <a:ext uri="{FF2B5EF4-FFF2-40B4-BE49-F238E27FC236}">
                <a16:creationId xmlns:a16="http://schemas.microsoft.com/office/drawing/2014/main" id="{C699A42D-6BAB-4172-AC56-C1C34E1C1E86}"/>
              </a:ext>
            </a:extLst>
          </p:cNvPr>
          <p:cNvSpPr>
            <a:spLocks xmlns:a="http://schemas.openxmlformats.org/drawingml/2006/main" noGrp="1"/>
          </p:cNvSpPr>
          <p:nvPr/>
        </p:nvSpPr>
        <p:spPr>
          <a:xfrm xmlns:a="http://schemas.openxmlformats.org/drawingml/2006/main">
            <a:off x="609600" y="1704975"/>
            <a:ext cx="44196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README 수정 요청</a:t>
            </a:r>
          </a:p>
        </p:txBody>
      </p:sp>
      <p:sp>
        <p:nvSpPr>
          <p:cNvPr id="8" name="AGENTS.md에 적힌 내용">
            <a:extLst xmlns:a="http://schemas.openxmlformats.org/drawingml/2006/main">
              <a:ext uri="{FF2B5EF4-FFF2-40B4-BE49-F238E27FC236}">
                <a16:creationId xmlns:a16="http://schemas.microsoft.com/office/drawing/2014/main" id="{D50C058B-F29A-4360-8B57-549EEEB009EA}"/>
              </a:ext>
            </a:extLst>
          </p:cNvPr>
          <p:cNvSpPr>
            <a:spLocks xmlns:a="http://schemas.openxmlformats.org/drawingml/2006/main" noGrp="1"/>
          </p:cNvSpPr>
          <p:nvPr/>
        </p:nvSpPr>
        <p:spPr>
          <a:xfrm xmlns:a="http://schemas.openxmlformats.org/drawingml/2006/main">
            <a:off x="5829300" y="1704975"/>
            <a:ext cx="5753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AGENTS.md에 적힌 내용</a:t>
            </a:r>
          </a:p>
        </p:txBody>
      </p:sp>
      <p:sp>
        <p:nvSpPr>
          <p:cNvPr id="9" name="">
            <a:extLst xmlns:a="http://schemas.openxmlformats.org/drawingml/2006/main">
              <a:ext uri="{FF2B5EF4-FFF2-40B4-BE49-F238E27FC236}">
                <a16:creationId xmlns:a16="http://schemas.microsoft.com/office/drawing/2014/main" id="{6AFA86F5-F73A-44C0-9297-C0865EECBA2F}"/>
              </a:ext>
            </a:extLst>
          </p:cNvPr>
          <p:cNvSpPr>
            <a:spLocks xmlns:a="http://schemas.openxmlformats.org/drawingml/2006/main" noGrp="1"/>
          </p:cNvSpPr>
          <p:nvPr/>
        </p:nvSpPr>
        <p:spPr>
          <a:xfrm xmlns:a="http://schemas.openxmlformats.org/drawingml/2006/main">
            <a:off x="609600" y="2171700"/>
            <a:ext cx="4419600" cy="2952750"/>
          </a:xfrm>
          <a:prstGeom xmlns:a="http://schemas.openxmlformats.org/drawingml/2006/main" prst="roundRect">
            <a:avLst>
              <a:gd name="adj" fmla="val 3871"/>
            </a:avLst>
          </a:prstGeom>
          <a:solidFill xmlns:a="http://schemas.openxmlformats.org/drawingml/2006/main">
            <a:srgbClr val="FFFFFF"/>
          </a:solidFill>
          <a:ln xmlns:a="http://schemas.openxmlformats.org/drawingml/2006/main" w="14288">
            <a:solidFill>
              <a:srgbClr val="C7D0DA"/>
            </a:solidFill>
            <a:prstDash val="solid"/>
          </a:ln>
        </p:spPr>
      </p:sp>
      <p:sp>
        <p:nvSpPr>
          <p:cNvPr id="10" name="Prompt · 실제 요청 발췌·번역">
            <a:extLst xmlns:a="http://schemas.openxmlformats.org/drawingml/2006/main">
              <a:ext uri="{FF2B5EF4-FFF2-40B4-BE49-F238E27FC236}">
                <a16:creationId xmlns:a16="http://schemas.microsoft.com/office/drawing/2014/main" id="{9DBA2B84-D436-4AC6-9BDB-25B3AABF54B7}"/>
              </a:ext>
            </a:extLst>
          </p:cNvPr>
          <p:cNvSpPr>
            <a:spLocks xmlns:a="http://schemas.openxmlformats.org/drawingml/2006/main" noGrp="1"/>
          </p:cNvSpPr>
          <p:nvPr/>
        </p:nvSpPr>
        <p:spPr>
          <a:xfrm xmlns:a="http://schemas.openxmlformats.org/drawingml/2006/main">
            <a:off x="800100" y="2276475"/>
            <a:ext cx="4038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4D5A68"/>
                </a:solidFill>
                <a:latin typeface="Malgun Gothic"/>
                <a:ea typeface="Malgun Gothic"/>
                <a:cs typeface="Malgun Gothic"/>
              </a:defRPr>
            </a:defPPr>
            <a:lvl1pPr algn="l">
              <a:defRPr sz="1650" b="1">
                <a:solidFill>
                  <a:srgbClr val="4D5A68"/>
                </a:solidFill>
                <a:latin typeface="Malgun Gothic"/>
                <a:ea typeface="Malgun Gothic"/>
                <a:cs typeface="Malgun Gothic"/>
              </a:defRPr>
            </a:lvl1pPr>
            <a:lvl2pPr algn="l">
              <a:defRPr sz="1650" b="1">
                <a:solidFill>
                  <a:srgbClr val="4D5A68"/>
                </a:solidFill>
                <a:latin typeface="Malgun Gothic"/>
                <a:ea typeface="Malgun Gothic"/>
                <a:cs typeface="Malgun Gothic"/>
              </a:defRPr>
            </a:lvl2pPr>
            <a:lvl3pPr algn="l">
              <a:defRPr sz="1650" b="1">
                <a:solidFill>
                  <a:srgbClr val="4D5A68"/>
                </a:solidFill>
                <a:latin typeface="Malgun Gothic"/>
                <a:ea typeface="Malgun Gothic"/>
                <a:cs typeface="Malgun Gothic"/>
              </a:defRPr>
            </a:lvl3pPr>
            <a:lvl4pPr algn="l">
              <a:defRPr sz="1650" b="1">
                <a:solidFill>
                  <a:srgbClr val="4D5A68"/>
                </a:solidFill>
                <a:latin typeface="Malgun Gothic"/>
                <a:ea typeface="Malgun Gothic"/>
                <a:cs typeface="Malgun Gothic"/>
              </a:defRPr>
            </a:lvl4pPr>
            <a:lvl5pPr algn="l">
              <a:defRPr sz="1650" b="1">
                <a:solidFill>
                  <a:srgbClr val="4D5A68"/>
                </a:solidFill>
                <a:latin typeface="Malgun Gothic"/>
                <a:ea typeface="Malgun Gothic"/>
                <a:cs typeface="Malgun Gothic"/>
              </a:defRPr>
            </a:lvl5pPr>
            <a:lvl6pPr algn="l">
              <a:defRPr sz="1650" b="1">
                <a:solidFill>
                  <a:srgbClr val="4D5A68"/>
                </a:solidFill>
                <a:latin typeface="Malgun Gothic"/>
                <a:ea typeface="Malgun Gothic"/>
                <a:cs typeface="Malgun Gothic"/>
              </a:defRPr>
            </a:lvl6pPr>
            <a:lvl7pPr algn="l">
              <a:defRPr sz="1650" b="1">
                <a:solidFill>
                  <a:srgbClr val="4D5A68"/>
                </a:solidFill>
                <a:latin typeface="Malgun Gothic"/>
                <a:ea typeface="Malgun Gothic"/>
                <a:cs typeface="Malgun Gothic"/>
              </a:defRPr>
            </a:lvl7pPr>
            <a:lvl8pPr algn="l">
              <a:defRPr sz="1650" b="1">
                <a:solidFill>
                  <a:srgbClr val="4D5A68"/>
                </a:solidFill>
                <a:latin typeface="Malgun Gothic"/>
                <a:ea typeface="Malgun Gothic"/>
                <a:cs typeface="Malgun Gothic"/>
              </a:defRPr>
            </a:lvl8pPr>
            <a:lvl9pPr algn="l">
              <a:defRPr sz="1650" b="1">
                <a:solidFill>
                  <a:srgbClr val="4D5A68"/>
                </a:solidFill>
                <a:latin typeface="Malgun Gothic"/>
                <a:ea typeface="Malgun Gothic"/>
                <a:cs typeface="Malgun Gothic"/>
              </a:defRPr>
            </a:lvl9pPr>
          </a:lstStyle>
          <a:p xmlns:a="http://schemas.openxmlformats.org/drawingml/2006/main">
            <a:pPr algn="l">
              <a:defRPr sz="1650" b="1">
                <a:solidFill>
                  <a:srgbClr val="4D5A68"/>
                </a:solidFill>
                <a:latin typeface="Malgun Gothic"/>
                <a:ea typeface="Malgun Gothic"/>
                <a:cs typeface="Malgun Gothic"/>
              </a:defRPr>
            </a:pPr>
            <a:r>
              <a:rPr sz="1650" b="1">
                <a:solidFill>
                  <a:srgbClr val="4D5A68"/>
                </a:solidFill>
                <a:latin typeface="Malgun Gothic"/>
                <a:ea typeface="Malgun Gothic"/>
                <a:cs typeface="Malgun Gothic"/>
              </a:rPr>
              <a:t>Prompt · 실제 요청 발췌·번역</a:t>
            </a:r>
          </a:p>
        </p:txBody>
      </p:sp>
      <p:sp>
        <p:nvSpPr>
          <p:cNvPr id="11" name="">
            <a:extLst xmlns:a="http://schemas.openxmlformats.org/drawingml/2006/main">
              <a:ext uri="{FF2B5EF4-FFF2-40B4-BE49-F238E27FC236}">
                <a16:creationId xmlns:a16="http://schemas.microsoft.com/office/drawing/2014/main" id="{5355129F-D262-4BF8-B51F-7BB205DEA989}"/>
              </a:ext>
            </a:extLst>
          </p:cNvPr>
          <p:cNvSpPr>
            <a:spLocks xmlns:a="http://schemas.openxmlformats.org/drawingml/2006/main" noGrp="1"/>
          </p:cNvSpPr>
          <p:nvPr/>
        </p:nvSpPr>
        <p:spPr>
          <a:xfrm xmlns:a="http://schemas.openxmlformats.org/drawingml/2006/main">
            <a:off x="800100" y="2647950"/>
            <a:ext cx="4038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README의 Build 안내에&#10;빌드 도구·고정 버전을 적어줘.&#10;pyproject.toml을 기준으로&#10;REA">
            <a:extLst xmlns:a="http://schemas.openxmlformats.org/drawingml/2006/main">
              <a:ext uri="{FF2B5EF4-FFF2-40B4-BE49-F238E27FC236}">
                <a16:creationId xmlns:a16="http://schemas.microsoft.com/office/drawing/2014/main" id="{1DAA7AA6-45AB-4E49-B919-E7E177C8526E}"/>
              </a:ext>
            </a:extLst>
          </p:cNvPr>
          <p:cNvSpPr>
            <a:spLocks xmlns:a="http://schemas.openxmlformats.org/drawingml/2006/main" noGrp="1"/>
          </p:cNvSpPr>
          <p:nvPr/>
        </p:nvSpPr>
        <p:spPr>
          <a:xfrm xmlns:a="http://schemas.openxmlformats.org/drawingml/2006/main">
            <a:off x="800100" y="2733675"/>
            <a:ext cx="4038600" cy="2247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Build 안내에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빌드 도구·고정 버전을 적어줘.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pyproject.toml을 기준으로</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README.md만 바꿔줘.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기존 명령은 유지하고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패키지 설치·설정 변경은 하지 마.</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 검증 결과를 보고해줘.</a:t>
            </a:r>
          </a:p>
        </p:txBody>
      </p:sp>
      <p:sp>
        <p:nvSpPr>
          <p:cNvPr id="13" name="">
            <a:extLst xmlns:a="http://schemas.openxmlformats.org/drawingml/2006/main">
              <a:ext uri="{FF2B5EF4-FFF2-40B4-BE49-F238E27FC236}">
                <a16:creationId xmlns:a16="http://schemas.microsoft.com/office/drawing/2014/main" id="{310709C5-DACC-4719-A12F-78C900EC2311}"/>
              </a:ext>
            </a:extLst>
          </p:cNvPr>
          <p:cNvSpPr>
            <a:spLocks xmlns:a="http://schemas.openxmlformats.org/drawingml/2006/main" noGrp="1"/>
          </p:cNvSpPr>
          <p:nvPr/>
        </p:nvSpPr>
        <p:spPr>
          <a:xfrm xmlns:a="http://schemas.openxmlformats.org/drawingml/2006/main">
            <a:off x="5257800" y="2800350"/>
            <a:ext cx="342900" cy="238125"/>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405B9915-3C61-40F6-8572-1B69EB08024D}"/>
              </a:ext>
            </a:extLst>
          </p:cNvPr>
          <p:cNvSpPr>
            <a:spLocks xmlns:a="http://schemas.openxmlformats.org/drawingml/2006/main" noGrp="1"/>
          </p:cNvSpPr>
          <p:nvPr/>
        </p:nvSpPr>
        <p:spPr>
          <a:xfrm xmlns:a="http://schemas.openxmlformats.org/drawingml/2006/main">
            <a:off x="5829300" y="2171700"/>
            <a:ext cx="5753100" cy="1438275"/>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5" name="이번 수정에 필요한 지침">
            <a:extLst xmlns:a="http://schemas.openxmlformats.org/drawingml/2006/main">
              <a:ext uri="{FF2B5EF4-FFF2-40B4-BE49-F238E27FC236}">
                <a16:creationId xmlns:a16="http://schemas.microsoft.com/office/drawing/2014/main" id="{A52A265A-78D3-403B-84C6-BE8EDBE50B01}"/>
              </a:ext>
            </a:extLst>
          </p:cNvPr>
          <p:cNvSpPr>
            <a:spLocks xmlns:a="http://schemas.openxmlformats.org/drawingml/2006/main" noGrp="1"/>
          </p:cNvSpPr>
          <p:nvPr/>
        </p:nvSpPr>
        <p:spPr>
          <a:xfrm xmlns:a="http://schemas.openxmlformats.org/drawingml/2006/main">
            <a:off x="6038850" y="228600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수정에 필요한 지침</a:t>
            </a:r>
          </a:p>
        </p:txBody>
      </p:sp>
      <p:sp>
        <p:nvSpPr>
          <p:cNvPr id="16" name="README의 빌드·실행 안내 참조&#10;변경 범위 제한 · 관련 동작 검증">
            <a:extLst xmlns:a="http://schemas.openxmlformats.org/drawingml/2006/main">
              <a:ext uri="{FF2B5EF4-FFF2-40B4-BE49-F238E27FC236}">
                <a16:creationId xmlns:a16="http://schemas.microsoft.com/office/drawing/2014/main" id="{4D05E7F6-602A-4963-B480-1C7EA8F37D9A}"/>
              </a:ext>
            </a:extLst>
          </p:cNvPr>
          <p:cNvSpPr>
            <a:spLocks xmlns:a="http://schemas.openxmlformats.org/drawingml/2006/main" noGrp="1"/>
          </p:cNvSpPr>
          <p:nvPr/>
        </p:nvSpPr>
        <p:spPr>
          <a:xfrm xmlns:a="http://schemas.openxmlformats.org/drawingml/2006/main">
            <a:off x="6038850" y="271462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README의 빌드·실행 안내 참조</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범위 제한 · 관련 동작 검증</a:t>
            </a:r>
          </a:p>
        </p:txBody>
      </p:sp>
      <p:sp>
        <p:nvSpPr>
          <p:cNvPr id="17" name="Build / Run · Core Constraints">
            <a:extLst xmlns:a="http://schemas.openxmlformats.org/drawingml/2006/main">
              <a:ext uri="{FF2B5EF4-FFF2-40B4-BE49-F238E27FC236}">
                <a16:creationId xmlns:a16="http://schemas.microsoft.com/office/drawing/2014/main" id="{7C1BFB52-F50D-4EE2-A0CC-A4BB3EA99AE1}"/>
              </a:ext>
            </a:extLst>
          </p:cNvPr>
          <p:cNvSpPr>
            <a:spLocks xmlns:a="http://schemas.openxmlformats.org/drawingml/2006/main" noGrp="1"/>
          </p:cNvSpPr>
          <p:nvPr/>
        </p:nvSpPr>
        <p:spPr>
          <a:xfrm xmlns:a="http://schemas.openxmlformats.org/drawingml/2006/main">
            <a:off x="6038850" y="3352800"/>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0B6172"/>
                </a:solidFill>
                <a:latin typeface="Consolas"/>
                <a:ea typeface="Consolas"/>
                <a:cs typeface="Consolas"/>
              </a:defRPr>
            </a:defPPr>
            <a:lvl1pPr algn="l">
              <a:defRPr sz="1500" b="0">
                <a:solidFill>
                  <a:srgbClr val="0B6172"/>
                </a:solidFill>
                <a:latin typeface="Consolas"/>
                <a:ea typeface="Consolas"/>
                <a:cs typeface="Consolas"/>
              </a:defRPr>
            </a:lvl1pPr>
            <a:lvl2pPr algn="l">
              <a:defRPr sz="1500" b="0">
                <a:solidFill>
                  <a:srgbClr val="0B6172"/>
                </a:solidFill>
                <a:latin typeface="Consolas"/>
                <a:ea typeface="Consolas"/>
                <a:cs typeface="Consolas"/>
              </a:defRPr>
            </a:lvl2pPr>
            <a:lvl3pPr algn="l">
              <a:defRPr sz="1500" b="0">
                <a:solidFill>
                  <a:srgbClr val="0B6172"/>
                </a:solidFill>
                <a:latin typeface="Consolas"/>
                <a:ea typeface="Consolas"/>
                <a:cs typeface="Consolas"/>
              </a:defRPr>
            </a:lvl3pPr>
            <a:lvl4pPr algn="l">
              <a:defRPr sz="1500" b="0">
                <a:solidFill>
                  <a:srgbClr val="0B6172"/>
                </a:solidFill>
                <a:latin typeface="Consolas"/>
                <a:ea typeface="Consolas"/>
                <a:cs typeface="Consolas"/>
              </a:defRPr>
            </a:lvl4pPr>
            <a:lvl5pPr algn="l">
              <a:defRPr sz="1500" b="0">
                <a:solidFill>
                  <a:srgbClr val="0B6172"/>
                </a:solidFill>
                <a:latin typeface="Consolas"/>
                <a:ea typeface="Consolas"/>
                <a:cs typeface="Consolas"/>
              </a:defRPr>
            </a:lvl5pPr>
            <a:lvl6pPr algn="l">
              <a:defRPr sz="1500" b="0">
                <a:solidFill>
                  <a:srgbClr val="0B6172"/>
                </a:solidFill>
                <a:latin typeface="Consolas"/>
                <a:ea typeface="Consolas"/>
                <a:cs typeface="Consolas"/>
              </a:defRPr>
            </a:lvl6pPr>
            <a:lvl7pPr algn="l">
              <a:defRPr sz="1500" b="0">
                <a:solidFill>
                  <a:srgbClr val="0B6172"/>
                </a:solidFill>
                <a:latin typeface="Consolas"/>
                <a:ea typeface="Consolas"/>
                <a:cs typeface="Consolas"/>
              </a:defRPr>
            </a:lvl7pPr>
            <a:lvl8pPr algn="l">
              <a:defRPr sz="1500" b="0">
                <a:solidFill>
                  <a:srgbClr val="0B6172"/>
                </a:solidFill>
                <a:latin typeface="Consolas"/>
                <a:ea typeface="Consolas"/>
                <a:cs typeface="Consolas"/>
              </a:defRPr>
            </a:lvl8pPr>
            <a:lvl9pPr algn="l">
              <a:defRPr sz="1500" b="0">
                <a:solidFill>
                  <a:srgbClr val="0B6172"/>
                </a:solidFill>
                <a:latin typeface="Consolas"/>
                <a:ea typeface="Consolas"/>
                <a:cs typeface="Consolas"/>
              </a:defRPr>
            </a:lvl9pPr>
          </a:lstStyle>
          <a:p xmlns:a="http://schemas.openxmlformats.org/drawingml/2006/main">
            <a:pPr algn="l">
              <a:defRPr sz="1500" b="0">
                <a:solidFill>
                  <a:srgbClr val="0B6172"/>
                </a:solidFill>
                <a:latin typeface="Consolas"/>
                <a:ea typeface="Consolas"/>
                <a:cs typeface="Consolas"/>
              </a:defRPr>
            </a:pPr>
            <a:r>
              <a:rPr sz="1500" b="0">
                <a:solidFill>
                  <a:srgbClr val="0B6172"/>
                </a:solidFill>
                <a:latin typeface="Consolas"/>
                <a:ea typeface="Consolas"/>
                <a:cs typeface="Consolas"/>
              </a:rPr>
              <a:t>Build / Run · Core Constraints</a:t>
            </a:r>
          </a:p>
        </p:txBody>
      </p:sp>
      <p:sp>
        <p:nvSpPr>
          <p:cNvPr id="18" name="">
            <a:extLst xmlns:a="http://schemas.openxmlformats.org/drawingml/2006/main">
              <a:ext uri="{FF2B5EF4-FFF2-40B4-BE49-F238E27FC236}">
                <a16:creationId xmlns:a16="http://schemas.microsoft.com/office/drawing/2014/main" id="{C15B9693-5BB4-4DF7-B413-657CA87B1411}"/>
              </a:ext>
            </a:extLst>
          </p:cNvPr>
          <p:cNvSpPr>
            <a:spLocks xmlns:a="http://schemas.openxmlformats.org/drawingml/2006/main" noGrp="1"/>
          </p:cNvSpPr>
          <p:nvPr/>
        </p:nvSpPr>
        <p:spPr>
          <a:xfrm xmlns:a="http://schemas.openxmlformats.org/drawingml/2006/main">
            <a:off x="5829300" y="3810000"/>
            <a:ext cx="5753100" cy="13144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19" name="정확하지만, 이번 수정에는 불필요">
            <a:extLst xmlns:a="http://schemas.openxmlformats.org/drawingml/2006/main">
              <a:ext uri="{FF2B5EF4-FFF2-40B4-BE49-F238E27FC236}">
                <a16:creationId xmlns:a16="http://schemas.microsoft.com/office/drawing/2014/main" id="{F5677FB4-E93E-4F5B-816E-9A84DAD59642}"/>
              </a:ext>
            </a:extLst>
          </p:cNvPr>
          <p:cNvSpPr>
            <a:spLocks xmlns:a="http://schemas.openxmlformats.org/drawingml/2006/main" noGrp="1"/>
          </p:cNvSpPr>
          <p:nvPr/>
        </p:nvSpPr>
        <p:spPr>
          <a:xfrm xmlns:a="http://schemas.openxmlformats.org/drawingml/2006/main">
            <a:off x="6038850" y="3905250"/>
            <a:ext cx="53340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정확하지만, 이번 수정에는 불필요</a:t>
            </a:r>
          </a:p>
        </p:txBody>
      </p:sp>
      <p:sp>
        <p:nvSpPr>
          <p:cNvPr id="20" name="crop · resize의 이미지 명세&#10;처리 순서 · 테스트 구조 · CLI 필드">
            <a:extLst xmlns:a="http://schemas.openxmlformats.org/drawingml/2006/main">
              <a:ext uri="{FF2B5EF4-FFF2-40B4-BE49-F238E27FC236}">
                <a16:creationId xmlns:a16="http://schemas.microsoft.com/office/drawing/2014/main" id="{33CB0D14-1DED-4FBA-83AC-E759D9B4D6D1}"/>
              </a:ext>
            </a:extLst>
          </p:cNvPr>
          <p:cNvSpPr>
            <a:spLocks xmlns:a="http://schemas.openxmlformats.org/drawingml/2006/main" noGrp="1"/>
          </p:cNvSpPr>
          <p:nvPr/>
        </p:nvSpPr>
        <p:spPr>
          <a:xfrm xmlns:a="http://schemas.openxmlformats.org/drawingml/2006/main">
            <a:off x="6038850" y="4295775"/>
            <a:ext cx="533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crop · resize의 이미지 명세</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처리 순서 · 테스트 구조 · CLI 필드</a:t>
            </a:r>
          </a:p>
        </p:txBody>
      </p:sp>
      <p:sp>
        <p:nvSpPr>
          <p:cNvPr id="21" name="Architecture · Image Contract · Test 구조 · CLI Summary">
            <a:extLst xmlns:a="http://schemas.openxmlformats.org/drawingml/2006/main">
              <a:ext uri="{FF2B5EF4-FFF2-40B4-BE49-F238E27FC236}">
                <a16:creationId xmlns:a16="http://schemas.microsoft.com/office/drawing/2014/main" id="{FF47968F-B1E6-4205-A8D3-49A4BA4D82BE}"/>
              </a:ext>
            </a:extLst>
          </p:cNvPr>
          <p:cNvSpPr>
            <a:spLocks xmlns:a="http://schemas.openxmlformats.org/drawingml/2006/main" noGrp="1"/>
          </p:cNvSpPr>
          <p:nvPr/>
        </p:nvSpPr>
        <p:spPr>
          <a:xfrm xmlns:a="http://schemas.openxmlformats.org/drawingml/2006/main">
            <a:off x="6038850" y="4867275"/>
            <a:ext cx="5334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Architecture · Image Contract · Test 구조 · CLI Summary</a:t>
            </a:r>
          </a:p>
        </p:txBody>
      </p:sp>
      <p:sp>
        <p:nvSpPr>
          <p:cNvPr id="22" name="필요한 Context는 이번 작업의 질문에 따라 달라진다">
            <a:extLst xmlns:a="http://schemas.openxmlformats.org/drawingml/2006/main">
              <a:ext uri="{FF2B5EF4-FFF2-40B4-BE49-F238E27FC236}">
                <a16:creationId xmlns:a16="http://schemas.microsoft.com/office/drawing/2014/main" id="{9A72C632-FFC0-4DB9-A005-FD17726F73B9}"/>
              </a:ext>
            </a:extLst>
          </p:cNvPr>
          <p:cNvSpPr>
            <a:spLocks xmlns:a="http://schemas.openxmlformats.org/drawingml/2006/main" noGrp="1"/>
          </p:cNvSpPr>
          <p:nvPr/>
        </p:nvSpPr>
        <p:spPr>
          <a:xfrm xmlns:a="http://schemas.openxmlformats.org/drawingml/2006/main">
            <a:off x="609600" y="5324475"/>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Context는 이번 작업의 질문에 따라 달라진다</a:t>
            </a:r>
          </a:p>
        </p:txBody>
      </p:sp>
      <p:sp>
        <p:nvSpPr>
          <p:cNvPr id="23" name="Legacy module connection">
            <a:extLst xmlns:a="http://schemas.openxmlformats.org/drawingml/2006/main">
              <a:ext uri="{FF2B5EF4-FFF2-40B4-BE49-F238E27FC236}">
                <a16:creationId xmlns:a16="http://schemas.microsoft.com/office/drawing/2014/main" id="{C27786E2-6C2B-4503-9675-6BF7A80D01B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38860522"/>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1" name="ACT 2 · 이번에는 Context의 범위를 정리">
            <a:extLst xmlns:a="http://schemas.openxmlformats.org/drawingml/2006/main">
              <a:ext uri="{FF2B5EF4-FFF2-40B4-BE49-F238E27FC236}">
                <a16:creationId xmlns:a16="http://schemas.microsoft.com/office/drawing/2014/main" id="{8E3E66D5-6F6E-4B12-80A8-4D5ACB96AE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이번에는 Context의 범위를 정리</a:t>
            </a:r>
          </a:p>
        </p:txBody>
      </p:sp>
      <p:sp>
        <p:nvSpPr>
          <p:cNvPr id="2" name="S41">
            <a:extLst xmlns:a="http://schemas.openxmlformats.org/drawingml/2006/main">
              <a:ext uri="{FF2B5EF4-FFF2-40B4-BE49-F238E27FC236}">
                <a16:creationId xmlns:a16="http://schemas.microsoft.com/office/drawing/2014/main" id="{F96B51D2-D66B-4429-AEC2-E085D24DE4A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S41</a:t>
            </a:r>
          </a:p>
        </p:txBody>
      </p:sp>
      <p:sp>
        <p:nvSpPr>
          <p:cNvPr id="3" name="정보의 범위와 제공 시점">
            <a:extLst xmlns:a="http://schemas.openxmlformats.org/drawingml/2006/main">
              <a:ext uri="{FF2B5EF4-FFF2-40B4-BE49-F238E27FC236}">
                <a16:creationId xmlns:a16="http://schemas.microsoft.com/office/drawing/2014/main" id="{E95AFCB5-6149-4B21-8A81-2C2C81C7095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정보의 범위와 제공 시점</a:t>
            </a:r>
          </a:p>
        </p:txBody>
      </p:sp>
      <p:sp>
        <p:nvSpPr>
          <p:cNvPr id="4" name="">
            <a:extLst xmlns:a="http://schemas.openxmlformats.org/drawingml/2006/main">
              <a:ext uri="{FF2B5EF4-FFF2-40B4-BE49-F238E27FC236}">
                <a16:creationId xmlns:a16="http://schemas.microsoft.com/office/drawing/2014/main" id="{D8C1A2D9-1FAB-4B3B-A3D4-42D2B28CFC2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구분 · 정보의 범위와 수행 방법은 서로 다른 축">
            <a:extLst xmlns:a="http://schemas.openxmlformats.org/drawingml/2006/main">
              <a:ext uri="{FF2B5EF4-FFF2-40B4-BE49-F238E27FC236}">
                <a16:creationId xmlns:a16="http://schemas.microsoft.com/office/drawing/2014/main" id="{F6BFC05E-6564-4A2E-9595-DB43BDB8B98E}"/>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구분 · 정보의 범위와 수행 방법은 서로 다른 축</a:t>
            </a:r>
          </a:p>
        </p:txBody>
      </p:sp>
      <p:sp>
        <p:nvSpPr>
          <p:cNvPr id="6" name="공식 제품 분류가 아님 · 오른쪽은 다음 ACT의 미해결 질문">
            <a:extLst xmlns:a="http://schemas.openxmlformats.org/drawingml/2006/main">
              <a:ext uri="{FF2B5EF4-FFF2-40B4-BE49-F238E27FC236}">
                <a16:creationId xmlns:a16="http://schemas.microsoft.com/office/drawing/2014/main" id="{14F6B8AB-BB1E-41A5-A24F-D278BB8F2A6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제품 분류가 아님 · 오른쪽은 다음 ACT의 미해결 질문</a:t>
            </a:r>
          </a:p>
        </p:txBody>
      </p:sp>
      <p:sp>
        <p:nvSpPr>
          <p:cNvPr id="7" name="공통 안내와 상세는 나누고, 작업 방법은 질문으로 남긴다">
            <a:extLst xmlns:a="http://schemas.openxmlformats.org/drawingml/2006/main">
              <a:ext uri="{FF2B5EF4-FFF2-40B4-BE49-F238E27FC236}">
                <a16:creationId xmlns:a16="http://schemas.microsoft.com/office/drawing/2014/main" id="{ACAE3331-B4A3-4AC2-8157-4A3F9E954050}"/>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안내와 상세는 나누고, 작업 방법은 질문으로 남긴다</a:t>
            </a:r>
          </a:p>
        </p:txBody>
      </p:sp>
      <p:sp>
        <p:nvSpPr>
          <p:cNvPr id="8" name="여러 작업의 기본 안내">
            <a:extLst xmlns:a="http://schemas.openxmlformats.org/drawingml/2006/main">
              <a:ext uri="{FF2B5EF4-FFF2-40B4-BE49-F238E27FC236}">
                <a16:creationId xmlns:a16="http://schemas.microsoft.com/office/drawing/2014/main" id="{65F2C782-A30C-491D-930A-51B31CD03F24}"/>
              </a:ext>
            </a:extLst>
          </p:cNvPr>
          <p:cNvSpPr>
            <a:spLocks xmlns:a="http://schemas.openxmlformats.org/drawingml/2006/main" noGrp="1"/>
          </p:cNvSpPr>
          <p:nvPr/>
        </p:nvSpPr>
        <p:spPr>
          <a:xfrm xmlns:a="http://schemas.openxmlformats.org/drawingml/2006/main">
            <a:off x="60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여러 작업의 기본 안내</a:t>
            </a:r>
          </a:p>
        </p:txBody>
      </p:sp>
      <p:sp>
        <p:nvSpPr>
          <p:cNvPr id="9" name="">
            <a:extLst xmlns:a="http://schemas.openxmlformats.org/drawingml/2006/main">
              <a:ext uri="{FF2B5EF4-FFF2-40B4-BE49-F238E27FC236}">
                <a16:creationId xmlns:a16="http://schemas.microsoft.com/office/drawing/2014/main" id="{2EE741C7-7D31-4561-9D8F-EE21D5A8E612}"/>
              </a:ext>
            </a:extLst>
          </p:cNvPr>
          <p:cNvSpPr>
            <a:spLocks xmlns:a="http://schemas.openxmlformats.org/drawingml/2006/main" noGrp="1"/>
          </p:cNvSpPr>
          <p:nvPr/>
        </p:nvSpPr>
        <p:spPr>
          <a:xfrm xmlns:a="http://schemas.openxmlformats.org/drawingml/2006/main">
            <a:off x="60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질문에 맞춰 찾을 상세">
            <a:extLst xmlns:a="http://schemas.openxmlformats.org/drawingml/2006/main">
              <a:ext uri="{FF2B5EF4-FFF2-40B4-BE49-F238E27FC236}">
                <a16:creationId xmlns:a16="http://schemas.microsoft.com/office/drawing/2014/main" id="{D35CA6D4-69DB-43DF-A9C5-5863EE44AEE3}"/>
              </a:ext>
            </a:extLst>
          </p:cNvPr>
          <p:cNvSpPr>
            <a:spLocks xmlns:a="http://schemas.openxmlformats.org/drawingml/2006/main" noGrp="1"/>
          </p:cNvSpPr>
          <p:nvPr/>
        </p:nvSpPr>
        <p:spPr>
          <a:xfrm xmlns:a="http://schemas.openxmlformats.org/drawingml/2006/main">
            <a:off x="441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질문에 맞춰 찾을 상세</a:t>
            </a:r>
          </a:p>
        </p:txBody>
      </p:sp>
      <p:sp>
        <p:nvSpPr>
          <p:cNvPr id="11" name="">
            <a:extLst xmlns:a="http://schemas.openxmlformats.org/drawingml/2006/main">
              <a:ext uri="{FF2B5EF4-FFF2-40B4-BE49-F238E27FC236}">
                <a16:creationId xmlns:a16="http://schemas.microsoft.com/office/drawing/2014/main" id="{DF7ECCFA-FA52-4207-BF15-A5CE4CE2AE78}"/>
              </a:ext>
            </a:extLst>
          </p:cNvPr>
          <p:cNvSpPr>
            <a:spLocks xmlns:a="http://schemas.openxmlformats.org/drawingml/2006/main" noGrp="1"/>
          </p:cNvSpPr>
          <p:nvPr/>
        </p:nvSpPr>
        <p:spPr>
          <a:xfrm xmlns:a="http://schemas.openxmlformats.org/drawingml/2006/main">
            <a:off x="4419600" y="2943225"/>
            <a:ext cx="335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아직 남은 질문">
            <a:extLst xmlns:a="http://schemas.openxmlformats.org/drawingml/2006/main">
              <a:ext uri="{FF2B5EF4-FFF2-40B4-BE49-F238E27FC236}">
                <a16:creationId xmlns:a16="http://schemas.microsoft.com/office/drawing/2014/main" id="{855F0507-0882-480A-9812-7D6C73943284}"/>
              </a:ext>
            </a:extLst>
          </p:cNvPr>
          <p:cNvSpPr>
            <a:spLocks xmlns:a="http://schemas.openxmlformats.org/drawingml/2006/main" noGrp="1"/>
          </p:cNvSpPr>
          <p:nvPr/>
        </p:nvSpPr>
        <p:spPr>
          <a:xfrm xmlns:a="http://schemas.openxmlformats.org/drawingml/2006/main">
            <a:off x="8229600" y="2409825"/>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4D5A68"/>
                </a:solidFill>
                <a:latin typeface="Malgun Gothic"/>
                <a:ea typeface="Malgun Gothic"/>
                <a:cs typeface="Malgun Gothic"/>
              </a:defRPr>
            </a:defPPr>
            <a:lvl1pPr algn="l">
              <a:defRPr sz="2100" b="1">
                <a:solidFill>
                  <a:srgbClr val="4D5A68"/>
                </a:solidFill>
                <a:latin typeface="Malgun Gothic"/>
                <a:ea typeface="Malgun Gothic"/>
                <a:cs typeface="Malgun Gothic"/>
              </a:defRPr>
            </a:lvl1pPr>
            <a:lvl2pPr algn="l">
              <a:defRPr sz="2100" b="1">
                <a:solidFill>
                  <a:srgbClr val="4D5A68"/>
                </a:solidFill>
                <a:latin typeface="Malgun Gothic"/>
                <a:ea typeface="Malgun Gothic"/>
                <a:cs typeface="Malgun Gothic"/>
              </a:defRPr>
            </a:lvl2pPr>
            <a:lvl3pPr algn="l">
              <a:defRPr sz="2100" b="1">
                <a:solidFill>
                  <a:srgbClr val="4D5A68"/>
                </a:solidFill>
                <a:latin typeface="Malgun Gothic"/>
                <a:ea typeface="Malgun Gothic"/>
                <a:cs typeface="Malgun Gothic"/>
              </a:defRPr>
            </a:lvl3pPr>
            <a:lvl4pPr algn="l">
              <a:defRPr sz="2100" b="1">
                <a:solidFill>
                  <a:srgbClr val="4D5A68"/>
                </a:solidFill>
                <a:latin typeface="Malgun Gothic"/>
                <a:ea typeface="Malgun Gothic"/>
                <a:cs typeface="Malgun Gothic"/>
              </a:defRPr>
            </a:lvl4pPr>
            <a:lvl5pPr algn="l">
              <a:defRPr sz="2100" b="1">
                <a:solidFill>
                  <a:srgbClr val="4D5A68"/>
                </a:solidFill>
                <a:latin typeface="Malgun Gothic"/>
                <a:ea typeface="Malgun Gothic"/>
                <a:cs typeface="Malgun Gothic"/>
              </a:defRPr>
            </a:lvl5pPr>
            <a:lvl6pPr algn="l">
              <a:defRPr sz="2100" b="1">
                <a:solidFill>
                  <a:srgbClr val="4D5A68"/>
                </a:solidFill>
                <a:latin typeface="Malgun Gothic"/>
                <a:ea typeface="Malgun Gothic"/>
                <a:cs typeface="Malgun Gothic"/>
              </a:defRPr>
            </a:lvl6pPr>
            <a:lvl7pPr algn="l">
              <a:defRPr sz="2100" b="1">
                <a:solidFill>
                  <a:srgbClr val="4D5A68"/>
                </a:solidFill>
                <a:latin typeface="Malgun Gothic"/>
                <a:ea typeface="Malgun Gothic"/>
                <a:cs typeface="Malgun Gothic"/>
              </a:defRPr>
            </a:lvl7pPr>
            <a:lvl8pPr algn="l">
              <a:defRPr sz="2100" b="1">
                <a:solidFill>
                  <a:srgbClr val="4D5A68"/>
                </a:solidFill>
                <a:latin typeface="Malgun Gothic"/>
                <a:ea typeface="Malgun Gothic"/>
                <a:cs typeface="Malgun Gothic"/>
              </a:defRPr>
            </a:lvl8pPr>
            <a:lvl9pPr algn="l">
              <a:defRPr sz="2100" b="1">
                <a:solidFill>
                  <a:srgbClr val="4D5A68"/>
                </a:solidFill>
                <a:latin typeface="Malgun Gothic"/>
                <a:ea typeface="Malgun Gothic"/>
                <a:cs typeface="Malgun Gothic"/>
              </a:defRPr>
            </a:lvl9pPr>
          </a:lstStyle>
          <a:p xmlns:a="http://schemas.openxmlformats.org/drawingml/2006/main">
            <a:pPr algn="l">
              <a:defRPr sz="2100" b="1">
                <a:solidFill>
                  <a:srgbClr val="4D5A68"/>
                </a:solidFill>
                <a:latin typeface="Malgun Gothic"/>
                <a:ea typeface="Malgun Gothic"/>
                <a:cs typeface="Malgun Gothic"/>
              </a:defRPr>
            </a:pPr>
            <a:r>
              <a:rPr sz="2100" b="1">
                <a:solidFill>
                  <a:srgbClr val="4D5A68"/>
                </a:solidFill>
                <a:latin typeface="Malgun Gothic"/>
                <a:ea typeface="Malgun Gothic"/>
                <a:cs typeface="Malgun Gothic"/>
              </a:rPr>
              <a:t>아직 남은 질문</a:t>
            </a:r>
          </a:p>
        </p:txBody>
      </p:sp>
      <p:sp>
        <p:nvSpPr>
          <p:cNvPr id="13" name="">
            <a:extLst xmlns:a="http://schemas.openxmlformats.org/drawingml/2006/main">
              <a:ext uri="{FF2B5EF4-FFF2-40B4-BE49-F238E27FC236}">
                <a16:creationId xmlns:a16="http://schemas.microsoft.com/office/drawing/2014/main" id="{EDE5250C-80A5-453C-A0B2-F685F14DCCA5}"/>
              </a:ext>
            </a:extLst>
          </p:cNvPr>
          <p:cNvSpPr>
            <a:spLocks xmlns:a="http://schemas.openxmlformats.org/drawingml/2006/main" noGrp="1"/>
          </p:cNvSpPr>
          <p:nvPr/>
        </p:nvSpPr>
        <p:spPr>
          <a:xfrm xmlns:a="http://schemas.openxmlformats.org/drawingml/2006/main">
            <a:off x="8229600" y="2943225"/>
            <a:ext cx="3352800" cy="0"/>
          </a:xfrm>
          <a:prstGeom xmlns:a="http://schemas.openxmlformats.org/drawingml/2006/main" prst="line">
            <a:avLst/>
          </a:prstGeom>
          <a:noFill xmlns:a="http://schemas.openxmlformats.org/drawingml/2006/main"/>
          <a:ln xmlns:a="http://schemas.openxmlformats.org/drawingml/2006/main" w="9525">
            <a:solidFill>
              <a:srgbClr val="4D5A68"/>
            </a:solidFill>
            <a:prstDash val="dash"/>
          </a:ln>
        </p:spPr>
      </p:sp>
      <p:sp>
        <p:nvSpPr>
          <p:cNvPr id="14" name="">
            <a:extLst xmlns:a="http://schemas.openxmlformats.org/drawingml/2006/main">
              <a:ext uri="{FF2B5EF4-FFF2-40B4-BE49-F238E27FC236}">
                <a16:creationId xmlns:a16="http://schemas.microsoft.com/office/drawing/2014/main" id="{C4DCF72A-3E32-40F3-83FA-41A3AB35CFE2}"/>
              </a:ext>
            </a:extLst>
          </p:cNvPr>
          <p:cNvSpPr>
            <a:spLocks xmlns:a="http://schemas.openxmlformats.org/drawingml/2006/main" noGrp="1"/>
          </p:cNvSpPr>
          <p:nvPr/>
        </p:nvSpPr>
        <p:spPr>
          <a:xfrm xmlns:a="http://schemas.openxmlformats.org/drawingml/2006/main">
            <a:off x="6096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README">
            <a:extLst xmlns:a="http://schemas.openxmlformats.org/drawingml/2006/main">
              <a:ext uri="{FF2B5EF4-FFF2-40B4-BE49-F238E27FC236}">
                <a16:creationId xmlns:a16="http://schemas.microsoft.com/office/drawing/2014/main" id="{63CDAE3E-200B-4A5B-BC2B-9560FE42FC2A}"/>
              </a:ext>
            </a:extLst>
          </p:cNvPr>
          <p:cNvSpPr>
            <a:spLocks xmlns:a="http://schemas.openxmlformats.org/drawingml/2006/main" noGrp="1"/>
          </p:cNvSpPr>
          <p:nvPr/>
        </p:nvSpPr>
        <p:spPr>
          <a:xfrm xmlns:a="http://schemas.openxmlformats.org/drawingml/2006/main">
            <a:off x="6096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README</a:t>
            </a:r>
          </a:p>
        </p:txBody>
      </p:sp>
      <p:sp>
        <p:nvSpPr>
          <p:cNvPr id="16" name="">
            <a:extLst xmlns:a="http://schemas.openxmlformats.org/drawingml/2006/main">
              <a:ext uri="{FF2B5EF4-FFF2-40B4-BE49-F238E27FC236}">
                <a16:creationId xmlns:a16="http://schemas.microsoft.com/office/drawing/2014/main" id="{2E5ADB53-BC3F-4F58-94F2-87B96C255858}"/>
              </a:ext>
            </a:extLst>
          </p:cNvPr>
          <p:cNvSpPr>
            <a:spLocks xmlns:a="http://schemas.openxmlformats.org/drawingml/2006/main" noGrp="1"/>
          </p:cNvSpPr>
          <p:nvPr/>
        </p:nvSpPr>
        <p:spPr>
          <a:xfrm xmlns:a="http://schemas.openxmlformats.org/drawingml/2006/main">
            <a:off x="17907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crop">
            <a:extLst xmlns:a="http://schemas.openxmlformats.org/drawingml/2006/main">
              <a:ext uri="{FF2B5EF4-FFF2-40B4-BE49-F238E27FC236}">
                <a16:creationId xmlns:a16="http://schemas.microsoft.com/office/drawing/2014/main" id="{E9DD6F57-8681-4216-AD4F-A3304DCE9E73}"/>
              </a:ext>
            </a:extLst>
          </p:cNvPr>
          <p:cNvSpPr>
            <a:spLocks xmlns:a="http://schemas.openxmlformats.org/drawingml/2006/main" noGrp="1"/>
          </p:cNvSpPr>
          <p:nvPr/>
        </p:nvSpPr>
        <p:spPr>
          <a:xfrm xmlns:a="http://schemas.openxmlformats.org/drawingml/2006/main">
            <a:off x="17907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crop</a:t>
            </a:r>
          </a:p>
        </p:txBody>
      </p:sp>
      <p:sp>
        <p:nvSpPr>
          <p:cNvPr id="18" name="">
            <a:extLst xmlns:a="http://schemas.openxmlformats.org/drawingml/2006/main">
              <a:ext uri="{FF2B5EF4-FFF2-40B4-BE49-F238E27FC236}">
                <a16:creationId xmlns:a16="http://schemas.microsoft.com/office/drawing/2014/main" id="{63D88249-9A33-4E32-A7F0-CB584987F5E3}"/>
              </a:ext>
            </a:extLst>
          </p:cNvPr>
          <p:cNvSpPr>
            <a:spLocks xmlns:a="http://schemas.openxmlformats.org/drawingml/2006/main" noGrp="1"/>
          </p:cNvSpPr>
          <p:nvPr/>
        </p:nvSpPr>
        <p:spPr>
          <a:xfrm xmlns:a="http://schemas.openxmlformats.org/drawingml/2006/main">
            <a:off x="2971800" y="3276600"/>
            <a:ext cx="9906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성능 조사">
            <a:extLst xmlns:a="http://schemas.openxmlformats.org/drawingml/2006/main">
              <a:ext uri="{FF2B5EF4-FFF2-40B4-BE49-F238E27FC236}">
                <a16:creationId xmlns:a16="http://schemas.microsoft.com/office/drawing/2014/main" id="{E55355F4-2565-46B0-96D6-720376186198}"/>
              </a:ext>
            </a:extLst>
          </p:cNvPr>
          <p:cNvSpPr>
            <a:spLocks xmlns:a="http://schemas.openxmlformats.org/drawingml/2006/main" noGrp="1"/>
          </p:cNvSpPr>
          <p:nvPr/>
        </p:nvSpPr>
        <p:spPr>
          <a:xfrm xmlns:a="http://schemas.openxmlformats.org/drawingml/2006/main">
            <a:off x="2971800" y="3343275"/>
            <a:ext cx="990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17212B"/>
                </a:solidFill>
                <a:latin typeface="Malgun Gothic"/>
                <a:ea typeface="Malgun Gothic"/>
                <a:cs typeface="Malgun Gothic"/>
              </a:defRPr>
            </a:defPPr>
            <a:lvl1pPr algn="ctr">
              <a:defRPr sz="1650" b="1">
                <a:solidFill>
                  <a:srgbClr val="17212B"/>
                </a:solidFill>
                <a:latin typeface="Malgun Gothic"/>
                <a:ea typeface="Malgun Gothic"/>
                <a:cs typeface="Malgun Gothic"/>
              </a:defRPr>
            </a:lvl1pPr>
            <a:lvl2pPr algn="ctr">
              <a:defRPr sz="1650" b="1">
                <a:solidFill>
                  <a:srgbClr val="17212B"/>
                </a:solidFill>
                <a:latin typeface="Malgun Gothic"/>
                <a:ea typeface="Malgun Gothic"/>
                <a:cs typeface="Malgun Gothic"/>
              </a:defRPr>
            </a:lvl2pPr>
            <a:lvl3pPr algn="ctr">
              <a:defRPr sz="1650" b="1">
                <a:solidFill>
                  <a:srgbClr val="17212B"/>
                </a:solidFill>
                <a:latin typeface="Malgun Gothic"/>
                <a:ea typeface="Malgun Gothic"/>
                <a:cs typeface="Malgun Gothic"/>
              </a:defRPr>
            </a:lvl3pPr>
            <a:lvl4pPr algn="ctr">
              <a:defRPr sz="1650" b="1">
                <a:solidFill>
                  <a:srgbClr val="17212B"/>
                </a:solidFill>
                <a:latin typeface="Malgun Gothic"/>
                <a:ea typeface="Malgun Gothic"/>
                <a:cs typeface="Malgun Gothic"/>
              </a:defRPr>
            </a:lvl4pPr>
            <a:lvl5pPr algn="ctr">
              <a:defRPr sz="1650" b="1">
                <a:solidFill>
                  <a:srgbClr val="17212B"/>
                </a:solidFill>
                <a:latin typeface="Malgun Gothic"/>
                <a:ea typeface="Malgun Gothic"/>
                <a:cs typeface="Malgun Gothic"/>
              </a:defRPr>
            </a:lvl5pPr>
            <a:lvl6pPr algn="ctr">
              <a:defRPr sz="1650" b="1">
                <a:solidFill>
                  <a:srgbClr val="17212B"/>
                </a:solidFill>
                <a:latin typeface="Malgun Gothic"/>
                <a:ea typeface="Malgun Gothic"/>
                <a:cs typeface="Malgun Gothic"/>
              </a:defRPr>
            </a:lvl6pPr>
            <a:lvl7pPr algn="ctr">
              <a:defRPr sz="1650" b="1">
                <a:solidFill>
                  <a:srgbClr val="17212B"/>
                </a:solidFill>
                <a:latin typeface="Malgun Gothic"/>
                <a:ea typeface="Malgun Gothic"/>
                <a:cs typeface="Malgun Gothic"/>
              </a:defRPr>
            </a:lvl7pPr>
            <a:lvl8pPr algn="ctr">
              <a:defRPr sz="1650" b="1">
                <a:solidFill>
                  <a:srgbClr val="17212B"/>
                </a:solidFill>
                <a:latin typeface="Malgun Gothic"/>
                <a:ea typeface="Malgun Gothic"/>
                <a:cs typeface="Malgun Gothic"/>
              </a:defRPr>
            </a:lvl8pPr>
            <a:lvl9pPr algn="ctr">
              <a:defRPr sz="1650" b="1">
                <a:solidFill>
                  <a:srgbClr val="17212B"/>
                </a:solidFill>
                <a:latin typeface="Malgun Gothic"/>
                <a:ea typeface="Malgun Gothic"/>
                <a:cs typeface="Malgun Gothic"/>
              </a:defRPr>
            </a:lvl9pPr>
          </a:lstStyle>
          <a:p xmlns:a="http://schemas.openxmlformats.org/drawingml/2006/main">
            <a:pPr algn="ctr">
              <a:defRPr sz="1650" b="1">
                <a:solidFill>
                  <a:srgbClr val="17212B"/>
                </a:solidFill>
                <a:latin typeface="Malgun Gothic"/>
                <a:ea typeface="Malgun Gothic"/>
                <a:cs typeface="Malgun Gothic"/>
              </a:defRPr>
            </a:pPr>
            <a:r>
              <a:rPr sz="1650" b="1">
                <a:solidFill>
                  <a:srgbClr val="17212B"/>
                </a:solidFill>
                <a:latin typeface="Malgun Gothic"/>
                <a:ea typeface="Malgun Gothic"/>
                <a:cs typeface="Malgun Gothic"/>
              </a:rPr>
              <a:t>성능 조사</a:t>
            </a:r>
          </a:p>
        </p:txBody>
      </p:sp>
      <p:sp>
        <p:nvSpPr>
          <p:cNvPr id="20" name="">
            <a:extLst xmlns:a="http://schemas.openxmlformats.org/drawingml/2006/main">
              <a:ext uri="{FF2B5EF4-FFF2-40B4-BE49-F238E27FC236}">
                <a16:creationId xmlns:a16="http://schemas.microsoft.com/office/drawing/2014/main" id="{D2A02F2B-D541-4071-87C7-89E1BF30A02B}"/>
              </a:ext>
            </a:extLst>
          </p:cNvPr>
          <p:cNvSpPr>
            <a:spLocks xmlns:a="http://schemas.openxmlformats.org/drawingml/2006/main" noGrp="1"/>
          </p:cNvSpPr>
          <p:nvPr/>
        </p:nvSpPr>
        <p:spPr>
          <a:xfrm xmlns:a="http://schemas.openxmlformats.org/drawingml/2006/main">
            <a:off x="2152650" y="3905250"/>
            <a:ext cx="2667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C9DFBC8B-F9D5-4826-91D7-F2BE2CEFD5E0}"/>
              </a:ext>
            </a:extLst>
          </p:cNvPr>
          <p:cNvSpPr>
            <a:spLocks xmlns:a="http://schemas.openxmlformats.org/drawingml/2006/main" noGrp="1"/>
          </p:cNvSpPr>
          <p:nvPr/>
        </p:nvSpPr>
        <p:spPr>
          <a:xfrm xmlns:a="http://schemas.openxmlformats.org/drawingml/2006/main">
            <a:off x="609600" y="4238625"/>
            <a:ext cx="3352800" cy="7810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2" name="목적 · 공통 제약&#10;실행·검증의 시작점">
            <a:extLst xmlns:a="http://schemas.openxmlformats.org/drawingml/2006/main">
              <a:ext uri="{FF2B5EF4-FFF2-40B4-BE49-F238E27FC236}">
                <a16:creationId xmlns:a16="http://schemas.microsoft.com/office/drawing/2014/main" id="{BC4BB3FA-8842-4C10-A353-5C2B073F7440}"/>
              </a:ext>
            </a:extLst>
          </p:cNvPr>
          <p:cNvSpPr>
            <a:spLocks xmlns:a="http://schemas.openxmlformats.org/drawingml/2006/main" noGrp="1"/>
          </p:cNvSpPr>
          <p:nvPr/>
        </p:nvSpPr>
        <p:spPr>
          <a:xfrm xmlns:a="http://schemas.openxmlformats.org/drawingml/2006/main">
            <a:off x="781050" y="4314825"/>
            <a:ext cx="30099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공통 제약</a:t>
            </a:r>
          </a:p>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실행·검증의 시작점</a:t>
            </a:r>
          </a:p>
        </p:txBody>
      </p:sp>
      <p:sp>
        <p:nvSpPr>
          <p:cNvPr id="23" name="README">
            <a:extLst xmlns:a="http://schemas.openxmlformats.org/drawingml/2006/main">
              <a:ext uri="{FF2B5EF4-FFF2-40B4-BE49-F238E27FC236}">
                <a16:creationId xmlns:a16="http://schemas.microsoft.com/office/drawing/2014/main" id="{5E03923A-5B97-4152-A404-E5C3CDD527E2}"/>
              </a:ext>
            </a:extLst>
          </p:cNvPr>
          <p:cNvSpPr>
            <a:spLocks xmlns:a="http://schemas.openxmlformats.org/drawingml/2006/main" noGrp="1"/>
          </p:cNvSpPr>
          <p:nvPr/>
        </p:nvSpPr>
        <p:spPr>
          <a:xfrm xmlns:a="http://schemas.openxmlformats.org/drawingml/2006/main">
            <a:off x="4419600" y="327660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README</a:t>
            </a:r>
          </a:p>
        </p:txBody>
      </p:sp>
      <p:sp>
        <p:nvSpPr>
          <p:cNvPr id="24" name="">
            <a:extLst xmlns:a="http://schemas.openxmlformats.org/drawingml/2006/main">
              <a:ext uri="{FF2B5EF4-FFF2-40B4-BE49-F238E27FC236}">
                <a16:creationId xmlns:a16="http://schemas.microsoft.com/office/drawing/2014/main" id="{6ADCC118-5DFC-4A3C-8153-37BAA76EC3D4}"/>
              </a:ext>
            </a:extLst>
          </p:cNvPr>
          <p:cNvSpPr>
            <a:spLocks xmlns:a="http://schemas.openxmlformats.org/drawingml/2006/main" noGrp="1"/>
          </p:cNvSpPr>
          <p:nvPr/>
        </p:nvSpPr>
        <p:spPr>
          <a:xfrm xmlns:a="http://schemas.openxmlformats.org/drawingml/2006/main">
            <a:off x="5534025" y="340042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55C41C8A-22B8-4DDA-B579-822E8ADCF9A1}"/>
              </a:ext>
            </a:extLst>
          </p:cNvPr>
          <p:cNvSpPr>
            <a:spLocks xmlns:a="http://schemas.openxmlformats.org/drawingml/2006/main" noGrp="1"/>
          </p:cNvSpPr>
          <p:nvPr/>
        </p:nvSpPr>
        <p:spPr>
          <a:xfrm xmlns:a="http://schemas.openxmlformats.org/drawingml/2006/main">
            <a:off x="5934075" y="327660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6" name="빌드 안내">
            <a:extLst xmlns:a="http://schemas.openxmlformats.org/drawingml/2006/main">
              <a:ext uri="{FF2B5EF4-FFF2-40B4-BE49-F238E27FC236}">
                <a16:creationId xmlns:a16="http://schemas.microsoft.com/office/drawing/2014/main" id="{C2980CBD-9191-4D16-985C-1B1674E5C20E}"/>
              </a:ext>
            </a:extLst>
          </p:cNvPr>
          <p:cNvSpPr>
            <a:spLocks xmlns:a="http://schemas.openxmlformats.org/drawingml/2006/main" noGrp="1"/>
          </p:cNvSpPr>
          <p:nvPr/>
        </p:nvSpPr>
        <p:spPr>
          <a:xfrm xmlns:a="http://schemas.openxmlformats.org/drawingml/2006/main">
            <a:off x="6010275" y="334327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빌드 안내</a:t>
            </a:r>
          </a:p>
        </p:txBody>
      </p:sp>
      <p:sp>
        <p:nvSpPr>
          <p:cNvPr id="27" name="crop">
            <a:extLst xmlns:a="http://schemas.openxmlformats.org/drawingml/2006/main">
              <a:ext uri="{FF2B5EF4-FFF2-40B4-BE49-F238E27FC236}">
                <a16:creationId xmlns:a16="http://schemas.microsoft.com/office/drawing/2014/main" id="{3704342B-F7F9-4ED3-AA44-3E76569A88E1}"/>
              </a:ext>
            </a:extLst>
          </p:cNvPr>
          <p:cNvSpPr>
            <a:spLocks xmlns:a="http://schemas.openxmlformats.org/drawingml/2006/main" noGrp="1"/>
          </p:cNvSpPr>
          <p:nvPr/>
        </p:nvSpPr>
        <p:spPr>
          <a:xfrm xmlns:a="http://schemas.openxmlformats.org/drawingml/2006/main">
            <a:off x="4419600" y="4324350"/>
            <a:ext cx="10858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a:t>
            </a:r>
          </a:p>
        </p:txBody>
      </p:sp>
      <p:sp>
        <p:nvSpPr>
          <p:cNvPr id="28" name="">
            <a:extLst xmlns:a="http://schemas.openxmlformats.org/drawingml/2006/main">
              <a:ext uri="{FF2B5EF4-FFF2-40B4-BE49-F238E27FC236}">
                <a16:creationId xmlns:a16="http://schemas.microsoft.com/office/drawing/2014/main" id="{C4D49DCC-E9F7-4824-82D0-FD035E2A37AA}"/>
              </a:ext>
            </a:extLst>
          </p:cNvPr>
          <p:cNvSpPr>
            <a:spLocks xmlns:a="http://schemas.openxmlformats.org/drawingml/2006/main" noGrp="1"/>
          </p:cNvSpPr>
          <p:nvPr/>
        </p:nvSpPr>
        <p:spPr>
          <a:xfrm xmlns:a="http://schemas.openxmlformats.org/drawingml/2006/main">
            <a:off x="5534025" y="4448175"/>
            <a:ext cx="238125"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2D59033A-3FA1-411E-B90F-E1BD82A7B49F}"/>
              </a:ext>
            </a:extLst>
          </p:cNvPr>
          <p:cNvSpPr>
            <a:spLocks xmlns:a="http://schemas.openxmlformats.org/drawingml/2006/main" noGrp="1"/>
          </p:cNvSpPr>
          <p:nvPr/>
        </p:nvSpPr>
        <p:spPr>
          <a:xfrm xmlns:a="http://schemas.openxmlformats.org/drawingml/2006/main">
            <a:off x="5934075" y="4324350"/>
            <a:ext cx="1838325" cy="4572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30" name="이미지 명세">
            <a:extLst xmlns:a="http://schemas.openxmlformats.org/drawingml/2006/main">
              <a:ext uri="{FF2B5EF4-FFF2-40B4-BE49-F238E27FC236}">
                <a16:creationId xmlns:a16="http://schemas.microsoft.com/office/drawing/2014/main" id="{66FAB809-C82D-4D3A-83EF-64755894CBBF}"/>
              </a:ext>
            </a:extLst>
          </p:cNvPr>
          <p:cNvSpPr>
            <a:spLocks xmlns:a="http://schemas.openxmlformats.org/drawingml/2006/main" noGrp="1"/>
          </p:cNvSpPr>
          <p:nvPr/>
        </p:nvSpPr>
        <p:spPr>
          <a:xfrm xmlns:a="http://schemas.openxmlformats.org/drawingml/2006/main">
            <a:off x="6010275" y="4391025"/>
            <a:ext cx="16859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이미지 명세</a:t>
            </a:r>
          </a:p>
        </p:txBody>
      </p:sp>
      <p:sp>
        <p:nvSpPr>
          <p:cNvPr id="31" name="">
            <a:extLst xmlns:a="http://schemas.openxmlformats.org/drawingml/2006/main">
              <a:ext uri="{FF2B5EF4-FFF2-40B4-BE49-F238E27FC236}">
                <a16:creationId xmlns:a16="http://schemas.microsoft.com/office/drawing/2014/main" id="{E166C077-5BF0-4D2C-9E23-9170EC6060CF}"/>
              </a:ext>
            </a:extLst>
          </p:cNvPr>
          <p:cNvSpPr>
            <a:spLocks xmlns:a="http://schemas.openxmlformats.org/drawingml/2006/main" noGrp="1"/>
          </p:cNvSpPr>
          <p:nvPr/>
        </p:nvSpPr>
        <p:spPr>
          <a:xfrm xmlns:a="http://schemas.openxmlformats.org/drawingml/2006/main">
            <a:off x="8229600" y="3276600"/>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2" name="성능 요청 A">
            <a:extLst xmlns:a="http://schemas.openxmlformats.org/drawingml/2006/main">
              <a:ext uri="{FF2B5EF4-FFF2-40B4-BE49-F238E27FC236}">
                <a16:creationId xmlns:a16="http://schemas.microsoft.com/office/drawing/2014/main" id="{3EB5383C-1535-47E3-B738-CB2936AF9E57}"/>
              </a:ext>
            </a:extLst>
          </p:cNvPr>
          <p:cNvSpPr>
            <a:spLocks xmlns:a="http://schemas.openxmlformats.org/drawingml/2006/main" noGrp="1"/>
          </p:cNvSpPr>
          <p:nvPr/>
        </p:nvSpPr>
        <p:spPr>
          <a:xfrm xmlns:a="http://schemas.openxmlformats.org/drawingml/2006/main">
            <a:off x="8401050" y="3343275"/>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A</a:t>
            </a:r>
          </a:p>
        </p:txBody>
      </p:sp>
      <p:sp>
        <p:nvSpPr>
          <p:cNvPr id="33" name="측정 · 조사 · 검증 …">
            <a:extLst xmlns:a="http://schemas.openxmlformats.org/drawingml/2006/main">
              <a:ext uri="{FF2B5EF4-FFF2-40B4-BE49-F238E27FC236}">
                <a16:creationId xmlns:a16="http://schemas.microsoft.com/office/drawing/2014/main" id="{6155188D-3185-43E7-BC6E-582EEC353E2B}"/>
              </a:ext>
            </a:extLst>
          </p:cNvPr>
          <p:cNvSpPr>
            <a:spLocks xmlns:a="http://schemas.openxmlformats.org/drawingml/2006/main" noGrp="1"/>
          </p:cNvSpPr>
          <p:nvPr/>
        </p:nvSpPr>
        <p:spPr>
          <a:xfrm xmlns:a="http://schemas.openxmlformats.org/drawingml/2006/main">
            <a:off x="8401050" y="3657600"/>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4" name="">
            <a:extLst xmlns:a="http://schemas.openxmlformats.org/drawingml/2006/main">
              <a:ext uri="{FF2B5EF4-FFF2-40B4-BE49-F238E27FC236}">
                <a16:creationId xmlns:a16="http://schemas.microsoft.com/office/drawing/2014/main" id="{2186124E-4DE3-4F1D-AFF1-95F6B43BE869}"/>
              </a:ext>
            </a:extLst>
          </p:cNvPr>
          <p:cNvSpPr>
            <a:spLocks xmlns:a="http://schemas.openxmlformats.org/drawingml/2006/main" noGrp="1"/>
          </p:cNvSpPr>
          <p:nvPr/>
        </p:nvSpPr>
        <p:spPr>
          <a:xfrm xmlns:a="http://schemas.openxmlformats.org/drawingml/2006/main">
            <a:off x="8229600" y="4162425"/>
            <a:ext cx="3352800" cy="742950"/>
          </a:xfrm>
          <a:prstGeom xmlns:a="http://schemas.openxmlformats.org/drawingml/2006/main" prst="rect">
            <a:avLst/>
          </a:prstGeom>
          <a:solidFill xmlns:a="http://schemas.openxmlformats.org/drawingml/2006/main">
            <a:srgbClr val="F4F6F8"/>
          </a:solidFill>
          <a:ln xmlns:a="http://schemas.openxmlformats.org/drawingml/2006/main" w="14288">
            <a:solidFill>
              <a:srgbClr val="4D5A68"/>
            </a:solidFill>
            <a:prstDash val="dash"/>
          </a:ln>
        </p:spPr>
      </p:sp>
      <p:sp>
        <p:nvSpPr>
          <p:cNvPr id="35" name="성능 요청 B">
            <a:extLst xmlns:a="http://schemas.openxmlformats.org/drawingml/2006/main">
              <a:ext uri="{FF2B5EF4-FFF2-40B4-BE49-F238E27FC236}">
                <a16:creationId xmlns:a16="http://schemas.microsoft.com/office/drawing/2014/main" id="{902F1A40-19EE-4EB7-B182-7BA448E06A40}"/>
              </a:ext>
            </a:extLst>
          </p:cNvPr>
          <p:cNvSpPr>
            <a:spLocks xmlns:a="http://schemas.openxmlformats.org/drawingml/2006/main" noGrp="1"/>
          </p:cNvSpPr>
          <p:nvPr/>
        </p:nvSpPr>
        <p:spPr>
          <a:xfrm xmlns:a="http://schemas.openxmlformats.org/drawingml/2006/main">
            <a:off x="8401050" y="4229100"/>
            <a:ext cx="30099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4D5A68"/>
                </a:solidFill>
                <a:latin typeface="Malgun Gothic"/>
                <a:ea typeface="Malgun Gothic"/>
                <a:cs typeface="Malgun Gothic"/>
              </a:defRPr>
            </a:defPPr>
            <a:lvl1pPr algn="l">
              <a:defRPr sz="1725" b="1">
                <a:solidFill>
                  <a:srgbClr val="4D5A68"/>
                </a:solidFill>
                <a:latin typeface="Malgun Gothic"/>
                <a:ea typeface="Malgun Gothic"/>
                <a:cs typeface="Malgun Gothic"/>
              </a:defRPr>
            </a:lvl1pPr>
            <a:lvl2pPr algn="l">
              <a:defRPr sz="1725" b="1">
                <a:solidFill>
                  <a:srgbClr val="4D5A68"/>
                </a:solidFill>
                <a:latin typeface="Malgun Gothic"/>
                <a:ea typeface="Malgun Gothic"/>
                <a:cs typeface="Malgun Gothic"/>
              </a:defRPr>
            </a:lvl2pPr>
            <a:lvl3pPr algn="l">
              <a:defRPr sz="1725" b="1">
                <a:solidFill>
                  <a:srgbClr val="4D5A68"/>
                </a:solidFill>
                <a:latin typeface="Malgun Gothic"/>
                <a:ea typeface="Malgun Gothic"/>
                <a:cs typeface="Malgun Gothic"/>
              </a:defRPr>
            </a:lvl3pPr>
            <a:lvl4pPr algn="l">
              <a:defRPr sz="1725" b="1">
                <a:solidFill>
                  <a:srgbClr val="4D5A68"/>
                </a:solidFill>
                <a:latin typeface="Malgun Gothic"/>
                <a:ea typeface="Malgun Gothic"/>
                <a:cs typeface="Malgun Gothic"/>
              </a:defRPr>
            </a:lvl4pPr>
            <a:lvl5pPr algn="l">
              <a:defRPr sz="1725" b="1">
                <a:solidFill>
                  <a:srgbClr val="4D5A68"/>
                </a:solidFill>
                <a:latin typeface="Malgun Gothic"/>
                <a:ea typeface="Malgun Gothic"/>
                <a:cs typeface="Malgun Gothic"/>
              </a:defRPr>
            </a:lvl5pPr>
            <a:lvl6pPr algn="l">
              <a:defRPr sz="1725" b="1">
                <a:solidFill>
                  <a:srgbClr val="4D5A68"/>
                </a:solidFill>
                <a:latin typeface="Malgun Gothic"/>
                <a:ea typeface="Malgun Gothic"/>
                <a:cs typeface="Malgun Gothic"/>
              </a:defRPr>
            </a:lvl6pPr>
            <a:lvl7pPr algn="l">
              <a:defRPr sz="1725" b="1">
                <a:solidFill>
                  <a:srgbClr val="4D5A68"/>
                </a:solidFill>
                <a:latin typeface="Malgun Gothic"/>
                <a:ea typeface="Malgun Gothic"/>
                <a:cs typeface="Malgun Gothic"/>
              </a:defRPr>
            </a:lvl7pPr>
            <a:lvl8pPr algn="l">
              <a:defRPr sz="1725" b="1">
                <a:solidFill>
                  <a:srgbClr val="4D5A68"/>
                </a:solidFill>
                <a:latin typeface="Malgun Gothic"/>
                <a:ea typeface="Malgun Gothic"/>
                <a:cs typeface="Malgun Gothic"/>
              </a:defRPr>
            </a:lvl8pPr>
            <a:lvl9pPr algn="l">
              <a:defRPr sz="1725" b="1">
                <a:solidFill>
                  <a:srgbClr val="4D5A68"/>
                </a:solidFill>
                <a:latin typeface="Malgun Gothic"/>
                <a:ea typeface="Malgun Gothic"/>
                <a:cs typeface="Malgun Gothic"/>
              </a:defRPr>
            </a:lvl9pPr>
          </a:lstStyle>
          <a:p xmlns:a="http://schemas.openxmlformats.org/drawingml/2006/main">
            <a:pPr algn="l">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성능 요청 B</a:t>
            </a:r>
          </a:p>
        </p:txBody>
      </p:sp>
      <p:sp>
        <p:nvSpPr>
          <p:cNvPr id="36" name="측정 · 조사 · 검증 …">
            <a:extLst xmlns:a="http://schemas.openxmlformats.org/drawingml/2006/main">
              <a:ext uri="{FF2B5EF4-FFF2-40B4-BE49-F238E27FC236}">
                <a16:creationId xmlns:a16="http://schemas.microsoft.com/office/drawing/2014/main" id="{D91861EB-7991-474A-A22E-313CAF251341}"/>
              </a:ext>
            </a:extLst>
          </p:cNvPr>
          <p:cNvSpPr>
            <a:spLocks xmlns:a="http://schemas.openxmlformats.org/drawingml/2006/main" noGrp="1"/>
          </p:cNvSpPr>
          <p:nvPr/>
        </p:nvSpPr>
        <p:spPr>
          <a:xfrm xmlns:a="http://schemas.openxmlformats.org/drawingml/2006/main">
            <a:off x="8401050" y="4543425"/>
            <a:ext cx="3009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측정 · 조사 · 검증 …</a:t>
            </a:r>
          </a:p>
        </p:txBody>
      </p:sp>
      <p:sp>
        <p:nvSpPr>
          <p:cNvPr id="37" name="공통으로 참고할 범위">
            <a:extLst xmlns:a="http://schemas.openxmlformats.org/drawingml/2006/main">
              <a:ext uri="{FF2B5EF4-FFF2-40B4-BE49-F238E27FC236}">
                <a16:creationId xmlns:a16="http://schemas.microsoft.com/office/drawing/2014/main" id="{8F8DD3DC-8517-41C7-8BC3-C8C93F02E900}"/>
              </a:ext>
            </a:extLst>
          </p:cNvPr>
          <p:cNvSpPr>
            <a:spLocks xmlns:a="http://schemas.openxmlformats.org/drawingml/2006/main" noGrp="1"/>
          </p:cNvSpPr>
          <p:nvPr/>
        </p:nvSpPr>
        <p:spPr>
          <a:xfrm xmlns:a="http://schemas.openxmlformats.org/drawingml/2006/main">
            <a:off x="60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공통으로 참고할 범위</a:t>
            </a:r>
          </a:p>
        </p:txBody>
      </p:sp>
      <p:sp>
        <p:nvSpPr>
          <p:cNvPr id="38" name="필요한 때 상세를 확인">
            <a:extLst xmlns:a="http://schemas.openxmlformats.org/drawingml/2006/main">
              <a:ext uri="{FF2B5EF4-FFF2-40B4-BE49-F238E27FC236}">
                <a16:creationId xmlns:a16="http://schemas.microsoft.com/office/drawing/2014/main" id="{B16D12B7-AC97-4D1E-9302-966B87944578}"/>
              </a:ext>
            </a:extLst>
          </p:cNvPr>
          <p:cNvSpPr>
            <a:spLocks xmlns:a="http://schemas.openxmlformats.org/drawingml/2006/main" noGrp="1"/>
          </p:cNvSpPr>
          <p:nvPr/>
        </p:nvSpPr>
        <p:spPr>
          <a:xfrm xmlns:a="http://schemas.openxmlformats.org/drawingml/2006/main">
            <a:off x="441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필요한 때 상세를 확인</a:t>
            </a:r>
          </a:p>
        </p:txBody>
      </p:sp>
      <p:sp>
        <p:nvSpPr>
          <p:cNvPr id="39" name="방법의 반복은 ACT 3에서">
            <a:extLst xmlns:a="http://schemas.openxmlformats.org/drawingml/2006/main">
              <a:ext uri="{FF2B5EF4-FFF2-40B4-BE49-F238E27FC236}">
                <a16:creationId xmlns:a16="http://schemas.microsoft.com/office/drawing/2014/main" id="{BDACE6EF-AA42-411A-8D2A-8942EBD6E203}"/>
              </a:ext>
            </a:extLst>
          </p:cNvPr>
          <p:cNvSpPr>
            <a:spLocks xmlns:a="http://schemas.openxmlformats.org/drawingml/2006/main" noGrp="1"/>
          </p:cNvSpPr>
          <p:nvPr/>
        </p:nvSpPr>
        <p:spPr>
          <a:xfrm xmlns:a="http://schemas.openxmlformats.org/drawingml/2006/main">
            <a:off x="8229600" y="52578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방법의 반복은 ACT 3에서</a:t>
            </a:r>
          </a:p>
        </p:txBody>
      </p:sp>
      <p:sp>
        <p:nvSpPr>
          <p:cNvPr id="40" name="Legacy module connection">
            <a:extLst xmlns:a="http://schemas.openxmlformats.org/drawingml/2006/main">
              <a:ext uri="{FF2B5EF4-FFF2-40B4-BE49-F238E27FC236}">
                <a16:creationId xmlns:a16="http://schemas.microsoft.com/office/drawing/2014/main" id="{92BD4A75-8E62-4022-B4EF-E2FBE00D76B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622498065"/>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7" name="ACT 2 · Lost in the Middle이 확인한 질문">
            <a:extLst xmlns:a="http://schemas.openxmlformats.org/drawingml/2006/main">
              <a:ext uri="{FF2B5EF4-FFF2-40B4-BE49-F238E27FC236}">
                <a16:creationId xmlns:a16="http://schemas.microsoft.com/office/drawing/2014/main" id="{C478CC44-8ACA-4ADE-8D70-87356FBFFB7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Lost in the Middle이 확인한 질문</a:t>
            </a:r>
          </a:p>
        </p:txBody>
      </p:sp>
      <p:sp>
        <p:nvSpPr>
          <p:cNvPr id="2" name="S42">
            <a:extLst xmlns:a="http://schemas.openxmlformats.org/drawingml/2006/main">
              <a:ext uri="{FF2B5EF4-FFF2-40B4-BE49-F238E27FC236}">
                <a16:creationId xmlns:a16="http://schemas.microsoft.com/office/drawing/2014/main" id="{1E09051C-C328-44AB-B114-8C4BF2FCFE3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S42</a:t>
            </a:r>
          </a:p>
        </p:txBody>
      </p:sp>
      <p:sp>
        <p:nvSpPr>
          <p:cNvPr id="3" name="많이 담아도 같은 근거를 똑같이 쓰는가?">
            <a:extLst xmlns:a="http://schemas.openxmlformats.org/drawingml/2006/main">
              <a:ext uri="{FF2B5EF4-FFF2-40B4-BE49-F238E27FC236}">
                <a16:creationId xmlns:a16="http://schemas.microsoft.com/office/drawing/2014/main" id="{B16203F0-EAF4-445F-AC99-B50D188285D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많이 담아도 같은 근거를 똑같이 쓰는가?</a:t>
            </a:r>
          </a:p>
        </p:txBody>
      </p:sp>
      <p:sp>
        <p:nvSpPr>
          <p:cNvPr id="4" name="">
            <a:extLst xmlns:a="http://schemas.openxmlformats.org/drawingml/2006/main">
              <a:ext uri="{FF2B5EF4-FFF2-40B4-BE49-F238E27FC236}">
                <a16:creationId xmlns:a16="http://schemas.microsoft.com/office/drawing/2014/main" id="{1389B17C-D3B4-408F-B092-78920787086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Liu et al., TACL 2024 · aclanthology.org/2024.tacl-1.9/ · CL">
            <a:extLst xmlns:a="http://schemas.openxmlformats.org/drawingml/2006/main">
              <a:ext uri="{FF2B5EF4-FFF2-40B4-BE49-F238E27FC236}">
                <a16:creationId xmlns:a16="http://schemas.microsoft.com/office/drawing/2014/main" id="{5D972EFB-AE32-49A0-8A13-0931AA6D9B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Liu et al., TACL 2024 · aclanthology.org/2024.tacl-1.9/ · CLM-0014</a:t>
            </a:r>
          </a:p>
        </p:txBody>
      </p:sp>
      <p:sp>
        <p:nvSpPr>
          <p:cNvPr id="6" name="연구 과제 재구성 · 현재 Codex의 실패율·보편 한계·Routing 효과를 입증하지 않음">
            <a:extLst xmlns:a="http://schemas.openxmlformats.org/drawingml/2006/main">
              <a:ext uri="{FF2B5EF4-FFF2-40B4-BE49-F238E27FC236}">
                <a16:creationId xmlns:a16="http://schemas.microsoft.com/office/drawing/2014/main" id="{0463CB1E-D43F-4A5E-89CE-FB6D8F0A55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연구 과제 재구성 · 현재 Codex의 실패율·보편 한계·Routing 효과를 입증하지 않음</a:t>
            </a:r>
          </a:p>
        </p:txBody>
      </p:sp>
      <p:sp>
        <p:nvSpPr>
          <p:cNvPr id="7" name="문서 질문 답변 · 합성 key-value 검색">
            <a:extLst xmlns:a="http://schemas.openxmlformats.org/drawingml/2006/main">
              <a:ext uri="{FF2B5EF4-FFF2-40B4-BE49-F238E27FC236}">
                <a16:creationId xmlns:a16="http://schemas.microsoft.com/office/drawing/2014/main" id="{FD60FC0A-38C1-4CC5-8F0E-1BE932FB3751}"/>
              </a:ext>
            </a:extLst>
          </p:cNvPr>
          <p:cNvSpPr>
            <a:spLocks xmlns:a="http://schemas.openxmlformats.org/drawingml/2006/main" noGrp="1"/>
          </p:cNvSpPr>
          <p:nvPr/>
        </p:nvSpPr>
        <p:spPr>
          <a:xfrm xmlns:a="http://schemas.openxmlformats.org/drawingml/2006/main">
            <a:off x="609600" y="17430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문서 질문 답변 · 합성 key-value 검색</a:t>
            </a:r>
          </a:p>
        </p:txBody>
      </p:sp>
      <p:sp>
        <p:nvSpPr>
          <p:cNvPr id="8" name="입력 안에서 같은 근거의 위치를 바꿨다">
            <a:extLst xmlns:a="http://schemas.openxmlformats.org/drawingml/2006/main">
              <a:ext uri="{FF2B5EF4-FFF2-40B4-BE49-F238E27FC236}">
                <a16:creationId xmlns:a16="http://schemas.microsoft.com/office/drawing/2014/main" id="{4BC86568-40EC-4B14-AE17-51F98D8A18C5}"/>
              </a:ext>
            </a:extLst>
          </p:cNvPr>
          <p:cNvSpPr>
            <a:spLocks xmlns:a="http://schemas.openxmlformats.org/drawingml/2006/main" noGrp="1"/>
          </p:cNvSpPr>
          <p:nvPr/>
        </p:nvSpPr>
        <p:spPr>
          <a:xfrm xmlns:a="http://schemas.openxmlformats.org/drawingml/2006/main">
            <a:off x="609600" y="2343150"/>
            <a:ext cx="6191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입력 안에서 같은 근거의 위치를 바꿨다</a:t>
            </a:r>
          </a:p>
        </p:txBody>
      </p:sp>
      <p:sp>
        <p:nvSpPr>
          <p:cNvPr id="9" name="앞">
            <a:extLst xmlns:a="http://schemas.openxmlformats.org/drawingml/2006/main">
              <a:ext uri="{FF2B5EF4-FFF2-40B4-BE49-F238E27FC236}">
                <a16:creationId xmlns:a16="http://schemas.microsoft.com/office/drawing/2014/main" id="{ABF48635-74DB-4CEC-B69A-2B714AE23CA2}"/>
              </a:ext>
            </a:extLst>
          </p:cNvPr>
          <p:cNvSpPr>
            <a:spLocks xmlns:a="http://schemas.openxmlformats.org/drawingml/2006/main" noGrp="1"/>
          </p:cNvSpPr>
          <p:nvPr/>
        </p:nvSpPr>
        <p:spPr>
          <a:xfrm xmlns:a="http://schemas.openxmlformats.org/drawingml/2006/main">
            <a:off x="609600" y="29813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앞</a:t>
            </a:r>
          </a:p>
        </p:txBody>
      </p:sp>
      <p:sp>
        <p:nvSpPr>
          <p:cNvPr id="10" name="">
            <a:extLst xmlns:a="http://schemas.openxmlformats.org/drawingml/2006/main">
              <a:ext uri="{FF2B5EF4-FFF2-40B4-BE49-F238E27FC236}">
                <a16:creationId xmlns:a16="http://schemas.microsoft.com/office/drawing/2014/main" id="{A82DA51A-8849-42E0-A2B6-5A72BC15EB05}"/>
              </a:ext>
            </a:extLst>
          </p:cNvPr>
          <p:cNvSpPr>
            <a:spLocks xmlns:a="http://schemas.openxmlformats.org/drawingml/2006/main" noGrp="1"/>
          </p:cNvSpPr>
          <p:nvPr/>
        </p:nvSpPr>
        <p:spPr>
          <a:xfrm xmlns:a="http://schemas.openxmlformats.org/drawingml/2006/main">
            <a:off x="1447800" y="29337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11" name="근거">
            <a:extLst xmlns:a="http://schemas.openxmlformats.org/drawingml/2006/main">
              <a:ext uri="{FF2B5EF4-FFF2-40B4-BE49-F238E27FC236}">
                <a16:creationId xmlns:a16="http://schemas.microsoft.com/office/drawing/2014/main" id="{CBFE0DB1-2CBE-41F0-B253-01113A2ED320}"/>
              </a:ext>
            </a:extLst>
          </p:cNvPr>
          <p:cNvSpPr>
            <a:spLocks xmlns:a="http://schemas.openxmlformats.org/drawingml/2006/main" noGrp="1"/>
          </p:cNvSpPr>
          <p:nvPr/>
        </p:nvSpPr>
        <p:spPr>
          <a:xfrm xmlns:a="http://schemas.openxmlformats.org/drawingml/2006/main">
            <a:off x="1447800" y="29908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12" name="">
            <a:extLst xmlns:a="http://schemas.openxmlformats.org/drawingml/2006/main">
              <a:ext uri="{FF2B5EF4-FFF2-40B4-BE49-F238E27FC236}">
                <a16:creationId xmlns:a16="http://schemas.microsoft.com/office/drawing/2014/main" id="{B4F75416-893B-43EE-A0AB-C2B150601CFE}"/>
              </a:ext>
            </a:extLst>
          </p:cNvPr>
          <p:cNvSpPr>
            <a:spLocks xmlns:a="http://schemas.openxmlformats.org/drawingml/2006/main" noGrp="1"/>
          </p:cNvSpPr>
          <p:nvPr/>
        </p:nvSpPr>
        <p:spPr>
          <a:xfrm xmlns:a="http://schemas.openxmlformats.org/drawingml/2006/main">
            <a:off x="24384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
            <a:extLst xmlns:a="http://schemas.openxmlformats.org/drawingml/2006/main">
              <a:ext uri="{FF2B5EF4-FFF2-40B4-BE49-F238E27FC236}">
                <a16:creationId xmlns:a16="http://schemas.microsoft.com/office/drawing/2014/main" id="{205C901F-27B1-4C4C-AC02-E31A59585AAB}"/>
              </a:ext>
            </a:extLst>
          </p:cNvPr>
          <p:cNvSpPr>
            <a:spLocks xmlns:a="http://schemas.openxmlformats.org/drawingml/2006/main" noGrp="1"/>
          </p:cNvSpPr>
          <p:nvPr/>
        </p:nvSpPr>
        <p:spPr>
          <a:xfrm xmlns:a="http://schemas.openxmlformats.org/drawingml/2006/main">
            <a:off x="34290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
            <a:extLst xmlns:a="http://schemas.openxmlformats.org/drawingml/2006/main">
              <a:ext uri="{FF2B5EF4-FFF2-40B4-BE49-F238E27FC236}">
                <a16:creationId xmlns:a16="http://schemas.microsoft.com/office/drawing/2014/main" id="{5D580CE2-826E-455E-8410-1FAE7D3D366B}"/>
              </a:ext>
            </a:extLst>
          </p:cNvPr>
          <p:cNvSpPr>
            <a:spLocks xmlns:a="http://schemas.openxmlformats.org/drawingml/2006/main" noGrp="1"/>
          </p:cNvSpPr>
          <p:nvPr/>
        </p:nvSpPr>
        <p:spPr>
          <a:xfrm xmlns:a="http://schemas.openxmlformats.org/drawingml/2006/main">
            <a:off x="44196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
            <a:extLst xmlns:a="http://schemas.openxmlformats.org/drawingml/2006/main">
              <a:ext uri="{FF2B5EF4-FFF2-40B4-BE49-F238E27FC236}">
                <a16:creationId xmlns:a16="http://schemas.microsoft.com/office/drawing/2014/main" id="{B73CDD52-E220-4C3E-A97B-EA78BCB41EB9}"/>
              </a:ext>
            </a:extLst>
          </p:cNvPr>
          <p:cNvSpPr>
            <a:spLocks xmlns:a="http://schemas.openxmlformats.org/drawingml/2006/main" noGrp="1"/>
          </p:cNvSpPr>
          <p:nvPr/>
        </p:nvSpPr>
        <p:spPr>
          <a:xfrm xmlns:a="http://schemas.openxmlformats.org/drawingml/2006/main">
            <a:off x="5410200" y="29337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중간">
            <a:extLst xmlns:a="http://schemas.openxmlformats.org/drawingml/2006/main">
              <a:ext uri="{FF2B5EF4-FFF2-40B4-BE49-F238E27FC236}">
                <a16:creationId xmlns:a16="http://schemas.microsoft.com/office/drawing/2014/main" id="{1DAEDD12-8D9E-4C8F-A9B2-B068E95A6B71}"/>
              </a:ext>
            </a:extLst>
          </p:cNvPr>
          <p:cNvSpPr>
            <a:spLocks xmlns:a="http://schemas.openxmlformats.org/drawingml/2006/main" noGrp="1"/>
          </p:cNvSpPr>
          <p:nvPr/>
        </p:nvSpPr>
        <p:spPr>
          <a:xfrm xmlns:a="http://schemas.openxmlformats.org/drawingml/2006/main">
            <a:off x="609600" y="36671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중간</a:t>
            </a:r>
          </a:p>
        </p:txBody>
      </p:sp>
      <p:sp>
        <p:nvSpPr>
          <p:cNvPr id="17" name="">
            <a:extLst xmlns:a="http://schemas.openxmlformats.org/drawingml/2006/main">
              <a:ext uri="{FF2B5EF4-FFF2-40B4-BE49-F238E27FC236}">
                <a16:creationId xmlns:a16="http://schemas.microsoft.com/office/drawing/2014/main" id="{F7D0BA7B-FF04-49B1-BFF9-29836D5A7F65}"/>
              </a:ext>
            </a:extLst>
          </p:cNvPr>
          <p:cNvSpPr>
            <a:spLocks xmlns:a="http://schemas.openxmlformats.org/drawingml/2006/main" noGrp="1"/>
          </p:cNvSpPr>
          <p:nvPr/>
        </p:nvSpPr>
        <p:spPr>
          <a:xfrm xmlns:a="http://schemas.openxmlformats.org/drawingml/2006/main">
            <a:off x="14478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
            <a:extLst xmlns:a="http://schemas.openxmlformats.org/drawingml/2006/main">
              <a:ext uri="{FF2B5EF4-FFF2-40B4-BE49-F238E27FC236}">
                <a16:creationId xmlns:a16="http://schemas.microsoft.com/office/drawing/2014/main" id="{BD882855-27A5-4654-8DED-B5D4ADFA1955}"/>
              </a:ext>
            </a:extLst>
          </p:cNvPr>
          <p:cNvSpPr>
            <a:spLocks xmlns:a="http://schemas.openxmlformats.org/drawingml/2006/main" noGrp="1"/>
          </p:cNvSpPr>
          <p:nvPr/>
        </p:nvSpPr>
        <p:spPr>
          <a:xfrm xmlns:a="http://schemas.openxmlformats.org/drawingml/2006/main">
            <a:off x="24384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9" name="">
            <a:extLst xmlns:a="http://schemas.openxmlformats.org/drawingml/2006/main">
              <a:ext uri="{FF2B5EF4-FFF2-40B4-BE49-F238E27FC236}">
                <a16:creationId xmlns:a16="http://schemas.microsoft.com/office/drawing/2014/main" id="{EC6C8DC6-38E8-4205-8F00-1C91ABA7E65D}"/>
              </a:ext>
            </a:extLst>
          </p:cNvPr>
          <p:cNvSpPr>
            <a:spLocks xmlns:a="http://schemas.openxmlformats.org/drawingml/2006/main" noGrp="1"/>
          </p:cNvSpPr>
          <p:nvPr/>
        </p:nvSpPr>
        <p:spPr>
          <a:xfrm xmlns:a="http://schemas.openxmlformats.org/drawingml/2006/main">
            <a:off x="3429000" y="36195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0" name="근거">
            <a:extLst xmlns:a="http://schemas.openxmlformats.org/drawingml/2006/main">
              <a:ext uri="{FF2B5EF4-FFF2-40B4-BE49-F238E27FC236}">
                <a16:creationId xmlns:a16="http://schemas.microsoft.com/office/drawing/2014/main" id="{44EC0C03-A575-430F-95F0-DF88BDB50C68}"/>
              </a:ext>
            </a:extLst>
          </p:cNvPr>
          <p:cNvSpPr>
            <a:spLocks xmlns:a="http://schemas.openxmlformats.org/drawingml/2006/main" noGrp="1"/>
          </p:cNvSpPr>
          <p:nvPr/>
        </p:nvSpPr>
        <p:spPr>
          <a:xfrm xmlns:a="http://schemas.openxmlformats.org/drawingml/2006/main">
            <a:off x="3429000" y="36766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21" name="">
            <a:extLst xmlns:a="http://schemas.openxmlformats.org/drawingml/2006/main">
              <a:ext uri="{FF2B5EF4-FFF2-40B4-BE49-F238E27FC236}">
                <a16:creationId xmlns:a16="http://schemas.microsoft.com/office/drawing/2014/main" id="{2C381415-F710-44E3-9A5C-DF3A26567A0A}"/>
              </a:ext>
            </a:extLst>
          </p:cNvPr>
          <p:cNvSpPr>
            <a:spLocks xmlns:a="http://schemas.openxmlformats.org/drawingml/2006/main" noGrp="1"/>
          </p:cNvSpPr>
          <p:nvPr/>
        </p:nvSpPr>
        <p:spPr>
          <a:xfrm xmlns:a="http://schemas.openxmlformats.org/drawingml/2006/main">
            <a:off x="44196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
            <a:extLst xmlns:a="http://schemas.openxmlformats.org/drawingml/2006/main">
              <a:ext uri="{FF2B5EF4-FFF2-40B4-BE49-F238E27FC236}">
                <a16:creationId xmlns:a16="http://schemas.microsoft.com/office/drawing/2014/main" id="{2CD6C746-7920-4460-A514-1FB25DB044D2}"/>
              </a:ext>
            </a:extLst>
          </p:cNvPr>
          <p:cNvSpPr>
            <a:spLocks xmlns:a="http://schemas.openxmlformats.org/drawingml/2006/main" noGrp="1"/>
          </p:cNvSpPr>
          <p:nvPr/>
        </p:nvSpPr>
        <p:spPr>
          <a:xfrm xmlns:a="http://schemas.openxmlformats.org/drawingml/2006/main">
            <a:off x="5410200" y="36195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3" name="뒤">
            <a:extLst xmlns:a="http://schemas.openxmlformats.org/drawingml/2006/main">
              <a:ext uri="{FF2B5EF4-FFF2-40B4-BE49-F238E27FC236}">
                <a16:creationId xmlns:a16="http://schemas.microsoft.com/office/drawing/2014/main" id="{C229DDFB-005A-4805-9E2B-96D874D1245F}"/>
              </a:ext>
            </a:extLst>
          </p:cNvPr>
          <p:cNvSpPr>
            <a:spLocks xmlns:a="http://schemas.openxmlformats.org/drawingml/2006/main" noGrp="1"/>
          </p:cNvSpPr>
          <p:nvPr/>
        </p:nvSpPr>
        <p:spPr>
          <a:xfrm xmlns:a="http://schemas.openxmlformats.org/drawingml/2006/main">
            <a:off x="609600" y="4352925"/>
            <a:ext cx="666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뒤</a:t>
            </a:r>
          </a:p>
        </p:txBody>
      </p:sp>
      <p:sp>
        <p:nvSpPr>
          <p:cNvPr id="24" name="">
            <a:extLst xmlns:a="http://schemas.openxmlformats.org/drawingml/2006/main">
              <a:ext uri="{FF2B5EF4-FFF2-40B4-BE49-F238E27FC236}">
                <a16:creationId xmlns:a16="http://schemas.microsoft.com/office/drawing/2014/main" id="{44B886E7-7E03-4B0C-B719-7D6CE42E86B4}"/>
              </a:ext>
            </a:extLst>
          </p:cNvPr>
          <p:cNvSpPr>
            <a:spLocks xmlns:a="http://schemas.openxmlformats.org/drawingml/2006/main" noGrp="1"/>
          </p:cNvSpPr>
          <p:nvPr/>
        </p:nvSpPr>
        <p:spPr>
          <a:xfrm xmlns:a="http://schemas.openxmlformats.org/drawingml/2006/main">
            <a:off x="14478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5" name="">
            <a:extLst xmlns:a="http://schemas.openxmlformats.org/drawingml/2006/main">
              <a:ext uri="{FF2B5EF4-FFF2-40B4-BE49-F238E27FC236}">
                <a16:creationId xmlns:a16="http://schemas.microsoft.com/office/drawing/2014/main" id="{FDCB1A4E-BBD2-4776-A294-92466ACB3D5C}"/>
              </a:ext>
            </a:extLst>
          </p:cNvPr>
          <p:cNvSpPr>
            <a:spLocks xmlns:a="http://schemas.openxmlformats.org/drawingml/2006/main" noGrp="1"/>
          </p:cNvSpPr>
          <p:nvPr/>
        </p:nvSpPr>
        <p:spPr>
          <a:xfrm xmlns:a="http://schemas.openxmlformats.org/drawingml/2006/main">
            <a:off x="24384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
            <a:extLst xmlns:a="http://schemas.openxmlformats.org/drawingml/2006/main">
              <a:ext uri="{FF2B5EF4-FFF2-40B4-BE49-F238E27FC236}">
                <a16:creationId xmlns:a16="http://schemas.microsoft.com/office/drawing/2014/main" id="{AFFD0C0D-01D2-4F8E-A606-3AE132F1B58E}"/>
              </a:ext>
            </a:extLst>
          </p:cNvPr>
          <p:cNvSpPr>
            <a:spLocks xmlns:a="http://schemas.openxmlformats.org/drawingml/2006/main" noGrp="1"/>
          </p:cNvSpPr>
          <p:nvPr/>
        </p:nvSpPr>
        <p:spPr>
          <a:xfrm xmlns:a="http://schemas.openxmlformats.org/drawingml/2006/main">
            <a:off x="34290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7" name="">
            <a:extLst xmlns:a="http://schemas.openxmlformats.org/drawingml/2006/main">
              <a:ext uri="{FF2B5EF4-FFF2-40B4-BE49-F238E27FC236}">
                <a16:creationId xmlns:a16="http://schemas.microsoft.com/office/drawing/2014/main" id="{CEA7E83A-B909-46CD-BE23-D1DB665FBA55}"/>
              </a:ext>
            </a:extLst>
          </p:cNvPr>
          <p:cNvSpPr>
            <a:spLocks xmlns:a="http://schemas.openxmlformats.org/drawingml/2006/main" noGrp="1"/>
          </p:cNvSpPr>
          <p:nvPr/>
        </p:nvSpPr>
        <p:spPr>
          <a:xfrm xmlns:a="http://schemas.openxmlformats.org/drawingml/2006/main">
            <a:off x="4419600" y="4305300"/>
            <a:ext cx="895350" cy="419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
            <a:extLst xmlns:a="http://schemas.openxmlformats.org/drawingml/2006/main">
              <a:ext uri="{FF2B5EF4-FFF2-40B4-BE49-F238E27FC236}">
                <a16:creationId xmlns:a16="http://schemas.microsoft.com/office/drawing/2014/main" id="{5E1B1318-C1BB-42A4-860E-165C65FA2286}"/>
              </a:ext>
            </a:extLst>
          </p:cNvPr>
          <p:cNvSpPr>
            <a:spLocks xmlns:a="http://schemas.openxmlformats.org/drawingml/2006/main" noGrp="1"/>
          </p:cNvSpPr>
          <p:nvPr/>
        </p:nvSpPr>
        <p:spPr>
          <a:xfrm xmlns:a="http://schemas.openxmlformats.org/drawingml/2006/main">
            <a:off x="5410200" y="4305300"/>
            <a:ext cx="895350" cy="419100"/>
          </a:xfrm>
          <a:prstGeom xmlns:a="http://schemas.openxmlformats.org/drawingml/2006/main" prst="rect">
            <a:avLst/>
          </a:prstGeom>
          <a:solidFill xmlns:a="http://schemas.openxmlformats.org/drawingml/2006/main">
            <a:srgbClr val="E0EFF0"/>
          </a:solidFill>
          <a:ln xmlns:a="http://schemas.openxmlformats.org/drawingml/2006/main" w="19050">
            <a:solidFill>
              <a:srgbClr val="0B6172"/>
            </a:solidFill>
            <a:prstDash val="solid"/>
          </a:ln>
        </p:spPr>
      </p:sp>
      <p:sp>
        <p:nvSpPr>
          <p:cNvPr id="29" name="근거">
            <a:extLst xmlns:a="http://schemas.openxmlformats.org/drawingml/2006/main">
              <a:ext uri="{FF2B5EF4-FFF2-40B4-BE49-F238E27FC236}">
                <a16:creationId xmlns:a16="http://schemas.microsoft.com/office/drawing/2014/main" id="{69D0527F-332F-4C72-965D-D9DB0DAA38ED}"/>
              </a:ext>
            </a:extLst>
          </p:cNvPr>
          <p:cNvSpPr>
            <a:spLocks xmlns:a="http://schemas.openxmlformats.org/drawingml/2006/main" noGrp="1"/>
          </p:cNvSpPr>
          <p:nvPr/>
        </p:nvSpPr>
        <p:spPr>
          <a:xfrm xmlns:a="http://schemas.openxmlformats.org/drawingml/2006/main">
            <a:off x="5410200" y="4362450"/>
            <a:ext cx="8953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근거</a:t>
            </a:r>
          </a:p>
        </p:txBody>
      </p:sp>
      <p:sp>
        <p:nvSpPr>
          <p:cNvPr id="30" name="관찰한 결과">
            <a:extLst xmlns:a="http://schemas.openxmlformats.org/drawingml/2006/main">
              <a:ext uri="{FF2B5EF4-FFF2-40B4-BE49-F238E27FC236}">
                <a16:creationId xmlns:a16="http://schemas.microsoft.com/office/drawing/2014/main" id="{9B0E2FCA-912E-4B67-AB13-0AC8A1273C40}"/>
              </a:ext>
            </a:extLst>
          </p:cNvPr>
          <p:cNvSpPr>
            <a:spLocks xmlns:a="http://schemas.openxmlformats.org/drawingml/2006/main" noGrp="1"/>
          </p:cNvSpPr>
          <p:nvPr/>
        </p:nvSpPr>
        <p:spPr>
          <a:xfrm xmlns:a="http://schemas.openxmlformats.org/drawingml/2006/main">
            <a:off x="7239000" y="2343150"/>
            <a:ext cx="4343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결과</a:t>
            </a:r>
          </a:p>
        </p:txBody>
      </p:sp>
      <p:sp>
        <p:nvSpPr>
          <p:cNvPr id="31" name="일부 당시 모델·과제에서&#10;중간 근거의 정답률 저하">
            <a:extLst xmlns:a="http://schemas.openxmlformats.org/drawingml/2006/main">
              <a:ext uri="{FF2B5EF4-FFF2-40B4-BE49-F238E27FC236}">
                <a16:creationId xmlns:a16="http://schemas.microsoft.com/office/drawing/2014/main" id="{3F2B25D6-FAF5-4563-BF71-2DA5928E8128}"/>
              </a:ext>
            </a:extLst>
          </p:cNvPr>
          <p:cNvSpPr>
            <a:spLocks xmlns:a="http://schemas.openxmlformats.org/drawingml/2006/main" noGrp="1"/>
          </p:cNvSpPr>
          <p:nvPr/>
        </p:nvSpPr>
        <p:spPr>
          <a:xfrm xmlns:a="http://schemas.openxmlformats.org/drawingml/2006/main">
            <a:off x="7239000" y="2905125"/>
            <a:ext cx="43434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일부 당시 모델·과제에서</a:t>
            </a:r>
          </a:p>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중간 근거의 정답률 저하</a:t>
            </a:r>
          </a:p>
        </p:txBody>
      </p:sp>
      <p:sp>
        <p:nvSpPr>
          <p:cNvPr id="32" name="">
            <a:extLst xmlns:a="http://schemas.openxmlformats.org/drawingml/2006/main">
              <a:ext uri="{FF2B5EF4-FFF2-40B4-BE49-F238E27FC236}">
                <a16:creationId xmlns:a16="http://schemas.microsoft.com/office/drawing/2014/main" id="{ABE74B91-32AC-4616-B5BB-E502B19E1EA5}"/>
              </a:ext>
            </a:extLst>
          </p:cNvPr>
          <p:cNvSpPr>
            <a:spLocks xmlns:a="http://schemas.openxmlformats.org/drawingml/2006/main" noGrp="1"/>
          </p:cNvSpPr>
          <p:nvPr/>
        </p:nvSpPr>
        <p:spPr>
          <a:xfrm xmlns:a="http://schemas.openxmlformats.org/drawingml/2006/main">
            <a:off x="7239000" y="4038600"/>
            <a:ext cx="4343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업무에서 확인할 질문">
            <a:extLst xmlns:a="http://schemas.openxmlformats.org/drawingml/2006/main">
              <a:ext uri="{FF2B5EF4-FFF2-40B4-BE49-F238E27FC236}">
                <a16:creationId xmlns:a16="http://schemas.microsoft.com/office/drawing/2014/main" id="{42868169-7FE2-4373-9782-5F805036D838}"/>
              </a:ext>
            </a:extLst>
          </p:cNvPr>
          <p:cNvSpPr>
            <a:spLocks xmlns:a="http://schemas.openxmlformats.org/drawingml/2006/main" noGrp="1"/>
          </p:cNvSpPr>
          <p:nvPr/>
        </p:nvSpPr>
        <p:spPr>
          <a:xfrm xmlns:a="http://schemas.openxmlformats.org/drawingml/2006/main">
            <a:off x="7239000" y="4219575"/>
            <a:ext cx="4343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업무에서 확인할 질문</a:t>
            </a:r>
          </a:p>
        </p:txBody>
      </p:sp>
      <p:sp>
        <p:nvSpPr>
          <p:cNvPr id="34" name="넣어준 정보를&#10;실제 답의 근거로 썼는가?">
            <a:extLst xmlns:a="http://schemas.openxmlformats.org/drawingml/2006/main">
              <a:ext uri="{FF2B5EF4-FFF2-40B4-BE49-F238E27FC236}">
                <a16:creationId xmlns:a16="http://schemas.microsoft.com/office/drawing/2014/main" id="{04C025DB-C4CC-45E3-9E80-D3A54C910FD2}"/>
              </a:ext>
            </a:extLst>
          </p:cNvPr>
          <p:cNvSpPr>
            <a:spLocks xmlns:a="http://schemas.openxmlformats.org/drawingml/2006/main" noGrp="1"/>
          </p:cNvSpPr>
          <p:nvPr/>
        </p:nvSpPr>
        <p:spPr>
          <a:xfrm xmlns:a="http://schemas.openxmlformats.org/drawingml/2006/main">
            <a:off x="7239000" y="4638675"/>
            <a:ext cx="434340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넣어준 정보를</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 답의 근거로 썼는가?</a:t>
            </a:r>
          </a:p>
        </p:txBody>
      </p:sp>
      <p:sp>
        <p:nvSpPr>
          <p:cNvPr id="35" name="도식은 위치 비교 구조만 표시&#10;정답률 수치·현재 제품의 성능 곡선이 아님">
            <a:extLst xmlns:a="http://schemas.openxmlformats.org/drawingml/2006/main">
              <a:ext uri="{FF2B5EF4-FFF2-40B4-BE49-F238E27FC236}">
                <a16:creationId xmlns:a16="http://schemas.microsoft.com/office/drawing/2014/main" id="{A6AF3829-1D58-4973-9850-8A3B909AAFEE}"/>
              </a:ext>
            </a:extLst>
          </p:cNvPr>
          <p:cNvSpPr>
            <a:spLocks xmlns:a="http://schemas.openxmlformats.org/drawingml/2006/main" noGrp="1"/>
          </p:cNvSpPr>
          <p:nvPr/>
        </p:nvSpPr>
        <p:spPr>
          <a:xfrm xmlns:a="http://schemas.openxmlformats.org/drawingml/2006/main">
            <a:off x="609600" y="5219700"/>
            <a:ext cx="61341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도식은 위치 비교 구조만 표시</a:t>
            </a:r>
          </a:p>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정답률 수치·현재 제품의 성능 곡선이 아님</a:t>
            </a:r>
          </a:p>
        </p:txBody>
      </p:sp>
      <p:sp>
        <p:nvSpPr>
          <p:cNvPr id="36" name="Legacy module connection">
            <a:extLst xmlns:a="http://schemas.openxmlformats.org/drawingml/2006/main">
              <a:ext uri="{FF2B5EF4-FFF2-40B4-BE49-F238E27FC236}">
                <a16:creationId xmlns:a16="http://schemas.microsoft.com/office/drawing/2014/main" id="{B0EE872A-3483-4D34-A674-7A8A33B3109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3747560"/>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코드 탐색의 결과를 근거로 확인">
            <a:extLst xmlns:a="http://schemas.openxmlformats.org/drawingml/2006/main">
              <a:ext uri="{FF2B5EF4-FFF2-40B4-BE49-F238E27FC236}">
                <a16:creationId xmlns:a16="http://schemas.microsoft.com/office/drawing/2014/main" id="{DA9BB2B4-5633-418D-85BB-612A123ED69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코드 탐색의 결과를 근거로 확인</a:t>
            </a:r>
          </a:p>
        </p:txBody>
      </p:sp>
      <p:sp>
        <p:nvSpPr>
          <p:cNvPr id="2" name="S43">
            <a:extLst xmlns:a="http://schemas.openxmlformats.org/drawingml/2006/main">
              <a:ext uri="{FF2B5EF4-FFF2-40B4-BE49-F238E27FC236}">
                <a16:creationId xmlns:a16="http://schemas.microsoft.com/office/drawing/2014/main" id="{E91CC660-CDFF-4227-8A66-2D9291534E5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S43</a:t>
            </a:r>
          </a:p>
        </p:txBody>
      </p:sp>
      <p:sp>
        <p:nvSpPr>
          <p:cNvPr id="3" name="AI가 필요한 코드를 찾았다는 것을&#10;무엇으로 확인할까?">
            <a:extLst xmlns:a="http://schemas.openxmlformats.org/drawingml/2006/main">
              <a:ext uri="{FF2B5EF4-FFF2-40B4-BE49-F238E27FC236}">
                <a16:creationId xmlns:a16="http://schemas.microsoft.com/office/drawing/2014/main" id="{6860C75B-8926-421E-923B-CC70CA559BD5}"/>
              </a:ext>
            </a:extLst>
          </p:cNvPr>
          <p:cNvSpPr>
            <a:spLocks xmlns:a="http://schemas.openxmlformats.org/drawingml/2006/main" noGrp="1"/>
          </p:cNvSpPr>
          <p:nvPr/>
        </p:nvSpPr>
        <p:spPr>
          <a:xfrm xmlns:a="http://schemas.openxmlformats.org/drawingml/2006/main">
            <a:off x="609600" y="800100"/>
            <a:ext cx="109728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450" b="1">
                <a:solidFill>
                  <a:srgbClr val="17212B"/>
                </a:solidFill>
                <a:latin typeface="Malgun Gothic"/>
                <a:ea typeface="Malgun Gothic"/>
                <a:cs typeface="Malgun Gothic"/>
              </a:defRPr>
            </a:defPPr>
            <a:lvl1pPr algn="l">
              <a:defRPr sz="3450" b="1">
                <a:solidFill>
                  <a:srgbClr val="17212B"/>
                </a:solidFill>
                <a:latin typeface="Malgun Gothic"/>
                <a:ea typeface="Malgun Gothic"/>
                <a:cs typeface="Malgun Gothic"/>
              </a:defRPr>
            </a:lvl1pPr>
            <a:lvl2pPr algn="l">
              <a:defRPr sz="3450" b="1">
                <a:solidFill>
                  <a:srgbClr val="17212B"/>
                </a:solidFill>
                <a:latin typeface="Malgun Gothic"/>
                <a:ea typeface="Malgun Gothic"/>
                <a:cs typeface="Malgun Gothic"/>
              </a:defRPr>
            </a:lvl2pPr>
            <a:lvl3pPr algn="l">
              <a:defRPr sz="3450" b="1">
                <a:solidFill>
                  <a:srgbClr val="17212B"/>
                </a:solidFill>
                <a:latin typeface="Malgun Gothic"/>
                <a:ea typeface="Malgun Gothic"/>
                <a:cs typeface="Malgun Gothic"/>
              </a:defRPr>
            </a:lvl3pPr>
            <a:lvl4pPr algn="l">
              <a:defRPr sz="3450" b="1">
                <a:solidFill>
                  <a:srgbClr val="17212B"/>
                </a:solidFill>
                <a:latin typeface="Malgun Gothic"/>
                <a:ea typeface="Malgun Gothic"/>
                <a:cs typeface="Malgun Gothic"/>
              </a:defRPr>
            </a:lvl4pPr>
            <a:lvl5pPr algn="l">
              <a:defRPr sz="3450" b="1">
                <a:solidFill>
                  <a:srgbClr val="17212B"/>
                </a:solidFill>
                <a:latin typeface="Malgun Gothic"/>
                <a:ea typeface="Malgun Gothic"/>
                <a:cs typeface="Malgun Gothic"/>
              </a:defRPr>
            </a:lvl5pPr>
            <a:lvl6pPr algn="l">
              <a:defRPr sz="3450" b="1">
                <a:solidFill>
                  <a:srgbClr val="17212B"/>
                </a:solidFill>
                <a:latin typeface="Malgun Gothic"/>
                <a:ea typeface="Malgun Gothic"/>
                <a:cs typeface="Malgun Gothic"/>
              </a:defRPr>
            </a:lvl6pPr>
            <a:lvl7pPr algn="l">
              <a:defRPr sz="3450" b="1">
                <a:solidFill>
                  <a:srgbClr val="17212B"/>
                </a:solidFill>
                <a:latin typeface="Malgun Gothic"/>
                <a:ea typeface="Malgun Gothic"/>
                <a:cs typeface="Malgun Gothic"/>
              </a:defRPr>
            </a:lvl7pPr>
            <a:lvl8pPr algn="l">
              <a:defRPr sz="3450" b="1">
                <a:solidFill>
                  <a:srgbClr val="17212B"/>
                </a:solidFill>
                <a:latin typeface="Malgun Gothic"/>
                <a:ea typeface="Malgun Gothic"/>
                <a:cs typeface="Malgun Gothic"/>
              </a:defRPr>
            </a:lvl8pPr>
            <a:lvl9pPr algn="l">
              <a:defRPr sz="3450" b="1">
                <a:solidFill>
                  <a:srgbClr val="17212B"/>
                </a:solidFill>
                <a:latin typeface="Malgun Gothic"/>
                <a:ea typeface="Malgun Gothic"/>
                <a:cs typeface="Malgun Gothic"/>
              </a:defRPr>
            </a:lvl9pPr>
          </a:lstStyle>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AI가 필요한 코드를 찾았다는 것을</a:t>
            </a:r>
          </a:p>
          <a:p xmlns:a="http://schemas.openxmlformats.org/drawingml/2006/main">
            <a:pPr algn="l">
              <a:defRPr sz="3450" b="1">
                <a:solidFill>
                  <a:srgbClr val="17212B"/>
                </a:solidFill>
                <a:latin typeface="Malgun Gothic"/>
                <a:ea typeface="Malgun Gothic"/>
                <a:cs typeface="Malgun Gothic"/>
              </a:defRPr>
            </a:pPr>
            <a:r>
              <a:rPr sz="3450" b="1">
                <a:solidFill>
                  <a:srgbClr val="17212B"/>
                </a:solidFill>
                <a:latin typeface="Malgun Gothic"/>
                <a:ea typeface="Malgun Gothic"/>
                <a:cs typeface="Malgun Gothic"/>
              </a:rPr>
              <a:t>무엇으로 확인할까?</a:t>
            </a:r>
          </a:p>
        </p:txBody>
      </p:sp>
      <p:sp>
        <p:nvSpPr>
          <p:cNvPr id="4" name="">
            <a:extLst xmlns:a="http://schemas.openxmlformats.org/drawingml/2006/main">
              <a:ext uri="{FF2B5EF4-FFF2-40B4-BE49-F238E27FC236}">
                <a16:creationId xmlns:a16="http://schemas.microsoft.com/office/drawing/2014/main" id="{359DDB75-FCCE-483E-87B0-EC1C0E34666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확인 예 · STATE-00-FIXED crop 발췌 / RepoQA(2024): arxiv.org/">
            <a:extLst xmlns:a="http://schemas.openxmlformats.org/drawingml/2006/main">
              <a:ext uri="{FF2B5EF4-FFF2-40B4-BE49-F238E27FC236}">
                <a16:creationId xmlns:a16="http://schemas.microsoft.com/office/drawing/2014/main" id="{B84CC7C2-E795-4CD2-A413-4FE052DF217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확인 예 · STATE-00-FIXED crop 발췌 / RepoQA(2024): arxiv.org/abs/2406.06025</a:t>
            </a:r>
          </a:p>
        </p:txBody>
      </p:sp>
      <p:sp>
        <p:nvSpPr>
          <p:cNvPr id="6" name="세 질문은 교육용 기준 · RepoQA가 이 Routing·현재 Codex의 업무 성능을 검증한 것은 아님">
            <a:extLst xmlns:a="http://schemas.openxmlformats.org/drawingml/2006/main">
              <a:ext uri="{FF2B5EF4-FFF2-40B4-BE49-F238E27FC236}">
                <a16:creationId xmlns:a16="http://schemas.microsoft.com/office/drawing/2014/main" id="{F5D75485-165F-4A5A-894C-98D2850601F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세 질문은 교육용 기준 · RepoQA가 이 Routing·현재 Codex의 업무 성능을 검증한 것은 아님</a:t>
            </a:r>
          </a:p>
        </p:txBody>
      </p:sp>
      <p:sp>
        <p:nvSpPr>
          <p:cNvPr id="7" name="확인할 작업 요청">
            <a:extLst xmlns:a="http://schemas.openxmlformats.org/drawingml/2006/main">
              <a:ext uri="{FF2B5EF4-FFF2-40B4-BE49-F238E27FC236}">
                <a16:creationId xmlns:a16="http://schemas.microsoft.com/office/drawing/2014/main" id="{7FC5A981-FEE8-4803-A156-166761A76DD3}"/>
              </a:ext>
            </a:extLst>
          </p:cNvPr>
          <p:cNvSpPr>
            <a:spLocks xmlns:a="http://schemas.openxmlformats.org/drawingml/2006/main" noGrp="1"/>
          </p:cNvSpPr>
          <p:nvPr/>
        </p:nvSpPr>
        <p:spPr>
          <a:xfrm xmlns:a="http://schemas.openxmlformats.org/drawingml/2006/main">
            <a:off x="609600" y="2114550"/>
            <a:ext cx="4305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확인할 작업 요청</a:t>
            </a:r>
          </a:p>
        </p:txBody>
      </p:sp>
      <p:sp>
        <p:nvSpPr>
          <p:cNvPr id="8" name="업무용 확인 질문">
            <a:extLst xmlns:a="http://schemas.openxmlformats.org/drawingml/2006/main">
              <a:ext uri="{FF2B5EF4-FFF2-40B4-BE49-F238E27FC236}">
                <a16:creationId xmlns:a16="http://schemas.microsoft.com/office/drawing/2014/main" id="{B701F6C9-AE5E-41C8-96DB-CE1248627397}"/>
              </a:ext>
            </a:extLst>
          </p:cNvPr>
          <p:cNvSpPr>
            <a:spLocks xmlns:a="http://schemas.openxmlformats.org/drawingml/2006/main" noGrp="1"/>
          </p:cNvSpPr>
          <p:nvPr/>
        </p:nvSpPr>
        <p:spPr>
          <a:xfrm xmlns:a="http://schemas.openxmlformats.org/drawingml/2006/main">
            <a:off x="5486400" y="2114550"/>
            <a:ext cx="609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업무용 확인 질문</a:t>
            </a:r>
          </a:p>
        </p:txBody>
      </p:sp>
      <p:sp>
        <p:nvSpPr>
          <p:cNvPr id="9" name="">
            <a:extLst xmlns:a="http://schemas.openxmlformats.org/drawingml/2006/main">
              <a:ext uri="{FF2B5EF4-FFF2-40B4-BE49-F238E27FC236}">
                <a16:creationId xmlns:a16="http://schemas.microsoft.com/office/drawing/2014/main" id="{1F38DFC0-F7D8-482A-86EB-95AA45943310}"/>
              </a:ext>
            </a:extLst>
          </p:cNvPr>
          <p:cNvSpPr>
            <a:spLocks xmlns:a="http://schemas.openxmlformats.org/drawingml/2006/main" noGrp="1"/>
          </p:cNvSpPr>
          <p:nvPr/>
        </p:nvSpPr>
        <p:spPr>
          <a:xfrm xmlns:a="http://schemas.openxmlformats.org/drawingml/2006/main">
            <a:off x="609600" y="2524125"/>
            <a:ext cx="4305300" cy="838200"/>
          </a:xfrm>
          <a:prstGeom xmlns:a="http://schemas.openxmlformats.org/drawingml/2006/main" prst="roundRect">
            <a:avLst>
              <a:gd name="adj" fmla="val 11364"/>
            </a:avLst>
          </a:prstGeom>
          <a:solidFill xmlns:a="http://schemas.openxmlformats.org/drawingml/2006/main">
            <a:srgbClr val="FFFFFF"/>
          </a:solidFill>
          <a:ln xmlns:a="http://schemas.openxmlformats.org/drawingml/2006/main" w="14288">
            <a:solidFill>
              <a:srgbClr val="C7D0DA"/>
            </a:solidFill>
            <a:prstDash val="solid"/>
          </a:ln>
        </p:spPr>
      </p:sp>
      <p:sp>
        <p:nvSpPr>
          <p:cNvPr id="10" name="crop 끝 좌표를 제외하는&#10;구현을 찾아줘.">
            <a:extLst xmlns:a="http://schemas.openxmlformats.org/drawingml/2006/main">
              <a:ext uri="{FF2B5EF4-FFF2-40B4-BE49-F238E27FC236}">
                <a16:creationId xmlns:a16="http://schemas.microsoft.com/office/drawing/2014/main" id="{395422E5-2A79-401B-A07A-BAF2C97514C7}"/>
              </a:ext>
            </a:extLst>
          </p:cNvPr>
          <p:cNvSpPr>
            <a:spLocks xmlns:a="http://schemas.openxmlformats.org/drawingml/2006/main" noGrp="1"/>
          </p:cNvSpPr>
          <p:nvPr/>
        </p:nvSpPr>
        <p:spPr>
          <a:xfrm xmlns:a="http://schemas.openxmlformats.org/drawingml/2006/main">
            <a:off x="800100" y="2609850"/>
            <a:ext cx="39243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crop 끝 좌표를 제외하는</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구현을 찾아줘.</a:t>
            </a:r>
          </a:p>
        </p:txBody>
      </p:sp>
      <p:sp>
        <p:nvSpPr>
          <p:cNvPr id="11" name="">
            <a:extLst xmlns:a="http://schemas.openxmlformats.org/drawingml/2006/main">
              <a:ext uri="{FF2B5EF4-FFF2-40B4-BE49-F238E27FC236}">
                <a16:creationId xmlns:a16="http://schemas.microsoft.com/office/drawing/2014/main" id="{AD444D81-5C17-4ED9-A06E-810A0B1390CB}"/>
              </a:ext>
            </a:extLst>
          </p:cNvPr>
          <p:cNvSpPr>
            <a:spLocks xmlns:a="http://schemas.openxmlformats.org/drawingml/2006/main" noGrp="1"/>
          </p:cNvSpPr>
          <p:nvPr/>
        </p:nvSpPr>
        <p:spPr>
          <a:xfrm xmlns:a="http://schemas.openxmlformats.org/drawingml/2006/main">
            <a:off x="2647950" y="3409950"/>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BF999D45-B883-4DFD-8A09-4BCE419CB850}"/>
              </a:ext>
            </a:extLst>
          </p:cNvPr>
          <p:cNvSpPr>
            <a:spLocks xmlns:a="http://schemas.openxmlformats.org/drawingml/2006/main" noGrp="1"/>
          </p:cNvSpPr>
          <p:nvPr/>
        </p:nvSpPr>
        <p:spPr>
          <a:xfrm xmlns:a="http://schemas.openxmlformats.org/drawingml/2006/main">
            <a:off x="609600" y="3657600"/>
            <a:ext cx="4305300" cy="1257300"/>
          </a:xfrm>
          <a:prstGeom xmlns:a="http://schemas.openxmlformats.org/drawingml/2006/main" prst="rect">
            <a:avLst/>
          </a:prstGeom>
          <a:solidFill xmlns:a="http://schemas.openxmlformats.org/drawingml/2006/main">
            <a:srgbClr val="17212B"/>
          </a:solidFill>
          <a:ln xmlns:a="http://schemas.openxmlformats.org/drawingml/2006/main" w="0">
            <a:noFill/>
            <a:prstDash val="solid"/>
          </a:ln>
        </p:spPr>
      </p:sp>
      <p:sp>
        <p:nvSpPr>
          <p:cNvPr id="13" name="기존 crop 구현의 일부">
            <a:extLst xmlns:a="http://schemas.openxmlformats.org/drawingml/2006/main">
              <a:ext uri="{FF2B5EF4-FFF2-40B4-BE49-F238E27FC236}">
                <a16:creationId xmlns:a16="http://schemas.microsoft.com/office/drawing/2014/main" id="{630DCADC-3A6A-43B8-8A8D-C18C63F7C31E}"/>
              </a:ext>
            </a:extLst>
          </p:cNvPr>
          <p:cNvSpPr>
            <a:spLocks xmlns:a="http://schemas.openxmlformats.org/drawingml/2006/main" noGrp="1"/>
          </p:cNvSpPr>
          <p:nvPr/>
        </p:nvSpPr>
        <p:spPr>
          <a:xfrm xmlns:a="http://schemas.openxmlformats.org/drawingml/2006/main">
            <a:off x="800100" y="3724275"/>
            <a:ext cx="3924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FFFFFF"/>
                </a:solidFill>
                <a:latin typeface="Malgun Gothic"/>
                <a:ea typeface="Malgun Gothic"/>
                <a:cs typeface="Malgun Gothic"/>
              </a:defRPr>
            </a:defPPr>
            <a:lvl1pPr algn="l">
              <a:defRPr sz="1800" b="1">
                <a:solidFill>
                  <a:srgbClr val="FFFFFF"/>
                </a:solidFill>
                <a:latin typeface="Malgun Gothic"/>
                <a:ea typeface="Malgun Gothic"/>
                <a:cs typeface="Malgun Gothic"/>
              </a:defRPr>
            </a:lvl1pPr>
            <a:lvl2pPr algn="l">
              <a:defRPr sz="1800" b="1">
                <a:solidFill>
                  <a:srgbClr val="FFFFFF"/>
                </a:solidFill>
                <a:latin typeface="Malgun Gothic"/>
                <a:ea typeface="Malgun Gothic"/>
                <a:cs typeface="Malgun Gothic"/>
              </a:defRPr>
            </a:lvl2pPr>
            <a:lvl3pPr algn="l">
              <a:defRPr sz="1800" b="1">
                <a:solidFill>
                  <a:srgbClr val="FFFFFF"/>
                </a:solidFill>
                <a:latin typeface="Malgun Gothic"/>
                <a:ea typeface="Malgun Gothic"/>
                <a:cs typeface="Malgun Gothic"/>
              </a:defRPr>
            </a:lvl3pPr>
            <a:lvl4pPr algn="l">
              <a:defRPr sz="1800" b="1">
                <a:solidFill>
                  <a:srgbClr val="FFFFFF"/>
                </a:solidFill>
                <a:latin typeface="Malgun Gothic"/>
                <a:ea typeface="Malgun Gothic"/>
                <a:cs typeface="Malgun Gothic"/>
              </a:defRPr>
            </a:lvl4pPr>
            <a:lvl5pPr algn="l">
              <a:defRPr sz="1800" b="1">
                <a:solidFill>
                  <a:srgbClr val="FFFFFF"/>
                </a:solidFill>
                <a:latin typeface="Malgun Gothic"/>
                <a:ea typeface="Malgun Gothic"/>
                <a:cs typeface="Malgun Gothic"/>
              </a:defRPr>
            </a:lvl5pPr>
            <a:lvl6pPr algn="l">
              <a:defRPr sz="1800" b="1">
                <a:solidFill>
                  <a:srgbClr val="FFFFFF"/>
                </a:solidFill>
                <a:latin typeface="Malgun Gothic"/>
                <a:ea typeface="Malgun Gothic"/>
                <a:cs typeface="Malgun Gothic"/>
              </a:defRPr>
            </a:lvl6pPr>
            <a:lvl7pPr algn="l">
              <a:defRPr sz="1800" b="1">
                <a:solidFill>
                  <a:srgbClr val="FFFFFF"/>
                </a:solidFill>
                <a:latin typeface="Malgun Gothic"/>
                <a:ea typeface="Malgun Gothic"/>
                <a:cs typeface="Malgun Gothic"/>
              </a:defRPr>
            </a:lvl7pPr>
            <a:lvl8pPr algn="l">
              <a:defRPr sz="1800" b="1">
                <a:solidFill>
                  <a:srgbClr val="FFFFFF"/>
                </a:solidFill>
                <a:latin typeface="Malgun Gothic"/>
                <a:ea typeface="Malgun Gothic"/>
                <a:cs typeface="Malgun Gothic"/>
              </a:defRPr>
            </a:lvl8pPr>
            <a:lvl9pPr algn="l">
              <a:defRPr sz="1800" b="1">
                <a:solidFill>
                  <a:srgbClr val="FFFFFF"/>
                </a:solidFill>
                <a:latin typeface="Malgun Gothic"/>
                <a:ea typeface="Malgun Gothic"/>
                <a:cs typeface="Malgun Gothic"/>
              </a:defRPr>
            </a:lvl9pPr>
          </a:lstStyle>
          <a:p xmlns:a="http://schemas.openxmlformats.org/drawingml/2006/main">
            <a:pPr algn="l">
              <a:defRPr sz="1800" b="1">
                <a:solidFill>
                  <a:srgbClr val="FFFFFF"/>
                </a:solidFill>
                <a:latin typeface="Malgun Gothic"/>
                <a:ea typeface="Malgun Gothic"/>
                <a:cs typeface="Malgun Gothic"/>
              </a:defRPr>
            </a:pPr>
            <a:r>
              <a:rPr sz="1800" b="1">
                <a:solidFill>
                  <a:srgbClr val="FFFFFF"/>
                </a:solidFill>
                <a:latin typeface="Malgun Gothic"/>
                <a:ea typeface="Malgun Gothic"/>
                <a:cs typeface="Malgun Gothic"/>
              </a:rPr>
              <a:t>기존 crop 구현의 일부</a:t>
            </a:r>
          </a:p>
        </p:txBody>
      </p:sp>
      <p:sp>
        <p:nvSpPr>
          <p:cNvPr id="14" name="src/graypipe/transform.py">
            <a:extLst xmlns:a="http://schemas.openxmlformats.org/drawingml/2006/main">
              <a:ext uri="{FF2B5EF4-FFF2-40B4-BE49-F238E27FC236}">
                <a16:creationId xmlns:a16="http://schemas.microsoft.com/office/drawing/2014/main" id="{E2CCE4DB-07D2-49A5-A9CB-BC20631ADE12}"/>
              </a:ext>
            </a:extLst>
          </p:cNvPr>
          <p:cNvSpPr>
            <a:spLocks xmlns:a="http://schemas.openxmlformats.org/drawingml/2006/main" noGrp="1"/>
          </p:cNvSpPr>
          <p:nvPr/>
        </p:nvSpPr>
        <p:spPr>
          <a:xfrm xmlns:a="http://schemas.openxmlformats.org/drawingml/2006/main">
            <a:off x="800100" y="4067175"/>
            <a:ext cx="3924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C7D0DA"/>
                </a:solidFill>
                <a:latin typeface="Consolas"/>
                <a:ea typeface="Consolas"/>
                <a:cs typeface="Consolas"/>
              </a:defRPr>
            </a:defPPr>
            <a:lvl1pPr algn="l">
              <a:defRPr sz="1800" b="0">
                <a:solidFill>
                  <a:srgbClr val="C7D0DA"/>
                </a:solidFill>
                <a:latin typeface="Consolas"/>
                <a:ea typeface="Consolas"/>
                <a:cs typeface="Consolas"/>
              </a:defRPr>
            </a:lvl1pPr>
            <a:lvl2pPr algn="l">
              <a:defRPr sz="1800" b="0">
                <a:solidFill>
                  <a:srgbClr val="C7D0DA"/>
                </a:solidFill>
                <a:latin typeface="Consolas"/>
                <a:ea typeface="Consolas"/>
                <a:cs typeface="Consolas"/>
              </a:defRPr>
            </a:lvl2pPr>
            <a:lvl3pPr algn="l">
              <a:defRPr sz="1800" b="0">
                <a:solidFill>
                  <a:srgbClr val="C7D0DA"/>
                </a:solidFill>
                <a:latin typeface="Consolas"/>
                <a:ea typeface="Consolas"/>
                <a:cs typeface="Consolas"/>
              </a:defRPr>
            </a:lvl3pPr>
            <a:lvl4pPr algn="l">
              <a:defRPr sz="1800" b="0">
                <a:solidFill>
                  <a:srgbClr val="C7D0DA"/>
                </a:solidFill>
                <a:latin typeface="Consolas"/>
                <a:ea typeface="Consolas"/>
                <a:cs typeface="Consolas"/>
              </a:defRPr>
            </a:lvl4pPr>
            <a:lvl5pPr algn="l">
              <a:defRPr sz="1800" b="0">
                <a:solidFill>
                  <a:srgbClr val="C7D0DA"/>
                </a:solidFill>
                <a:latin typeface="Consolas"/>
                <a:ea typeface="Consolas"/>
                <a:cs typeface="Consolas"/>
              </a:defRPr>
            </a:lvl5pPr>
            <a:lvl6pPr algn="l">
              <a:defRPr sz="1800" b="0">
                <a:solidFill>
                  <a:srgbClr val="C7D0DA"/>
                </a:solidFill>
                <a:latin typeface="Consolas"/>
                <a:ea typeface="Consolas"/>
                <a:cs typeface="Consolas"/>
              </a:defRPr>
            </a:lvl6pPr>
            <a:lvl7pPr algn="l">
              <a:defRPr sz="1800" b="0">
                <a:solidFill>
                  <a:srgbClr val="C7D0DA"/>
                </a:solidFill>
                <a:latin typeface="Consolas"/>
                <a:ea typeface="Consolas"/>
                <a:cs typeface="Consolas"/>
              </a:defRPr>
            </a:lvl7pPr>
            <a:lvl8pPr algn="l">
              <a:defRPr sz="1800" b="0">
                <a:solidFill>
                  <a:srgbClr val="C7D0DA"/>
                </a:solidFill>
                <a:latin typeface="Consolas"/>
                <a:ea typeface="Consolas"/>
                <a:cs typeface="Consolas"/>
              </a:defRPr>
            </a:lvl8pPr>
            <a:lvl9pPr algn="l">
              <a:defRPr sz="1800" b="0">
                <a:solidFill>
                  <a:srgbClr val="C7D0DA"/>
                </a:solidFill>
                <a:latin typeface="Consolas"/>
                <a:ea typeface="Consolas"/>
                <a:cs typeface="Consolas"/>
              </a:defRPr>
            </a:lvl9pPr>
          </a:lstStyle>
          <a:p xmlns:a="http://schemas.openxmlformats.org/drawingml/2006/main">
            <a:pPr algn="l">
              <a:defRPr sz="1800" b="0">
                <a:solidFill>
                  <a:srgbClr val="C7D0DA"/>
                </a:solidFill>
                <a:latin typeface="Consolas"/>
                <a:ea typeface="Consolas"/>
                <a:cs typeface="Consolas"/>
              </a:defRPr>
            </a:pPr>
            <a:r>
              <a:rPr sz="1800" b="0">
                <a:solidFill>
                  <a:srgbClr val="C7D0DA"/>
                </a:solidFill>
                <a:latin typeface="Consolas"/>
                <a:ea typeface="Consolas"/>
                <a:cs typeface="Consolas"/>
              </a:rPr>
              <a:t>src/graypipe/transform.py</a:t>
            </a:r>
          </a:p>
        </p:txBody>
      </p:sp>
      <p:sp>
        <p:nvSpPr>
          <p:cNvPr id="15" name="row[x_start : x_end]">
            <a:extLst xmlns:a="http://schemas.openxmlformats.org/drawingml/2006/main">
              <a:ext uri="{FF2B5EF4-FFF2-40B4-BE49-F238E27FC236}">
                <a16:creationId xmlns:a16="http://schemas.microsoft.com/office/drawing/2014/main" id="{4E9FCC43-B027-4A9E-A06C-1D4CAE5022E9}"/>
              </a:ext>
            </a:extLst>
          </p:cNvPr>
          <p:cNvSpPr>
            <a:spLocks xmlns:a="http://schemas.openxmlformats.org/drawingml/2006/main" noGrp="1"/>
          </p:cNvSpPr>
          <p:nvPr/>
        </p:nvSpPr>
        <p:spPr>
          <a:xfrm xmlns:a="http://schemas.openxmlformats.org/drawingml/2006/main">
            <a:off x="800100" y="4438650"/>
            <a:ext cx="3924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FFFFFF"/>
                </a:solidFill>
                <a:latin typeface="Consolas"/>
                <a:ea typeface="Consolas"/>
                <a:cs typeface="Consolas"/>
              </a:defRPr>
            </a:defPPr>
            <a:lvl1pPr algn="l">
              <a:defRPr sz="2100" b="1">
                <a:solidFill>
                  <a:srgbClr val="FFFFFF"/>
                </a:solidFill>
                <a:latin typeface="Consolas"/>
                <a:ea typeface="Consolas"/>
                <a:cs typeface="Consolas"/>
              </a:defRPr>
            </a:lvl1pPr>
            <a:lvl2pPr algn="l">
              <a:defRPr sz="2100" b="1">
                <a:solidFill>
                  <a:srgbClr val="FFFFFF"/>
                </a:solidFill>
                <a:latin typeface="Consolas"/>
                <a:ea typeface="Consolas"/>
                <a:cs typeface="Consolas"/>
              </a:defRPr>
            </a:lvl2pPr>
            <a:lvl3pPr algn="l">
              <a:defRPr sz="2100" b="1">
                <a:solidFill>
                  <a:srgbClr val="FFFFFF"/>
                </a:solidFill>
                <a:latin typeface="Consolas"/>
                <a:ea typeface="Consolas"/>
                <a:cs typeface="Consolas"/>
              </a:defRPr>
            </a:lvl3pPr>
            <a:lvl4pPr algn="l">
              <a:defRPr sz="2100" b="1">
                <a:solidFill>
                  <a:srgbClr val="FFFFFF"/>
                </a:solidFill>
                <a:latin typeface="Consolas"/>
                <a:ea typeface="Consolas"/>
                <a:cs typeface="Consolas"/>
              </a:defRPr>
            </a:lvl4pPr>
            <a:lvl5pPr algn="l">
              <a:defRPr sz="2100" b="1">
                <a:solidFill>
                  <a:srgbClr val="FFFFFF"/>
                </a:solidFill>
                <a:latin typeface="Consolas"/>
                <a:ea typeface="Consolas"/>
                <a:cs typeface="Consolas"/>
              </a:defRPr>
            </a:lvl5pPr>
            <a:lvl6pPr algn="l">
              <a:defRPr sz="2100" b="1">
                <a:solidFill>
                  <a:srgbClr val="FFFFFF"/>
                </a:solidFill>
                <a:latin typeface="Consolas"/>
                <a:ea typeface="Consolas"/>
                <a:cs typeface="Consolas"/>
              </a:defRPr>
            </a:lvl6pPr>
            <a:lvl7pPr algn="l">
              <a:defRPr sz="2100" b="1">
                <a:solidFill>
                  <a:srgbClr val="FFFFFF"/>
                </a:solidFill>
                <a:latin typeface="Consolas"/>
                <a:ea typeface="Consolas"/>
                <a:cs typeface="Consolas"/>
              </a:defRPr>
            </a:lvl7pPr>
            <a:lvl8pPr algn="l">
              <a:defRPr sz="2100" b="1">
                <a:solidFill>
                  <a:srgbClr val="FFFFFF"/>
                </a:solidFill>
                <a:latin typeface="Consolas"/>
                <a:ea typeface="Consolas"/>
                <a:cs typeface="Consolas"/>
              </a:defRPr>
            </a:lvl8pPr>
            <a:lvl9pPr algn="l">
              <a:defRPr sz="2100" b="1">
                <a:solidFill>
                  <a:srgbClr val="FFFFFF"/>
                </a:solidFill>
                <a:latin typeface="Consolas"/>
                <a:ea typeface="Consolas"/>
                <a:cs typeface="Consolas"/>
              </a:defRPr>
            </a:lvl9pPr>
          </a:lstStyle>
          <a:p xmlns:a="http://schemas.openxmlformats.org/drawingml/2006/main">
            <a:pPr algn="l">
              <a:defRPr sz="2100" b="1">
                <a:solidFill>
                  <a:srgbClr val="FFFFFF"/>
                </a:solidFill>
                <a:latin typeface="Consolas"/>
                <a:ea typeface="Consolas"/>
                <a:cs typeface="Consolas"/>
              </a:defRPr>
            </a:pPr>
            <a:r>
              <a:rPr sz="2100" b="1">
                <a:solidFill>
                  <a:srgbClr val="FFFFFF"/>
                </a:solidFill>
                <a:latin typeface="Consolas"/>
                <a:ea typeface="Consolas"/>
                <a:cs typeface="Consolas"/>
              </a:rPr>
              <a:t>row[x_start : x_end]</a:t>
            </a:r>
          </a:p>
        </p:txBody>
      </p:sp>
      <p:sp>
        <p:nvSpPr>
          <p:cNvPr id="16" name="발췌 · 새 Agent 탐색 기록 아님">
            <a:extLst xmlns:a="http://schemas.openxmlformats.org/drawingml/2006/main">
              <a:ext uri="{FF2B5EF4-FFF2-40B4-BE49-F238E27FC236}">
                <a16:creationId xmlns:a16="http://schemas.microsoft.com/office/drawing/2014/main" id="{ED17F8DA-42F8-44BE-AAEE-52EC2258B2D9}"/>
              </a:ext>
            </a:extLst>
          </p:cNvPr>
          <p:cNvSpPr>
            <a:spLocks xmlns:a="http://schemas.openxmlformats.org/drawingml/2006/main" noGrp="1"/>
          </p:cNvSpPr>
          <p:nvPr/>
        </p:nvSpPr>
        <p:spPr>
          <a:xfrm xmlns:a="http://schemas.openxmlformats.org/drawingml/2006/main">
            <a:off x="609600" y="4981575"/>
            <a:ext cx="4305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발췌 · 새 Agent 탐색 기록 아님</a:t>
            </a:r>
          </a:p>
        </p:txBody>
      </p:sp>
      <p:sp>
        <p:nvSpPr>
          <p:cNvPr id="17" name="">
            <a:extLst xmlns:a="http://schemas.openxmlformats.org/drawingml/2006/main">
              <a:ext uri="{FF2B5EF4-FFF2-40B4-BE49-F238E27FC236}">
                <a16:creationId xmlns:a16="http://schemas.microsoft.com/office/drawing/2014/main" id="{B69322F6-50B8-4C79-9128-B436BF17542A}"/>
              </a:ext>
            </a:extLst>
          </p:cNvPr>
          <p:cNvSpPr>
            <a:spLocks xmlns:a="http://schemas.openxmlformats.org/drawingml/2006/main" noGrp="1"/>
          </p:cNvSpPr>
          <p:nvPr/>
        </p:nvSpPr>
        <p:spPr>
          <a:xfrm xmlns:a="http://schemas.openxmlformats.org/drawingml/2006/main">
            <a:off x="5067300" y="3952875"/>
            <a:ext cx="24765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01">
            <a:extLst xmlns:a="http://schemas.openxmlformats.org/drawingml/2006/main">
              <a:ext uri="{FF2B5EF4-FFF2-40B4-BE49-F238E27FC236}">
                <a16:creationId xmlns:a16="http://schemas.microsoft.com/office/drawing/2014/main" id="{F247864C-6193-49FC-A53C-9E2489C7A7E7}"/>
              </a:ext>
            </a:extLst>
          </p:cNvPr>
          <p:cNvSpPr>
            <a:spLocks xmlns:a="http://schemas.openxmlformats.org/drawingml/2006/main" noGrp="1"/>
          </p:cNvSpPr>
          <p:nvPr/>
        </p:nvSpPr>
        <p:spPr>
          <a:xfrm xmlns:a="http://schemas.openxmlformats.org/drawingml/2006/main">
            <a:off x="5486400" y="25717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01</a:t>
            </a:r>
          </a:p>
        </p:txBody>
      </p:sp>
      <p:sp>
        <p:nvSpPr>
          <p:cNvPr id="19" name="위치를 특정했나?">
            <a:extLst xmlns:a="http://schemas.openxmlformats.org/drawingml/2006/main">
              <a:ext uri="{FF2B5EF4-FFF2-40B4-BE49-F238E27FC236}">
                <a16:creationId xmlns:a16="http://schemas.microsoft.com/office/drawing/2014/main" id="{6A4489F8-A706-4CD3-89AE-854EEE33E477}"/>
              </a:ext>
            </a:extLst>
          </p:cNvPr>
          <p:cNvSpPr>
            <a:spLocks xmlns:a="http://schemas.openxmlformats.org/drawingml/2006/main" noGrp="1"/>
          </p:cNvSpPr>
          <p:nvPr/>
        </p:nvSpPr>
        <p:spPr>
          <a:xfrm xmlns:a="http://schemas.openxmlformats.org/drawingml/2006/main">
            <a:off x="6038850" y="25717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위치를 특정했나?</a:t>
            </a:r>
          </a:p>
        </p:txBody>
      </p:sp>
      <p:sp>
        <p:nvSpPr>
          <p:cNvPr id="20" name="파일 경로 · 함수 · 관련 줄">
            <a:extLst xmlns:a="http://schemas.openxmlformats.org/drawingml/2006/main">
              <a:ext uri="{FF2B5EF4-FFF2-40B4-BE49-F238E27FC236}">
                <a16:creationId xmlns:a16="http://schemas.microsoft.com/office/drawing/2014/main" id="{4FFB43B3-616B-4384-9EE9-31CD53F574C2}"/>
              </a:ext>
            </a:extLst>
          </p:cNvPr>
          <p:cNvSpPr>
            <a:spLocks xmlns:a="http://schemas.openxmlformats.org/drawingml/2006/main" noGrp="1"/>
          </p:cNvSpPr>
          <p:nvPr/>
        </p:nvSpPr>
        <p:spPr>
          <a:xfrm xmlns:a="http://schemas.openxmlformats.org/drawingml/2006/main">
            <a:off x="6038850" y="29718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파일 경로 · 함수 · 관련 줄</a:t>
            </a:r>
          </a:p>
        </p:txBody>
      </p:sp>
      <p:sp>
        <p:nvSpPr>
          <p:cNvPr id="21" name="">
            <a:extLst xmlns:a="http://schemas.openxmlformats.org/drawingml/2006/main">
              <a:ext uri="{FF2B5EF4-FFF2-40B4-BE49-F238E27FC236}">
                <a16:creationId xmlns:a16="http://schemas.microsoft.com/office/drawing/2014/main" id="{B0378098-8A17-4223-9D17-86EA74330213}"/>
              </a:ext>
            </a:extLst>
          </p:cNvPr>
          <p:cNvSpPr>
            <a:spLocks xmlns:a="http://schemas.openxmlformats.org/drawingml/2006/main" noGrp="1"/>
          </p:cNvSpPr>
          <p:nvPr/>
        </p:nvSpPr>
        <p:spPr>
          <a:xfrm xmlns:a="http://schemas.openxmlformats.org/drawingml/2006/main">
            <a:off x="5486400" y="333375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02">
            <a:extLst xmlns:a="http://schemas.openxmlformats.org/drawingml/2006/main">
              <a:ext uri="{FF2B5EF4-FFF2-40B4-BE49-F238E27FC236}">
                <a16:creationId xmlns:a16="http://schemas.microsoft.com/office/drawing/2014/main" id="{4B704636-E7BB-4D52-935B-BC74D78652E7}"/>
              </a:ext>
            </a:extLst>
          </p:cNvPr>
          <p:cNvSpPr>
            <a:spLocks xmlns:a="http://schemas.openxmlformats.org/drawingml/2006/main" noGrp="1"/>
          </p:cNvSpPr>
          <p:nvPr/>
        </p:nvSpPr>
        <p:spPr>
          <a:xfrm xmlns:a="http://schemas.openxmlformats.org/drawingml/2006/main">
            <a:off x="5486400" y="350520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02</a:t>
            </a:r>
          </a:p>
        </p:txBody>
      </p:sp>
      <p:sp>
        <p:nvSpPr>
          <p:cNvPr id="23" name="요청한 동작과 맞나?">
            <a:extLst xmlns:a="http://schemas.openxmlformats.org/drawingml/2006/main">
              <a:ext uri="{FF2B5EF4-FFF2-40B4-BE49-F238E27FC236}">
                <a16:creationId xmlns:a16="http://schemas.microsoft.com/office/drawing/2014/main" id="{0E7A8BA9-D8BD-41B4-BBCD-C0E490079890}"/>
              </a:ext>
            </a:extLst>
          </p:cNvPr>
          <p:cNvSpPr>
            <a:spLocks xmlns:a="http://schemas.openxmlformats.org/drawingml/2006/main" noGrp="1"/>
          </p:cNvSpPr>
          <p:nvPr/>
        </p:nvSpPr>
        <p:spPr>
          <a:xfrm xmlns:a="http://schemas.openxmlformats.org/drawingml/2006/main">
            <a:off x="6038850" y="350520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요청한 동작과 맞나?</a:t>
            </a:r>
          </a:p>
        </p:txBody>
      </p:sp>
      <p:sp>
        <p:nvSpPr>
          <p:cNvPr id="24" name="끝 좌표 제외 명세와 코드를 대조">
            <a:extLst xmlns:a="http://schemas.openxmlformats.org/drawingml/2006/main">
              <a:ext uri="{FF2B5EF4-FFF2-40B4-BE49-F238E27FC236}">
                <a16:creationId xmlns:a16="http://schemas.microsoft.com/office/drawing/2014/main" id="{20B84A7B-F96E-4771-8801-AA7603736916}"/>
              </a:ext>
            </a:extLst>
          </p:cNvPr>
          <p:cNvSpPr>
            <a:spLocks xmlns:a="http://schemas.openxmlformats.org/drawingml/2006/main" noGrp="1"/>
          </p:cNvSpPr>
          <p:nvPr/>
        </p:nvSpPr>
        <p:spPr>
          <a:xfrm xmlns:a="http://schemas.openxmlformats.org/drawingml/2006/main">
            <a:off x="6038850" y="390525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끝 좌표 제외 명세와 코드를 대조</a:t>
            </a:r>
          </a:p>
        </p:txBody>
      </p:sp>
      <p:sp>
        <p:nvSpPr>
          <p:cNvPr id="25" name="">
            <a:extLst xmlns:a="http://schemas.openxmlformats.org/drawingml/2006/main">
              <a:ext uri="{FF2B5EF4-FFF2-40B4-BE49-F238E27FC236}">
                <a16:creationId xmlns:a16="http://schemas.microsoft.com/office/drawing/2014/main" id="{1D121DF0-B545-4851-BB77-6021CBC2D42E}"/>
              </a:ext>
            </a:extLst>
          </p:cNvPr>
          <p:cNvSpPr>
            <a:spLocks xmlns:a="http://schemas.openxmlformats.org/drawingml/2006/main" noGrp="1"/>
          </p:cNvSpPr>
          <p:nvPr/>
        </p:nvSpPr>
        <p:spPr>
          <a:xfrm xmlns:a="http://schemas.openxmlformats.org/drawingml/2006/main">
            <a:off x="5486400" y="4267200"/>
            <a:ext cx="609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03">
            <a:extLst xmlns:a="http://schemas.openxmlformats.org/drawingml/2006/main">
              <a:ext uri="{FF2B5EF4-FFF2-40B4-BE49-F238E27FC236}">
                <a16:creationId xmlns:a16="http://schemas.microsoft.com/office/drawing/2014/main" id="{72F60AF6-F781-4335-956C-C4A1F524FE2A}"/>
              </a:ext>
            </a:extLst>
          </p:cNvPr>
          <p:cNvSpPr>
            <a:spLocks xmlns:a="http://schemas.openxmlformats.org/drawingml/2006/main" noGrp="1"/>
          </p:cNvSpPr>
          <p:nvPr/>
        </p:nvSpPr>
        <p:spPr>
          <a:xfrm xmlns:a="http://schemas.openxmlformats.org/drawingml/2006/main">
            <a:off x="5486400" y="4438650"/>
            <a:ext cx="4286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03</a:t>
            </a:r>
          </a:p>
        </p:txBody>
      </p:sp>
      <p:sp>
        <p:nvSpPr>
          <p:cNvPr id="27" name="주변 근거도 맞나?">
            <a:extLst xmlns:a="http://schemas.openxmlformats.org/drawingml/2006/main">
              <a:ext uri="{FF2B5EF4-FFF2-40B4-BE49-F238E27FC236}">
                <a16:creationId xmlns:a16="http://schemas.microsoft.com/office/drawing/2014/main" id="{55DEA681-EC4A-4153-A443-772CC1E777F1}"/>
              </a:ext>
            </a:extLst>
          </p:cNvPr>
          <p:cNvSpPr>
            <a:spLocks xmlns:a="http://schemas.openxmlformats.org/drawingml/2006/main" noGrp="1"/>
          </p:cNvSpPr>
          <p:nvPr/>
        </p:nvSpPr>
        <p:spPr>
          <a:xfrm xmlns:a="http://schemas.openxmlformats.org/drawingml/2006/main">
            <a:off x="6038850" y="4438650"/>
            <a:ext cx="5543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주변 근거도 맞나?</a:t>
            </a:r>
          </a:p>
        </p:txBody>
      </p:sp>
      <p:sp>
        <p:nvSpPr>
          <p:cNvPr id="28" name="필요한 호출부·테스트 기대값 확인">
            <a:extLst xmlns:a="http://schemas.openxmlformats.org/drawingml/2006/main">
              <a:ext uri="{FF2B5EF4-FFF2-40B4-BE49-F238E27FC236}">
                <a16:creationId xmlns:a16="http://schemas.microsoft.com/office/drawing/2014/main" id="{D172A466-228D-46EC-B4F0-158BE7FB0B6C}"/>
              </a:ext>
            </a:extLst>
          </p:cNvPr>
          <p:cNvSpPr>
            <a:spLocks xmlns:a="http://schemas.openxmlformats.org/drawingml/2006/main" noGrp="1"/>
          </p:cNvSpPr>
          <p:nvPr/>
        </p:nvSpPr>
        <p:spPr>
          <a:xfrm xmlns:a="http://schemas.openxmlformats.org/drawingml/2006/main">
            <a:off x="6038850" y="4838700"/>
            <a:ext cx="5543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호출부·테스트 기대값 확인</a:t>
            </a:r>
          </a:p>
        </p:txBody>
      </p:sp>
      <p:sp>
        <p:nvSpPr>
          <p:cNvPr id="29" name="">
            <a:extLst xmlns:a="http://schemas.openxmlformats.org/drawingml/2006/main">
              <a:ext uri="{FF2B5EF4-FFF2-40B4-BE49-F238E27FC236}">
                <a16:creationId xmlns:a16="http://schemas.microsoft.com/office/drawing/2014/main" id="{2B42B3A6-FCA6-4110-9642-B75FDB2DA72E}"/>
              </a:ext>
            </a:extLst>
          </p:cNvPr>
          <p:cNvSpPr>
            <a:spLocks xmlns:a="http://schemas.openxmlformats.org/drawingml/2006/main" noGrp="1"/>
          </p:cNvSpPr>
          <p:nvPr/>
        </p:nvSpPr>
        <p:spPr>
          <a:xfrm xmlns:a="http://schemas.openxmlformats.org/drawingml/2006/main">
            <a:off x="609600" y="5324475"/>
            <a:ext cx="10972800" cy="4095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0" name="보조 근거 · RepoQA">
            <a:extLst xmlns:a="http://schemas.openxmlformats.org/drawingml/2006/main">
              <a:ext uri="{FF2B5EF4-FFF2-40B4-BE49-F238E27FC236}">
                <a16:creationId xmlns:a16="http://schemas.microsoft.com/office/drawing/2014/main" id="{280BF166-D4A3-425F-A936-635F9184E117}"/>
              </a:ext>
            </a:extLst>
          </p:cNvPr>
          <p:cNvSpPr>
            <a:spLocks xmlns:a="http://schemas.openxmlformats.org/drawingml/2006/main" noGrp="1"/>
          </p:cNvSpPr>
          <p:nvPr/>
        </p:nvSpPr>
        <p:spPr>
          <a:xfrm xmlns:a="http://schemas.openxmlformats.org/drawingml/2006/main">
            <a:off x="762000" y="5381625"/>
            <a:ext cx="254317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보조 근거 · RepoQA</a:t>
            </a:r>
          </a:p>
        </p:txBody>
      </p:sp>
      <p:sp>
        <p:nvSpPr>
          <p:cNvPr id="31" name="기능 설명으로 함수를 찾는 과제를 평가한 연구">
            <a:extLst xmlns:a="http://schemas.openxmlformats.org/drawingml/2006/main">
              <a:ext uri="{FF2B5EF4-FFF2-40B4-BE49-F238E27FC236}">
                <a16:creationId xmlns:a16="http://schemas.microsoft.com/office/drawing/2014/main" id="{582BFCFB-1468-4444-9245-D577067157A7}"/>
              </a:ext>
            </a:extLst>
          </p:cNvPr>
          <p:cNvSpPr>
            <a:spLocks xmlns:a="http://schemas.openxmlformats.org/drawingml/2006/main" noGrp="1"/>
          </p:cNvSpPr>
          <p:nvPr/>
        </p:nvSpPr>
        <p:spPr>
          <a:xfrm xmlns:a="http://schemas.openxmlformats.org/drawingml/2006/main">
            <a:off x="3486150" y="5381625"/>
            <a:ext cx="79438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기능 설명으로 함수를 찾는 과제를 평가한 연구</a:t>
            </a:r>
          </a:p>
        </p:txBody>
      </p:sp>
      <p:sp>
        <p:nvSpPr>
          <p:cNvPr id="32" name="Legacy module connection">
            <a:extLst xmlns:a="http://schemas.openxmlformats.org/drawingml/2006/main">
              <a:ext uri="{FF2B5EF4-FFF2-40B4-BE49-F238E27FC236}">
                <a16:creationId xmlns:a16="http://schemas.microsoft.com/office/drawing/2014/main" id="{655B0519-CA1C-4BCD-807A-19B59644B405}"/>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932974"/>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한 질문에서 답변 근거까지">
            <a:extLst xmlns:a="http://schemas.openxmlformats.org/drawingml/2006/main">
              <a:ext uri="{FF2B5EF4-FFF2-40B4-BE49-F238E27FC236}">
                <a16:creationId xmlns:a16="http://schemas.microsoft.com/office/drawing/2014/main" id="{39380474-FED3-447B-BD98-1031295CB36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한 질문에서 답변 근거까지</a:t>
            </a:r>
          </a:p>
        </p:txBody>
      </p:sp>
      <p:sp>
        <p:nvSpPr>
          <p:cNvPr id="2" name="S44">
            <a:extLst xmlns:a="http://schemas.openxmlformats.org/drawingml/2006/main">
              <a:ext uri="{FF2B5EF4-FFF2-40B4-BE49-F238E27FC236}">
                <a16:creationId xmlns:a16="http://schemas.microsoft.com/office/drawing/2014/main" id="{C6C0F70C-F29E-425A-8F6C-47002F85034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S44</a:t>
            </a:r>
          </a:p>
        </p:txBody>
      </p:sp>
      <p:sp>
        <p:nvSpPr>
          <p:cNvPr id="3" name="필요한 상세 정보로 가는 길">
            <a:extLst xmlns:a="http://schemas.openxmlformats.org/drawingml/2006/main">
              <a:ext uri="{FF2B5EF4-FFF2-40B4-BE49-F238E27FC236}">
                <a16:creationId xmlns:a16="http://schemas.microsoft.com/office/drawing/2014/main" id="{B75ABFB2-8D58-41AF-B8C0-27C11C0C69D0}"/>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필요한 상세 정보로 가는 길</a:t>
            </a:r>
          </a:p>
        </p:txBody>
      </p:sp>
      <p:sp>
        <p:nvSpPr>
          <p:cNvPr id="4" name="">
            <a:extLst xmlns:a="http://schemas.openxmlformats.org/drawingml/2006/main">
              <a:ext uri="{FF2B5EF4-FFF2-40B4-BE49-F238E27FC236}">
                <a16:creationId xmlns:a16="http://schemas.microsoft.com/office/drawing/2014/main" id="{7B36C6C2-05C4-43BE-ACA7-21B70265400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탐색 경로 · 저장된 명세 기반 재구성 · 실제 읽기 순서가 아님">
            <a:extLst xmlns:a="http://schemas.openxmlformats.org/drawingml/2006/main">
              <a:ext uri="{FF2B5EF4-FFF2-40B4-BE49-F238E27FC236}">
                <a16:creationId xmlns:a16="http://schemas.microsoft.com/office/drawing/2014/main" id="{25CAEFB3-FDAA-447B-A498-DDF985CF327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탐색 경로 · 저장된 명세 기반 재구성 · 실제 읽기 순서가 아님</a:t>
            </a:r>
          </a:p>
        </p:txBody>
      </p:sp>
      <p:sp>
        <p:nvSpPr>
          <p:cNvPr id="6" name="자동 탐색·완벽한 선택·성능 향상·토큰 절약을 입증한 그림이 아님">
            <a:extLst xmlns:a="http://schemas.openxmlformats.org/drawingml/2006/main">
              <a:ext uri="{FF2B5EF4-FFF2-40B4-BE49-F238E27FC236}">
                <a16:creationId xmlns:a16="http://schemas.microsoft.com/office/drawing/2014/main" id="{A02E47BA-539C-4599-B938-91A23842E75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자동 탐색·완벽한 선택·성능 향상·토큰 절약을 입증한 그림이 아님</a:t>
            </a:r>
          </a:p>
        </p:txBody>
      </p:sp>
      <p:sp>
        <p:nvSpPr>
          <p:cNvPr id="7" name="이 요청은 어떤 문서를 근거로 답해야 할까?">
            <a:extLst xmlns:a="http://schemas.openxmlformats.org/drawingml/2006/main">
              <a:ext uri="{FF2B5EF4-FFF2-40B4-BE49-F238E27FC236}">
                <a16:creationId xmlns:a16="http://schemas.microsoft.com/office/drawing/2014/main" id="{50743E9E-6888-473E-9AFE-4227126995D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 요청은 어떤 문서를 근거로 답해야 할까?</a:t>
            </a:r>
          </a:p>
        </p:txBody>
      </p:sp>
      <p:sp>
        <p:nvSpPr>
          <p:cNvPr id="8" name="">
            <a:extLst xmlns:a="http://schemas.openxmlformats.org/drawingml/2006/main">
              <a:ext uri="{FF2B5EF4-FFF2-40B4-BE49-F238E27FC236}">
                <a16:creationId xmlns:a16="http://schemas.microsoft.com/office/drawing/2014/main" id="{65360033-4C2B-4A5A-9E85-2670F9E68E09}"/>
              </a:ext>
            </a:extLst>
          </p:cNvPr>
          <p:cNvSpPr>
            <a:spLocks xmlns:a="http://schemas.openxmlformats.org/drawingml/2006/main" noGrp="1"/>
          </p:cNvSpPr>
          <p:nvPr/>
        </p:nvSpPr>
        <p:spPr>
          <a:xfrm xmlns:a="http://schemas.openxmlformats.org/drawingml/2006/main">
            <a:off x="609600" y="2838450"/>
            <a:ext cx="2857500" cy="1981200"/>
          </a:xfrm>
          <a:prstGeom xmlns:a="http://schemas.openxmlformats.org/drawingml/2006/main" prst="roundRect">
            <a:avLst>
              <a:gd name="adj" fmla="val 4808"/>
            </a:avLst>
          </a:prstGeom>
          <a:solidFill xmlns:a="http://schemas.openxmlformats.org/drawingml/2006/main">
            <a:srgbClr val="FFFFFF"/>
          </a:solidFill>
          <a:ln xmlns:a="http://schemas.openxmlformats.org/drawingml/2006/main" w="14288">
            <a:solidFill>
              <a:srgbClr val="C7D0DA"/>
            </a:solidFill>
            <a:prstDash val="solid"/>
          </a:ln>
        </p:spPr>
      </p:sp>
      <p:sp>
        <p:nvSpPr>
          <p:cNvPr id="9" name="01  작업 요청">
            <a:extLst xmlns:a="http://schemas.openxmlformats.org/drawingml/2006/main">
              <a:ext uri="{FF2B5EF4-FFF2-40B4-BE49-F238E27FC236}">
                <a16:creationId xmlns:a16="http://schemas.microsoft.com/office/drawing/2014/main" id="{624AACA7-37A2-4CF0-B15E-DD3669DEA628}"/>
              </a:ext>
            </a:extLst>
          </p:cNvPr>
          <p:cNvSpPr>
            <a:spLocks xmlns:a="http://schemas.openxmlformats.org/drawingml/2006/main" noGrp="1"/>
          </p:cNvSpPr>
          <p:nvPr/>
        </p:nvSpPr>
        <p:spPr>
          <a:xfrm xmlns:a="http://schemas.openxmlformats.org/drawingml/2006/main">
            <a:off x="800100" y="2933700"/>
            <a:ext cx="2476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01  작업 요청</a:t>
            </a:r>
          </a:p>
        </p:txBody>
      </p:sp>
      <p:sp>
        <p:nvSpPr>
          <p:cNvPr id="10" name="">
            <a:extLst xmlns:a="http://schemas.openxmlformats.org/drawingml/2006/main">
              <a:ext uri="{FF2B5EF4-FFF2-40B4-BE49-F238E27FC236}">
                <a16:creationId xmlns:a16="http://schemas.microsoft.com/office/drawing/2014/main" id="{CE304F99-082A-45B1-8569-68C7AC2FA956}"/>
              </a:ext>
            </a:extLst>
          </p:cNvPr>
          <p:cNvSpPr>
            <a:spLocks xmlns:a="http://schemas.openxmlformats.org/drawingml/2006/main" noGrp="1"/>
          </p:cNvSpPr>
          <p:nvPr/>
        </p:nvSpPr>
        <p:spPr>
          <a:xfrm xmlns:a="http://schemas.openxmlformats.org/drawingml/2006/main">
            <a:off x="800100" y="3333750"/>
            <a:ext cx="2476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crop 끝 좌표가&#10;포함되는지&#10;명세를 확인해줘.">
            <a:extLst xmlns:a="http://schemas.openxmlformats.org/drawingml/2006/main">
              <a:ext uri="{FF2B5EF4-FFF2-40B4-BE49-F238E27FC236}">
                <a16:creationId xmlns:a16="http://schemas.microsoft.com/office/drawing/2014/main" id="{32C9A462-5589-4CAE-B52C-DB3C7443A2CE}"/>
              </a:ext>
            </a:extLst>
          </p:cNvPr>
          <p:cNvSpPr>
            <a:spLocks xmlns:a="http://schemas.openxmlformats.org/drawingml/2006/main" noGrp="1"/>
          </p:cNvSpPr>
          <p:nvPr/>
        </p:nvSpPr>
        <p:spPr>
          <a:xfrm xmlns:a="http://schemas.openxmlformats.org/drawingml/2006/main">
            <a:off x="800100" y="3486150"/>
            <a:ext cx="2476500" cy="1181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crop 끝 좌표가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포함되는지</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명세를 확인해줘.</a:t>
            </a:r>
          </a:p>
        </p:txBody>
      </p:sp>
      <p:sp>
        <p:nvSpPr>
          <p:cNvPr id="12" name="">
            <a:extLst xmlns:a="http://schemas.openxmlformats.org/drawingml/2006/main">
              <a:ext uri="{FF2B5EF4-FFF2-40B4-BE49-F238E27FC236}">
                <a16:creationId xmlns:a16="http://schemas.microsoft.com/office/drawing/2014/main" id="{03A8A899-C516-4B09-B9F6-E20AAA7DA595}"/>
              </a:ext>
            </a:extLst>
          </p:cNvPr>
          <p:cNvSpPr>
            <a:spLocks xmlns:a="http://schemas.openxmlformats.org/drawingml/2006/main" noGrp="1"/>
          </p:cNvSpPr>
          <p:nvPr/>
        </p:nvSpPr>
        <p:spPr>
          <a:xfrm xmlns:a="http://schemas.openxmlformats.org/drawingml/2006/main">
            <a:off x="4229100" y="2838450"/>
            <a:ext cx="3581400" cy="19812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3" name="02  기본 안내">
            <a:extLst xmlns:a="http://schemas.openxmlformats.org/drawingml/2006/main">
              <a:ext uri="{FF2B5EF4-FFF2-40B4-BE49-F238E27FC236}">
                <a16:creationId xmlns:a16="http://schemas.microsoft.com/office/drawing/2014/main" id="{9FFBF1B9-643D-4322-AF1B-B48FC5D7A68E}"/>
              </a:ext>
            </a:extLst>
          </p:cNvPr>
          <p:cNvSpPr>
            <a:spLocks xmlns:a="http://schemas.openxmlformats.org/drawingml/2006/main" noGrp="1"/>
          </p:cNvSpPr>
          <p:nvPr/>
        </p:nvSpPr>
        <p:spPr>
          <a:xfrm xmlns:a="http://schemas.openxmlformats.org/drawingml/2006/main">
            <a:off x="4438650" y="2971800"/>
            <a:ext cx="3162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02  기본 안내</a:t>
            </a:r>
          </a:p>
        </p:txBody>
      </p:sp>
      <p:sp>
        <p:nvSpPr>
          <p:cNvPr id="14" name="AGENTS.md">
            <a:extLst xmlns:a="http://schemas.openxmlformats.org/drawingml/2006/main">
              <a:ext uri="{FF2B5EF4-FFF2-40B4-BE49-F238E27FC236}">
                <a16:creationId xmlns:a16="http://schemas.microsoft.com/office/drawing/2014/main" id="{5EF75E57-07F0-47CF-BF6B-2177A3CA8C80}"/>
              </a:ext>
            </a:extLst>
          </p:cNvPr>
          <p:cNvSpPr>
            <a:spLocks xmlns:a="http://schemas.openxmlformats.org/drawingml/2006/main" noGrp="1"/>
          </p:cNvSpPr>
          <p:nvPr/>
        </p:nvSpPr>
        <p:spPr>
          <a:xfrm xmlns:a="http://schemas.openxmlformats.org/drawingml/2006/main">
            <a:off x="4438650" y="3476625"/>
            <a:ext cx="31623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5" name="이미지 동작 · crop">
            <a:extLst xmlns:a="http://schemas.openxmlformats.org/drawingml/2006/main">
              <a:ext uri="{FF2B5EF4-FFF2-40B4-BE49-F238E27FC236}">
                <a16:creationId xmlns:a16="http://schemas.microsoft.com/office/drawing/2014/main" id="{91D2B29F-4F5E-4FDF-8118-BC0C9C7A1AC4}"/>
              </a:ext>
            </a:extLst>
          </p:cNvPr>
          <p:cNvSpPr>
            <a:spLocks xmlns:a="http://schemas.openxmlformats.org/drawingml/2006/main" noGrp="1"/>
          </p:cNvSpPr>
          <p:nvPr/>
        </p:nvSpPr>
        <p:spPr>
          <a:xfrm xmlns:a="http://schemas.openxmlformats.org/drawingml/2006/main">
            <a:off x="4438650" y="3924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이미지 동작 · crop</a:t>
            </a:r>
          </a:p>
        </p:txBody>
      </p:sp>
      <p:sp>
        <p:nvSpPr>
          <p:cNvPr id="16" name="관련 상세의 위치 안내">
            <a:extLst xmlns:a="http://schemas.openxmlformats.org/drawingml/2006/main">
              <a:ext uri="{FF2B5EF4-FFF2-40B4-BE49-F238E27FC236}">
                <a16:creationId xmlns:a16="http://schemas.microsoft.com/office/drawing/2014/main" id="{B64FAD96-7CA7-48E9-8213-F21DF4424105}"/>
              </a:ext>
            </a:extLst>
          </p:cNvPr>
          <p:cNvSpPr>
            <a:spLocks xmlns:a="http://schemas.openxmlformats.org/drawingml/2006/main" noGrp="1"/>
          </p:cNvSpPr>
          <p:nvPr/>
        </p:nvSpPr>
        <p:spPr>
          <a:xfrm xmlns:a="http://schemas.openxmlformats.org/drawingml/2006/main">
            <a:off x="4438650" y="4371975"/>
            <a:ext cx="3162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관련 상세의 위치 안내</a:t>
            </a:r>
          </a:p>
        </p:txBody>
      </p:sp>
      <p:sp>
        <p:nvSpPr>
          <p:cNvPr id="17" name="">
            <a:extLst xmlns:a="http://schemas.openxmlformats.org/drawingml/2006/main">
              <a:ext uri="{FF2B5EF4-FFF2-40B4-BE49-F238E27FC236}">
                <a16:creationId xmlns:a16="http://schemas.microsoft.com/office/drawing/2014/main" id="{9D2A88A7-B393-4ED5-ACD7-605168B7EFC3}"/>
              </a:ext>
            </a:extLst>
          </p:cNvPr>
          <p:cNvSpPr>
            <a:spLocks xmlns:a="http://schemas.openxmlformats.org/drawingml/2006/main" noGrp="1"/>
          </p:cNvSpPr>
          <p:nvPr/>
        </p:nvSpPr>
        <p:spPr>
          <a:xfrm xmlns:a="http://schemas.openxmlformats.org/drawingml/2006/main">
            <a:off x="8572500" y="2838450"/>
            <a:ext cx="3009900" cy="1981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8" name="03  답변 근거">
            <a:extLst xmlns:a="http://schemas.openxmlformats.org/drawingml/2006/main">
              <a:ext uri="{FF2B5EF4-FFF2-40B4-BE49-F238E27FC236}">
                <a16:creationId xmlns:a16="http://schemas.microsoft.com/office/drawing/2014/main" id="{DBD9F1BD-BFFC-430A-A185-F1935EB76217}"/>
              </a:ext>
            </a:extLst>
          </p:cNvPr>
          <p:cNvSpPr>
            <a:spLocks xmlns:a="http://schemas.openxmlformats.org/drawingml/2006/main" noGrp="1"/>
          </p:cNvSpPr>
          <p:nvPr/>
        </p:nvSpPr>
        <p:spPr>
          <a:xfrm xmlns:a="http://schemas.openxmlformats.org/drawingml/2006/main">
            <a:off x="8763000" y="2971800"/>
            <a:ext cx="26289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03  답변 근거</a:t>
            </a:r>
          </a:p>
        </p:txBody>
      </p:sp>
      <p:sp>
        <p:nvSpPr>
          <p:cNvPr id="19" name="docs/&#10;image-contracts.md">
            <a:extLst xmlns:a="http://schemas.openxmlformats.org/drawingml/2006/main">
              <a:ext uri="{FF2B5EF4-FFF2-40B4-BE49-F238E27FC236}">
                <a16:creationId xmlns:a16="http://schemas.microsoft.com/office/drawing/2014/main" id="{6C6E0AE1-24F8-4EC0-8EBA-CE1BE9A4D964}"/>
              </a:ext>
            </a:extLst>
          </p:cNvPr>
          <p:cNvSpPr>
            <a:spLocks xmlns:a="http://schemas.openxmlformats.org/drawingml/2006/main" noGrp="1"/>
          </p:cNvSpPr>
          <p:nvPr/>
        </p:nvSpPr>
        <p:spPr>
          <a:xfrm xmlns:a="http://schemas.openxmlformats.org/drawingml/2006/main">
            <a:off x="8763000" y="3457575"/>
            <a:ext cx="26289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17212B"/>
                </a:solidFill>
                <a:latin typeface="Consolas"/>
                <a:ea typeface="Consolas"/>
                <a:cs typeface="Consolas"/>
              </a:defRPr>
            </a:defPPr>
            <a:lvl1pPr algn="l">
              <a:defRPr sz="1800" b="1">
                <a:solidFill>
                  <a:srgbClr val="17212B"/>
                </a:solidFill>
                <a:latin typeface="Consolas"/>
                <a:ea typeface="Consolas"/>
                <a:cs typeface="Consolas"/>
              </a:defRPr>
            </a:lvl1pPr>
            <a:lvl2pPr algn="l">
              <a:defRPr sz="1800" b="1">
                <a:solidFill>
                  <a:srgbClr val="17212B"/>
                </a:solidFill>
                <a:latin typeface="Consolas"/>
                <a:ea typeface="Consolas"/>
                <a:cs typeface="Consolas"/>
              </a:defRPr>
            </a:lvl2pPr>
            <a:lvl3pPr algn="l">
              <a:defRPr sz="1800" b="1">
                <a:solidFill>
                  <a:srgbClr val="17212B"/>
                </a:solidFill>
                <a:latin typeface="Consolas"/>
                <a:ea typeface="Consolas"/>
                <a:cs typeface="Consolas"/>
              </a:defRPr>
            </a:lvl3pPr>
            <a:lvl4pPr algn="l">
              <a:defRPr sz="1800" b="1">
                <a:solidFill>
                  <a:srgbClr val="17212B"/>
                </a:solidFill>
                <a:latin typeface="Consolas"/>
                <a:ea typeface="Consolas"/>
                <a:cs typeface="Consolas"/>
              </a:defRPr>
            </a:lvl4pPr>
            <a:lvl5pPr algn="l">
              <a:defRPr sz="1800" b="1">
                <a:solidFill>
                  <a:srgbClr val="17212B"/>
                </a:solidFill>
                <a:latin typeface="Consolas"/>
                <a:ea typeface="Consolas"/>
                <a:cs typeface="Consolas"/>
              </a:defRPr>
            </a:lvl5pPr>
            <a:lvl6pPr algn="l">
              <a:defRPr sz="1800" b="1">
                <a:solidFill>
                  <a:srgbClr val="17212B"/>
                </a:solidFill>
                <a:latin typeface="Consolas"/>
                <a:ea typeface="Consolas"/>
                <a:cs typeface="Consolas"/>
              </a:defRPr>
            </a:lvl6pPr>
            <a:lvl7pPr algn="l">
              <a:defRPr sz="1800" b="1">
                <a:solidFill>
                  <a:srgbClr val="17212B"/>
                </a:solidFill>
                <a:latin typeface="Consolas"/>
                <a:ea typeface="Consolas"/>
                <a:cs typeface="Consolas"/>
              </a:defRPr>
            </a:lvl7pPr>
            <a:lvl8pPr algn="l">
              <a:defRPr sz="1800" b="1">
                <a:solidFill>
                  <a:srgbClr val="17212B"/>
                </a:solidFill>
                <a:latin typeface="Consolas"/>
                <a:ea typeface="Consolas"/>
                <a:cs typeface="Consolas"/>
              </a:defRPr>
            </a:lvl8pPr>
            <a:lvl9pPr algn="l">
              <a:defRPr sz="1800" b="1">
                <a:solidFill>
                  <a:srgbClr val="17212B"/>
                </a:solidFill>
                <a:latin typeface="Consolas"/>
                <a:ea typeface="Consolas"/>
                <a:cs typeface="Consolas"/>
              </a:defRPr>
            </a:lvl9pPr>
          </a:lstStyle>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docs/</a:t>
            </a:r>
          </a:p>
          <a:p xmlns:a="http://schemas.openxmlformats.org/drawingml/2006/main">
            <a:pPr algn="l">
              <a:defRPr sz="1800" b="1">
                <a:solidFill>
                  <a:srgbClr val="17212B"/>
                </a:solidFill>
                <a:latin typeface="Consolas"/>
                <a:ea typeface="Consolas"/>
                <a:cs typeface="Consolas"/>
              </a:defRPr>
            </a:pPr>
            <a:r>
              <a:rPr sz="1800" b="1">
                <a:solidFill>
                  <a:srgbClr val="17212B"/>
                </a:solidFill>
                <a:latin typeface="Consolas"/>
                <a:ea typeface="Consolas"/>
                <a:cs typeface="Consolas"/>
              </a:rPr>
              <a:t>image-contracts.md</a:t>
            </a:r>
          </a:p>
        </p:txBody>
      </p:sp>
      <p:sp>
        <p:nvSpPr>
          <p:cNvPr id="20" name="[x_start, x_end)">
            <a:extLst xmlns:a="http://schemas.openxmlformats.org/drawingml/2006/main">
              <a:ext uri="{FF2B5EF4-FFF2-40B4-BE49-F238E27FC236}">
                <a16:creationId xmlns:a16="http://schemas.microsoft.com/office/drawing/2014/main" id="{A1DC5D4F-47A9-4AC1-B9E8-B709433DA18E}"/>
              </a:ext>
            </a:extLst>
          </p:cNvPr>
          <p:cNvSpPr>
            <a:spLocks xmlns:a="http://schemas.openxmlformats.org/drawingml/2006/main" noGrp="1"/>
          </p:cNvSpPr>
          <p:nvPr/>
        </p:nvSpPr>
        <p:spPr>
          <a:xfrm xmlns:a="http://schemas.openxmlformats.org/drawingml/2006/main">
            <a:off x="8763000" y="4352925"/>
            <a:ext cx="26289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Consolas"/>
                <a:ea typeface="Consolas"/>
                <a:cs typeface="Consolas"/>
              </a:defRPr>
            </a:defPPr>
            <a:lvl1pPr algn="l">
              <a:defRPr sz="1875" b="1">
                <a:solidFill>
                  <a:srgbClr val="17212B"/>
                </a:solidFill>
                <a:latin typeface="Consolas"/>
                <a:ea typeface="Consolas"/>
                <a:cs typeface="Consolas"/>
              </a:defRPr>
            </a:lvl1pPr>
            <a:lvl2pPr algn="l">
              <a:defRPr sz="1875" b="1">
                <a:solidFill>
                  <a:srgbClr val="17212B"/>
                </a:solidFill>
                <a:latin typeface="Consolas"/>
                <a:ea typeface="Consolas"/>
                <a:cs typeface="Consolas"/>
              </a:defRPr>
            </a:lvl2pPr>
            <a:lvl3pPr algn="l">
              <a:defRPr sz="1875" b="1">
                <a:solidFill>
                  <a:srgbClr val="17212B"/>
                </a:solidFill>
                <a:latin typeface="Consolas"/>
                <a:ea typeface="Consolas"/>
                <a:cs typeface="Consolas"/>
              </a:defRPr>
            </a:lvl3pPr>
            <a:lvl4pPr algn="l">
              <a:defRPr sz="1875" b="1">
                <a:solidFill>
                  <a:srgbClr val="17212B"/>
                </a:solidFill>
                <a:latin typeface="Consolas"/>
                <a:ea typeface="Consolas"/>
                <a:cs typeface="Consolas"/>
              </a:defRPr>
            </a:lvl4pPr>
            <a:lvl5pPr algn="l">
              <a:defRPr sz="1875" b="1">
                <a:solidFill>
                  <a:srgbClr val="17212B"/>
                </a:solidFill>
                <a:latin typeface="Consolas"/>
                <a:ea typeface="Consolas"/>
                <a:cs typeface="Consolas"/>
              </a:defRPr>
            </a:lvl5pPr>
            <a:lvl6pPr algn="l">
              <a:defRPr sz="1875" b="1">
                <a:solidFill>
                  <a:srgbClr val="17212B"/>
                </a:solidFill>
                <a:latin typeface="Consolas"/>
                <a:ea typeface="Consolas"/>
                <a:cs typeface="Consolas"/>
              </a:defRPr>
            </a:lvl6pPr>
            <a:lvl7pPr algn="l">
              <a:defRPr sz="1875" b="1">
                <a:solidFill>
                  <a:srgbClr val="17212B"/>
                </a:solidFill>
                <a:latin typeface="Consolas"/>
                <a:ea typeface="Consolas"/>
                <a:cs typeface="Consolas"/>
              </a:defRPr>
            </a:lvl7pPr>
            <a:lvl8pPr algn="l">
              <a:defRPr sz="1875" b="1">
                <a:solidFill>
                  <a:srgbClr val="17212B"/>
                </a:solidFill>
                <a:latin typeface="Consolas"/>
                <a:ea typeface="Consolas"/>
                <a:cs typeface="Consolas"/>
              </a:defRPr>
            </a:lvl8pPr>
            <a:lvl9pPr algn="l">
              <a:defRPr sz="1875" b="1">
                <a:solidFill>
                  <a:srgbClr val="17212B"/>
                </a:solidFill>
                <a:latin typeface="Consolas"/>
                <a:ea typeface="Consolas"/>
                <a:cs typeface="Consolas"/>
              </a:defRPr>
            </a:lvl9pPr>
          </a:lstStyle>
          <a:p xmlns:a="http://schemas.openxmlformats.org/drawingml/2006/main">
            <a:pPr algn="l">
              <a:defRPr sz="1875" b="1">
                <a:solidFill>
                  <a:srgbClr val="17212B"/>
                </a:solidFill>
                <a:latin typeface="Consolas"/>
                <a:ea typeface="Consolas"/>
                <a:cs typeface="Consolas"/>
              </a:defRPr>
            </a:pPr>
            <a:r>
              <a:rPr sz="1875" b="1">
                <a:solidFill>
                  <a:srgbClr val="17212B"/>
                </a:solidFill>
                <a:latin typeface="Consolas"/>
                <a:ea typeface="Consolas"/>
                <a:cs typeface="Consolas"/>
              </a:rPr>
              <a:t>[x_start, x_end)</a:t>
            </a:r>
          </a:p>
        </p:txBody>
      </p:sp>
      <p:sp>
        <p:nvSpPr>
          <p:cNvPr id="21" name="">
            <a:extLst xmlns:a="http://schemas.openxmlformats.org/drawingml/2006/main">
              <a:ext uri="{FF2B5EF4-FFF2-40B4-BE49-F238E27FC236}">
                <a16:creationId xmlns:a16="http://schemas.microsoft.com/office/drawing/2014/main" id="{5CD2B640-817C-485F-8929-765EB5E71C99}"/>
              </a:ext>
            </a:extLst>
          </p:cNvPr>
          <p:cNvSpPr>
            <a:spLocks xmlns:a="http://schemas.openxmlformats.org/drawingml/2006/main" noGrp="1"/>
          </p:cNvSpPr>
          <p:nvPr/>
        </p:nvSpPr>
        <p:spPr>
          <a:xfrm xmlns:a="http://schemas.openxmlformats.org/drawingml/2006/main">
            <a:off x="36766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5DB8F270-9557-470E-8A92-6A3DF0773827}"/>
              </a:ext>
            </a:extLst>
          </p:cNvPr>
          <p:cNvSpPr>
            <a:spLocks xmlns:a="http://schemas.openxmlformats.org/drawingml/2006/main" noGrp="1"/>
          </p:cNvSpPr>
          <p:nvPr/>
        </p:nvSpPr>
        <p:spPr>
          <a:xfrm xmlns:a="http://schemas.openxmlformats.org/drawingml/2006/main">
            <a:off x="8020050" y="3714750"/>
            <a:ext cx="28575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3" name="질문 · 위치 안내 · 상세 명세를 연결한다">
            <a:extLst xmlns:a="http://schemas.openxmlformats.org/drawingml/2006/main">
              <a:ext uri="{FF2B5EF4-FFF2-40B4-BE49-F238E27FC236}">
                <a16:creationId xmlns:a16="http://schemas.microsoft.com/office/drawing/2014/main" id="{31CCB27B-AE6D-4749-887E-6F9E56A46CB2}"/>
              </a:ext>
            </a:extLst>
          </p:cNvPr>
          <p:cNvSpPr>
            <a:spLocks xmlns:a="http://schemas.openxmlformats.org/drawingml/2006/main" noGrp="1"/>
          </p:cNvSpPr>
          <p:nvPr/>
        </p:nvSpPr>
        <p:spPr>
          <a:xfrm xmlns:a="http://schemas.openxmlformats.org/drawingml/2006/main">
            <a:off x="609600" y="5076825"/>
            <a:ext cx="10972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질문 · 위치 안내 · 상세 명세를 연결한다</a:t>
            </a:r>
          </a:p>
        </p:txBody>
      </p:sp>
      <p:sp>
        <p:nvSpPr>
          <p:cNvPr id="24" name="C++ 예: 알고리즘 설명을 묻는 요청이라면 해당 모듈의 명세를 근거로 확인">
            <a:extLst xmlns:a="http://schemas.openxmlformats.org/drawingml/2006/main">
              <a:ext uri="{FF2B5EF4-FFF2-40B4-BE49-F238E27FC236}">
                <a16:creationId xmlns:a16="http://schemas.microsoft.com/office/drawing/2014/main" id="{9319F653-20B9-4FD4-9E90-3C8C0A81AD6A}"/>
              </a:ext>
            </a:extLst>
          </p:cNvPr>
          <p:cNvSpPr>
            <a:spLocks xmlns:a="http://schemas.openxmlformats.org/drawingml/2006/main" noGrp="1"/>
          </p:cNvSpPr>
          <p:nvPr/>
        </p:nvSpPr>
        <p:spPr>
          <a:xfrm xmlns:a="http://schemas.openxmlformats.org/drawingml/2006/main">
            <a:off x="609600" y="54959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C++ 예: 알고리즘 설명을 묻는 요청이라면 해당 모듈의 명세를 근거로 확인</a:t>
            </a:r>
          </a:p>
        </p:txBody>
      </p:sp>
      <p:sp>
        <p:nvSpPr>
          <p:cNvPr id="25" name="Legacy module connection">
            <a:extLst xmlns:a="http://schemas.openxmlformats.org/drawingml/2006/main">
              <a:ext uri="{FF2B5EF4-FFF2-40B4-BE49-F238E27FC236}">
                <a16:creationId xmlns:a16="http://schemas.microsoft.com/office/drawing/2014/main" id="{D5ECA299-1908-4BEC-8F6F-ED745A5D15F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151728933"/>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2" name="ACT 2 · 파일 이름보다 정보의 배치 기준">
            <a:extLst xmlns:a="http://schemas.openxmlformats.org/drawingml/2006/main">
              <a:ext uri="{FF2B5EF4-FFF2-40B4-BE49-F238E27FC236}">
                <a16:creationId xmlns:a16="http://schemas.microsoft.com/office/drawing/2014/main" id="{FFD06CC2-E016-4801-AF75-EC40BD0F753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파일 이름보다 정보의 배치 기준</a:t>
            </a:r>
          </a:p>
        </p:txBody>
      </p:sp>
      <p:sp>
        <p:nvSpPr>
          <p:cNvPr id="2" name="S45">
            <a:extLst xmlns:a="http://schemas.openxmlformats.org/drawingml/2006/main">
              <a:ext uri="{FF2B5EF4-FFF2-40B4-BE49-F238E27FC236}">
                <a16:creationId xmlns:a16="http://schemas.microsoft.com/office/drawing/2014/main" id="{5EC13BA0-F66A-4991-B4F1-F7FA65C98BA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S45</a:t>
            </a:r>
          </a:p>
        </p:txBody>
      </p:sp>
      <p:sp>
        <p:nvSpPr>
          <p:cNvPr id="3" name="AGENTS.md에는 무엇을 남길까?">
            <a:extLst xmlns:a="http://schemas.openxmlformats.org/drawingml/2006/main">
              <a:ext uri="{FF2B5EF4-FFF2-40B4-BE49-F238E27FC236}">
                <a16:creationId xmlns:a16="http://schemas.microsoft.com/office/drawing/2014/main" id="{49AEB4D4-9748-4E21-BD55-887CA0AAA79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AGENTS.md에는 무엇을 남길까?</a:t>
            </a:r>
          </a:p>
        </p:txBody>
      </p:sp>
      <p:sp>
        <p:nvSpPr>
          <p:cNvPr id="4" name="">
            <a:extLst xmlns:a="http://schemas.openxmlformats.org/drawingml/2006/main">
              <a:ext uri="{FF2B5EF4-FFF2-40B4-BE49-F238E27FC236}">
                <a16:creationId xmlns:a16="http://schemas.microsoft.com/office/drawing/2014/main" id="{60C49AE4-1C6F-4C0A-8AAE-4C7BB857017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배치 기준 · 명령·검증 규칙도 Project 안내에 포함될 수 있음">
            <a:extLst xmlns:a="http://schemas.openxmlformats.org/drawingml/2006/main">
              <a:ext uri="{FF2B5EF4-FFF2-40B4-BE49-F238E27FC236}">
                <a16:creationId xmlns:a16="http://schemas.microsoft.com/office/drawing/2014/main" id="{61B779B8-AAAB-4BA7-9231-6C354E24E6E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배치 기준 · 명령·검증 규칙도 Project 안내에 포함될 수 있음</a:t>
            </a:r>
          </a:p>
        </p:txBody>
      </p:sp>
      <p:sp>
        <p:nvSpPr>
          <p:cNvPr id="6" name="원칙과 상세의 구분은 유지·참조 설계 · 실제 자동 읽기 결과나 제품의 강제 분류가 아님">
            <a:extLst xmlns:a="http://schemas.openxmlformats.org/drawingml/2006/main">
              <a:ext uri="{FF2B5EF4-FFF2-40B4-BE49-F238E27FC236}">
                <a16:creationId xmlns:a16="http://schemas.microsoft.com/office/drawing/2014/main" id="{58A105CA-909D-4EB8-907F-FBD0C07E866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원칙과 상세의 구분은 유지·참조 설계 · 실제 자동 읽기 결과나 제품의 강제 분류가 아님</a:t>
            </a:r>
          </a:p>
        </p:txBody>
      </p:sp>
      <p:sp>
        <p:nvSpPr>
          <p:cNvPr id="7" name="여러 작업의 출발점인가, 특정 질문의 깊은 근거인가?">
            <a:extLst xmlns:a="http://schemas.openxmlformats.org/drawingml/2006/main">
              <a:ext uri="{FF2B5EF4-FFF2-40B4-BE49-F238E27FC236}">
                <a16:creationId xmlns:a16="http://schemas.microsoft.com/office/drawing/2014/main" id="{9F78BA9C-B96D-4C8A-9860-64151354F74B}"/>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여러 작업의 출발점인가, 특정 질문의 깊은 근거인가?</a:t>
            </a:r>
          </a:p>
        </p:txBody>
      </p:sp>
      <p:sp>
        <p:nvSpPr>
          <p:cNvPr id="8" name="공통 안내에 남길 것">
            <a:extLst xmlns:a="http://schemas.openxmlformats.org/drawingml/2006/main">
              <a:ext uri="{FF2B5EF4-FFF2-40B4-BE49-F238E27FC236}">
                <a16:creationId xmlns:a16="http://schemas.microsoft.com/office/drawing/2014/main" id="{ABD94FEA-9E35-47A1-8D6F-2420F8F27C33}"/>
              </a:ext>
            </a:extLst>
          </p:cNvPr>
          <p:cNvSpPr>
            <a:spLocks xmlns:a="http://schemas.openxmlformats.org/drawingml/2006/main" noGrp="1"/>
          </p:cNvSpPr>
          <p:nvPr/>
        </p:nvSpPr>
        <p:spPr>
          <a:xfrm xmlns:a="http://schemas.openxmlformats.org/drawingml/2006/main">
            <a:off x="60960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공통 안내에 남길 것</a:t>
            </a:r>
          </a:p>
        </p:txBody>
      </p:sp>
      <p:sp>
        <p:nvSpPr>
          <p:cNvPr id="9" name="">
            <a:extLst xmlns:a="http://schemas.openxmlformats.org/drawingml/2006/main">
              <a:ext uri="{FF2B5EF4-FFF2-40B4-BE49-F238E27FC236}">
                <a16:creationId xmlns:a16="http://schemas.microsoft.com/office/drawing/2014/main" id="{2104AB3E-24B4-44AB-8799-5A58D579146D}"/>
              </a:ext>
            </a:extLst>
          </p:cNvPr>
          <p:cNvSpPr>
            <a:spLocks xmlns:a="http://schemas.openxmlformats.org/drawingml/2006/main" noGrp="1"/>
          </p:cNvSpPr>
          <p:nvPr/>
        </p:nvSpPr>
        <p:spPr>
          <a:xfrm xmlns:a="http://schemas.openxmlformats.org/drawingml/2006/main">
            <a:off x="609600" y="2867025"/>
            <a:ext cx="5162550" cy="225742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0" name="적용 범위">
            <a:extLst xmlns:a="http://schemas.openxmlformats.org/drawingml/2006/main">
              <a:ext uri="{FF2B5EF4-FFF2-40B4-BE49-F238E27FC236}">
                <a16:creationId xmlns:a16="http://schemas.microsoft.com/office/drawing/2014/main" id="{B3252079-2E37-427C-B4D0-FCDBCCFE28D5}"/>
              </a:ext>
            </a:extLst>
          </p:cNvPr>
          <p:cNvSpPr>
            <a:spLocks xmlns:a="http://schemas.openxmlformats.org/drawingml/2006/main" noGrp="1"/>
          </p:cNvSpPr>
          <p:nvPr/>
        </p:nvSpPr>
        <p:spPr>
          <a:xfrm xmlns:a="http://schemas.openxmlformats.org/drawingml/2006/main">
            <a:off x="80010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11" name="여러 작업의 기본 방향">
            <a:extLst xmlns:a="http://schemas.openxmlformats.org/drawingml/2006/main">
              <a:ext uri="{FF2B5EF4-FFF2-40B4-BE49-F238E27FC236}">
                <a16:creationId xmlns:a16="http://schemas.microsoft.com/office/drawing/2014/main" id="{DA5EB268-8464-4141-9A96-C7F62AAD6380}"/>
              </a:ext>
            </a:extLst>
          </p:cNvPr>
          <p:cNvSpPr>
            <a:spLocks xmlns:a="http://schemas.openxmlformats.org/drawingml/2006/main" noGrp="1"/>
          </p:cNvSpPr>
          <p:nvPr/>
        </p:nvSpPr>
        <p:spPr>
          <a:xfrm xmlns:a="http://schemas.openxmlformats.org/drawingml/2006/main">
            <a:off x="203835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여러 작업의 기본 방향</a:t>
            </a:r>
          </a:p>
        </p:txBody>
      </p:sp>
      <p:sp>
        <p:nvSpPr>
          <p:cNvPr id="12" name="">
            <a:extLst xmlns:a="http://schemas.openxmlformats.org/drawingml/2006/main">
              <a:ext uri="{FF2B5EF4-FFF2-40B4-BE49-F238E27FC236}">
                <a16:creationId xmlns:a16="http://schemas.microsoft.com/office/drawing/2014/main" id="{CC059BCC-7519-4FC5-B7A2-7B0F67C526C8}"/>
              </a:ext>
            </a:extLst>
          </p:cNvPr>
          <p:cNvSpPr>
            <a:spLocks xmlns:a="http://schemas.openxmlformats.org/drawingml/2006/main" noGrp="1"/>
          </p:cNvSpPr>
          <p:nvPr/>
        </p:nvSpPr>
        <p:spPr>
          <a:xfrm xmlns:a="http://schemas.openxmlformats.org/drawingml/2006/main">
            <a:off x="80010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3" name="읽는 시점">
            <a:extLst xmlns:a="http://schemas.openxmlformats.org/drawingml/2006/main">
              <a:ext uri="{FF2B5EF4-FFF2-40B4-BE49-F238E27FC236}">
                <a16:creationId xmlns:a16="http://schemas.microsoft.com/office/drawing/2014/main" id="{10AB72D5-D20F-4C30-A444-98659FB21170}"/>
              </a:ext>
            </a:extLst>
          </p:cNvPr>
          <p:cNvSpPr>
            <a:spLocks xmlns:a="http://schemas.openxmlformats.org/drawingml/2006/main" noGrp="1"/>
          </p:cNvSpPr>
          <p:nvPr/>
        </p:nvSpPr>
        <p:spPr>
          <a:xfrm xmlns:a="http://schemas.openxmlformats.org/drawingml/2006/main">
            <a:off x="80010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14" name="작업의 시작점">
            <a:extLst xmlns:a="http://schemas.openxmlformats.org/drawingml/2006/main">
              <a:ext uri="{FF2B5EF4-FFF2-40B4-BE49-F238E27FC236}">
                <a16:creationId xmlns:a16="http://schemas.microsoft.com/office/drawing/2014/main" id="{BCD17DD0-096C-4DF7-ABA5-2ADA37EB7DBD}"/>
              </a:ext>
            </a:extLst>
          </p:cNvPr>
          <p:cNvSpPr>
            <a:spLocks xmlns:a="http://schemas.openxmlformats.org/drawingml/2006/main" noGrp="1"/>
          </p:cNvSpPr>
          <p:nvPr/>
        </p:nvSpPr>
        <p:spPr>
          <a:xfrm xmlns:a="http://schemas.openxmlformats.org/drawingml/2006/main">
            <a:off x="203835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작업의 시작점</a:t>
            </a:r>
          </a:p>
        </p:txBody>
      </p:sp>
      <p:sp>
        <p:nvSpPr>
          <p:cNvPr id="15" name="">
            <a:extLst xmlns:a="http://schemas.openxmlformats.org/drawingml/2006/main">
              <a:ext uri="{FF2B5EF4-FFF2-40B4-BE49-F238E27FC236}">
                <a16:creationId xmlns:a16="http://schemas.microsoft.com/office/drawing/2014/main" id="{BFAB30D2-C84D-4A83-9B76-06AE341E4D12}"/>
              </a:ext>
            </a:extLst>
          </p:cNvPr>
          <p:cNvSpPr>
            <a:spLocks xmlns:a="http://schemas.openxmlformats.org/drawingml/2006/main" noGrp="1"/>
          </p:cNvSpPr>
          <p:nvPr/>
        </p:nvSpPr>
        <p:spPr>
          <a:xfrm xmlns:a="http://schemas.openxmlformats.org/drawingml/2006/main">
            <a:off x="80010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유지할 내용">
            <a:extLst xmlns:a="http://schemas.openxmlformats.org/drawingml/2006/main">
              <a:ext uri="{FF2B5EF4-FFF2-40B4-BE49-F238E27FC236}">
                <a16:creationId xmlns:a16="http://schemas.microsoft.com/office/drawing/2014/main" id="{6370BDDE-68D0-4484-B690-88B8C2F0B1D7}"/>
              </a:ext>
            </a:extLst>
          </p:cNvPr>
          <p:cNvSpPr>
            <a:spLocks xmlns:a="http://schemas.openxmlformats.org/drawingml/2006/main" noGrp="1"/>
          </p:cNvSpPr>
          <p:nvPr/>
        </p:nvSpPr>
        <p:spPr>
          <a:xfrm xmlns:a="http://schemas.openxmlformats.org/drawingml/2006/main">
            <a:off x="80010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17" name="목적 · 제약 · 검증 진입점&#10;상세 문서의 위치">
            <a:extLst xmlns:a="http://schemas.openxmlformats.org/drawingml/2006/main">
              <a:ext uri="{FF2B5EF4-FFF2-40B4-BE49-F238E27FC236}">
                <a16:creationId xmlns:a16="http://schemas.microsoft.com/office/drawing/2014/main" id="{B6CD2F72-3403-4A22-9EE8-7C7E02BAD6A2}"/>
              </a:ext>
            </a:extLst>
          </p:cNvPr>
          <p:cNvSpPr>
            <a:spLocks xmlns:a="http://schemas.openxmlformats.org/drawingml/2006/main" noGrp="1"/>
          </p:cNvSpPr>
          <p:nvPr/>
        </p:nvSpPr>
        <p:spPr>
          <a:xfrm xmlns:a="http://schemas.openxmlformats.org/drawingml/2006/main">
            <a:off x="203835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목적 · 제약 · 검증 진입점</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상세 문서의 위치</a:t>
            </a:r>
          </a:p>
        </p:txBody>
      </p:sp>
      <p:sp>
        <p:nvSpPr>
          <p:cNvPr id="18" name="관련 상세로 나눌 것">
            <a:extLst xmlns:a="http://schemas.openxmlformats.org/drawingml/2006/main">
              <a:ext uri="{FF2B5EF4-FFF2-40B4-BE49-F238E27FC236}">
                <a16:creationId xmlns:a16="http://schemas.microsoft.com/office/drawing/2014/main" id="{8456931D-753E-4303-907D-BDCA938CDA43}"/>
              </a:ext>
            </a:extLst>
          </p:cNvPr>
          <p:cNvSpPr>
            <a:spLocks xmlns:a="http://schemas.openxmlformats.org/drawingml/2006/main" noGrp="1"/>
          </p:cNvSpPr>
          <p:nvPr/>
        </p:nvSpPr>
        <p:spPr>
          <a:xfrm xmlns:a="http://schemas.openxmlformats.org/drawingml/2006/main">
            <a:off x="6419850" y="2381250"/>
            <a:ext cx="5162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관련 상세로 나눌 것</a:t>
            </a:r>
          </a:p>
        </p:txBody>
      </p:sp>
      <p:sp>
        <p:nvSpPr>
          <p:cNvPr id="19" name="">
            <a:extLst xmlns:a="http://schemas.openxmlformats.org/drawingml/2006/main">
              <a:ext uri="{FF2B5EF4-FFF2-40B4-BE49-F238E27FC236}">
                <a16:creationId xmlns:a16="http://schemas.microsoft.com/office/drawing/2014/main" id="{485619D7-44DF-498A-A42B-80A71B37BBF9}"/>
              </a:ext>
            </a:extLst>
          </p:cNvPr>
          <p:cNvSpPr>
            <a:spLocks xmlns:a="http://schemas.openxmlformats.org/drawingml/2006/main" noGrp="1"/>
          </p:cNvSpPr>
          <p:nvPr/>
        </p:nvSpPr>
        <p:spPr>
          <a:xfrm xmlns:a="http://schemas.openxmlformats.org/drawingml/2006/main">
            <a:off x="6419850" y="2867025"/>
            <a:ext cx="516255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적용 범위">
            <a:extLst xmlns:a="http://schemas.openxmlformats.org/drawingml/2006/main">
              <a:ext uri="{FF2B5EF4-FFF2-40B4-BE49-F238E27FC236}">
                <a16:creationId xmlns:a16="http://schemas.microsoft.com/office/drawing/2014/main" id="{66CE875F-B31D-45EB-8EB9-3D406FC85D9A}"/>
              </a:ext>
            </a:extLst>
          </p:cNvPr>
          <p:cNvSpPr>
            <a:spLocks xmlns:a="http://schemas.openxmlformats.org/drawingml/2006/main" noGrp="1"/>
          </p:cNvSpPr>
          <p:nvPr/>
        </p:nvSpPr>
        <p:spPr>
          <a:xfrm xmlns:a="http://schemas.openxmlformats.org/drawingml/2006/main">
            <a:off x="6610350" y="300037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적용 범위</a:t>
            </a:r>
          </a:p>
        </p:txBody>
      </p:sp>
      <p:sp>
        <p:nvSpPr>
          <p:cNvPr id="21" name="특정 질문의 세부 근거">
            <a:extLst xmlns:a="http://schemas.openxmlformats.org/drawingml/2006/main">
              <a:ext uri="{FF2B5EF4-FFF2-40B4-BE49-F238E27FC236}">
                <a16:creationId xmlns:a16="http://schemas.microsoft.com/office/drawing/2014/main" id="{1AF693F4-85C3-44B9-888E-B379B4D438AB}"/>
              </a:ext>
            </a:extLst>
          </p:cNvPr>
          <p:cNvSpPr>
            <a:spLocks xmlns:a="http://schemas.openxmlformats.org/drawingml/2006/main" noGrp="1"/>
          </p:cNvSpPr>
          <p:nvPr/>
        </p:nvSpPr>
        <p:spPr>
          <a:xfrm xmlns:a="http://schemas.openxmlformats.org/drawingml/2006/main">
            <a:off x="7848600" y="3000375"/>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특정 질문의 세부 근거</a:t>
            </a:r>
          </a:p>
        </p:txBody>
      </p:sp>
      <p:sp>
        <p:nvSpPr>
          <p:cNvPr id="22" name="">
            <a:extLst xmlns:a="http://schemas.openxmlformats.org/drawingml/2006/main">
              <a:ext uri="{FF2B5EF4-FFF2-40B4-BE49-F238E27FC236}">
                <a16:creationId xmlns:a16="http://schemas.microsoft.com/office/drawing/2014/main" id="{29300619-C0E2-43EB-B81F-AF27127BF4FA}"/>
              </a:ext>
            </a:extLst>
          </p:cNvPr>
          <p:cNvSpPr>
            <a:spLocks xmlns:a="http://schemas.openxmlformats.org/drawingml/2006/main" noGrp="1"/>
          </p:cNvSpPr>
          <p:nvPr/>
        </p:nvSpPr>
        <p:spPr>
          <a:xfrm xmlns:a="http://schemas.openxmlformats.org/drawingml/2006/main">
            <a:off x="6610350" y="35052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3" name="읽는 시점">
            <a:extLst xmlns:a="http://schemas.openxmlformats.org/drawingml/2006/main">
              <a:ext uri="{FF2B5EF4-FFF2-40B4-BE49-F238E27FC236}">
                <a16:creationId xmlns:a16="http://schemas.microsoft.com/office/drawing/2014/main" id="{700C9931-164D-43C9-B716-054D2F5CC18B}"/>
              </a:ext>
            </a:extLst>
          </p:cNvPr>
          <p:cNvSpPr>
            <a:spLocks xmlns:a="http://schemas.openxmlformats.org/drawingml/2006/main" noGrp="1"/>
          </p:cNvSpPr>
          <p:nvPr/>
        </p:nvSpPr>
        <p:spPr>
          <a:xfrm xmlns:a="http://schemas.openxmlformats.org/drawingml/2006/main">
            <a:off x="6610350" y="3638550"/>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읽는 시점</a:t>
            </a:r>
          </a:p>
        </p:txBody>
      </p:sp>
      <p:sp>
        <p:nvSpPr>
          <p:cNvPr id="24" name="해당 작업에 필요할 때">
            <a:extLst xmlns:a="http://schemas.openxmlformats.org/drawingml/2006/main">
              <a:ext uri="{FF2B5EF4-FFF2-40B4-BE49-F238E27FC236}">
                <a16:creationId xmlns:a16="http://schemas.microsoft.com/office/drawing/2014/main" id="{30773971-5F38-4F1E-AC1A-E56109A76099}"/>
              </a:ext>
            </a:extLst>
          </p:cNvPr>
          <p:cNvSpPr>
            <a:spLocks xmlns:a="http://schemas.openxmlformats.org/drawingml/2006/main" noGrp="1"/>
          </p:cNvSpPr>
          <p:nvPr/>
        </p:nvSpPr>
        <p:spPr>
          <a:xfrm xmlns:a="http://schemas.openxmlformats.org/drawingml/2006/main">
            <a:off x="7848600" y="3638550"/>
            <a:ext cx="3543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해당 작업에 필요할 때</a:t>
            </a:r>
          </a:p>
        </p:txBody>
      </p:sp>
      <p:sp>
        <p:nvSpPr>
          <p:cNvPr id="25" name="">
            <a:extLst xmlns:a="http://schemas.openxmlformats.org/drawingml/2006/main">
              <a:ext uri="{FF2B5EF4-FFF2-40B4-BE49-F238E27FC236}">
                <a16:creationId xmlns:a16="http://schemas.microsoft.com/office/drawing/2014/main" id="{74579A0C-8F9C-42B3-B601-9FEC67AF0698}"/>
              </a:ext>
            </a:extLst>
          </p:cNvPr>
          <p:cNvSpPr>
            <a:spLocks xmlns:a="http://schemas.openxmlformats.org/drawingml/2006/main" noGrp="1"/>
          </p:cNvSpPr>
          <p:nvPr/>
        </p:nvSpPr>
        <p:spPr>
          <a:xfrm xmlns:a="http://schemas.openxmlformats.org/drawingml/2006/main">
            <a:off x="6610350" y="4143375"/>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유지할 내용">
            <a:extLst xmlns:a="http://schemas.openxmlformats.org/drawingml/2006/main">
              <a:ext uri="{FF2B5EF4-FFF2-40B4-BE49-F238E27FC236}">
                <a16:creationId xmlns:a16="http://schemas.microsoft.com/office/drawing/2014/main" id="{6F8683D3-A82C-4261-B350-F8C28C56219B}"/>
              </a:ext>
            </a:extLst>
          </p:cNvPr>
          <p:cNvSpPr>
            <a:spLocks xmlns:a="http://schemas.openxmlformats.org/drawingml/2006/main" noGrp="1"/>
          </p:cNvSpPr>
          <p:nvPr/>
        </p:nvSpPr>
        <p:spPr>
          <a:xfrm xmlns:a="http://schemas.openxmlformats.org/drawingml/2006/main">
            <a:off x="6610350" y="4276725"/>
            <a:ext cx="1066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유지할 내용</a:t>
            </a:r>
          </a:p>
        </p:txBody>
      </p:sp>
      <p:sp>
        <p:nvSpPr>
          <p:cNvPr id="27" name="깊은 동작 명세 · 모듈 구조&#10;테스트 구성 · 장비 조건">
            <a:extLst xmlns:a="http://schemas.openxmlformats.org/drawingml/2006/main">
              <a:ext uri="{FF2B5EF4-FFF2-40B4-BE49-F238E27FC236}">
                <a16:creationId xmlns:a16="http://schemas.microsoft.com/office/drawing/2014/main" id="{E5EE8ADF-8C4C-4629-B834-9B995B9907E2}"/>
              </a:ext>
            </a:extLst>
          </p:cNvPr>
          <p:cNvSpPr>
            <a:spLocks xmlns:a="http://schemas.openxmlformats.org/drawingml/2006/main" noGrp="1"/>
          </p:cNvSpPr>
          <p:nvPr/>
        </p:nvSpPr>
        <p:spPr>
          <a:xfrm xmlns:a="http://schemas.openxmlformats.org/drawingml/2006/main">
            <a:off x="7848600" y="4276725"/>
            <a:ext cx="35433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깊은 동작 명세 · 모듈 구조</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테스트 구성 · 장비 조건</a:t>
            </a:r>
          </a:p>
        </p:txBody>
      </p:sp>
      <p:sp>
        <p:nvSpPr>
          <p:cNvPr id="28" name="C++에 적용하면">
            <a:extLst xmlns:a="http://schemas.openxmlformats.org/drawingml/2006/main">
              <a:ext uri="{FF2B5EF4-FFF2-40B4-BE49-F238E27FC236}">
                <a16:creationId xmlns:a16="http://schemas.microsoft.com/office/drawing/2014/main" id="{2FA28598-4B34-4655-A74E-6E6C3BCF43DE}"/>
              </a:ext>
            </a:extLst>
          </p:cNvPr>
          <p:cNvSpPr>
            <a:spLocks xmlns:a="http://schemas.openxmlformats.org/drawingml/2006/main" noGrp="1"/>
          </p:cNvSpPr>
          <p:nvPr/>
        </p:nvSpPr>
        <p:spPr>
          <a:xfrm xmlns:a="http://schemas.openxmlformats.org/drawingml/2006/main">
            <a:off x="609600" y="5353050"/>
            <a:ext cx="2286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C++에 적용하면</a:t>
            </a:r>
          </a:p>
        </p:txBody>
      </p:sp>
      <p:sp>
        <p:nvSpPr>
          <p:cNvPr id="29" name="공통 빌드·검증 진입점">
            <a:extLst xmlns:a="http://schemas.openxmlformats.org/drawingml/2006/main">
              <a:ext uri="{FF2B5EF4-FFF2-40B4-BE49-F238E27FC236}">
                <a16:creationId xmlns:a16="http://schemas.microsoft.com/office/drawing/2014/main" id="{D1EA21D1-71CA-4187-8CDB-C106119D5542}"/>
              </a:ext>
            </a:extLst>
          </p:cNvPr>
          <p:cNvSpPr>
            <a:spLocks xmlns:a="http://schemas.openxmlformats.org/drawingml/2006/main" noGrp="1"/>
          </p:cNvSpPr>
          <p:nvPr/>
        </p:nvSpPr>
        <p:spPr>
          <a:xfrm xmlns:a="http://schemas.openxmlformats.org/drawingml/2006/main">
            <a:off x="316230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공통 빌드·검증 진입점</a:t>
            </a:r>
          </a:p>
        </p:txBody>
      </p:sp>
      <p:sp>
        <p:nvSpPr>
          <p:cNvPr id="30" name="장비별 하드웨어 조건">
            <a:extLst xmlns:a="http://schemas.openxmlformats.org/drawingml/2006/main">
              <a:ext uri="{FF2B5EF4-FFF2-40B4-BE49-F238E27FC236}">
                <a16:creationId xmlns:a16="http://schemas.microsoft.com/office/drawing/2014/main" id="{839F1EAE-958A-45B1-A2A4-D464DCA2BC4C}"/>
              </a:ext>
            </a:extLst>
          </p:cNvPr>
          <p:cNvSpPr>
            <a:spLocks xmlns:a="http://schemas.openxmlformats.org/drawingml/2006/main" noGrp="1"/>
          </p:cNvSpPr>
          <p:nvPr/>
        </p:nvSpPr>
        <p:spPr>
          <a:xfrm xmlns:a="http://schemas.openxmlformats.org/drawingml/2006/main">
            <a:off x="7867650" y="5353050"/>
            <a:ext cx="3714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장비별 하드웨어 조건</a:t>
            </a:r>
          </a:p>
        </p:txBody>
      </p:sp>
      <p:sp>
        <p:nvSpPr>
          <p:cNvPr id="31" name="Legacy module connection">
            <a:extLst xmlns:a="http://schemas.openxmlformats.org/drawingml/2006/main">
              <a:ext uri="{FF2B5EF4-FFF2-40B4-BE49-F238E27FC236}">
                <a16:creationId xmlns:a16="http://schemas.microsoft.com/office/drawing/2014/main" id="{F1C0A8D3-A74F-4EF5-A76F-1749EC65756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935661649"/>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2" name="ACT 2 · 문서 재구성의 실제 전후">
            <a:extLst xmlns:a="http://schemas.openxmlformats.org/drawingml/2006/main">
              <a:ext uri="{FF2B5EF4-FFF2-40B4-BE49-F238E27FC236}">
                <a16:creationId xmlns:a16="http://schemas.microsoft.com/office/drawing/2014/main" id="{5CE58FBE-2C24-4706-AC2B-623585C9F11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문서 재구성의 실제 전후</a:t>
            </a:r>
          </a:p>
        </p:txBody>
      </p:sp>
      <p:sp>
        <p:nvSpPr>
          <p:cNvPr id="2" name="S46">
            <a:extLst xmlns:a="http://schemas.openxmlformats.org/drawingml/2006/main">
              <a:ext uri="{FF2B5EF4-FFF2-40B4-BE49-F238E27FC236}">
                <a16:creationId xmlns:a16="http://schemas.microsoft.com/office/drawing/2014/main" id="{1C0F2406-C351-4CAA-8CCD-0FAAF0F5FE6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S46</a:t>
            </a:r>
          </a:p>
        </p:txBody>
      </p:sp>
      <p:sp>
        <p:nvSpPr>
          <p:cNvPr id="3" name="정보를 지우지 않고 위치를 나누기">
            <a:extLst xmlns:a="http://schemas.openxmlformats.org/drawingml/2006/main">
              <a:ext uri="{FF2B5EF4-FFF2-40B4-BE49-F238E27FC236}">
                <a16:creationId xmlns:a16="http://schemas.microsoft.com/office/drawing/2014/main" id="{4D47FCFB-4059-4B50-A443-BE118D41EB0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정보를 지우지 않고 위치를 나누기</a:t>
            </a:r>
          </a:p>
        </p:txBody>
      </p:sp>
      <p:sp>
        <p:nvSpPr>
          <p:cNvPr id="4" name="">
            <a:extLst xmlns:a="http://schemas.openxmlformats.org/drawingml/2006/main">
              <a:ext uri="{FF2B5EF4-FFF2-40B4-BE49-F238E27FC236}">
                <a16:creationId xmlns:a16="http://schemas.microsoft.com/office/drawing/2014/main" id="{719EA22E-6981-4963-9F14-D350C0F4D58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2 → STATE-03 · 실제 문서 재구성의 요약 · 원본 실행 화면 아님">
            <a:extLst xmlns:a="http://schemas.openxmlformats.org/drawingml/2006/main">
              <a:ext uri="{FF2B5EF4-FFF2-40B4-BE49-F238E27FC236}">
                <a16:creationId xmlns:a16="http://schemas.microsoft.com/office/drawing/2014/main" id="{80425AAF-65C2-4498-840C-A67DE63D55F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STATE-02 → STATE-03 · 실제 문서 재구성의 요약 · 원본 실행 화면 아님</a:t>
            </a:r>
          </a:p>
        </p:txBody>
      </p:sp>
      <p:sp>
        <p:nvSpPr>
          <p:cNvPr id="6" name="핵심 정보 보존·재서술/상세화 포함 · 자동 탐색·성능·토큰 효과는 미검증">
            <a:extLst xmlns:a="http://schemas.openxmlformats.org/drawingml/2006/main">
              <a:ext uri="{FF2B5EF4-FFF2-40B4-BE49-F238E27FC236}">
                <a16:creationId xmlns:a16="http://schemas.microsoft.com/office/drawing/2014/main" id="{F5AF11EC-C858-464D-A21A-BA5192297B4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핵심 정보 보존·재서술/상세화 포함 · 자동 탐색·성능·토큰 효과는 미검증</a:t>
            </a:r>
          </a:p>
        </p:txBody>
      </p:sp>
      <p:sp>
        <p:nvSpPr>
          <p:cNvPr id="7" name="정리 기준을 실제 파일 구조에 적용했다">
            <a:extLst xmlns:a="http://schemas.openxmlformats.org/drawingml/2006/main">
              <a:ext uri="{FF2B5EF4-FFF2-40B4-BE49-F238E27FC236}">
                <a16:creationId xmlns:a16="http://schemas.microsoft.com/office/drawing/2014/main" id="{85234C10-9613-44F3-9D0E-DFCA29AE527A}"/>
              </a:ext>
            </a:extLst>
          </p:cNvPr>
          <p:cNvSpPr>
            <a:spLocks xmlns:a="http://schemas.openxmlformats.org/drawingml/2006/main" noGrp="1"/>
          </p:cNvSpPr>
          <p:nvPr/>
        </p:nvSpPr>
        <p:spPr>
          <a:xfrm xmlns:a="http://schemas.openxmlformats.org/drawingml/2006/main">
            <a:off x="609600" y="17526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정리 기준을 실제 파일 구조에 적용했다</a:t>
            </a:r>
          </a:p>
        </p:txBody>
      </p:sp>
      <p:sp>
        <p:nvSpPr>
          <p:cNvPr id="8" name="분리 전 · 한 문서에 함께">
            <a:extLst xmlns:a="http://schemas.openxmlformats.org/drawingml/2006/main">
              <a:ext uri="{FF2B5EF4-FFF2-40B4-BE49-F238E27FC236}">
                <a16:creationId xmlns:a16="http://schemas.microsoft.com/office/drawing/2014/main" id="{E4B64A21-3AB3-46C4-9DA6-DCD7A4389FAA}"/>
              </a:ext>
            </a:extLst>
          </p:cNvPr>
          <p:cNvSpPr>
            <a:spLocks xmlns:a="http://schemas.openxmlformats.org/drawingml/2006/main" noGrp="1"/>
          </p:cNvSpPr>
          <p:nvPr/>
        </p:nvSpPr>
        <p:spPr>
          <a:xfrm xmlns:a="http://schemas.openxmlformats.org/drawingml/2006/main">
            <a:off x="609600" y="2324100"/>
            <a:ext cx="43243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분리 전 · 한 문서에 함께</a:t>
            </a:r>
          </a:p>
        </p:txBody>
      </p:sp>
      <p:sp>
        <p:nvSpPr>
          <p:cNvPr id="9" name="분리 후 · 주제별로 배치">
            <a:extLst xmlns:a="http://schemas.openxmlformats.org/drawingml/2006/main">
              <a:ext uri="{FF2B5EF4-FFF2-40B4-BE49-F238E27FC236}">
                <a16:creationId xmlns:a16="http://schemas.microsoft.com/office/drawing/2014/main" id="{73C34D19-ABCC-4810-B9AA-F1B18C0F52C7}"/>
              </a:ext>
            </a:extLst>
          </p:cNvPr>
          <p:cNvSpPr>
            <a:spLocks xmlns:a="http://schemas.openxmlformats.org/drawingml/2006/main" noGrp="1"/>
          </p:cNvSpPr>
          <p:nvPr/>
        </p:nvSpPr>
        <p:spPr>
          <a:xfrm xmlns:a="http://schemas.openxmlformats.org/drawingml/2006/main">
            <a:off x="6896100" y="2324100"/>
            <a:ext cx="4686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분리 후 · 주제별로 배치</a:t>
            </a:r>
          </a:p>
        </p:txBody>
      </p:sp>
      <p:sp>
        <p:nvSpPr>
          <p:cNvPr id="10" name="">
            <a:extLst xmlns:a="http://schemas.openxmlformats.org/drawingml/2006/main">
              <a:ext uri="{FF2B5EF4-FFF2-40B4-BE49-F238E27FC236}">
                <a16:creationId xmlns:a16="http://schemas.microsoft.com/office/drawing/2014/main" id="{A42256B4-4EF5-4997-8CC4-8E3E6BCBC685}"/>
              </a:ext>
            </a:extLst>
          </p:cNvPr>
          <p:cNvSpPr>
            <a:spLocks xmlns:a="http://schemas.openxmlformats.org/drawingml/2006/main" noGrp="1"/>
          </p:cNvSpPr>
          <p:nvPr/>
        </p:nvSpPr>
        <p:spPr>
          <a:xfrm xmlns:a="http://schemas.openxmlformats.org/drawingml/2006/main">
            <a:off x="609600" y="2724150"/>
            <a:ext cx="4324350" cy="24003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AGENTS.md">
            <a:extLst xmlns:a="http://schemas.openxmlformats.org/drawingml/2006/main">
              <a:ext uri="{FF2B5EF4-FFF2-40B4-BE49-F238E27FC236}">
                <a16:creationId xmlns:a16="http://schemas.microsoft.com/office/drawing/2014/main" id="{B81845F1-3EDA-4A21-B79F-D5F04FC74303}"/>
              </a:ext>
            </a:extLst>
          </p:cNvPr>
          <p:cNvSpPr>
            <a:spLocks xmlns:a="http://schemas.openxmlformats.org/drawingml/2006/main" noGrp="1"/>
          </p:cNvSpPr>
          <p:nvPr/>
        </p:nvSpPr>
        <p:spPr>
          <a:xfrm xmlns:a="http://schemas.openxmlformats.org/drawingml/2006/main">
            <a:off x="838200" y="2857500"/>
            <a:ext cx="3867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AGENTS.md</a:t>
            </a:r>
          </a:p>
        </p:txBody>
      </p:sp>
      <p:sp>
        <p:nvSpPr>
          <p:cNvPr id="12" name="">
            <a:extLst xmlns:a="http://schemas.openxmlformats.org/drawingml/2006/main">
              <a:ext uri="{FF2B5EF4-FFF2-40B4-BE49-F238E27FC236}">
                <a16:creationId xmlns:a16="http://schemas.microsoft.com/office/drawing/2014/main" id="{D05D38E3-90A7-420A-9801-0C2696E74FA1}"/>
              </a:ext>
            </a:extLst>
          </p:cNvPr>
          <p:cNvSpPr>
            <a:spLocks xmlns:a="http://schemas.openxmlformats.org/drawingml/2006/main" noGrp="1"/>
          </p:cNvSpPr>
          <p:nvPr/>
        </p:nvSpPr>
        <p:spPr>
          <a:xfrm xmlns:a="http://schemas.openxmlformats.org/drawingml/2006/main">
            <a:off x="800100" y="3352800"/>
            <a:ext cx="3943350" cy="3810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3" name="기본 안내 · 목적/제약/검증">
            <a:extLst xmlns:a="http://schemas.openxmlformats.org/drawingml/2006/main">
              <a:ext uri="{FF2B5EF4-FFF2-40B4-BE49-F238E27FC236}">
                <a16:creationId xmlns:a16="http://schemas.microsoft.com/office/drawing/2014/main" id="{5EA0AE38-7243-4CBB-8816-2A789D17F7A0}"/>
              </a:ext>
            </a:extLst>
          </p:cNvPr>
          <p:cNvSpPr>
            <a:spLocks xmlns:a="http://schemas.openxmlformats.org/drawingml/2006/main" noGrp="1"/>
          </p:cNvSpPr>
          <p:nvPr/>
        </p:nvSpPr>
        <p:spPr>
          <a:xfrm xmlns:a="http://schemas.openxmlformats.org/drawingml/2006/main">
            <a:off x="914400" y="3371850"/>
            <a:ext cx="3714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기본 안내 · 목적/제약/검증</a:t>
            </a:r>
          </a:p>
        </p:txBody>
      </p:sp>
      <p:sp>
        <p:nvSpPr>
          <p:cNvPr id="14" name="">
            <a:extLst xmlns:a="http://schemas.openxmlformats.org/drawingml/2006/main">
              <a:ext uri="{FF2B5EF4-FFF2-40B4-BE49-F238E27FC236}">
                <a16:creationId xmlns:a16="http://schemas.microsoft.com/office/drawing/2014/main" id="{BE78AFFB-CEFD-4728-824D-6B2E2CC362F8}"/>
              </a:ext>
            </a:extLst>
          </p:cNvPr>
          <p:cNvSpPr>
            <a:spLocks xmlns:a="http://schemas.openxmlformats.org/drawingml/2006/main" noGrp="1"/>
          </p:cNvSpPr>
          <p:nvPr/>
        </p:nvSpPr>
        <p:spPr>
          <a:xfrm xmlns:a="http://schemas.openxmlformats.org/drawingml/2006/main">
            <a:off x="6896100" y="2724150"/>
            <a:ext cx="4686300" cy="97155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5" name="AGENTS.md">
            <a:extLst xmlns:a="http://schemas.openxmlformats.org/drawingml/2006/main">
              <a:ext uri="{FF2B5EF4-FFF2-40B4-BE49-F238E27FC236}">
                <a16:creationId xmlns:a16="http://schemas.microsoft.com/office/drawing/2014/main" id="{9685986F-A0AF-4B7F-9A78-63A1849BF5CB}"/>
              </a:ext>
            </a:extLst>
          </p:cNvPr>
          <p:cNvSpPr>
            <a:spLocks xmlns:a="http://schemas.openxmlformats.org/drawingml/2006/main" noGrp="1"/>
          </p:cNvSpPr>
          <p:nvPr/>
        </p:nvSpPr>
        <p:spPr>
          <a:xfrm xmlns:a="http://schemas.openxmlformats.org/drawingml/2006/main">
            <a:off x="7124700" y="2857500"/>
            <a:ext cx="4229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Consolas"/>
                <a:ea typeface="Consolas"/>
                <a:cs typeface="Consolas"/>
              </a:defRPr>
            </a:defPPr>
            <a:lvl1pPr algn="l">
              <a:defRPr sz="2175" b="1">
                <a:solidFill>
                  <a:srgbClr val="0B6172"/>
                </a:solidFill>
                <a:latin typeface="Consolas"/>
                <a:ea typeface="Consolas"/>
                <a:cs typeface="Consolas"/>
              </a:defRPr>
            </a:lvl1pPr>
            <a:lvl2pPr algn="l">
              <a:defRPr sz="2175" b="1">
                <a:solidFill>
                  <a:srgbClr val="0B6172"/>
                </a:solidFill>
                <a:latin typeface="Consolas"/>
                <a:ea typeface="Consolas"/>
                <a:cs typeface="Consolas"/>
              </a:defRPr>
            </a:lvl2pPr>
            <a:lvl3pPr algn="l">
              <a:defRPr sz="2175" b="1">
                <a:solidFill>
                  <a:srgbClr val="0B6172"/>
                </a:solidFill>
                <a:latin typeface="Consolas"/>
                <a:ea typeface="Consolas"/>
                <a:cs typeface="Consolas"/>
              </a:defRPr>
            </a:lvl3pPr>
            <a:lvl4pPr algn="l">
              <a:defRPr sz="2175" b="1">
                <a:solidFill>
                  <a:srgbClr val="0B6172"/>
                </a:solidFill>
                <a:latin typeface="Consolas"/>
                <a:ea typeface="Consolas"/>
                <a:cs typeface="Consolas"/>
              </a:defRPr>
            </a:lvl4pPr>
            <a:lvl5pPr algn="l">
              <a:defRPr sz="2175" b="1">
                <a:solidFill>
                  <a:srgbClr val="0B6172"/>
                </a:solidFill>
                <a:latin typeface="Consolas"/>
                <a:ea typeface="Consolas"/>
                <a:cs typeface="Consolas"/>
              </a:defRPr>
            </a:lvl5pPr>
            <a:lvl6pPr algn="l">
              <a:defRPr sz="2175" b="1">
                <a:solidFill>
                  <a:srgbClr val="0B6172"/>
                </a:solidFill>
                <a:latin typeface="Consolas"/>
                <a:ea typeface="Consolas"/>
                <a:cs typeface="Consolas"/>
              </a:defRPr>
            </a:lvl6pPr>
            <a:lvl7pPr algn="l">
              <a:defRPr sz="2175" b="1">
                <a:solidFill>
                  <a:srgbClr val="0B6172"/>
                </a:solidFill>
                <a:latin typeface="Consolas"/>
                <a:ea typeface="Consolas"/>
                <a:cs typeface="Consolas"/>
              </a:defRPr>
            </a:lvl7pPr>
            <a:lvl8pPr algn="l">
              <a:defRPr sz="2175" b="1">
                <a:solidFill>
                  <a:srgbClr val="0B6172"/>
                </a:solidFill>
                <a:latin typeface="Consolas"/>
                <a:ea typeface="Consolas"/>
                <a:cs typeface="Consolas"/>
              </a:defRPr>
            </a:lvl8pPr>
            <a:lvl9pPr algn="l">
              <a:defRPr sz="2175" b="1">
                <a:solidFill>
                  <a:srgbClr val="0B6172"/>
                </a:solidFill>
                <a:latin typeface="Consolas"/>
                <a:ea typeface="Consolas"/>
                <a:cs typeface="Consolas"/>
              </a:defRPr>
            </a:lvl9pPr>
          </a:lstStyle>
          <a:p xmlns:a="http://schemas.openxmlformats.org/drawingml/2006/main">
            <a:pPr algn="l">
              <a:defRPr sz="2175" b="1">
                <a:solidFill>
                  <a:srgbClr val="0B6172"/>
                </a:solidFill>
                <a:latin typeface="Consolas"/>
                <a:ea typeface="Consolas"/>
                <a:cs typeface="Consolas"/>
              </a:defRPr>
            </a:pPr>
            <a:r>
              <a:rPr sz="2175" b="1">
                <a:solidFill>
                  <a:srgbClr val="0B6172"/>
                </a:solidFill>
                <a:latin typeface="Consolas"/>
                <a:ea typeface="Consolas"/>
                <a:cs typeface="Consolas"/>
              </a:rPr>
              <a:t>AGENTS.md</a:t>
            </a:r>
          </a:p>
        </p:txBody>
      </p:sp>
      <p:sp>
        <p:nvSpPr>
          <p:cNvPr id="16" name="기본 안내 + 문서 위치 안내">
            <a:extLst xmlns:a="http://schemas.openxmlformats.org/drawingml/2006/main">
              <a:ext uri="{FF2B5EF4-FFF2-40B4-BE49-F238E27FC236}">
                <a16:creationId xmlns:a16="http://schemas.microsoft.com/office/drawing/2014/main" id="{4F0361AF-8F34-4273-9B02-653BD9ED4159}"/>
              </a:ext>
            </a:extLst>
          </p:cNvPr>
          <p:cNvSpPr>
            <a:spLocks xmlns:a="http://schemas.openxmlformats.org/drawingml/2006/main" noGrp="1"/>
          </p:cNvSpPr>
          <p:nvPr/>
        </p:nvSpPr>
        <p:spPr>
          <a:xfrm xmlns:a="http://schemas.openxmlformats.org/drawingml/2006/main">
            <a:off x="7124700" y="3352800"/>
            <a:ext cx="4229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기본 안내 + 문서 위치 안내</a:t>
            </a:r>
          </a:p>
        </p:txBody>
      </p:sp>
      <p:sp>
        <p:nvSpPr>
          <p:cNvPr id="17" name="">
            <a:extLst xmlns:a="http://schemas.openxmlformats.org/drawingml/2006/main">
              <a:ext uri="{FF2B5EF4-FFF2-40B4-BE49-F238E27FC236}">
                <a16:creationId xmlns:a16="http://schemas.microsoft.com/office/drawing/2014/main" id="{79227505-472C-4DCD-A903-E961F1CD98C7}"/>
              </a:ext>
            </a:extLst>
          </p:cNvPr>
          <p:cNvSpPr>
            <a:spLocks xmlns:a="http://schemas.openxmlformats.org/drawingml/2006/main" noGrp="1"/>
          </p:cNvSpPr>
          <p:nvPr/>
        </p:nvSpPr>
        <p:spPr>
          <a:xfrm xmlns:a="http://schemas.openxmlformats.org/drawingml/2006/main">
            <a:off x="5429250" y="3429000"/>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9E7BFCE-4753-4E72-8948-F56303DA26D2}"/>
              </a:ext>
            </a:extLst>
          </p:cNvPr>
          <p:cNvSpPr>
            <a:spLocks xmlns:a="http://schemas.openxmlformats.org/drawingml/2006/main" noGrp="1"/>
          </p:cNvSpPr>
          <p:nvPr/>
        </p:nvSpPr>
        <p:spPr>
          <a:xfrm xmlns:a="http://schemas.openxmlformats.org/drawingml/2006/main">
            <a:off x="838200" y="37909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A">
            <a:extLst xmlns:a="http://schemas.openxmlformats.org/drawingml/2006/main">
              <a:ext uri="{FF2B5EF4-FFF2-40B4-BE49-F238E27FC236}">
                <a16:creationId xmlns:a16="http://schemas.microsoft.com/office/drawing/2014/main" id="{65CC1C9F-0879-44EF-BEC2-C65941644C05}"/>
              </a:ext>
            </a:extLst>
          </p:cNvPr>
          <p:cNvSpPr>
            <a:spLocks xmlns:a="http://schemas.openxmlformats.org/drawingml/2006/main" noGrp="1"/>
          </p:cNvSpPr>
          <p:nvPr/>
        </p:nvSpPr>
        <p:spPr>
          <a:xfrm xmlns:a="http://schemas.openxmlformats.org/drawingml/2006/main">
            <a:off x="914400" y="38290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A</a:t>
            </a:r>
          </a:p>
        </p:txBody>
      </p:sp>
      <p:sp>
        <p:nvSpPr>
          <p:cNvPr id="20" name="구조 · CLI 요약">
            <a:extLst xmlns:a="http://schemas.openxmlformats.org/drawingml/2006/main">
              <a:ext uri="{FF2B5EF4-FFF2-40B4-BE49-F238E27FC236}">
                <a16:creationId xmlns:a16="http://schemas.microsoft.com/office/drawing/2014/main" id="{0FBAC436-9CED-40F0-8942-AE117DC7F0CB}"/>
              </a:ext>
            </a:extLst>
          </p:cNvPr>
          <p:cNvSpPr>
            <a:spLocks xmlns:a="http://schemas.openxmlformats.org/drawingml/2006/main" noGrp="1"/>
          </p:cNvSpPr>
          <p:nvPr/>
        </p:nvSpPr>
        <p:spPr>
          <a:xfrm xmlns:a="http://schemas.openxmlformats.org/drawingml/2006/main">
            <a:off x="1409700" y="38290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구조 · CLI 요약</a:t>
            </a:r>
          </a:p>
        </p:txBody>
      </p:sp>
      <p:sp>
        <p:nvSpPr>
          <p:cNvPr id="21" name="">
            <a:extLst xmlns:a="http://schemas.openxmlformats.org/drawingml/2006/main">
              <a:ext uri="{FF2B5EF4-FFF2-40B4-BE49-F238E27FC236}">
                <a16:creationId xmlns:a16="http://schemas.microsoft.com/office/drawing/2014/main" id="{4E6FC06C-0A7F-4E7F-864E-6A02B0EF4336}"/>
              </a:ext>
            </a:extLst>
          </p:cNvPr>
          <p:cNvSpPr>
            <a:spLocks xmlns:a="http://schemas.openxmlformats.org/drawingml/2006/main" noGrp="1"/>
          </p:cNvSpPr>
          <p:nvPr/>
        </p:nvSpPr>
        <p:spPr>
          <a:xfrm xmlns:a="http://schemas.openxmlformats.org/drawingml/2006/main">
            <a:off x="5429250" y="38957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B57C074F-D21F-4D49-BF8A-97B4F939205F}"/>
              </a:ext>
            </a:extLst>
          </p:cNvPr>
          <p:cNvSpPr>
            <a:spLocks xmlns:a="http://schemas.openxmlformats.org/drawingml/2006/main" noGrp="1"/>
          </p:cNvSpPr>
          <p:nvPr/>
        </p:nvSpPr>
        <p:spPr>
          <a:xfrm xmlns:a="http://schemas.openxmlformats.org/drawingml/2006/main">
            <a:off x="6896100" y="38290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3" name="A">
            <a:extLst xmlns:a="http://schemas.openxmlformats.org/drawingml/2006/main">
              <a:ext uri="{FF2B5EF4-FFF2-40B4-BE49-F238E27FC236}">
                <a16:creationId xmlns:a16="http://schemas.microsoft.com/office/drawing/2014/main" id="{2F5F765A-4799-474E-8522-629FE4614110}"/>
              </a:ext>
            </a:extLst>
          </p:cNvPr>
          <p:cNvSpPr>
            <a:spLocks xmlns:a="http://schemas.openxmlformats.org/drawingml/2006/main" noGrp="1"/>
          </p:cNvSpPr>
          <p:nvPr/>
        </p:nvSpPr>
        <p:spPr>
          <a:xfrm xmlns:a="http://schemas.openxmlformats.org/drawingml/2006/main">
            <a:off x="7086600" y="38481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A</a:t>
            </a:r>
          </a:p>
        </p:txBody>
      </p:sp>
      <p:sp>
        <p:nvSpPr>
          <p:cNvPr id="24" name="docs/architecture.md">
            <a:extLst xmlns:a="http://schemas.openxmlformats.org/drawingml/2006/main">
              <a:ext uri="{FF2B5EF4-FFF2-40B4-BE49-F238E27FC236}">
                <a16:creationId xmlns:a16="http://schemas.microsoft.com/office/drawing/2014/main" id="{29B5274E-B58D-4E12-8D58-F6CE3BC4EB18}"/>
              </a:ext>
            </a:extLst>
          </p:cNvPr>
          <p:cNvSpPr>
            <a:spLocks xmlns:a="http://schemas.openxmlformats.org/drawingml/2006/main" noGrp="1"/>
          </p:cNvSpPr>
          <p:nvPr/>
        </p:nvSpPr>
        <p:spPr>
          <a:xfrm xmlns:a="http://schemas.openxmlformats.org/drawingml/2006/main">
            <a:off x="7562850" y="38481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docs/architecture.md</a:t>
            </a:r>
          </a:p>
        </p:txBody>
      </p:sp>
      <p:sp>
        <p:nvSpPr>
          <p:cNvPr id="25" name="">
            <a:extLst xmlns:a="http://schemas.openxmlformats.org/drawingml/2006/main">
              <a:ext uri="{FF2B5EF4-FFF2-40B4-BE49-F238E27FC236}">
                <a16:creationId xmlns:a16="http://schemas.microsoft.com/office/drawing/2014/main" id="{DC6A0B3C-CB82-4873-9856-205E15BE37B2}"/>
              </a:ext>
            </a:extLst>
          </p:cNvPr>
          <p:cNvSpPr>
            <a:spLocks xmlns:a="http://schemas.openxmlformats.org/drawingml/2006/main" noGrp="1"/>
          </p:cNvSpPr>
          <p:nvPr/>
        </p:nvSpPr>
        <p:spPr>
          <a:xfrm xmlns:a="http://schemas.openxmlformats.org/drawingml/2006/main">
            <a:off x="838200" y="42481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6" name="B">
            <a:extLst xmlns:a="http://schemas.openxmlformats.org/drawingml/2006/main">
              <a:ext uri="{FF2B5EF4-FFF2-40B4-BE49-F238E27FC236}">
                <a16:creationId xmlns:a16="http://schemas.microsoft.com/office/drawing/2014/main" id="{71FDCE9B-932F-48DB-A0FA-A8949172E440}"/>
              </a:ext>
            </a:extLst>
          </p:cNvPr>
          <p:cNvSpPr>
            <a:spLocks xmlns:a="http://schemas.openxmlformats.org/drawingml/2006/main" noGrp="1"/>
          </p:cNvSpPr>
          <p:nvPr/>
        </p:nvSpPr>
        <p:spPr>
          <a:xfrm xmlns:a="http://schemas.openxmlformats.org/drawingml/2006/main">
            <a:off x="914400" y="42862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B</a:t>
            </a:r>
          </a:p>
        </p:txBody>
      </p:sp>
      <p:sp>
        <p:nvSpPr>
          <p:cNvPr id="27" name="이미지 명세">
            <a:extLst xmlns:a="http://schemas.openxmlformats.org/drawingml/2006/main">
              <a:ext uri="{FF2B5EF4-FFF2-40B4-BE49-F238E27FC236}">
                <a16:creationId xmlns:a16="http://schemas.microsoft.com/office/drawing/2014/main" id="{41494954-D4D0-4E10-AB46-C332FD445DB8}"/>
              </a:ext>
            </a:extLst>
          </p:cNvPr>
          <p:cNvSpPr>
            <a:spLocks xmlns:a="http://schemas.openxmlformats.org/drawingml/2006/main" noGrp="1"/>
          </p:cNvSpPr>
          <p:nvPr/>
        </p:nvSpPr>
        <p:spPr>
          <a:xfrm xmlns:a="http://schemas.openxmlformats.org/drawingml/2006/main">
            <a:off x="1409700" y="42862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이미지 명세</a:t>
            </a:r>
          </a:p>
        </p:txBody>
      </p:sp>
      <p:sp>
        <p:nvSpPr>
          <p:cNvPr id="28" name="">
            <a:extLst xmlns:a="http://schemas.openxmlformats.org/drawingml/2006/main">
              <a:ext uri="{FF2B5EF4-FFF2-40B4-BE49-F238E27FC236}">
                <a16:creationId xmlns:a16="http://schemas.microsoft.com/office/drawing/2014/main" id="{91827931-1F89-44E5-BC32-55D354B9C62F}"/>
              </a:ext>
            </a:extLst>
          </p:cNvPr>
          <p:cNvSpPr>
            <a:spLocks xmlns:a="http://schemas.openxmlformats.org/drawingml/2006/main" noGrp="1"/>
          </p:cNvSpPr>
          <p:nvPr/>
        </p:nvSpPr>
        <p:spPr>
          <a:xfrm xmlns:a="http://schemas.openxmlformats.org/drawingml/2006/main">
            <a:off x="5429250" y="43529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9" name="">
            <a:extLst xmlns:a="http://schemas.openxmlformats.org/drawingml/2006/main">
              <a:ext uri="{FF2B5EF4-FFF2-40B4-BE49-F238E27FC236}">
                <a16:creationId xmlns:a16="http://schemas.microsoft.com/office/drawing/2014/main" id="{A26691C3-72A9-4B70-9373-13628E825963}"/>
              </a:ext>
            </a:extLst>
          </p:cNvPr>
          <p:cNvSpPr>
            <a:spLocks xmlns:a="http://schemas.openxmlformats.org/drawingml/2006/main" noGrp="1"/>
          </p:cNvSpPr>
          <p:nvPr/>
        </p:nvSpPr>
        <p:spPr>
          <a:xfrm xmlns:a="http://schemas.openxmlformats.org/drawingml/2006/main">
            <a:off x="6896100" y="42862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0" name="B">
            <a:extLst xmlns:a="http://schemas.openxmlformats.org/drawingml/2006/main">
              <a:ext uri="{FF2B5EF4-FFF2-40B4-BE49-F238E27FC236}">
                <a16:creationId xmlns:a16="http://schemas.microsoft.com/office/drawing/2014/main" id="{CFD72E43-5BD4-4A33-9D0A-4C4C05A78DE0}"/>
              </a:ext>
            </a:extLst>
          </p:cNvPr>
          <p:cNvSpPr>
            <a:spLocks xmlns:a="http://schemas.openxmlformats.org/drawingml/2006/main" noGrp="1"/>
          </p:cNvSpPr>
          <p:nvPr/>
        </p:nvSpPr>
        <p:spPr>
          <a:xfrm xmlns:a="http://schemas.openxmlformats.org/drawingml/2006/main">
            <a:off x="7086600" y="43053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B</a:t>
            </a:r>
          </a:p>
        </p:txBody>
      </p:sp>
      <p:sp>
        <p:nvSpPr>
          <p:cNvPr id="31" name="docs/image-contracts.md">
            <a:extLst xmlns:a="http://schemas.openxmlformats.org/drawingml/2006/main">
              <a:ext uri="{FF2B5EF4-FFF2-40B4-BE49-F238E27FC236}">
                <a16:creationId xmlns:a16="http://schemas.microsoft.com/office/drawing/2014/main" id="{978C7650-F567-4195-A91D-61A3A39E3570}"/>
              </a:ext>
            </a:extLst>
          </p:cNvPr>
          <p:cNvSpPr>
            <a:spLocks xmlns:a="http://schemas.openxmlformats.org/drawingml/2006/main" noGrp="1"/>
          </p:cNvSpPr>
          <p:nvPr/>
        </p:nvSpPr>
        <p:spPr>
          <a:xfrm xmlns:a="http://schemas.openxmlformats.org/drawingml/2006/main">
            <a:off x="7562850" y="43053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32" name="">
            <a:extLst xmlns:a="http://schemas.openxmlformats.org/drawingml/2006/main">
              <a:ext uri="{FF2B5EF4-FFF2-40B4-BE49-F238E27FC236}">
                <a16:creationId xmlns:a16="http://schemas.microsoft.com/office/drawing/2014/main" id="{989F1042-6575-4E90-BBDB-F21F110BAFC3}"/>
              </a:ext>
            </a:extLst>
          </p:cNvPr>
          <p:cNvSpPr>
            <a:spLocks xmlns:a="http://schemas.openxmlformats.org/drawingml/2006/main" noGrp="1"/>
          </p:cNvSpPr>
          <p:nvPr/>
        </p:nvSpPr>
        <p:spPr>
          <a:xfrm xmlns:a="http://schemas.openxmlformats.org/drawingml/2006/main">
            <a:off x="838200" y="4705350"/>
            <a:ext cx="38671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33" name="C">
            <a:extLst xmlns:a="http://schemas.openxmlformats.org/drawingml/2006/main">
              <a:ext uri="{FF2B5EF4-FFF2-40B4-BE49-F238E27FC236}">
                <a16:creationId xmlns:a16="http://schemas.microsoft.com/office/drawing/2014/main" id="{1030568D-02CA-43DA-A58A-25ACCE753E55}"/>
              </a:ext>
            </a:extLst>
          </p:cNvPr>
          <p:cNvSpPr>
            <a:spLocks xmlns:a="http://schemas.openxmlformats.org/drawingml/2006/main" noGrp="1"/>
          </p:cNvSpPr>
          <p:nvPr/>
        </p:nvSpPr>
        <p:spPr>
          <a:xfrm xmlns:a="http://schemas.openxmlformats.org/drawingml/2006/main">
            <a:off x="914400" y="4743450"/>
            <a:ext cx="3619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Consolas"/>
                <a:ea typeface="Consolas"/>
                <a:cs typeface="Consolas"/>
              </a:defRPr>
            </a:defPPr>
            <a:lvl1pPr algn="l">
              <a:defRPr sz="1875" b="1">
                <a:solidFill>
                  <a:srgbClr val="0B6172"/>
                </a:solidFill>
                <a:latin typeface="Consolas"/>
                <a:ea typeface="Consolas"/>
                <a:cs typeface="Consolas"/>
              </a:defRPr>
            </a:lvl1pPr>
            <a:lvl2pPr algn="l">
              <a:defRPr sz="1875" b="1">
                <a:solidFill>
                  <a:srgbClr val="0B6172"/>
                </a:solidFill>
                <a:latin typeface="Consolas"/>
                <a:ea typeface="Consolas"/>
                <a:cs typeface="Consolas"/>
              </a:defRPr>
            </a:lvl2pPr>
            <a:lvl3pPr algn="l">
              <a:defRPr sz="1875" b="1">
                <a:solidFill>
                  <a:srgbClr val="0B6172"/>
                </a:solidFill>
                <a:latin typeface="Consolas"/>
                <a:ea typeface="Consolas"/>
                <a:cs typeface="Consolas"/>
              </a:defRPr>
            </a:lvl3pPr>
            <a:lvl4pPr algn="l">
              <a:defRPr sz="1875" b="1">
                <a:solidFill>
                  <a:srgbClr val="0B6172"/>
                </a:solidFill>
                <a:latin typeface="Consolas"/>
                <a:ea typeface="Consolas"/>
                <a:cs typeface="Consolas"/>
              </a:defRPr>
            </a:lvl4pPr>
            <a:lvl5pPr algn="l">
              <a:defRPr sz="1875" b="1">
                <a:solidFill>
                  <a:srgbClr val="0B6172"/>
                </a:solidFill>
                <a:latin typeface="Consolas"/>
                <a:ea typeface="Consolas"/>
                <a:cs typeface="Consolas"/>
              </a:defRPr>
            </a:lvl5pPr>
            <a:lvl6pPr algn="l">
              <a:defRPr sz="1875" b="1">
                <a:solidFill>
                  <a:srgbClr val="0B6172"/>
                </a:solidFill>
                <a:latin typeface="Consolas"/>
                <a:ea typeface="Consolas"/>
                <a:cs typeface="Consolas"/>
              </a:defRPr>
            </a:lvl6pPr>
            <a:lvl7pPr algn="l">
              <a:defRPr sz="1875" b="1">
                <a:solidFill>
                  <a:srgbClr val="0B6172"/>
                </a:solidFill>
                <a:latin typeface="Consolas"/>
                <a:ea typeface="Consolas"/>
                <a:cs typeface="Consolas"/>
              </a:defRPr>
            </a:lvl7pPr>
            <a:lvl8pPr algn="l">
              <a:defRPr sz="1875" b="1">
                <a:solidFill>
                  <a:srgbClr val="0B6172"/>
                </a:solidFill>
                <a:latin typeface="Consolas"/>
                <a:ea typeface="Consolas"/>
                <a:cs typeface="Consolas"/>
              </a:defRPr>
            </a:lvl8pPr>
            <a:lvl9pPr algn="l">
              <a:defRPr sz="1875" b="1">
                <a:solidFill>
                  <a:srgbClr val="0B6172"/>
                </a:solidFill>
                <a:latin typeface="Consolas"/>
                <a:ea typeface="Consolas"/>
                <a:cs typeface="Consolas"/>
              </a:defRPr>
            </a:lvl9pPr>
          </a:lstStyle>
          <a:p xmlns:a="http://schemas.openxmlformats.org/drawingml/2006/main">
            <a:pPr algn="l">
              <a:defRPr sz="1875" b="1">
                <a:solidFill>
                  <a:srgbClr val="0B6172"/>
                </a:solidFill>
                <a:latin typeface="Consolas"/>
                <a:ea typeface="Consolas"/>
                <a:cs typeface="Consolas"/>
              </a:defRPr>
            </a:pPr>
            <a:r>
              <a:rPr sz="1875" b="1">
                <a:solidFill>
                  <a:srgbClr val="0B6172"/>
                </a:solidFill>
                <a:latin typeface="Consolas"/>
                <a:ea typeface="Consolas"/>
                <a:cs typeface="Consolas"/>
              </a:rPr>
              <a:t>C</a:t>
            </a:r>
          </a:p>
        </p:txBody>
      </p:sp>
      <p:sp>
        <p:nvSpPr>
          <p:cNvPr id="34" name="테스트 구성">
            <a:extLst xmlns:a="http://schemas.openxmlformats.org/drawingml/2006/main">
              <a:ext uri="{FF2B5EF4-FFF2-40B4-BE49-F238E27FC236}">
                <a16:creationId xmlns:a16="http://schemas.microsoft.com/office/drawing/2014/main" id="{9152F56B-A670-4219-8052-1C35495322E8}"/>
              </a:ext>
            </a:extLst>
          </p:cNvPr>
          <p:cNvSpPr>
            <a:spLocks xmlns:a="http://schemas.openxmlformats.org/drawingml/2006/main" noGrp="1"/>
          </p:cNvSpPr>
          <p:nvPr/>
        </p:nvSpPr>
        <p:spPr>
          <a:xfrm xmlns:a="http://schemas.openxmlformats.org/drawingml/2006/main">
            <a:off x="1409700" y="4743450"/>
            <a:ext cx="3295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테스트 구성</a:t>
            </a:r>
          </a:p>
        </p:txBody>
      </p:sp>
      <p:sp>
        <p:nvSpPr>
          <p:cNvPr id="35" name="">
            <a:extLst xmlns:a="http://schemas.openxmlformats.org/drawingml/2006/main">
              <a:ext uri="{FF2B5EF4-FFF2-40B4-BE49-F238E27FC236}">
                <a16:creationId xmlns:a16="http://schemas.microsoft.com/office/drawing/2014/main" id="{01138491-3322-4F29-99E9-65CE9C39FF8F}"/>
              </a:ext>
            </a:extLst>
          </p:cNvPr>
          <p:cNvSpPr>
            <a:spLocks xmlns:a="http://schemas.openxmlformats.org/drawingml/2006/main" noGrp="1"/>
          </p:cNvSpPr>
          <p:nvPr/>
        </p:nvSpPr>
        <p:spPr>
          <a:xfrm xmlns:a="http://schemas.openxmlformats.org/drawingml/2006/main">
            <a:off x="5429250" y="4810125"/>
            <a:ext cx="876300" cy="2095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6" name="">
            <a:extLst xmlns:a="http://schemas.openxmlformats.org/drawingml/2006/main">
              <a:ext uri="{FF2B5EF4-FFF2-40B4-BE49-F238E27FC236}">
                <a16:creationId xmlns:a16="http://schemas.microsoft.com/office/drawing/2014/main" id="{9FC1DDA8-6DEA-4080-9936-EABC25F65E66}"/>
              </a:ext>
            </a:extLst>
          </p:cNvPr>
          <p:cNvSpPr>
            <a:spLocks xmlns:a="http://schemas.openxmlformats.org/drawingml/2006/main" noGrp="1"/>
          </p:cNvSpPr>
          <p:nvPr/>
        </p:nvSpPr>
        <p:spPr>
          <a:xfrm xmlns:a="http://schemas.openxmlformats.org/drawingml/2006/main">
            <a:off x="6896100" y="4743450"/>
            <a:ext cx="4686300" cy="3810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37" name="C">
            <a:extLst xmlns:a="http://schemas.openxmlformats.org/drawingml/2006/main">
              <a:ext uri="{FF2B5EF4-FFF2-40B4-BE49-F238E27FC236}">
                <a16:creationId xmlns:a16="http://schemas.microsoft.com/office/drawing/2014/main" id="{97671930-0E5E-4796-809A-B1D976310DAD}"/>
              </a:ext>
            </a:extLst>
          </p:cNvPr>
          <p:cNvSpPr>
            <a:spLocks xmlns:a="http://schemas.openxmlformats.org/drawingml/2006/main" noGrp="1"/>
          </p:cNvSpPr>
          <p:nvPr/>
        </p:nvSpPr>
        <p:spPr>
          <a:xfrm xmlns:a="http://schemas.openxmlformats.org/drawingml/2006/main">
            <a:off x="7086600" y="4762500"/>
            <a:ext cx="3238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C</a:t>
            </a:r>
          </a:p>
        </p:txBody>
      </p:sp>
      <p:sp>
        <p:nvSpPr>
          <p:cNvPr id="38" name="docs/testing.md">
            <a:extLst xmlns:a="http://schemas.openxmlformats.org/drawingml/2006/main">
              <a:ext uri="{FF2B5EF4-FFF2-40B4-BE49-F238E27FC236}">
                <a16:creationId xmlns:a16="http://schemas.microsoft.com/office/drawing/2014/main" id="{9AC1CA0A-5D65-4627-9B3E-B594809ADE36}"/>
              </a:ext>
            </a:extLst>
          </p:cNvPr>
          <p:cNvSpPr>
            <a:spLocks xmlns:a="http://schemas.openxmlformats.org/drawingml/2006/main" noGrp="1"/>
          </p:cNvSpPr>
          <p:nvPr/>
        </p:nvSpPr>
        <p:spPr>
          <a:xfrm xmlns:a="http://schemas.openxmlformats.org/drawingml/2006/main">
            <a:off x="7562850" y="4762500"/>
            <a:ext cx="38290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docs/testing.md</a:t>
            </a:r>
          </a:p>
        </p:txBody>
      </p:sp>
      <p:sp>
        <p:nvSpPr>
          <p:cNvPr id="39" name="핵심 정보는 유지하고, 상세 내용의 위치를 나눴다">
            <a:extLst xmlns:a="http://schemas.openxmlformats.org/drawingml/2006/main">
              <a:ext uri="{FF2B5EF4-FFF2-40B4-BE49-F238E27FC236}">
                <a16:creationId xmlns:a16="http://schemas.microsoft.com/office/drawing/2014/main" id="{24DECE38-EB76-46A8-93CE-F8E68F81A735}"/>
              </a:ext>
            </a:extLst>
          </p:cNvPr>
          <p:cNvSpPr>
            <a:spLocks xmlns:a="http://schemas.openxmlformats.org/drawingml/2006/main" noGrp="1"/>
          </p:cNvSpPr>
          <p:nvPr/>
        </p:nvSpPr>
        <p:spPr>
          <a:xfrm xmlns:a="http://schemas.openxmlformats.org/drawingml/2006/main">
            <a:off x="609600" y="5153025"/>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핵심 정보는 유지하고, 상세 내용의 위치를 나눴다</a:t>
            </a:r>
          </a:p>
        </p:txBody>
      </p:sp>
      <p:sp>
        <p:nvSpPr>
          <p:cNvPr id="40" name="C++에서도: 문서 위치가 바뀌면 원래 명세·제약이 보존됐는지 대조한다">
            <a:extLst xmlns:a="http://schemas.openxmlformats.org/drawingml/2006/main">
              <a:ext uri="{FF2B5EF4-FFF2-40B4-BE49-F238E27FC236}">
                <a16:creationId xmlns:a16="http://schemas.microsoft.com/office/drawing/2014/main" id="{7D89A9F0-7BA6-4785-BE78-A867E80C47D6}"/>
              </a:ext>
            </a:extLst>
          </p:cNvPr>
          <p:cNvSpPr>
            <a:spLocks xmlns:a="http://schemas.openxmlformats.org/drawingml/2006/main" noGrp="1"/>
          </p:cNvSpPr>
          <p:nvPr/>
        </p:nvSpPr>
        <p:spPr>
          <a:xfrm xmlns:a="http://schemas.openxmlformats.org/drawingml/2006/main">
            <a:off x="609600" y="5457825"/>
            <a:ext cx="109728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C++에서도: 문서 위치가 바뀌면 원래 명세·제약이 보존됐는지 대조한다</a:t>
            </a:r>
          </a:p>
        </p:txBody>
      </p:sp>
      <p:sp>
        <p:nvSpPr>
          <p:cNvPr id="41" name="Legacy module connection">
            <a:extLst xmlns:a="http://schemas.openxmlformats.org/drawingml/2006/main">
              <a:ext uri="{FF2B5EF4-FFF2-40B4-BE49-F238E27FC236}">
                <a16:creationId xmlns:a16="http://schemas.microsoft.com/office/drawing/2014/main" id="{A5C571BE-6CC0-494F-A187-86B64EBF8C33}"/>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51214724"/>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2 · 관찰하기 전에 질문하기">
            <a:extLst xmlns:a="http://schemas.openxmlformats.org/drawingml/2006/main">
              <a:ext uri="{FF2B5EF4-FFF2-40B4-BE49-F238E27FC236}">
                <a16:creationId xmlns:a16="http://schemas.microsoft.com/office/drawing/2014/main" id="{F71F9394-1935-42F8-9AFD-268E0DB0C0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관찰하기 전에 질문하기</a:t>
            </a:r>
          </a:p>
        </p:txBody>
      </p:sp>
      <p:sp>
        <p:nvSpPr>
          <p:cNvPr id="2" name="S47">
            <a:extLst xmlns:a="http://schemas.openxmlformats.org/drawingml/2006/main">
              <a:ext uri="{FF2B5EF4-FFF2-40B4-BE49-F238E27FC236}">
                <a16:creationId xmlns:a16="http://schemas.microsoft.com/office/drawing/2014/main" id="{23E3BE07-AD8A-48F4-84A3-98B581C747B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S47</a:t>
            </a:r>
          </a:p>
        </p:txBody>
      </p:sp>
      <p:sp>
        <p:nvSpPr>
          <p:cNvPr id="3" name="서로 다른 두 Task가 무엇을 읽을까?">
            <a:extLst xmlns:a="http://schemas.openxmlformats.org/drawingml/2006/main">
              <a:ext uri="{FF2B5EF4-FFF2-40B4-BE49-F238E27FC236}">
                <a16:creationId xmlns:a16="http://schemas.microsoft.com/office/drawing/2014/main" id="{0FC04EB1-19F6-4D6C-92F0-9FD43119C8F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서로 다른 두 Task가 무엇을 읽을까?</a:t>
            </a:r>
          </a:p>
        </p:txBody>
      </p:sp>
      <p:sp>
        <p:nvSpPr>
          <p:cNvPr id="4" name="">
            <a:extLst xmlns:a="http://schemas.openxmlformats.org/drawingml/2006/main">
              <a:ext uri="{FF2B5EF4-FFF2-40B4-BE49-F238E27FC236}">
                <a16:creationId xmlns:a16="http://schemas.microsoft.com/office/drawing/2014/main" id="{8D127E39-EE52-4AE3-BB99-3C53AE0EA7A2}"/>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 Codex CLI 0.154.0 · 실제 요청의 핵심 발췌·번역">
            <a:extLst xmlns:a="http://schemas.openxmlformats.org/drawingml/2006/main">
              <a:ext uri="{FF2B5EF4-FFF2-40B4-BE49-F238E27FC236}">
                <a16:creationId xmlns:a16="http://schemas.microsoft.com/office/drawing/2014/main" id="{48B93F83-F32A-4EE4-BDE1-F5C518A4C26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 Codex CLI 0.154.0 · 실제 요청의 핵심 발췌·번역</a:t>
            </a:r>
          </a:p>
        </p:txBody>
      </p:sp>
      <p:sp>
        <p:nvSpPr>
          <p:cNvPr id="6" name="프롬프트창 재구성 · 현재 Desktop 검증 아님 · 문서 접근 결과는 다음 구간에서 확인">
            <a:extLst xmlns:a="http://schemas.openxmlformats.org/drawingml/2006/main">
              <a:ext uri="{FF2B5EF4-FFF2-40B4-BE49-F238E27FC236}">
                <a16:creationId xmlns:a16="http://schemas.microsoft.com/office/drawing/2014/main" id="{17FAD7CB-C86E-46E7-943A-5107B34F8220}"/>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프롬프트창 재구성 · 현재 Desktop 검증 아님 · 문서 접근 결과는 다음 구간에서 확인</a:t>
            </a:r>
          </a:p>
        </p:txBody>
      </p:sp>
      <p:sp>
        <p:nvSpPr>
          <p:cNvPr id="7" name="같은 저장소 · 서로 다른 두 읽기 전용 요청">
            <a:extLst xmlns:a="http://schemas.openxmlformats.org/drawingml/2006/main">
              <a:ext uri="{FF2B5EF4-FFF2-40B4-BE49-F238E27FC236}">
                <a16:creationId xmlns:a16="http://schemas.microsoft.com/office/drawing/2014/main" id="{72B88A6B-D7DE-440B-A23C-E0AA2AB02CA3}"/>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저장소 · 서로 다른 두 읽기 전용 요청</a:t>
            </a:r>
          </a:p>
        </p:txBody>
      </p:sp>
      <p:sp>
        <p:nvSpPr>
          <p:cNvPr id="8" name="">
            <a:extLst xmlns:a="http://schemas.openxmlformats.org/drawingml/2006/main">
              <a:ext uri="{FF2B5EF4-FFF2-40B4-BE49-F238E27FC236}">
                <a16:creationId xmlns:a16="http://schemas.microsoft.com/office/drawing/2014/main" id="{D638A836-67D1-44C4-B234-B5B1321B2A47}"/>
              </a:ext>
            </a:extLst>
          </p:cNvPr>
          <p:cNvSpPr>
            <a:spLocks xmlns:a="http://schemas.openxmlformats.org/drawingml/2006/main" noGrp="1"/>
          </p:cNvSpPr>
          <p:nvPr/>
        </p:nvSpPr>
        <p:spPr>
          <a:xfrm xmlns:a="http://schemas.openxmlformats.org/drawingml/2006/main">
            <a:off x="6096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9" name="Prompt · 요청 A">
            <a:extLst xmlns:a="http://schemas.openxmlformats.org/drawingml/2006/main">
              <a:ext uri="{FF2B5EF4-FFF2-40B4-BE49-F238E27FC236}">
                <a16:creationId xmlns:a16="http://schemas.microsoft.com/office/drawing/2014/main" id="{E5ED9946-31E4-48DF-B6A6-4DBA9F8CF708}"/>
              </a:ext>
            </a:extLst>
          </p:cNvPr>
          <p:cNvSpPr>
            <a:spLocks xmlns:a="http://schemas.openxmlformats.org/drawingml/2006/main" noGrp="1"/>
          </p:cNvSpPr>
          <p:nvPr/>
        </p:nvSpPr>
        <p:spPr>
          <a:xfrm xmlns:a="http://schemas.openxmlformats.org/drawingml/2006/main">
            <a:off x="8191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A</a:t>
            </a:r>
          </a:p>
        </p:txBody>
      </p:sp>
      <p:sp>
        <p:nvSpPr>
          <p:cNvPr id="10" name="">
            <a:extLst xmlns:a="http://schemas.openxmlformats.org/drawingml/2006/main">
              <a:ext uri="{FF2B5EF4-FFF2-40B4-BE49-F238E27FC236}">
                <a16:creationId xmlns:a16="http://schemas.microsoft.com/office/drawing/2014/main" id="{E396CC5A-9292-4FD4-A818-0E69CE0933FF}"/>
              </a:ext>
            </a:extLst>
          </p:cNvPr>
          <p:cNvSpPr>
            <a:spLocks xmlns:a="http://schemas.openxmlformats.org/drawingml/2006/main" noGrp="1"/>
          </p:cNvSpPr>
          <p:nvPr/>
        </p:nvSpPr>
        <p:spPr>
          <a:xfrm xmlns:a="http://schemas.openxmlformats.org/drawingml/2006/main">
            <a:off x="8191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샘플 이미지에 --crop 1 3을 쓰면&#10;선택되는 원본 열과 출력 폭,&#10;끝 좌표 포함 여부를 조사해줘.&#10;현재">
            <a:extLst xmlns:a="http://schemas.openxmlformats.org/drawingml/2006/main">
              <a:ext uri="{FF2B5EF4-FFF2-40B4-BE49-F238E27FC236}">
                <a16:creationId xmlns:a16="http://schemas.microsoft.com/office/drawing/2014/main" id="{B16CE98C-9ED4-4875-B035-71800291D68D}"/>
              </a:ext>
            </a:extLst>
          </p:cNvPr>
          <p:cNvSpPr>
            <a:spLocks xmlns:a="http://schemas.openxmlformats.org/drawingml/2006/main" noGrp="1"/>
          </p:cNvSpPr>
          <p:nvPr/>
        </p:nvSpPr>
        <p:spPr>
          <a:xfrm xmlns:a="http://schemas.openxmlformats.org/drawingml/2006/main">
            <a:off x="8191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샘플 이미지에 --crop 1 3을 쓰면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선택되는 원본 열과 출력 폭,</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끝 좌표 포함 여부를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현재 명세·구현을 근거로 알려줘.</a:t>
            </a:r>
          </a:p>
        </p:txBody>
      </p:sp>
      <p:sp>
        <p:nvSpPr>
          <p:cNvPr id="12" name="읽기 전용 · 파일 변경 금지 · 근거 제시">
            <a:extLst xmlns:a="http://schemas.openxmlformats.org/drawingml/2006/main">
              <a:ext uri="{FF2B5EF4-FFF2-40B4-BE49-F238E27FC236}">
                <a16:creationId xmlns:a16="http://schemas.microsoft.com/office/drawing/2014/main" id="{B9497508-6889-4464-84C5-B62C100BD8D1}"/>
              </a:ext>
            </a:extLst>
          </p:cNvPr>
          <p:cNvSpPr>
            <a:spLocks xmlns:a="http://schemas.openxmlformats.org/drawingml/2006/main" noGrp="1"/>
          </p:cNvSpPr>
          <p:nvPr/>
        </p:nvSpPr>
        <p:spPr>
          <a:xfrm xmlns:a="http://schemas.openxmlformats.org/drawingml/2006/main">
            <a:off x="8191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13" name="">
            <a:extLst xmlns:a="http://schemas.openxmlformats.org/drawingml/2006/main">
              <a:ext uri="{FF2B5EF4-FFF2-40B4-BE49-F238E27FC236}">
                <a16:creationId xmlns:a16="http://schemas.microsoft.com/office/drawing/2014/main" id="{B91693EF-C629-45BD-9845-687C443DB040}"/>
              </a:ext>
            </a:extLst>
          </p:cNvPr>
          <p:cNvSpPr>
            <a:spLocks xmlns:a="http://schemas.openxmlformats.org/drawingml/2006/main" noGrp="1"/>
          </p:cNvSpPr>
          <p:nvPr/>
        </p:nvSpPr>
        <p:spPr>
          <a:xfrm xmlns:a="http://schemas.openxmlformats.org/drawingml/2006/main">
            <a:off x="54006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021E5857-4B0E-4E2F-B8A4-E926DA531B00}"/>
              </a:ext>
            </a:extLst>
          </p:cNvPr>
          <p:cNvSpPr>
            <a:spLocks xmlns:a="http://schemas.openxmlformats.org/drawingml/2006/main" noGrp="1"/>
          </p:cNvSpPr>
          <p:nvPr/>
        </p:nvSpPr>
        <p:spPr>
          <a:xfrm xmlns:a="http://schemas.openxmlformats.org/drawingml/2006/main">
            <a:off x="54006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15" name="">
            <a:extLst xmlns:a="http://schemas.openxmlformats.org/drawingml/2006/main">
              <a:ext uri="{FF2B5EF4-FFF2-40B4-BE49-F238E27FC236}">
                <a16:creationId xmlns:a16="http://schemas.microsoft.com/office/drawing/2014/main" id="{2110EE4D-64A9-4FAB-B848-C10407EEDF4E}"/>
              </a:ext>
            </a:extLst>
          </p:cNvPr>
          <p:cNvSpPr>
            <a:spLocks xmlns:a="http://schemas.openxmlformats.org/drawingml/2006/main" noGrp="1"/>
          </p:cNvSpPr>
          <p:nvPr/>
        </p:nvSpPr>
        <p:spPr>
          <a:xfrm xmlns:a="http://schemas.openxmlformats.org/drawingml/2006/main">
            <a:off x="6362700" y="2324100"/>
            <a:ext cx="5219700" cy="2133600"/>
          </a:xfrm>
          <a:prstGeom xmlns:a="http://schemas.openxmlformats.org/drawingml/2006/main" prst="roundRect">
            <a:avLst>
              <a:gd name="adj" fmla="val 5357"/>
            </a:avLst>
          </a:prstGeom>
          <a:solidFill xmlns:a="http://schemas.openxmlformats.org/drawingml/2006/main">
            <a:srgbClr val="FFFFFF"/>
          </a:solidFill>
          <a:ln xmlns:a="http://schemas.openxmlformats.org/drawingml/2006/main" w="14288">
            <a:solidFill>
              <a:srgbClr val="C7D0DA"/>
            </a:solidFill>
            <a:prstDash val="solid"/>
          </a:ln>
        </p:spPr>
      </p:sp>
      <p:sp>
        <p:nvSpPr>
          <p:cNvPr id="16" name="Prompt · 요청 B">
            <a:extLst xmlns:a="http://schemas.openxmlformats.org/drawingml/2006/main">
              <a:ext uri="{FF2B5EF4-FFF2-40B4-BE49-F238E27FC236}">
                <a16:creationId xmlns:a16="http://schemas.microsoft.com/office/drawing/2014/main" id="{1399132A-BF18-4603-B591-CC778B148A87}"/>
              </a:ext>
            </a:extLst>
          </p:cNvPr>
          <p:cNvSpPr>
            <a:spLocks xmlns:a="http://schemas.openxmlformats.org/drawingml/2006/main" noGrp="1"/>
          </p:cNvSpPr>
          <p:nvPr/>
        </p:nvSpPr>
        <p:spPr>
          <a:xfrm xmlns:a="http://schemas.openxmlformats.org/drawingml/2006/main">
            <a:off x="6572250" y="2419350"/>
            <a:ext cx="480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Prompt · 요청 B</a:t>
            </a:r>
          </a:p>
        </p:txBody>
      </p:sp>
      <p:sp>
        <p:nvSpPr>
          <p:cNvPr id="17" name="">
            <a:extLst xmlns:a="http://schemas.openxmlformats.org/drawingml/2006/main">
              <a:ext uri="{FF2B5EF4-FFF2-40B4-BE49-F238E27FC236}">
                <a16:creationId xmlns:a16="http://schemas.microsoft.com/office/drawing/2014/main" id="{2510364F-CBE7-4EAA-90B2-2F23D81E3A55}"/>
              </a:ext>
            </a:extLst>
          </p:cNvPr>
          <p:cNvSpPr>
            <a:spLocks xmlns:a="http://schemas.openxmlformats.org/drawingml/2006/main" noGrp="1"/>
          </p:cNvSpPr>
          <p:nvPr/>
        </p:nvSpPr>
        <p:spPr>
          <a:xfrm xmlns:a="http://schemas.openxmlformats.org/drawingml/2006/main">
            <a:off x="6572250" y="2752725"/>
            <a:ext cx="48006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실행할 때 필요한 의존성이 있어?&#10;빌드·패키징에만 필요한 도구와&#10;구분해서 조사해줘.&#10;판단한 근거도 알려줘.">
            <a:extLst xmlns:a="http://schemas.openxmlformats.org/drawingml/2006/main">
              <a:ext uri="{FF2B5EF4-FFF2-40B4-BE49-F238E27FC236}">
                <a16:creationId xmlns:a16="http://schemas.microsoft.com/office/drawing/2014/main" id="{23D5CA0F-B666-49B7-A570-5EE81B2EDEA8}"/>
              </a:ext>
            </a:extLst>
          </p:cNvPr>
          <p:cNvSpPr>
            <a:spLocks xmlns:a="http://schemas.openxmlformats.org/drawingml/2006/main" noGrp="1"/>
          </p:cNvSpPr>
          <p:nvPr/>
        </p:nvSpPr>
        <p:spPr>
          <a:xfrm xmlns:a="http://schemas.openxmlformats.org/drawingml/2006/main">
            <a:off x="6572250" y="2876550"/>
            <a:ext cx="48006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실행할 때 필요한 의존성이 있어?</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빌드·패키징에만 필요한 도구와</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구분해서 조사해줘.</a:t>
            </a:r>
          </a:p>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판단한 근거도 알려줘.</a:t>
            </a:r>
          </a:p>
        </p:txBody>
      </p:sp>
      <p:sp>
        <p:nvSpPr>
          <p:cNvPr id="19" name="읽기 전용 · 파일 변경 금지 · 근거 제시">
            <a:extLst xmlns:a="http://schemas.openxmlformats.org/drawingml/2006/main">
              <a:ext uri="{FF2B5EF4-FFF2-40B4-BE49-F238E27FC236}">
                <a16:creationId xmlns:a16="http://schemas.microsoft.com/office/drawing/2014/main" id="{077BFD4E-516B-48C2-8F4D-9361BD618EA8}"/>
              </a:ext>
            </a:extLst>
          </p:cNvPr>
          <p:cNvSpPr>
            <a:spLocks xmlns:a="http://schemas.openxmlformats.org/drawingml/2006/main" noGrp="1"/>
          </p:cNvSpPr>
          <p:nvPr/>
        </p:nvSpPr>
        <p:spPr>
          <a:xfrm xmlns:a="http://schemas.openxmlformats.org/drawingml/2006/main">
            <a:off x="6572250" y="4162425"/>
            <a:ext cx="44577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읽기 전용 · 파일 변경 금지 · 근거 제시</a:t>
            </a:r>
          </a:p>
        </p:txBody>
      </p:sp>
      <p:sp>
        <p:nvSpPr>
          <p:cNvPr id="20" name="">
            <a:extLst xmlns:a="http://schemas.openxmlformats.org/drawingml/2006/main">
              <a:ext uri="{FF2B5EF4-FFF2-40B4-BE49-F238E27FC236}">
                <a16:creationId xmlns:a16="http://schemas.microsoft.com/office/drawing/2014/main" id="{B8FCC11F-D9E3-4453-B4AD-9471C0EA0015}"/>
              </a:ext>
            </a:extLst>
          </p:cNvPr>
          <p:cNvSpPr>
            <a:spLocks xmlns:a="http://schemas.openxmlformats.org/drawingml/2006/main" noGrp="1"/>
          </p:cNvSpPr>
          <p:nvPr/>
        </p:nvSpPr>
        <p:spPr>
          <a:xfrm xmlns:a="http://schemas.openxmlformats.org/drawingml/2006/main">
            <a:off x="11153775" y="4133850"/>
            <a:ext cx="247650" cy="247650"/>
          </a:xfrm>
          <a:prstGeom xmlns:a="http://schemas.openxmlformats.org/drawingml/2006/main" prst="ellipse">
            <a:avLst/>
          </a:prstGeom>
          <a:solidFill xmlns:a="http://schemas.openxmlformats.org/drawingml/2006/main">
            <a:srgbClr val="0B6172"/>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82E09117-FD90-41A1-9FF4-656BE2252DED}"/>
              </a:ext>
            </a:extLst>
          </p:cNvPr>
          <p:cNvSpPr>
            <a:spLocks xmlns:a="http://schemas.openxmlformats.org/drawingml/2006/main" noGrp="1"/>
          </p:cNvSpPr>
          <p:nvPr/>
        </p:nvSpPr>
        <p:spPr>
          <a:xfrm xmlns:a="http://schemas.openxmlformats.org/drawingml/2006/main">
            <a:off x="11153775" y="4124325"/>
            <a:ext cx="2476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Malgun Gothic"/>
                <a:ea typeface="Malgun Gothic"/>
                <a:cs typeface="Malgun Gothic"/>
              </a:defRPr>
            </a:defPPr>
            <a:lvl1pPr algn="ctr">
              <a:defRPr sz="1650" b="1">
                <a:solidFill>
                  <a:srgbClr val="FFFFFF"/>
                </a:solidFill>
                <a:latin typeface="Malgun Gothic"/>
                <a:ea typeface="Malgun Gothic"/>
                <a:cs typeface="Malgun Gothic"/>
              </a:defRPr>
            </a:lvl1pPr>
            <a:lvl2pPr algn="ctr">
              <a:defRPr sz="1650" b="1">
                <a:solidFill>
                  <a:srgbClr val="FFFFFF"/>
                </a:solidFill>
                <a:latin typeface="Malgun Gothic"/>
                <a:ea typeface="Malgun Gothic"/>
                <a:cs typeface="Malgun Gothic"/>
              </a:defRPr>
            </a:lvl2pPr>
            <a:lvl3pPr algn="ctr">
              <a:defRPr sz="1650" b="1">
                <a:solidFill>
                  <a:srgbClr val="FFFFFF"/>
                </a:solidFill>
                <a:latin typeface="Malgun Gothic"/>
                <a:ea typeface="Malgun Gothic"/>
                <a:cs typeface="Malgun Gothic"/>
              </a:defRPr>
            </a:lvl3pPr>
            <a:lvl4pPr algn="ctr">
              <a:defRPr sz="1650" b="1">
                <a:solidFill>
                  <a:srgbClr val="FFFFFF"/>
                </a:solidFill>
                <a:latin typeface="Malgun Gothic"/>
                <a:ea typeface="Malgun Gothic"/>
                <a:cs typeface="Malgun Gothic"/>
              </a:defRPr>
            </a:lvl4pPr>
            <a:lvl5pPr algn="ctr">
              <a:defRPr sz="1650" b="1">
                <a:solidFill>
                  <a:srgbClr val="FFFFFF"/>
                </a:solidFill>
                <a:latin typeface="Malgun Gothic"/>
                <a:ea typeface="Malgun Gothic"/>
                <a:cs typeface="Malgun Gothic"/>
              </a:defRPr>
            </a:lvl5pPr>
            <a:lvl6pPr algn="ctr">
              <a:defRPr sz="1650" b="1">
                <a:solidFill>
                  <a:srgbClr val="FFFFFF"/>
                </a:solidFill>
                <a:latin typeface="Malgun Gothic"/>
                <a:ea typeface="Malgun Gothic"/>
                <a:cs typeface="Malgun Gothic"/>
              </a:defRPr>
            </a:lvl6pPr>
            <a:lvl7pPr algn="ctr">
              <a:defRPr sz="1650" b="1">
                <a:solidFill>
                  <a:srgbClr val="FFFFFF"/>
                </a:solidFill>
                <a:latin typeface="Malgun Gothic"/>
                <a:ea typeface="Malgun Gothic"/>
                <a:cs typeface="Malgun Gothic"/>
              </a:defRPr>
            </a:lvl7pPr>
            <a:lvl8pPr algn="ctr">
              <a:defRPr sz="1650" b="1">
                <a:solidFill>
                  <a:srgbClr val="FFFFFF"/>
                </a:solidFill>
                <a:latin typeface="Malgun Gothic"/>
                <a:ea typeface="Malgun Gothic"/>
                <a:cs typeface="Malgun Gothic"/>
              </a:defRPr>
            </a:lvl8pPr>
            <a:lvl9pPr algn="ctr">
              <a:defRPr sz="1650" b="1">
                <a:solidFill>
                  <a:srgbClr val="FFFFFF"/>
                </a:solidFill>
                <a:latin typeface="Malgun Gothic"/>
                <a:ea typeface="Malgun Gothic"/>
                <a:cs typeface="Malgun Gothic"/>
              </a:defRPr>
            </a:lvl9pPr>
          </a:lstStyle>
          <a:p xmlns:a="http://schemas.openxmlformats.org/drawingml/2006/main">
            <a:pPr algn="ctr">
              <a:defRPr sz="1650" b="1">
                <a:solidFill>
                  <a:srgbClr val="FFFFFF"/>
                </a:solidFill>
                <a:latin typeface="Malgun Gothic"/>
                <a:ea typeface="Malgun Gothic"/>
                <a:cs typeface="Malgun Gothic"/>
              </a:defRPr>
            </a:pPr>
            <a:r>
              <a:rPr sz="1650" b="1">
                <a:solidFill>
                  <a:srgbClr val="FFFFFF"/>
                </a:solidFill>
                <a:latin typeface="Malgun Gothic"/>
                <a:ea typeface="Malgun Gothic"/>
                <a:cs typeface="Malgun Gothic"/>
              </a:rPr>
              <a:t>↑</a:t>
            </a:r>
          </a:p>
        </p:txBody>
      </p:sp>
      <p:sp>
        <p:nvSpPr>
          <p:cNvPr id="22" name="다음 기록에서 볼 것">
            <a:extLst xmlns:a="http://schemas.openxmlformats.org/drawingml/2006/main">
              <a:ext uri="{FF2B5EF4-FFF2-40B4-BE49-F238E27FC236}">
                <a16:creationId xmlns:a16="http://schemas.microsoft.com/office/drawing/2014/main" id="{1BADA796-695B-4A96-93A4-FFE1C8545EFE}"/>
              </a:ext>
            </a:extLst>
          </p:cNvPr>
          <p:cNvSpPr>
            <a:spLocks xmlns:a="http://schemas.openxmlformats.org/drawingml/2006/main" noGrp="1"/>
          </p:cNvSpPr>
          <p:nvPr/>
        </p:nvSpPr>
        <p:spPr>
          <a:xfrm xmlns:a="http://schemas.openxmlformats.org/drawingml/2006/main">
            <a:off x="609600" y="4648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다음 기록에서 볼 것</a:t>
            </a:r>
          </a:p>
        </p:txBody>
      </p:sp>
      <p:sp>
        <p:nvSpPr>
          <p:cNvPr id="23" name="01">
            <a:extLst xmlns:a="http://schemas.openxmlformats.org/drawingml/2006/main">
              <a:ext uri="{FF2B5EF4-FFF2-40B4-BE49-F238E27FC236}">
                <a16:creationId xmlns:a16="http://schemas.microsoft.com/office/drawing/2014/main" id="{7DEC34FD-6E91-4992-9B4D-B15731BE9989}"/>
              </a:ext>
            </a:extLst>
          </p:cNvPr>
          <p:cNvSpPr>
            <a:spLocks xmlns:a="http://schemas.openxmlformats.org/drawingml/2006/main" noGrp="1"/>
          </p:cNvSpPr>
          <p:nvPr/>
        </p:nvSpPr>
        <p:spPr>
          <a:xfrm xmlns:a="http://schemas.openxmlformats.org/drawingml/2006/main">
            <a:off x="6096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24" name="어떤 문서를&#10;실제로 열었나?">
            <a:extLst xmlns:a="http://schemas.openxmlformats.org/drawingml/2006/main">
              <a:ext uri="{FF2B5EF4-FFF2-40B4-BE49-F238E27FC236}">
                <a16:creationId xmlns:a16="http://schemas.microsoft.com/office/drawing/2014/main" id="{35CF4A17-3AC3-4FBA-8CBD-178824282EB7}"/>
              </a:ext>
            </a:extLst>
          </p:cNvPr>
          <p:cNvSpPr>
            <a:spLocks xmlns:a="http://schemas.openxmlformats.org/drawingml/2006/main" noGrp="1"/>
          </p:cNvSpPr>
          <p:nvPr/>
        </p:nvSpPr>
        <p:spPr>
          <a:xfrm xmlns:a="http://schemas.openxmlformats.org/drawingml/2006/main">
            <a:off x="11239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어떤 문서를</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실제로 열었나?</a:t>
            </a:r>
          </a:p>
        </p:txBody>
      </p:sp>
      <p:sp>
        <p:nvSpPr>
          <p:cNvPr id="25" name="02">
            <a:extLst xmlns:a="http://schemas.openxmlformats.org/drawingml/2006/main">
              <a:ext uri="{FF2B5EF4-FFF2-40B4-BE49-F238E27FC236}">
                <a16:creationId xmlns:a16="http://schemas.microsoft.com/office/drawing/2014/main" id="{36BB98C5-6EC2-4169-B8D7-D4D6D9F2C5CB}"/>
              </a:ext>
            </a:extLst>
          </p:cNvPr>
          <p:cNvSpPr>
            <a:spLocks xmlns:a="http://schemas.openxmlformats.org/drawingml/2006/main" noGrp="1"/>
          </p:cNvSpPr>
          <p:nvPr/>
        </p:nvSpPr>
        <p:spPr>
          <a:xfrm xmlns:a="http://schemas.openxmlformats.org/drawingml/2006/main">
            <a:off x="43815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26" name="두 요청이 같은&#10;문서를 읽었나?">
            <a:extLst xmlns:a="http://schemas.openxmlformats.org/drawingml/2006/main">
              <a:ext uri="{FF2B5EF4-FFF2-40B4-BE49-F238E27FC236}">
                <a16:creationId xmlns:a16="http://schemas.microsoft.com/office/drawing/2014/main" id="{7DBDDD6D-F14B-434F-BA6A-9A41CCDD953E}"/>
              </a:ext>
            </a:extLst>
          </p:cNvPr>
          <p:cNvSpPr>
            <a:spLocks xmlns:a="http://schemas.openxmlformats.org/drawingml/2006/main" noGrp="1"/>
          </p:cNvSpPr>
          <p:nvPr/>
        </p:nvSpPr>
        <p:spPr>
          <a:xfrm xmlns:a="http://schemas.openxmlformats.org/drawingml/2006/main">
            <a:off x="48958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두 요청이 같은</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문서를 읽었나?</a:t>
            </a:r>
          </a:p>
        </p:txBody>
      </p:sp>
      <p:sp>
        <p:nvSpPr>
          <p:cNvPr id="27" name="03">
            <a:extLst xmlns:a="http://schemas.openxmlformats.org/drawingml/2006/main">
              <a:ext uri="{FF2B5EF4-FFF2-40B4-BE49-F238E27FC236}">
                <a16:creationId xmlns:a16="http://schemas.microsoft.com/office/drawing/2014/main" id="{165E79F5-49DB-46CA-861B-68D3891B9C56}"/>
              </a:ext>
            </a:extLst>
          </p:cNvPr>
          <p:cNvSpPr>
            <a:spLocks xmlns:a="http://schemas.openxmlformats.org/drawingml/2006/main" noGrp="1"/>
          </p:cNvSpPr>
          <p:nvPr/>
        </p:nvSpPr>
        <p:spPr>
          <a:xfrm xmlns:a="http://schemas.openxmlformats.org/drawingml/2006/main">
            <a:off x="8153400" y="5095875"/>
            <a:ext cx="419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8" name="답에 사용한&#10;근거는 무엇인가?">
            <a:extLst xmlns:a="http://schemas.openxmlformats.org/drawingml/2006/main">
              <a:ext uri="{FF2B5EF4-FFF2-40B4-BE49-F238E27FC236}">
                <a16:creationId xmlns:a16="http://schemas.microsoft.com/office/drawing/2014/main" id="{DBD8EC30-8C2E-43E6-875E-8FB74D58816A}"/>
              </a:ext>
            </a:extLst>
          </p:cNvPr>
          <p:cNvSpPr>
            <a:spLocks xmlns:a="http://schemas.openxmlformats.org/drawingml/2006/main" noGrp="1"/>
          </p:cNvSpPr>
          <p:nvPr/>
        </p:nvSpPr>
        <p:spPr>
          <a:xfrm xmlns:a="http://schemas.openxmlformats.org/drawingml/2006/main">
            <a:off x="8667750" y="5057775"/>
            <a:ext cx="29146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답에 사용한</a:t>
            </a:r>
          </a:p>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근거는 무엇인가?</a:t>
            </a:r>
          </a:p>
        </p:txBody>
      </p:sp>
      <p:sp>
        <p:nvSpPr>
          <p:cNvPr id="29" name="Legacy module connection">
            <a:extLst xmlns:a="http://schemas.openxmlformats.org/drawingml/2006/main">
              <a:ext uri="{FF2B5EF4-FFF2-40B4-BE49-F238E27FC236}">
                <a16:creationId xmlns:a16="http://schemas.microsoft.com/office/drawing/2014/main" id="{D07007A8-24D5-47CB-B4AA-84C0EA392A47}"/>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16010677"/>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4" name="ACT 2 · 질문과 근거를 연결하기">
            <a:extLst xmlns:a="http://schemas.openxmlformats.org/drawingml/2006/main">
              <a:ext uri="{FF2B5EF4-FFF2-40B4-BE49-F238E27FC236}">
                <a16:creationId xmlns:a16="http://schemas.microsoft.com/office/drawing/2014/main" id="{619396DD-9FEB-4AEB-A612-8A61F754912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질문과 근거를 연결하기</a:t>
            </a:r>
          </a:p>
        </p:txBody>
      </p:sp>
      <p:sp>
        <p:nvSpPr>
          <p:cNvPr id="2" name="S48">
            <a:extLst xmlns:a="http://schemas.openxmlformats.org/drawingml/2006/main">
              <a:ext uri="{FF2B5EF4-FFF2-40B4-BE49-F238E27FC236}">
                <a16:creationId xmlns:a16="http://schemas.microsoft.com/office/drawing/2014/main" id="{FEA3D3F1-1635-4C6C-8A96-FD8FD44BC22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S48</a:t>
            </a:r>
          </a:p>
        </p:txBody>
      </p:sp>
      <p:sp>
        <p:nvSpPr>
          <p:cNvPr id="3" name="Crop Task에서 관찰한 접근">
            <a:extLst xmlns:a="http://schemas.openxmlformats.org/drawingml/2006/main">
              <a:ext uri="{FF2B5EF4-FFF2-40B4-BE49-F238E27FC236}">
                <a16:creationId xmlns:a16="http://schemas.microsoft.com/office/drawing/2014/main" id="{8F741DA8-E15E-4890-B307-ACAF53EDAF9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Crop Task에서 관찰한 접근</a:t>
            </a:r>
          </a:p>
        </p:txBody>
      </p:sp>
      <p:sp>
        <p:nvSpPr>
          <p:cNvPr id="4" name="">
            <a:extLst xmlns:a="http://schemas.openxmlformats.org/drawingml/2006/main">
              <a:ext uri="{FF2B5EF4-FFF2-40B4-BE49-F238E27FC236}">
                <a16:creationId xmlns:a16="http://schemas.microsoft.com/office/drawing/2014/main" id="{1C60E3C4-E48D-479A-B6CE-E2AD43E1468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 최종 실행 · Codex CLI 0.154.0 · 문서 접근과 답을 요약·재구성">
            <a:extLst xmlns:a="http://schemas.openxmlformats.org/drawingml/2006/main">
              <a:ext uri="{FF2B5EF4-FFF2-40B4-BE49-F238E27FC236}">
                <a16:creationId xmlns:a16="http://schemas.microsoft.com/office/drawing/2014/main" id="{BCE18DE9-E3DB-47EF-8A92-7A7965A9CA63}"/>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 최종 실행 · Codex CLI 0.154.0 · 문서 접근과 답을 요약·재구성</a:t>
            </a:r>
          </a:p>
        </p:txBody>
      </p:sp>
      <p:sp>
        <p:nvSpPr>
          <p:cNvPr id="6" name="* testing.md는 최종 실행에서 관찰(이전 실행과 다름) · 현재 Desktop 검증 아님">
            <a:extLst xmlns:a="http://schemas.openxmlformats.org/drawingml/2006/main">
              <a:ext uri="{FF2B5EF4-FFF2-40B4-BE49-F238E27FC236}">
                <a16:creationId xmlns:a16="http://schemas.microsoft.com/office/drawing/2014/main" id="{27CFFC15-9C80-4B82-8433-5181C232F56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최종 실행에서 관찰(이전 실행과 다름) · 현재 Desktop 검증 아님</a:t>
            </a:r>
          </a:p>
        </p:txBody>
      </p:sp>
      <p:sp>
        <p:nvSpPr>
          <p:cNvPr id="7" name="요청 A · --crop 1 3의 원본 열·출력 폭·끝 좌표를 확인">
            <a:extLst xmlns:a="http://schemas.openxmlformats.org/drawingml/2006/main">
              <a:ext uri="{FF2B5EF4-FFF2-40B4-BE49-F238E27FC236}">
                <a16:creationId xmlns:a16="http://schemas.microsoft.com/office/drawing/2014/main" id="{3C47779F-D859-4FE2-A1EE-854EE2CB7C2C}"/>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요청 A · --crop 1 3의 원본 열·출력 폭·끝 좌표를 확인</a:t>
            </a:r>
          </a:p>
        </p:txBody>
      </p:sp>
      <p:sp>
        <p:nvSpPr>
          <p:cNvPr id="8" name="문서 접근 기록">
            <a:extLst xmlns:a="http://schemas.openxmlformats.org/drawingml/2006/main">
              <a:ext uri="{FF2B5EF4-FFF2-40B4-BE49-F238E27FC236}">
                <a16:creationId xmlns:a16="http://schemas.microsoft.com/office/drawing/2014/main" id="{BC6B7025-397A-4C04-AC37-238E0D90CCFB}"/>
              </a:ext>
            </a:extLst>
          </p:cNvPr>
          <p:cNvSpPr>
            <a:spLocks xmlns:a="http://schemas.openxmlformats.org/drawingml/2006/main" noGrp="1"/>
          </p:cNvSpPr>
          <p:nvPr/>
        </p:nvSpPr>
        <p:spPr>
          <a:xfrm xmlns:a="http://schemas.openxmlformats.org/drawingml/2006/main">
            <a:off x="609600" y="2343150"/>
            <a:ext cx="3524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문서 접근 기록</a:t>
            </a:r>
          </a:p>
        </p:txBody>
      </p:sp>
      <p:sp>
        <p:nvSpPr>
          <p:cNvPr id="9" name="확인한 명세">
            <a:extLst xmlns:a="http://schemas.openxmlformats.org/drawingml/2006/main">
              <a:ext uri="{FF2B5EF4-FFF2-40B4-BE49-F238E27FC236}">
                <a16:creationId xmlns:a16="http://schemas.microsoft.com/office/drawing/2014/main" id="{25D72B3B-60F0-4496-A03D-530A27D2C896}"/>
              </a:ext>
            </a:extLst>
          </p:cNvPr>
          <p:cNvSpPr>
            <a:spLocks xmlns:a="http://schemas.openxmlformats.org/drawingml/2006/main" noGrp="1"/>
          </p:cNvSpPr>
          <p:nvPr/>
        </p:nvSpPr>
        <p:spPr>
          <a:xfrm xmlns:a="http://schemas.openxmlformats.org/drawingml/2006/main">
            <a:off x="4743450" y="2343150"/>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확인한 명세</a:t>
            </a:r>
          </a:p>
        </p:txBody>
      </p:sp>
      <p:sp>
        <p:nvSpPr>
          <p:cNvPr id="10" name="기록된 답">
            <a:extLst xmlns:a="http://schemas.openxmlformats.org/drawingml/2006/main">
              <a:ext uri="{FF2B5EF4-FFF2-40B4-BE49-F238E27FC236}">
                <a16:creationId xmlns:a16="http://schemas.microsoft.com/office/drawing/2014/main" id="{F2BBC8D8-14DB-47C1-8C1C-31327B01EA9C}"/>
              </a:ext>
            </a:extLst>
          </p:cNvPr>
          <p:cNvSpPr>
            <a:spLocks xmlns:a="http://schemas.openxmlformats.org/drawingml/2006/main" noGrp="1"/>
          </p:cNvSpPr>
          <p:nvPr/>
        </p:nvSpPr>
        <p:spPr>
          <a:xfrm xmlns:a="http://schemas.openxmlformats.org/drawingml/2006/main">
            <a:off x="8420100" y="234315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기록된 답</a:t>
            </a:r>
          </a:p>
        </p:txBody>
      </p:sp>
      <p:sp>
        <p:nvSpPr>
          <p:cNvPr id="11" name="AGENTS.md">
            <a:extLst xmlns:a="http://schemas.openxmlformats.org/drawingml/2006/main">
              <a:ext uri="{FF2B5EF4-FFF2-40B4-BE49-F238E27FC236}">
                <a16:creationId xmlns:a16="http://schemas.microsoft.com/office/drawing/2014/main" id="{DE1E04A5-ECBD-425B-B3F4-FFED59E19D6A}"/>
              </a:ext>
            </a:extLst>
          </p:cNvPr>
          <p:cNvSpPr>
            <a:spLocks xmlns:a="http://schemas.openxmlformats.org/drawingml/2006/main" noGrp="1"/>
          </p:cNvSpPr>
          <p:nvPr/>
        </p:nvSpPr>
        <p:spPr>
          <a:xfrm xmlns:a="http://schemas.openxmlformats.org/drawingml/2006/main">
            <a:off x="762000" y="28194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a:t>
            </a:r>
          </a:p>
        </p:txBody>
      </p:sp>
      <p:sp>
        <p:nvSpPr>
          <p:cNvPr id="12" name="docs/architecture.md">
            <a:extLst xmlns:a="http://schemas.openxmlformats.org/drawingml/2006/main">
              <a:ext uri="{FF2B5EF4-FFF2-40B4-BE49-F238E27FC236}">
                <a16:creationId xmlns:a16="http://schemas.microsoft.com/office/drawing/2014/main" id="{37E9ABB3-A7D0-4BAD-B2D6-71C8AA3325D3}"/>
              </a:ext>
            </a:extLst>
          </p:cNvPr>
          <p:cNvSpPr>
            <a:spLocks xmlns:a="http://schemas.openxmlformats.org/drawingml/2006/main" noGrp="1"/>
          </p:cNvSpPr>
          <p:nvPr/>
        </p:nvSpPr>
        <p:spPr>
          <a:xfrm xmlns:a="http://schemas.openxmlformats.org/drawingml/2006/main">
            <a:off x="762000" y="31813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docs/architecture.md</a:t>
            </a:r>
          </a:p>
        </p:txBody>
      </p:sp>
      <p:sp>
        <p:nvSpPr>
          <p:cNvPr id="13" name="">
            <a:extLst xmlns:a="http://schemas.openxmlformats.org/drawingml/2006/main">
              <a:ext uri="{FF2B5EF4-FFF2-40B4-BE49-F238E27FC236}">
                <a16:creationId xmlns:a16="http://schemas.microsoft.com/office/drawing/2014/main" id="{C42C7CB8-073B-4D98-A184-0D882F095D37}"/>
              </a:ext>
            </a:extLst>
          </p:cNvPr>
          <p:cNvSpPr>
            <a:spLocks xmlns:a="http://schemas.openxmlformats.org/drawingml/2006/main" noGrp="1"/>
          </p:cNvSpPr>
          <p:nvPr/>
        </p:nvSpPr>
        <p:spPr>
          <a:xfrm xmlns:a="http://schemas.openxmlformats.org/drawingml/2006/main">
            <a:off x="609600" y="3543300"/>
            <a:ext cx="3524250" cy="342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4" name="docs/image-contracts.md">
            <a:extLst xmlns:a="http://schemas.openxmlformats.org/drawingml/2006/main">
              <a:ext uri="{FF2B5EF4-FFF2-40B4-BE49-F238E27FC236}">
                <a16:creationId xmlns:a16="http://schemas.microsoft.com/office/drawing/2014/main" id="{C20F9CC0-CB34-49DA-834D-C56CB7227A6E}"/>
              </a:ext>
            </a:extLst>
          </p:cNvPr>
          <p:cNvSpPr>
            <a:spLocks xmlns:a="http://schemas.openxmlformats.org/drawingml/2006/main" noGrp="1"/>
          </p:cNvSpPr>
          <p:nvPr/>
        </p:nvSpPr>
        <p:spPr>
          <a:xfrm xmlns:a="http://schemas.openxmlformats.org/drawingml/2006/main">
            <a:off x="762000" y="35433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docs/image-contracts.md</a:t>
            </a:r>
          </a:p>
        </p:txBody>
      </p:sp>
      <p:sp>
        <p:nvSpPr>
          <p:cNvPr id="15" name="docs/testing.md *">
            <a:extLst xmlns:a="http://schemas.openxmlformats.org/drawingml/2006/main">
              <a:ext uri="{FF2B5EF4-FFF2-40B4-BE49-F238E27FC236}">
                <a16:creationId xmlns:a16="http://schemas.microsoft.com/office/drawing/2014/main" id="{F6648461-F87A-4CEA-8129-9AF826E7DAF9}"/>
              </a:ext>
            </a:extLst>
          </p:cNvPr>
          <p:cNvSpPr>
            <a:spLocks xmlns:a="http://schemas.openxmlformats.org/drawingml/2006/main" noGrp="1"/>
          </p:cNvSpPr>
          <p:nvPr/>
        </p:nvSpPr>
        <p:spPr>
          <a:xfrm xmlns:a="http://schemas.openxmlformats.org/drawingml/2006/main">
            <a:off x="762000" y="390525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docs/testing.md *</a:t>
            </a:r>
          </a:p>
        </p:txBody>
      </p:sp>
      <p:sp>
        <p:nvSpPr>
          <p:cNvPr id="16" name="README.md">
            <a:extLst xmlns:a="http://schemas.openxmlformats.org/drawingml/2006/main">
              <a:ext uri="{FF2B5EF4-FFF2-40B4-BE49-F238E27FC236}">
                <a16:creationId xmlns:a16="http://schemas.microsoft.com/office/drawing/2014/main" id="{3E14EE8D-65B4-4E52-8977-6E4A3DCABFED}"/>
              </a:ext>
            </a:extLst>
          </p:cNvPr>
          <p:cNvSpPr>
            <a:spLocks xmlns:a="http://schemas.openxmlformats.org/drawingml/2006/main" noGrp="1"/>
          </p:cNvSpPr>
          <p:nvPr/>
        </p:nvSpPr>
        <p:spPr>
          <a:xfrm xmlns:a="http://schemas.openxmlformats.org/drawingml/2006/main">
            <a:off x="762000" y="4267200"/>
            <a:ext cx="32194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README.md</a:t>
            </a:r>
          </a:p>
        </p:txBody>
      </p:sp>
      <p:sp>
        <p:nvSpPr>
          <p:cNvPr id="17" name="소스·관련 테스트도 확인">
            <a:extLst xmlns:a="http://schemas.openxmlformats.org/drawingml/2006/main">
              <a:ext uri="{FF2B5EF4-FFF2-40B4-BE49-F238E27FC236}">
                <a16:creationId xmlns:a16="http://schemas.microsoft.com/office/drawing/2014/main" id="{784DC9D5-5A82-460B-9A95-1A05ECD2E428}"/>
              </a:ext>
            </a:extLst>
          </p:cNvPr>
          <p:cNvSpPr>
            <a:spLocks xmlns:a="http://schemas.openxmlformats.org/drawingml/2006/main" noGrp="1"/>
          </p:cNvSpPr>
          <p:nvPr/>
        </p:nvSpPr>
        <p:spPr>
          <a:xfrm xmlns:a="http://schemas.openxmlformats.org/drawingml/2006/main">
            <a:off x="609600" y="4667250"/>
            <a:ext cx="3524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소스·관련 테스트도 확인</a:t>
            </a:r>
          </a:p>
        </p:txBody>
      </p:sp>
      <p:sp>
        <p:nvSpPr>
          <p:cNvPr id="18" name="">
            <a:extLst xmlns:a="http://schemas.openxmlformats.org/drawingml/2006/main">
              <a:ext uri="{FF2B5EF4-FFF2-40B4-BE49-F238E27FC236}">
                <a16:creationId xmlns:a16="http://schemas.microsoft.com/office/drawing/2014/main" id="{EC7C1169-E049-4B07-A302-A7A436094AA8}"/>
              </a:ext>
            </a:extLst>
          </p:cNvPr>
          <p:cNvSpPr>
            <a:spLocks xmlns:a="http://schemas.openxmlformats.org/drawingml/2006/main" noGrp="1"/>
          </p:cNvSpPr>
          <p:nvPr/>
        </p:nvSpPr>
        <p:spPr>
          <a:xfrm xmlns:a="http://schemas.openxmlformats.org/drawingml/2006/main">
            <a:off x="4305300" y="3600450"/>
            <a:ext cx="2667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9" name="">
            <a:extLst xmlns:a="http://schemas.openxmlformats.org/drawingml/2006/main">
              <a:ext uri="{FF2B5EF4-FFF2-40B4-BE49-F238E27FC236}">
                <a16:creationId xmlns:a16="http://schemas.microsoft.com/office/drawing/2014/main" id="{D65CF735-B632-4A89-B665-24ADB0D05797}"/>
              </a:ext>
            </a:extLst>
          </p:cNvPr>
          <p:cNvSpPr>
            <a:spLocks xmlns:a="http://schemas.openxmlformats.org/drawingml/2006/main" noGrp="1"/>
          </p:cNvSpPr>
          <p:nvPr/>
        </p:nvSpPr>
        <p:spPr>
          <a:xfrm xmlns:a="http://schemas.openxmlformats.org/drawingml/2006/main">
            <a:off x="4743450" y="2819400"/>
            <a:ext cx="2952750" cy="20383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0" name="docs/&#10;image-contracts.md">
            <a:extLst xmlns:a="http://schemas.openxmlformats.org/drawingml/2006/main">
              <a:ext uri="{FF2B5EF4-FFF2-40B4-BE49-F238E27FC236}">
                <a16:creationId xmlns:a16="http://schemas.microsoft.com/office/drawing/2014/main" id="{E023CA9C-2256-43B2-8322-4EE491ACB90E}"/>
              </a:ext>
            </a:extLst>
          </p:cNvPr>
          <p:cNvSpPr>
            <a:spLocks xmlns:a="http://schemas.openxmlformats.org/drawingml/2006/main" noGrp="1"/>
          </p:cNvSpPr>
          <p:nvPr/>
        </p:nvSpPr>
        <p:spPr>
          <a:xfrm xmlns:a="http://schemas.openxmlformats.org/drawingml/2006/main">
            <a:off x="4972050" y="2962275"/>
            <a:ext cx="24955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docs/</a:t>
            </a:r>
          </a:p>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image-contracts.md</a:t>
            </a:r>
          </a:p>
        </p:txBody>
      </p:sp>
      <p:sp>
        <p:nvSpPr>
          <p:cNvPr id="21" name="">
            <a:extLst xmlns:a="http://schemas.openxmlformats.org/drawingml/2006/main">
              <a:ext uri="{FF2B5EF4-FFF2-40B4-BE49-F238E27FC236}">
                <a16:creationId xmlns:a16="http://schemas.microsoft.com/office/drawing/2014/main" id="{6B5BD85C-4C09-4DF5-B0C7-94ED8C676353}"/>
              </a:ext>
            </a:extLst>
          </p:cNvPr>
          <p:cNvSpPr>
            <a:spLocks xmlns:a="http://schemas.openxmlformats.org/drawingml/2006/main" noGrp="1"/>
          </p:cNvSpPr>
          <p:nvPr/>
        </p:nvSpPr>
        <p:spPr>
          <a:xfrm xmlns:a="http://schemas.openxmlformats.org/drawingml/2006/main">
            <a:off x="4972050" y="3638550"/>
            <a:ext cx="2495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crop 좌표 명세">
            <a:extLst xmlns:a="http://schemas.openxmlformats.org/drawingml/2006/main">
              <a:ext uri="{FF2B5EF4-FFF2-40B4-BE49-F238E27FC236}">
                <a16:creationId xmlns:a16="http://schemas.microsoft.com/office/drawing/2014/main" id="{BAF0629E-F3FC-452D-A2E6-5130C8614AB2}"/>
              </a:ext>
            </a:extLst>
          </p:cNvPr>
          <p:cNvSpPr>
            <a:spLocks xmlns:a="http://schemas.openxmlformats.org/drawingml/2006/main" noGrp="1"/>
          </p:cNvSpPr>
          <p:nvPr/>
        </p:nvSpPr>
        <p:spPr>
          <a:xfrm xmlns:a="http://schemas.openxmlformats.org/drawingml/2006/main">
            <a:off x="4972050" y="37147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crop 좌표 명세</a:t>
            </a:r>
          </a:p>
        </p:txBody>
      </p:sp>
      <p:sp>
        <p:nvSpPr>
          <p:cNvPr id="23" name="[x_start, x_end)">
            <a:extLst xmlns:a="http://schemas.openxmlformats.org/drawingml/2006/main">
              <a:ext uri="{FF2B5EF4-FFF2-40B4-BE49-F238E27FC236}">
                <a16:creationId xmlns:a16="http://schemas.microsoft.com/office/drawing/2014/main" id="{D19618EC-1407-42AE-BA03-7EC8A09F056C}"/>
              </a:ext>
            </a:extLst>
          </p:cNvPr>
          <p:cNvSpPr>
            <a:spLocks xmlns:a="http://schemas.openxmlformats.org/drawingml/2006/main" noGrp="1"/>
          </p:cNvSpPr>
          <p:nvPr/>
        </p:nvSpPr>
        <p:spPr>
          <a:xfrm xmlns:a="http://schemas.openxmlformats.org/drawingml/2006/main">
            <a:off x="4972050" y="4133850"/>
            <a:ext cx="24955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Consolas"/>
                <a:ea typeface="Consolas"/>
                <a:cs typeface="Consolas"/>
              </a:defRPr>
            </a:defPPr>
            <a:lvl1pPr algn="l">
              <a:defRPr sz="1950" b="1">
                <a:solidFill>
                  <a:srgbClr val="17212B"/>
                </a:solidFill>
                <a:latin typeface="Consolas"/>
                <a:ea typeface="Consolas"/>
                <a:cs typeface="Consolas"/>
              </a:defRPr>
            </a:lvl1pPr>
            <a:lvl2pPr algn="l">
              <a:defRPr sz="1950" b="1">
                <a:solidFill>
                  <a:srgbClr val="17212B"/>
                </a:solidFill>
                <a:latin typeface="Consolas"/>
                <a:ea typeface="Consolas"/>
                <a:cs typeface="Consolas"/>
              </a:defRPr>
            </a:lvl2pPr>
            <a:lvl3pPr algn="l">
              <a:defRPr sz="1950" b="1">
                <a:solidFill>
                  <a:srgbClr val="17212B"/>
                </a:solidFill>
                <a:latin typeface="Consolas"/>
                <a:ea typeface="Consolas"/>
                <a:cs typeface="Consolas"/>
              </a:defRPr>
            </a:lvl3pPr>
            <a:lvl4pPr algn="l">
              <a:defRPr sz="1950" b="1">
                <a:solidFill>
                  <a:srgbClr val="17212B"/>
                </a:solidFill>
                <a:latin typeface="Consolas"/>
                <a:ea typeface="Consolas"/>
                <a:cs typeface="Consolas"/>
              </a:defRPr>
            </a:lvl4pPr>
            <a:lvl5pPr algn="l">
              <a:defRPr sz="1950" b="1">
                <a:solidFill>
                  <a:srgbClr val="17212B"/>
                </a:solidFill>
                <a:latin typeface="Consolas"/>
                <a:ea typeface="Consolas"/>
                <a:cs typeface="Consolas"/>
              </a:defRPr>
            </a:lvl5pPr>
            <a:lvl6pPr algn="l">
              <a:defRPr sz="1950" b="1">
                <a:solidFill>
                  <a:srgbClr val="17212B"/>
                </a:solidFill>
                <a:latin typeface="Consolas"/>
                <a:ea typeface="Consolas"/>
                <a:cs typeface="Consolas"/>
              </a:defRPr>
            </a:lvl6pPr>
            <a:lvl7pPr algn="l">
              <a:defRPr sz="1950" b="1">
                <a:solidFill>
                  <a:srgbClr val="17212B"/>
                </a:solidFill>
                <a:latin typeface="Consolas"/>
                <a:ea typeface="Consolas"/>
                <a:cs typeface="Consolas"/>
              </a:defRPr>
            </a:lvl7pPr>
            <a:lvl8pPr algn="l">
              <a:defRPr sz="1950" b="1">
                <a:solidFill>
                  <a:srgbClr val="17212B"/>
                </a:solidFill>
                <a:latin typeface="Consolas"/>
                <a:ea typeface="Consolas"/>
                <a:cs typeface="Consolas"/>
              </a:defRPr>
            </a:lvl8pPr>
            <a:lvl9pPr algn="l">
              <a:defRPr sz="1950" b="1">
                <a:solidFill>
                  <a:srgbClr val="17212B"/>
                </a:solidFill>
                <a:latin typeface="Consolas"/>
                <a:ea typeface="Consolas"/>
                <a:cs typeface="Consolas"/>
              </a:defRPr>
            </a:lvl9pPr>
          </a:lstStyle>
          <a:p xmlns:a="http://schemas.openxmlformats.org/drawingml/2006/main">
            <a:pPr algn="l">
              <a:defRPr sz="1950" b="1">
                <a:solidFill>
                  <a:srgbClr val="17212B"/>
                </a:solidFill>
                <a:latin typeface="Consolas"/>
                <a:ea typeface="Consolas"/>
                <a:cs typeface="Consolas"/>
              </a:defRPr>
            </a:pPr>
            <a:r>
              <a:rPr sz="1950" b="1">
                <a:solidFill>
                  <a:srgbClr val="17212B"/>
                </a:solidFill>
                <a:latin typeface="Consolas"/>
                <a:ea typeface="Consolas"/>
                <a:cs typeface="Consolas"/>
              </a:rPr>
              <a:t>[x_start, x_end)</a:t>
            </a:r>
          </a:p>
        </p:txBody>
      </p:sp>
      <p:sp>
        <p:nvSpPr>
          <p:cNvPr id="24" name="시작 포함 · 끝 제외">
            <a:extLst xmlns:a="http://schemas.openxmlformats.org/drawingml/2006/main">
              <a:ext uri="{FF2B5EF4-FFF2-40B4-BE49-F238E27FC236}">
                <a16:creationId xmlns:a16="http://schemas.microsoft.com/office/drawing/2014/main" id="{121A823D-7CF9-4F4D-9C98-75FEC4155F70}"/>
              </a:ext>
            </a:extLst>
          </p:cNvPr>
          <p:cNvSpPr>
            <a:spLocks xmlns:a="http://schemas.openxmlformats.org/drawingml/2006/main" noGrp="1"/>
          </p:cNvSpPr>
          <p:nvPr/>
        </p:nvSpPr>
        <p:spPr>
          <a:xfrm xmlns:a="http://schemas.openxmlformats.org/drawingml/2006/main">
            <a:off x="4972050" y="4505325"/>
            <a:ext cx="24955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시작 포함 · 끝 제외</a:t>
            </a:r>
          </a:p>
        </p:txBody>
      </p:sp>
      <p:sp>
        <p:nvSpPr>
          <p:cNvPr id="25" name="대조">
            <a:extLst xmlns:a="http://schemas.openxmlformats.org/drawingml/2006/main">
              <a:ext uri="{FF2B5EF4-FFF2-40B4-BE49-F238E27FC236}">
                <a16:creationId xmlns:a16="http://schemas.microsoft.com/office/drawing/2014/main" id="{16C0457B-9CE4-4331-8462-79D6B00BCBCE}"/>
              </a:ext>
            </a:extLst>
          </p:cNvPr>
          <p:cNvSpPr>
            <a:spLocks xmlns:a="http://schemas.openxmlformats.org/drawingml/2006/main" noGrp="1"/>
          </p:cNvSpPr>
          <p:nvPr/>
        </p:nvSpPr>
        <p:spPr>
          <a:xfrm xmlns:a="http://schemas.openxmlformats.org/drawingml/2006/main">
            <a:off x="7829550" y="3305175"/>
            <a:ext cx="457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대조</a:t>
            </a:r>
          </a:p>
        </p:txBody>
      </p:sp>
      <p:sp>
        <p:nvSpPr>
          <p:cNvPr id="26" name="">
            <a:extLst xmlns:a="http://schemas.openxmlformats.org/drawingml/2006/main">
              <a:ext uri="{FF2B5EF4-FFF2-40B4-BE49-F238E27FC236}">
                <a16:creationId xmlns:a16="http://schemas.microsoft.com/office/drawing/2014/main" id="{A454B825-553D-4AEE-83B6-4A4A353A1AEF}"/>
              </a:ext>
            </a:extLst>
          </p:cNvPr>
          <p:cNvSpPr>
            <a:spLocks xmlns:a="http://schemas.openxmlformats.org/drawingml/2006/main" noGrp="1"/>
          </p:cNvSpPr>
          <p:nvPr/>
        </p:nvSpPr>
        <p:spPr>
          <a:xfrm xmlns:a="http://schemas.openxmlformats.org/drawingml/2006/main">
            <a:off x="7896225" y="3686175"/>
            <a:ext cx="304800" cy="19050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crop 1 3">
            <a:extLst xmlns:a="http://schemas.openxmlformats.org/drawingml/2006/main">
              <a:ext uri="{FF2B5EF4-FFF2-40B4-BE49-F238E27FC236}">
                <a16:creationId xmlns:a16="http://schemas.microsoft.com/office/drawing/2014/main" id="{1A4F124C-24D4-4168-9870-DFC265055AB7}"/>
              </a:ext>
            </a:extLst>
          </p:cNvPr>
          <p:cNvSpPr>
            <a:spLocks xmlns:a="http://schemas.openxmlformats.org/drawingml/2006/main" noGrp="1"/>
          </p:cNvSpPr>
          <p:nvPr/>
        </p:nvSpPr>
        <p:spPr>
          <a:xfrm xmlns:a="http://schemas.openxmlformats.org/drawingml/2006/main">
            <a:off x="8420100" y="2800350"/>
            <a:ext cx="3162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Consolas"/>
                <a:ea typeface="Consolas"/>
                <a:cs typeface="Consolas"/>
              </a:defRPr>
            </a:defPPr>
            <a:lvl1pPr algn="l">
              <a:defRPr sz="2175" b="1">
                <a:solidFill>
                  <a:srgbClr val="17212B"/>
                </a:solidFill>
                <a:latin typeface="Consolas"/>
                <a:ea typeface="Consolas"/>
                <a:cs typeface="Consolas"/>
              </a:defRPr>
            </a:lvl1pPr>
            <a:lvl2pPr algn="l">
              <a:defRPr sz="2175" b="1">
                <a:solidFill>
                  <a:srgbClr val="17212B"/>
                </a:solidFill>
                <a:latin typeface="Consolas"/>
                <a:ea typeface="Consolas"/>
                <a:cs typeface="Consolas"/>
              </a:defRPr>
            </a:lvl2pPr>
            <a:lvl3pPr algn="l">
              <a:defRPr sz="2175" b="1">
                <a:solidFill>
                  <a:srgbClr val="17212B"/>
                </a:solidFill>
                <a:latin typeface="Consolas"/>
                <a:ea typeface="Consolas"/>
                <a:cs typeface="Consolas"/>
              </a:defRPr>
            </a:lvl3pPr>
            <a:lvl4pPr algn="l">
              <a:defRPr sz="2175" b="1">
                <a:solidFill>
                  <a:srgbClr val="17212B"/>
                </a:solidFill>
                <a:latin typeface="Consolas"/>
                <a:ea typeface="Consolas"/>
                <a:cs typeface="Consolas"/>
              </a:defRPr>
            </a:lvl4pPr>
            <a:lvl5pPr algn="l">
              <a:defRPr sz="2175" b="1">
                <a:solidFill>
                  <a:srgbClr val="17212B"/>
                </a:solidFill>
                <a:latin typeface="Consolas"/>
                <a:ea typeface="Consolas"/>
                <a:cs typeface="Consolas"/>
              </a:defRPr>
            </a:lvl5pPr>
            <a:lvl6pPr algn="l">
              <a:defRPr sz="2175" b="1">
                <a:solidFill>
                  <a:srgbClr val="17212B"/>
                </a:solidFill>
                <a:latin typeface="Consolas"/>
                <a:ea typeface="Consolas"/>
                <a:cs typeface="Consolas"/>
              </a:defRPr>
            </a:lvl6pPr>
            <a:lvl7pPr algn="l">
              <a:defRPr sz="2175" b="1">
                <a:solidFill>
                  <a:srgbClr val="17212B"/>
                </a:solidFill>
                <a:latin typeface="Consolas"/>
                <a:ea typeface="Consolas"/>
                <a:cs typeface="Consolas"/>
              </a:defRPr>
            </a:lvl7pPr>
            <a:lvl8pPr algn="l">
              <a:defRPr sz="2175" b="1">
                <a:solidFill>
                  <a:srgbClr val="17212B"/>
                </a:solidFill>
                <a:latin typeface="Consolas"/>
                <a:ea typeface="Consolas"/>
                <a:cs typeface="Consolas"/>
              </a:defRPr>
            </a:lvl8pPr>
            <a:lvl9pPr algn="l">
              <a:defRPr sz="2175" b="1">
                <a:solidFill>
                  <a:srgbClr val="17212B"/>
                </a:solidFill>
                <a:latin typeface="Consolas"/>
                <a:ea typeface="Consolas"/>
                <a:cs typeface="Consolas"/>
              </a:defRPr>
            </a:lvl9pPr>
          </a:lstStyle>
          <a:p xmlns:a="http://schemas.openxmlformats.org/drawingml/2006/main">
            <a:pPr algn="l">
              <a:defRPr sz="2175" b="1">
                <a:solidFill>
                  <a:srgbClr val="17212B"/>
                </a:solidFill>
                <a:latin typeface="Consolas"/>
                <a:ea typeface="Consolas"/>
                <a:cs typeface="Consolas"/>
              </a:defRPr>
            </a:pPr>
            <a:r>
              <a:rPr sz="2175" b="1">
                <a:solidFill>
                  <a:srgbClr val="17212B"/>
                </a:solidFill>
                <a:latin typeface="Consolas"/>
                <a:ea typeface="Consolas"/>
                <a:cs typeface="Consolas"/>
              </a:rPr>
              <a:t>--crop 1 3</a:t>
            </a:r>
          </a:p>
        </p:txBody>
      </p:sp>
      <p:sp>
        <p:nvSpPr>
          <p:cNvPr id="28" name="원본 열 번호 · 0부터 시작">
            <a:extLst xmlns:a="http://schemas.openxmlformats.org/drawingml/2006/main">
              <a:ext uri="{FF2B5EF4-FFF2-40B4-BE49-F238E27FC236}">
                <a16:creationId xmlns:a16="http://schemas.microsoft.com/office/drawing/2014/main" id="{4BA56829-6C4B-46C3-B480-69D55C25B8B4}"/>
              </a:ext>
            </a:extLst>
          </p:cNvPr>
          <p:cNvSpPr>
            <a:spLocks xmlns:a="http://schemas.openxmlformats.org/drawingml/2006/main" noGrp="1"/>
          </p:cNvSpPr>
          <p:nvPr/>
        </p:nvSpPr>
        <p:spPr>
          <a:xfrm xmlns:a="http://schemas.openxmlformats.org/drawingml/2006/main">
            <a:off x="8420100" y="3200400"/>
            <a:ext cx="31623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원본 열 번호 · 0부터 시작</a:t>
            </a:r>
          </a:p>
        </p:txBody>
      </p:sp>
      <p:sp>
        <p:nvSpPr>
          <p:cNvPr id="29" name="">
            <a:extLst xmlns:a="http://schemas.openxmlformats.org/drawingml/2006/main">
              <a:ext uri="{FF2B5EF4-FFF2-40B4-BE49-F238E27FC236}">
                <a16:creationId xmlns:a16="http://schemas.microsoft.com/office/drawing/2014/main" id="{3DB61A26-7006-4552-BA80-94364DCC94F8}"/>
              </a:ext>
            </a:extLst>
          </p:cNvPr>
          <p:cNvSpPr>
            <a:spLocks xmlns:a="http://schemas.openxmlformats.org/drawingml/2006/main" noGrp="1"/>
          </p:cNvSpPr>
          <p:nvPr/>
        </p:nvSpPr>
        <p:spPr>
          <a:xfrm xmlns:a="http://schemas.openxmlformats.org/drawingml/2006/main">
            <a:off x="842010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0" name="0">
            <a:extLst xmlns:a="http://schemas.openxmlformats.org/drawingml/2006/main">
              <a:ext uri="{FF2B5EF4-FFF2-40B4-BE49-F238E27FC236}">
                <a16:creationId xmlns:a16="http://schemas.microsoft.com/office/drawing/2014/main" id="{8FF8AC4D-D44D-49A3-91E0-B4D2722C29E4}"/>
              </a:ext>
            </a:extLst>
          </p:cNvPr>
          <p:cNvSpPr>
            <a:spLocks xmlns:a="http://schemas.openxmlformats.org/drawingml/2006/main" noGrp="1"/>
          </p:cNvSpPr>
          <p:nvPr/>
        </p:nvSpPr>
        <p:spPr>
          <a:xfrm xmlns:a="http://schemas.openxmlformats.org/drawingml/2006/main">
            <a:off x="84201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0</a:t>
            </a:r>
          </a:p>
        </p:txBody>
      </p:sp>
      <p:sp>
        <p:nvSpPr>
          <p:cNvPr id="31" name="">
            <a:extLst xmlns:a="http://schemas.openxmlformats.org/drawingml/2006/main">
              <a:ext uri="{FF2B5EF4-FFF2-40B4-BE49-F238E27FC236}">
                <a16:creationId xmlns:a16="http://schemas.microsoft.com/office/drawing/2014/main" id="{5BD9C73F-C4F4-4CC3-AD16-A3D74EA0B190}"/>
              </a:ext>
            </a:extLst>
          </p:cNvPr>
          <p:cNvSpPr>
            <a:spLocks xmlns:a="http://schemas.openxmlformats.org/drawingml/2006/main" noGrp="1"/>
          </p:cNvSpPr>
          <p:nvPr/>
        </p:nvSpPr>
        <p:spPr>
          <a:xfrm xmlns:a="http://schemas.openxmlformats.org/drawingml/2006/main">
            <a:off x="916305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2" name="1">
            <a:extLst xmlns:a="http://schemas.openxmlformats.org/drawingml/2006/main">
              <a:ext uri="{FF2B5EF4-FFF2-40B4-BE49-F238E27FC236}">
                <a16:creationId xmlns:a16="http://schemas.microsoft.com/office/drawing/2014/main" id="{88B2A67C-E9F4-4C4F-9608-52DA8A4A6F23}"/>
              </a:ext>
            </a:extLst>
          </p:cNvPr>
          <p:cNvSpPr>
            <a:spLocks xmlns:a="http://schemas.openxmlformats.org/drawingml/2006/main" noGrp="1"/>
          </p:cNvSpPr>
          <p:nvPr/>
        </p:nvSpPr>
        <p:spPr>
          <a:xfrm xmlns:a="http://schemas.openxmlformats.org/drawingml/2006/main">
            <a:off x="91630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1</a:t>
            </a:r>
          </a:p>
        </p:txBody>
      </p:sp>
      <p:sp>
        <p:nvSpPr>
          <p:cNvPr id="33" name="">
            <a:extLst xmlns:a="http://schemas.openxmlformats.org/drawingml/2006/main">
              <a:ext uri="{FF2B5EF4-FFF2-40B4-BE49-F238E27FC236}">
                <a16:creationId xmlns:a16="http://schemas.microsoft.com/office/drawing/2014/main" id="{37296C2D-DF35-4668-AAAD-5B55BB2737F0}"/>
              </a:ext>
            </a:extLst>
          </p:cNvPr>
          <p:cNvSpPr>
            <a:spLocks xmlns:a="http://schemas.openxmlformats.org/drawingml/2006/main" noGrp="1"/>
          </p:cNvSpPr>
          <p:nvPr/>
        </p:nvSpPr>
        <p:spPr>
          <a:xfrm xmlns:a="http://schemas.openxmlformats.org/drawingml/2006/main">
            <a:off x="9906000" y="3543300"/>
            <a:ext cx="619125" cy="6286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4" name="2">
            <a:extLst xmlns:a="http://schemas.openxmlformats.org/drawingml/2006/main">
              <a:ext uri="{FF2B5EF4-FFF2-40B4-BE49-F238E27FC236}">
                <a16:creationId xmlns:a16="http://schemas.microsoft.com/office/drawing/2014/main" id="{E5EE2E98-5CAE-4377-812B-8B48C11C14EB}"/>
              </a:ext>
            </a:extLst>
          </p:cNvPr>
          <p:cNvSpPr>
            <a:spLocks xmlns:a="http://schemas.openxmlformats.org/drawingml/2006/main" noGrp="1"/>
          </p:cNvSpPr>
          <p:nvPr/>
        </p:nvSpPr>
        <p:spPr>
          <a:xfrm xmlns:a="http://schemas.openxmlformats.org/drawingml/2006/main">
            <a:off x="990600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1">
                <a:solidFill>
                  <a:srgbClr val="0B6172"/>
                </a:solidFill>
                <a:latin typeface="Malgun Gothic"/>
                <a:ea typeface="Malgun Gothic"/>
                <a:cs typeface="Malgun Gothic"/>
              </a:defRPr>
            </a:defPPr>
            <a:lvl1pPr algn="ctr">
              <a:defRPr sz="2400" b="1">
                <a:solidFill>
                  <a:srgbClr val="0B6172"/>
                </a:solidFill>
                <a:latin typeface="Malgun Gothic"/>
                <a:ea typeface="Malgun Gothic"/>
                <a:cs typeface="Malgun Gothic"/>
              </a:defRPr>
            </a:lvl1pPr>
            <a:lvl2pPr algn="ctr">
              <a:defRPr sz="2400" b="1">
                <a:solidFill>
                  <a:srgbClr val="0B6172"/>
                </a:solidFill>
                <a:latin typeface="Malgun Gothic"/>
                <a:ea typeface="Malgun Gothic"/>
                <a:cs typeface="Malgun Gothic"/>
              </a:defRPr>
            </a:lvl2pPr>
            <a:lvl3pPr algn="ctr">
              <a:defRPr sz="2400" b="1">
                <a:solidFill>
                  <a:srgbClr val="0B6172"/>
                </a:solidFill>
                <a:latin typeface="Malgun Gothic"/>
                <a:ea typeface="Malgun Gothic"/>
                <a:cs typeface="Malgun Gothic"/>
              </a:defRPr>
            </a:lvl3pPr>
            <a:lvl4pPr algn="ctr">
              <a:defRPr sz="2400" b="1">
                <a:solidFill>
                  <a:srgbClr val="0B6172"/>
                </a:solidFill>
                <a:latin typeface="Malgun Gothic"/>
                <a:ea typeface="Malgun Gothic"/>
                <a:cs typeface="Malgun Gothic"/>
              </a:defRPr>
            </a:lvl4pPr>
            <a:lvl5pPr algn="ctr">
              <a:defRPr sz="2400" b="1">
                <a:solidFill>
                  <a:srgbClr val="0B6172"/>
                </a:solidFill>
                <a:latin typeface="Malgun Gothic"/>
                <a:ea typeface="Malgun Gothic"/>
                <a:cs typeface="Malgun Gothic"/>
              </a:defRPr>
            </a:lvl5pPr>
            <a:lvl6pPr algn="ctr">
              <a:defRPr sz="2400" b="1">
                <a:solidFill>
                  <a:srgbClr val="0B6172"/>
                </a:solidFill>
                <a:latin typeface="Malgun Gothic"/>
                <a:ea typeface="Malgun Gothic"/>
                <a:cs typeface="Malgun Gothic"/>
              </a:defRPr>
            </a:lvl6pPr>
            <a:lvl7pPr algn="ctr">
              <a:defRPr sz="2400" b="1">
                <a:solidFill>
                  <a:srgbClr val="0B6172"/>
                </a:solidFill>
                <a:latin typeface="Malgun Gothic"/>
                <a:ea typeface="Malgun Gothic"/>
                <a:cs typeface="Malgun Gothic"/>
              </a:defRPr>
            </a:lvl7pPr>
            <a:lvl8pPr algn="ctr">
              <a:defRPr sz="2400" b="1">
                <a:solidFill>
                  <a:srgbClr val="0B6172"/>
                </a:solidFill>
                <a:latin typeface="Malgun Gothic"/>
                <a:ea typeface="Malgun Gothic"/>
                <a:cs typeface="Malgun Gothic"/>
              </a:defRPr>
            </a:lvl8pPr>
            <a:lvl9pPr algn="ctr">
              <a:defRPr sz="2400" b="1">
                <a:solidFill>
                  <a:srgbClr val="0B6172"/>
                </a:solidFill>
                <a:latin typeface="Malgun Gothic"/>
                <a:ea typeface="Malgun Gothic"/>
                <a:cs typeface="Malgun Gothic"/>
              </a:defRPr>
            </a:lvl9pPr>
          </a:lstStyle>
          <a:p xmlns:a="http://schemas.openxmlformats.org/drawingml/2006/main">
            <a:pPr algn="ctr">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2</a:t>
            </a:r>
          </a:p>
        </p:txBody>
      </p:sp>
      <p:sp>
        <p:nvSpPr>
          <p:cNvPr id="35" name="">
            <a:extLst xmlns:a="http://schemas.openxmlformats.org/drawingml/2006/main">
              <a:ext uri="{FF2B5EF4-FFF2-40B4-BE49-F238E27FC236}">
                <a16:creationId xmlns:a16="http://schemas.microsoft.com/office/drawing/2014/main" id="{404FE153-35D2-4893-86F1-78237C352AFA}"/>
              </a:ext>
            </a:extLst>
          </p:cNvPr>
          <p:cNvSpPr>
            <a:spLocks xmlns:a="http://schemas.openxmlformats.org/drawingml/2006/main" noGrp="1"/>
          </p:cNvSpPr>
          <p:nvPr/>
        </p:nvSpPr>
        <p:spPr>
          <a:xfrm xmlns:a="http://schemas.openxmlformats.org/drawingml/2006/main">
            <a:off x="10648950" y="3543300"/>
            <a:ext cx="619125" cy="6286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6" name="3">
            <a:extLst xmlns:a="http://schemas.openxmlformats.org/drawingml/2006/main">
              <a:ext uri="{FF2B5EF4-FFF2-40B4-BE49-F238E27FC236}">
                <a16:creationId xmlns:a16="http://schemas.microsoft.com/office/drawing/2014/main" id="{1D7A90EF-C320-43A7-8DCB-71DDDF0D56D7}"/>
              </a:ext>
            </a:extLst>
          </p:cNvPr>
          <p:cNvSpPr>
            <a:spLocks xmlns:a="http://schemas.openxmlformats.org/drawingml/2006/main" noGrp="1"/>
          </p:cNvSpPr>
          <p:nvPr/>
        </p:nvSpPr>
        <p:spPr>
          <a:xfrm xmlns:a="http://schemas.openxmlformats.org/drawingml/2006/main">
            <a:off x="10648950" y="3629025"/>
            <a:ext cx="6191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00" b="0">
                <a:solidFill>
                  <a:srgbClr val="4D5A68"/>
                </a:solidFill>
                <a:latin typeface="Malgun Gothic"/>
                <a:ea typeface="Malgun Gothic"/>
                <a:cs typeface="Malgun Gothic"/>
              </a:defRPr>
            </a:defPPr>
            <a:lvl1pPr algn="ctr">
              <a:defRPr sz="2400" b="0">
                <a:solidFill>
                  <a:srgbClr val="4D5A68"/>
                </a:solidFill>
                <a:latin typeface="Malgun Gothic"/>
                <a:ea typeface="Malgun Gothic"/>
                <a:cs typeface="Malgun Gothic"/>
              </a:defRPr>
            </a:lvl1pPr>
            <a:lvl2pPr algn="ctr">
              <a:defRPr sz="2400" b="0">
                <a:solidFill>
                  <a:srgbClr val="4D5A68"/>
                </a:solidFill>
                <a:latin typeface="Malgun Gothic"/>
                <a:ea typeface="Malgun Gothic"/>
                <a:cs typeface="Malgun Gothic"/>
              </a:defRPr>
            </a:lvl2pPr>
            <a:lvl3pPr algn="ctr">
              <a:defRPr sz="2400" b="0">
                <a:solidFill>
                  <a:srgbClr val="4D5A68"/>
                </a:solidFill>
                <a:latin typeface="Malgun Gothic"/>
                <a:ea typeface="Malgun Gothic"/>
                <a:cs typeface="Malgun Gothic"/>
              </a:defRPr>
            </a:lvl3pPr>
            <a:lvl4pPr algn="ctr">
              <a:defRPr sz="2400" b="0">
                <a:solidFill>
                  <a:srgbClr val="4D5A68"/>
                </a:solidFill>
                <a:latin typeface="Malgun Gothic"/>
                <a:ea typeface="Malgun Gothic"/>
                <a:cs typeface="Malgun Gothic"/>
              </a:defRPr>
            </a:lvl4pPr>
            <a:lvl5pPr algn="ctr">
              <a:defRPr sz="2400" b="0">
                <a:solidFill>
                  <a:srgbClr val="4D5A68"/>
                </a:solidFill>
                <a:latin typeface="Malgun Gothic"/>
                <a:ea typeface="Malgun Gothic"/>
                <a:cs typeface="Malgun Gothic"/>
              </a:defRPr>
            </a:lvl5pPr>
            <a:lvl6pPr algn="ctr">
              <a:defRPr sz="2400" b="0">
                <a:solidFill>
                  <a:srgbClr val="4D5A68"/>
                </a:solidFill>
                <a:latin typeface="Malgun Gothic"/>
                <a:ea typeface="Malgun Gothic"/>
                <a:cs typeface="Malgun Gothic"/>
              </a:defRPr>
            </a:lvl6pPr>
            <a:lvl7pPr algn="ctr">
              <a:defRPr sz="2400" b="0">
                <a:solidFill>
                  <a:srgbClr val="4D5A68"/>
                </a:solidFill>
                <a:latin typeface="Malgun Gothic"/>
                <a:ea typeface="Malgun Gothic"/>
                <a:cs typeface="Malgun Gothic"/>
              </a:defRPr>
            </a:lvl7pPr>
            <a:lvl8pPr algn="ctr">
              <a:defRPr sz="2400" b="0">
                <a:solidFill>
                  <a:srgbClr val="4D5A68"/>
                </a:solidFill>
                <a:latin typeface="Malgun Gothic"/>
                <a:ea typeface="Malgun Gothic"/>
                <a:cs typeface="Malgun Gothic"/>
              </a:defRPr>
            </a:lvl8pPr>
            <a:lvl9pPr algn="ctr">
              <a:defRPr sz="2400" b="0">
                <a:solidFill>
                  <a:srgbClr val="4D5A68"/>
                </a:solidFill>
                <a:latin typeface="Malgun Gothic"/>
                <a:ea typeface="Malgun Gothic"/>
                <a:cs typeface="Malgun Gothic"/>
              </a:defRPr>
            </a:lvl9pPr>
          </a:lstStyle>
          <a:p xmlns:a="http://schemas.openxmlformats.org/drawingml/2006/main">
            <a:pPr algn="ctr">
              <a:defRPr sz="2400" b="0">
                <a:solidFill>
                  <a:srgbClr val="4D5A68"/>
                </a:solidFill>
                <a:latin typeface="Malgun Gothic"/>
                <a:ea typeface="Malgun Gothic"/>
                <a:cs typeface="Malgun Gothic"/>
              </a:defRPr>
            </a:pPr>
            <a:r>
              <a:rPr sz="2400" b="0">
                <a:solidFill>
                  <a:srgbClr val="4D5A68"/>
                </a:solidFill>
                <a:latin typeface="Malgun Gothic"/>
                <a:ea typeface="Malgun Gothic"/>
                <a:cs typeface="Malgun Gothic"/>
              </a:rPr>
              <a:t>3</a:t>
            </a:r>
          </a:p>
        </p:txBody>
      </p:sp>
      <p:sp>
        <p:nvSpPr>
          <p:cNvPr id="37" name="포함 열: 1, 2 · 폭: 2">
            <a:extLst xmlns:a="http://schemas.openxmlformats.org/drawingml/2006/main">
              <a:ext uri="{FF2B5EF4-FFF2-40B4-BE49-F238E27FC236}">
                <a16:creationId xmlns:a16="http://schemas.microsoft.com/office/drawing/2014/main" id="{E1506482-054B-443C-B4FC-87B1203EF6D8}"/>
              </a:ext>
            </a:extLst>
          </p:cNvPr>
          <p:cNvSpPr>
            <a:spLocks xmlns:a="http://schemas.openxmlformats.org/drawingml/2006/main" noGrp="1"/>
          </p:cNvSpPr>
          <p:nvPr/>
        </p:nvSpPr>
        <p:spPr>
          <a:xfrm xmlns:a="http://schemas.openxmlformats.org/drawingml/2006/main">
            <a:off x="8420100" y="4305300"/>
            <a:ext cx="3162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포함 열: 1, 2 · 폭: 2</a:t>
            </a:r>
          </a:p>
        </p:txBody>
      </p:sp>
      <p:sp>
        <p:nvSpPr>
          <p:cNvPr id="38" name="끝 좌표 3 제외">
            <a:extLst xmlns:a="http://schemas.openxmlformats.org/drawingml/2006/main">
              <a:ext uri="{FF2B5EF4-FFF2-40B4-BE49-F238E27FC236}">
                <a16:creationId xmlns:a16="http://schemas.microsoft.com/office/drawing/2014/main" id="{B84FA0E7-E651-467B-A6A7-528180A5BF6D}"/>
              </a:ext>
            </a:extLst>
          </p:cNvPr>
          <p:cNvSpPr>
            <a:spLocks xmlns:a="http://schemas.openxmlformats.org/drawingml/2006/main" noGrp="1"/>
          </p:cNvSpPr>
          <p:nvPr/>
        </p:nvSpPr>
        <p:spPr>
          <a:xfrm xmlns:a="http://schemas.openxmlformats.org/drawingml/2006/main">
            <a:off x="8420100" y="4686300"/>
            <a:ext cx="3162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끝 좌표 3 제외</a:t>
            </a:r>
          </a:p>
        </p:txBody>
      </p:sp>
      <p:sp>
        <p:nvSpPr>
          <p:cNvPr id="39" name="관찰된 사실">
            <a:extLst xmlns:a="http://schemas.openxmlformats.org/drawingml/2006/main">
              <a:ext uri="{FF2B5EF4-FFF2-40B4-BE49-F238E27FC236}">
                <a16:creationId xmlns:a16="http://schemas.microsoft.com/office/drawing/2014/main" id="{605C99E8-45FE-45F3-A8E9-DE0B19E2F381}"/>
              </a:ext>
            </a:extLst>
          </p:cNvPr>
          <p:cNvSpPr>
            <a:spLocks xmlns:a="http://schemas.openxmlformats.org/drawingml/2006/main" noGrp="1"/>
          </p:cNvSpPr>
          <p:nvPr/>
        </p:nvSpPr>
        <p:spPr>
          <a:xfrm xmlns:a="http://schemas.openxmlformats.org/drawingml/2006/main">
            <a:off x="609600" y="51435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관찰된 사실</a:t>
            </a:r>
          </a:p>
        </p:txBody>
      </p:sp>
      <p:sp>
        <p:nvSpPr>
          <p:cNvPr id="40" name="명세 문서 접근과 명세에 맞는 답을 관찰">
            <a:extLst xmlns:a="http://schemas.openxmlformats.org/drawingml/2006/main">
              <a:ext uri="{FF2B5EF4-FFF2-40B4-BE49-F238E27FC236}">
                <a16:creationId xmlns:a16="http://schemas.microsoft.com/office/drawing/2014/main" id="{3CC87DAA-12ED-424B-BA68-5DFB642DED10}"/>
              </a:ext>
            </a:extLst>
          </p:cNvPr>
          <p:cNvSpPr>
            <a:spLocks xmlns:a="http://schemas.openxmlformats.org/drawingml/2006/main" noGrp="1"/>
          </p:cNvSpPr>
          <p:nvPr/>
        </p:nvSpPr>
        <p:spPr>
          <a:xfrm xmlns:a="http://schemas.openxmlformats.org/drawingml/2006/main">
            <a:off x="2228850" y="51435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 문서 접근과 명세에 맞는 답을 관찰</a:t>
            </a:r>
          </a:p>
        </p:txBody>
      </p:sp>
      <p:sp>
        <p:nvSpPr>
          <p:cNvPr id="41" name="해석의 한계">
            <a:extLst xmlns:a="http://schemas.openxmlformats.org/drawingml/2006/main">
              <a:ext uri="{FF2B5EF4-FFF2-40B4-BE49-F238E27FC236}">
                <a16:creationId xmlns:a16="http://schemas.microsoft.com/office/drawing/2014/main" id="{CB520036-DF66-4E55-9DB4-E746E86DC6FD}"/>
              </a:ext>
            </a:extLst>
          </p:cNvPr>
          <p:cNvSpPr>
            <a:spLocks xmlns:a="http://schemas.openxmlformats.org/drawingml/2006/main" noGrp="1"/>
          </p:cNvSpPr>
          <p:nvPr/>
        </p:nvSpPr>
        <p:spPr>
          <a:xfrm xmlns:a="http://schemas.openxmlformats.org/drawingml/2006/main">
            <a:off x="609600" y="5486400"/>
            <a:ext cx="1619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805400"/>
                </a:solidFill>
                <a:latin typeface="Malgun Gothic"/>
                <a:ea typeface="Malgun Gothic"/>
                <a:cs typeface="Malgun Gothic"/>
              </a:defRPr>
            </a:defPPr>
            <a:lvl1pPr algn="l">
              <a:defRPr sz="1800" b="1">
                <a:solidFill>
                  <a:srgbClr val="805400"/>
                </a:solidFill>
                <a:latin typeface="Malgun Gothic"/>
                <a:ea typeface="Malgun Gothic"/>
                <a:cs typeface="Malgun Gothic"/>
              </a:defRPr>
            </a:lvl1pPr>
            <a:lvl2pPr algn="l">
              <a:defRPr sz="1800" b="1">
                <a:solidFill>
                  <a:srgbClr val="805400"/>
                </a:solidFill>
                <a:latin typeface="Malgun Gothic"/>
                <a:ea typeface="Malgun Gothic"/>
                <a:cs typeface="Malgun Gothic"/>
              </a:defRPr>
            </a:lvl2pPr>
            <a:lvl3pPr algn="l">
              <a:defRPr sz="1800" b="1">
                <a:solidFill>
                  <a:srgbClr val="805400"/>
                </a:solidFill>
                <a:latin typeface="Malgun Gothic"/>
                <a:ea typeface="Malgun Gothic"/>
                <a:cs typeface="Malgun Gothic"/>
              </a:defRPr>
            </a:lvl3pPr>
            <a:lvl4pPr algn="l">
              <a:defRPr sz="1800" b="1">
                <a:solidFill>
                  <a:srgbClr val="805400"/>
                </a:solidFill>
                <a:latin typeface="Malgun Gothic"/>
                <a:ea typeface="Malgun Gothic"/>
                <a:cs typeface="Malgun Gothic"/>
              </a:defRPr>
            </a:lvl4pPr>
            <a:lvl5pPr algn="l">
              <a:defRPr sz="1800" b="1">
                <a:solidFill>
                  <a:srgbClr val="805400"/>
                </a:solidFill>
                <a:latin typeface="Malgun Gothic"/>
                <a:ea typeface="Malgun Gothic"/>
                <a:cs typeface="Malgun Gothic"/>
              </a:defRPr>
            </a:lvl5pPr>
            <a:lvl6pPr algn="l">
              <a:defRPr sz="1800" b="1">
                <a:solidFill>
                  <a:srgbClr val="805400"/>
                </a:solidFill>
                <a:latin typeface="Malgun Gothic"/>
                <a:ea typeface="Malgun Gothic"/>
                <a:cs typeface="Malgun Gothic"/>
              </a:defRPr>
            </a:lvl6pPr>
            <a:lvl7pPr algn="l">
              <a:defRPr sz="1800" b="1">
                <a:solidFill>
                  <a:srgbClr val="805400"/>
                </a:solidFill>
                <a:latin typeface="Malgun Gothic"/>
                <a:ea typeface="Malgun Gothic"/>
                <a:cs typeface="Malgun Gothic"/>
              </a:defRPr>
            </a:lvl7pPr>
            <a:lvl8pPr algn="l">
              <a:defRPr sz="1800" b="1">
                <a:solidFill>
                  <a:srgbClr val="805400"/>
                </a:solidFill>
                <a:latin typeface="Malgun Gothic"/>
                <a:ea typeface="Malgun Gothic"/>
                <a:cs typeface="Malgun Gothic"/>
              </a:defRPr>
            </a:lvl8pPr>
            <a:lvl9pPr algn="l">
              <a:defRPr sz="1800" b="1">
                <a:solidFill>
                  <a:srgbClr val="805400"/>
                </a:solidFill>
                <a:latin typeface="Malgun Gothic"/>
                <a:ea typeface="Malgun Gothic"/>
                <a:cs typeface="Malgun Gothic"/>
              </a:defRPr>
            </a:lvl9pPr>
          </a:lstStyle>
          <a:p xmlns:a="http://schemas.openxmlformats.org/drawingml/2006/main">
            <a:pPr algn="l">
              <a:defRPr sz="1800" b="1">
                <a:solidFill>
                  <a:srgbClr val="805400"/>
                </a:solidFill>
                <a:latin typeface="Malgun Gothic"/>
                <a:ea typeface="Malgun Gothic"/>
                <a:cs typeface="Malgun Gothic"/>
              </a:defRPr>
            </a:pPr>
            <a:r>
              <a:rPr sz="1800" b="1">
                <a:solidFill>
                  <a:srgbClr val="805400"/>
                </a:solidFill>
                <a:latin typeface="Malgun Gothic"/>
                <a:ea typeface="Malgun Gothic"/>
                <a:cs typeface="Malgun Gothic"/>
              </a:rPr>
              <a:t>해석의 한계</a:t>
            </a:r>
          </a:p>
        </p:txBody>
      </p:sp>
      <p:sp>
        <p:nvSpPr>
          <p:cNvPr id="42" name="더 넓은 접근도 관찰 · 최소 문서 선택·효율 향상 미입증">
            <a:extLst xmlns:a="http://schemas.openxmlformats.org/drawingml/2006/main">
              <a:ext uri="{FF2B5EF4-FFF2-40B4-BE49-F238E27FC236}">
                <a16:creationId xmlns:a16="http://schemas.microsoft.com/office/drawing/2014/main" id="{FF360985-BFF2-47A6-8C9A-362D5C5C8FE8}"/>
              </a:ext>
            </a:extLst>
          </p:cNvPr>
          <p:cNvSpPr>
            <a:spLocks xmlns:a="http://schemas.openxmlformats.org/drawingml/2006/main" noGrp="1"/>
          </p:cNvSpPr>
          <p:nvPr/>
        </p:nvSpPr>
        <p:spPr>
          <a:xfrm xmlns:a="http://schemas.openxmlformats.org/drawingml/2006/main">
            <a:off x="2228850" y="5486400"/>
            <a:ext cx="93535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더 넓은 접근도 관찰 · 최소 문서 선택·효율 향상 미입증</a:t>
            </a:r>
          </a:p>
        </p:txBody>
      </p:sp>
      <p:sp>
        <p:nvSpPr>
          <p:cNvPr id="43" name="Legacy module connection">
            <a:extLst xmlns:a="http://schemas.openxmlformats.org/drawingml/2006/main">
              <a:ext uri="{FF2B5EF4-FFF2-40B4-BE49-F238E27FC236}">
                <a16:creationId xmlns:a16="http://schemas.microsoft.com/office/drawing/2014/main" id="{185DE0A7-BF07-4EEA-BE45-C42E6ED7B87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M6</a:t>
            </a:r>
          </a:p>
        </p:txBody>
      </p:sp>
    </p:spTree>
    <p:extLst>
      <p:ext uri="{BB962C8B-B14F-4D97-AF65-F5344CB8AC3E}">
        <p14:creationId xmlns:p14="http://schemas.microsoft.com/office/powerpoint/2010/main" val="1712918430"/>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2 · 요청 B의 근거와 기록된 답">
            <a:extLst xmlns:a="http://schemas.openxmlformats.org/drawingml/2006/main">
              <a:ext uri="{FF2B5EF4-FFF2-40B4-BE49-F238E27FC236}">
                <a16:creationId xmlns:a16="http://schemas.microsoft.com/office/drawing/2014/main" id="{1C51DB56-33F5-4CE9-90EE-F8911FF8603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요청 B의 근거와 기록된 답</a:t>
            </a:r>
          </a:p>
        </p:txBody>
      </p:sp>
      <p:sp>
        <p:nvSpPr>
          <p:cNvPr id="2" name="S49">
            <a:extLst xmlns:a="http://schemas.openxmlformats.org/drawingml/2006/main">
              <a:ext uri="{FF2B5EF4-FFF2-40B4-BE49-F238E27FC236}">
                <a16:creationId xmlns:a16="http://schemas.microsoft.com/office/drawing/2014/main" id="{A056E716-7B9D-4F75-BF8A-4B50C9FA6AD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S49</a:t>
            </a:r>
          </a:p>
        </p:txBody>
      </p:sp>
      <p:sp>
        <p:nvSpPr>
          <p:cNvPr id="3" name="의존성 질문은 설정과 소스로 답했다">
            <a:extLst xmlns:a="http://schemas.openxmlformats.org/drawingml/2006/main">
              <a:ext uri="{FF2B5EF4-FFF2-40B4-BE49-F238E27FC236}">
                <a16:creationId xmlns:a16="http://schemas.microsoft.com/office/drawing/2014/main" id="{8D8E9906-3A2B-4D74-8174-B6AF132FBA6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의존성 질문은 설정과 소스로 답했다</a:t>
            </a:r>
          </a:p>
        </p:txBody>
      </p:sp>
      <p:sp>
        <p:nvSpPr>
          <p:cNvPr id="4" name="">
            <a:extLst xmlns:a="http://schemas.openxmlformats.org/drawingml/2006/main">
              <a:ext uri="{FF2B5EF4-FFF2-40B4-BE49-F238E27FC236}">
                <a16:creationId xmlns:a16="http://schemas.microsoft.com/office/drawing/2014/main" id="{5E6E8368-DC29-4FD9-8329-EA9467BFE34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B 최종 실행 · Codex CLI 0.154.0 · 실제 접근/답변 기록 요약">
            <a:extLst xmlns:a="http://schemas.openxmlformats.org/drawingml/2006/main">
              <a:ext uri="{FF2B5EF4-FFF2-40B4-BE49-F238E27FC236}">
                <a16:creationId xmlns:a16="http://schemas.microsoft.com/office/drawing/2014/main" id="{FA6350BA-86E4-4E91-8ACB-369D5B0FFC0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TRIAL-005B 최종 실행 · Codex CLI 0.154.0 · 실제 접근/답변 기록 요약</a:t>
            </a:r>
          </a:p>
        </p:txBody>
      </p:sp>
      <p:sp>
        <p:nvSpPr>
          <p:cNvPr id="6" name="과거 읽기 전용 실행의 재구성 · 새 설치 검사·현재 Desktop 검증 결과가 아님">
            <a:extLst xmlns:a="http://schemas.openxmlformats.org/drawingml/2006/main">
              <a:ext uri="{FF2B5EF4-FFF2-40B4-BE49-F238E27FC236}">
                <a16:creationId xmlns:a16="http://schemas.microsoft.com/office/drawing/2014/main" id="{E7C36668-9C0B-4E10-B436-DE3305E6A83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과거 읽기 전용 실행의 재구성 · 새 설치 검사·현재 Desktop 검증 결과가 아님</a:t>
            </a:r>
          </a:p>
        </p:txBody>
      </p:sp>
      <p:sp>
        <p:nvSpPr>
          <p:cNvPr id="7" name="“실행 의존성과 빌드 도구를 구분해 알려줘.”">
            <a:extLst xmlns:a="http://schemas.openxmlformats.org/drawingml/2006/main">
              <a:ext uri="{FF2B5EF4-FFF2-40B4-BE49-F238E27FC236}">
                <a16:creationId xmlns:a16="http://schemas.microsoft.com/office/drawing/2014/main" id="{B2A6DBA8-971B-4E78-B89C-CD20A906C83D}"/>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“실행 의존성과 빌드 도구를 구분해 알려줘.”</a:t>
            </a:r>
          </a:p>
        </p:txBody>
      </p:sp>
      <p:sp>
        <p:nvSpPr>
          <p:cNvPr id="8" name="실제로 확인한 근거">
            <a:extLst xmlns:a="http://schemas.openxmlformats.org/drawingml/2006/main">
              <a:ext uri="{FF2B5EF4-FFF2-40B4-BE49-F238E27FC236}">
                <a16:creationId xmlns:a16="http://schemas.microsoft.com/office/drawing/2014/main" id="{B4C094D2-58D9-4890-B1A4-2983C1793F07}"/>
              </a:ext>
            </a:extLst>
          </p:cNvPr>
          <p:cNvSpPr>
            <a:spLocks xmlns:a="http://schemas.openxmlformats.org/drawingml/2006/main" noGrp="1"/>
          </p:cNvSpPr>
          <p:nvPr/>
        </p:nvSpPr>
        <p:spPr>
          <a:xfrm xmlns:a="http://schemas.openxmlformats.org/drawingml/2006/main">
            <a:off x="609600" y="240982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실제로 확인한 근거</a:t>
            </a:r>
          </a:p>
        </p:txBody>
      </p:sp>
      <p:sp>
        <p:nvSpPr>
          <p:cNvPr id="9" name="기록된 답">
            <a:extLst xmlns:a="http://schemas.openxmlformats.org/drawingml/2006/main">
              <a:ext uri="{FF2B5EF4-FFF2-40B4-BE49-F238E27FC236}">
                <a16:creationId xmlns:a16="http://schemas.microsoft.com/office/drawing/2014/main" id="{181738B7-1FC5-4A46-B7D6-24ED94BD6E5F}"/>
              </a:ext>
            </a:extLst>
          </p:cNvPr>
          <p:cNvSpPr>
            <a:spLocks xmlns:a="http://schemas.openxmlformats.org/drawingml/2006/main" noGrp="1"/>
          </p:cNvSpPr>
          <p:nvPr/>
        </p:nvSpPr>
        <p:spPr>
          <a:xfrm xmlns:a="http://schemas.openxmlformats.org/drawingml/2006/main">
            <a:off x="6419850" y="2409825"/>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기록된 답</a:t>
            </a:r>
          </a:p>
        </p:txBody>
      </p:sp>
      <p:sp>
        <p:nvSpPr>
          <p:cNvPr id="10" name="">
            <a:extLst xmlns:a="http://schemas.openxmlformats.org/drawingml/2006/main">
              <a:ext uri="{FF2B5EF4-FFF2-40B4-BE49-F238E27FC236}">
                <a16:creationId xmlns:a16="http://schemas.microsoft.com/office/drawing/2014/main" id="{C1378E97-9955-456D-B4BF-0792DC02ABBA}"/>
              </a:ext>
            </a:extLst>
          </p:cNvPr>
          <p:cNvSpPr>
            <a:spLocks xmlns:a="http://schemas.openxmlformats.org/drawingml/2006/main" noGrp="1"/>
          </p:cNvSpPr>
          <p:nvPr/>
        </p:nvSpPr>
        <p:spPr>
          <a:xfrm xmlns:a="http://schemas.openxmlformats.org/drawingml/2006/main">
            <a:off x="609600" y="2895600"/>
            <a:ext cx="4953000" cy="21526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1" name="pyproject.toml · setup.cfg">
            <a:extLst xmlns:a="http://schemas.openxmlformats.org/drawingml/2006/main">
              <a:ext uri="{FF2B5EF4-FFF2-40B4-BE49-F238E27FC236}">
                <a16:creationId xmlns:a16="http://schemas.microsoft.com/office/drawing/2014/main" id="{7584058D-21FB-4257-B83C-FB5D385526B2}"/>
              </a:ext>
            </a:extLst>
          </p:cNvPr>
          <p:cNvSpPr>
            <a:spLocks xmlns:a="http://schemas.openxmlformats.org/drawingml/2006/main" noGrp="1"/>
          </p:cNvSpPr>
          <p:nvPr/>
        </p:nvSpPr>
        <p:spPr>
          <a:xfrm xmlns:a="http://schemas.openxmlformats.org/drawingml/2006/main">
            <a:off x="819150" y="3057525"/>
            <a:ext cx="4533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pyproject.toml · setup.cfg</a:t>
            </a:r>
          </a:p>
        </p:txBody>
      </p:sp>
      <p:sp>
        <p:nvSpPr>
          <p:cNvPr id="12" name="README와 소스 코드">
            <a:extLst xmlns:a="http://schemas.openxmlformats.org/drawingml/2006/main">
              <a:ext uri="{FF2B5EF4-FFF2-40B4-BE49-F238E27FC236}">
                <a16:creationId xmlns:a16="http://schemas.microsoft.com/office/drawing/2014/main" id="{7E94E01B-17C3-4344-83A2-03C49A7CA0C3}"/>
              </a:ext>
            </a:extLst>
          </p:cNvPr>
          <p:cNvSpPr>
            <a:spLocks xmlns:a="http://schemas.openxmlformats.org/drawingml/2006/main" noGrp="1"/>
          </p:cNvSpPr>
          <p:nvPr/>
        </p:nvSpPr>
        <p:spPr>
          <a:xfrm xmlns:a="http://schemas.openxmlformats.org/drawingml/2006/main">
            <a:off x="819150" y="3533775"/>
            <a:ext cx="45339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README와 소스 코드</a:t>
            </a:r>
          </a:p>
        </p:txBody>
      </p:sp>
      <p:sp>
        <p:nvSpPr>
          <p:cNvPr id="13" name="">
            <a:extLst xmlns:a="http://schemas.openxmlformats.org/drawingml/2006/main">
              <a:ext uri="{FF2B5EF4-FFF2-40B4-BE49-F238E27FC236}">
                <a16:creationId xmlns:a16="http://schemas.microsoft.com/office/drawing/2014/main" id="{72609234-8CB5-4589-BB67-5552D33167DC}"/>
              </a:ext>
            </a:extLst>
          </p:cNvPr>
          <p:cNvSpPr>
            <a:spLocks xmlns:a="http://schemas.openxmlformats.org/drawingml/2006/main" noGrp="1"/>
          </p:cNvSpPr>
          <p:nvPr/>
        </p:nvSpPr>
        <p:spPr>
          <a:xfrm xmlns:a="http://schemas.openxmlformats.org/drawingml/2006/main">
            <a:off x="819150" y="4086225"/>
            <a:ext cx="45339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공통 안내도 읽음">
            <a:extLst xmlns:a="http://schemas.openxmlformats.org/drawingml/2006/main">
              <a:ext uri="{FF2B5EF4-FFF2-40B4-BE49-F238E27FC236}">
                <a16:creationId xmlns:a16="http://schemas.microsoft.com/office/drawing/2014/main" id="{403F07A5-963C-492D-8F34-A47517ADA244}"/>
              </a:ext>
            </a:extLst>
          </p:cNvPr>
          <p:cNvSpPr>
            <a:spLocks xmlns:a="http://schemas.openxmlformats.org/drawingml/2006/main" noGrp="1"/>
          </p:cNvSpPr>
          <p:nvPr/>
        </p:nvSpPr>
        <p:spPr>
          <a:xfrm xmlns:a="http://schemas.openxmlformats.org/drawingml/2006/main">
            <a:off x="819150" y="4219575"/>
            <a:ext cx="4533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공통 안내도 읽음</a:t>
            </a:r>
          </a:p>
        </p:txBody>
      </p:sp>
      <p:sp>
        <p:nvSpPr>
          <p:cNvPr id="15" name="AGENTS.md · architecture.md">
            <a:extLst xmlns:a="http://schemas.openxmlformats.org/drawingml/2006/main">
              <a:ext uri="{FF2B5EF4-FFF2-40B4-BE49-F238E27FC236}">
                <a16:creationId xmlns:a16="http://schemas.microsoft.com/office/drawing/2014/main" id="{6A51A942-0A69-46FD-9B34-65392809A810}"/>
              </a:ext>
            </a:extLst>
          </p:cNvPr>
          <p:cNvSpPr>
            <a:spLocks xmlns:a="http://schemas.openxmlformats.org/drawingml/2006/main" noGrp="1"/>
          </p:cNvSpPr>
          <p:nvPr/>
        </p:nvSpPr>
        <p:spPr>
          <a:xfrm xmlns:a="http://schemas.openxmlformats.org/drawingml/2006/main">
            <a:off x="819150" y="4581525"/>
            <a:ext cx="4533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AGENTS.md · architecture.md</a:t>
            </a:r>
          </a:p>
        </p:txBody>
      </p:sp>
      <p:sp>
        <p:nvSpPr>
          <p:cNvPr id="16" name="">
            <a:extLst xmlns:a="http://schemas.openxmlformats.org/drawingml/2006/main">
              <a:ext uri="{FF2B5EF4-FFF2-40B4-BE49-F238E27FC236}">
                <a16:creationId xmlns:a16="http://schemas.microsoft.com/office/drawing/2014/main" id="{C85C5E8F-C8C7-44D7-BB59-745880DD9F08}"/>
              </a:ext>
            </a:extLst>
          </p:cNvPr>
          <p:cNvSpPr>
            <a:spLocks xmlns:a="http://schemas.openxmlformats.org/drawingml/2006/main" noGrp="1"/>
          </p:cNvSpPr>
          <p:nvPr/>
        </p:nvSpPr>
        <p:spPr>
          <a:xfrm xmlns:a="http://schemas.openxmlformats.org/drawingml/2006/main">
            <a:off x="6419850" y="2895600"/>
            <a:ext cx="5162550" cy="1095375"/>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17" name="실행">
            <a:extLst xmlns:a="http://schemas.openxmlformats.org/drawingml/2006/main">
              <a:ext uri="{FF2B5EF4-FFF2-40B4-BE49-F238E27FC236}">
                <a16:creationId xmlns:a16="http://schemas.microsoft.com/office/drawing/2014/main" id="{86B91136-FD69-40FF-8BA7-56E8F0709028}"/>
              </a:ext>
            </a:extLst>
          </p:cNvPr>
          <p:cNvSpPr>
            <a:spLocks xmlns:a="http://schemas.openxmlformats.org/drawingml/2006/main" noGrp="1"/>
          </p:cNvSpPr>
          <p:nvPr/>
        </p:nvSpPr>
        <p:spPr>
          <a:xfrm xmlns:a="http://schemas.openxmlformats.org/drawingml/2006/main">
            <a:off x="6629400" y="29908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실행</a:t>
            </a:r>
          </a:p>
        </p:txBody>
      </p:sp>
      <p:sp>
        <p:nvSpPr>
          <p:cNvPr id="18" name="Python 3.9+ · 표준 라이브러리">
            <a:extLst xmlns:a="http://schemas.openxmlformats.org/drawingml/2006/main">
              <a:ext uri="{FF2B5EF4-FFF2-40B4-BE49-F238E27FC236}">
                <a16:creationId xmlns:a16="http://schemas.microsoft.com/office/drawing/2014/main" id="{04FB4BE6-74E6-4969-8670-74B5341040B8}"/>
              </a:ext>
            </a:extLst>
          </p:cNvPr>
          <p:cNvSpPr>
            <a:spLocks xmlns:a="http://schemas.openxmlformats.org/drawingml/2006/main" noGrp="1"/>
          </p:cNvSpPr>
          <p:nvPr/>
        </p:nvSpPr>
        <p:spPr>
          <a:xfrm xmlns:a="http://schemas.openxmlformats.org/drawingml/2006/main">
            <a:off x="7639050" y="3000375"/>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Python 3.9+ · 표준 라이브러리</a:t>
            </a:r>
          </a:p>
        </p:txBody>
      </p:sp>
      <p:sp>
        <p:nvSpPr>
          <p:cNvPr id="19" name="별도 third-party runtime dependency 없음">
            <a:extLst xmlns:a="http://schemas.openxmlformats.org/drawingml/2006/main">
              <a:ext uri="{FF2B5EF4-FFF2-40B4-BE49-F238E27FC236}">
                <a16:creationId xmlns:a16="http://schemas.microsoft.com/office/drawing/2014/main" id="{41983E4D-68AB-4B72-9B4E-6CB2A0A8F4E4}"/>
              </a:ext>
            </a:extLst>
          </p:cNvPr>
          <p:cNvSpPr>
            <a:spLocks xmlns:a="http://schemas.openxmlformats.org/drawingml/2006/main" noGrp="1"/>
          </p:cNvSpPr>
          <p:nvPr/>
        </p:nvSpPr>
        <p:spPr>
          <a:xfrm xmlns:a="http://schemas.openxmlformats.org/drawingml/2006/main">
            <a:off x="6629400" y="3505200"/>
            <a:ext cx="47434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별도 third-party runtime dependency 없음</a:t>
            </a:r>
          </a:p>
        </p:txBody>
      </p:sp>
      <p:sp>
        <p:nvSpPr>
          <p:cNvPr id="20" name="">
            <a:extLst xmlns:a="http://schemas.openxmlformats.org/drawingml/2006/main">
              <a:ext uri="{FF2B5EF4-FFF2-40B4-BE49-F238E27FC236}">
                <a16:creationId xmlns:a16="http://schemas.microsoft.com/office/drawing/2014/main" id="{72A2F4D9-11F7-4E8D-8F40-CF5A91EED4B7}"/>
              </a:ext>
            </a:extLst>
          </p:cNvPr>
          <p:cNvSpPr>
            <a:spLocks xmlns:a="http://schemas.openxmlformats.org/drawingml/2006/main" noGrp="1"/>
          </p:cNvSpPr>
          <p:nvPr/>
        </p:nvSpPr>
        <p:spPr>
          <a:xfrm xmlns:a="http://schemas.openxmlformats.org/drawingml/2006/main">
            <a:off x="6419850" y="4191000"/>
            <a:ext cx="5162550" cy="8572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21" name="빌드">
            <a:extLst xmlns:a="http://schemas.openxmlformats.org/drawingml/2006/main">
              <a:ext uri="{FF2B5EF4-FFF2-40B4-BE49-F238E27FC236}">
                <a16:creationId xmlns:a16="http://schemas.microsoft.com/office/drawing/2014/main" id="{4F15DE77-B814-49A6-AC2E-95CB4DE1EC55}"/>
              </a:ext>
            </a:extLst>
          </p:cNvPr>
          <p:cNvSpPr>
            <a:spLocks xmlns:a="http://schemas.openxmlformats.org/drawingml/2006/main" noGrp="1"/>
          </p:cNvSpPr>
          <p:nvPr/>
        </p:nvSpPr>
        <p:spPr>
          <a:xfrm xmlns:a="http://schemas.openxmlformats.org/drawingml/2006/main">
            <a:off x="6629400" y="4324350"/>
            <a:ext cx="857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빌드</a:t>
            </a:r>
          </a:p>
        </p:txBody>
      </p:sp>
      <p:sp>
        <p:nvSpPr>
          <p:cNvPr id="22" name="setuptools · wheel">
            <a:extLst xmlns:a="http://schemas.openxmlformats.org/drawingml/2006/main">
              <a:ext uri="{FF2B5EF4-FFF2-40B4-BE49-F238E27FC236}">
                <a16:creationId xmlns:a16="http://schemas.microsoft.com/office/drawing/2014/main" id="{3DD72968-055F-49E3-8016-6F0DE920C507}"/>
              </a:ext>
            </a:extLst>
          </p:cNvPr>
          <p:cNvSpPr>
            <a:spLocks xmlns:a="http://schemas.openxmlformats.org/drawingml/2006/main" noGrp="1"/>
          </p:cNvSpPr>
          <p:nvPr/>
        </p:nvSpPr>
        <p:spPr>
          <a:xfrm xmlns:a="http://schemas.openxmlformats.org/drawingml/2006/main">
            <a:off x="7639050" y="4324350"/>
            <a:ext cx="3733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Consolas"/>
                <a:ea typeface="Consolas"/>
                <a:cs typeface="Consolas"/>
              </a:defRPr>
            </a:defPPr>
            <a:lvl1pPr algn="l">
              <a:defRPr sz="2100" b="1">
                <a:solidFill>
                  <a:srgbClr val="17212B"/>
                </a:solidFill>
                <a:latin typeface="Consolas"/>
                <a:ea typeface="Consolas"/>
                <a:cs typeface="Consolas"/>
              </a:defRPr>
            </a:lvl1pPr>
            <a:lvl2pPr algn="l">
              <a:defRPr sz="2100" b="1">
                <a:solidFill>
                  <a:srgbClr val="17212B"/>
                </a:solidFill>
                <a:latin typeface="Consolas"/>
                <a:ea typeface="Consolas"/>
                <a:cs typeface="Consolas"/>
              </a:defRPr>
            </a:lvl2pPr>
            <a:lvl3pPr algn="l">
              <a:defRPr sz="2100" b="1">
                <a:solidFill>
                  <a:srgbClr val="17212B"/>
                </a:solidFill>
                <a:latin typeface="Consolas"/>
                <a:ea typeface="Consolas"/>
                <a:cs typeface="Consolas"/>
              </a:defRPr>
            </a:lvl3pPr>
            <a:lvl4pPr algn="l">
              <a:defRPr sz="2100" b="1">
                <a:solidFill>
                  <a:srgbClr val="17212B"/>
                </a:solidFill>
                <a:latin typeface="Consolas"/>
                <a:ea typeface="Consolas"/>
                <a:cs typeface="Consolas"/>
              </a:defRPr>
            </a:lvl4pPr>
            <a:lvl5pPr algn="l">
              <a:defRPr sz="2100" b="1">
                <a:solidFill>
                  <a:srgbClr val="17212B"/>
                </a:solidFill>
                <a:latin typeface="Consolas"/>
                <a:ea typeface="Consolas"/>
                <a:cs typeface="Consolas"/>
              </a:defRPr>
            </a:lvl5pPr>
            <a:lvl6pPr algn="l">
              <a:defRPr sz="2100" b="1">
                <a:solidFill>
                  <a:srgbClr val="17212B"/>
                </a:solidFill>
                <a:latin typeface="Consolas"/>
                <a:ea typeface="Consolas"/>
                <a:cs typeface="Consolas"/>
              </a:defRPr>
            </a:lvl6pPr>
            <a:lvl7pPr algn="l">
              <a:defRPr sz="2100" b="1">
                <a:solidFill>
                  <a:srgbClr val="17212B"/>
                </a:solidFill>
                <a:latin typeface="Consolas"/>
                <a:ea typeface="Consolas"/>
                <a:cs typeface="Consolas"/>
              </a:defRPr>
            </a:lvl7pPr>
            <a:lvl8pPr algn="l">
              <a:defRPr sz="2100" b="1">
                <a:solidFill>
                  <a:srgbClr val="17212B"/>
                </a:solidFill>
                <a:latin typeface="Consolas"/>
                <a:ea typeface="Consolas"/>
                <a:cs typeface="Consolas"/>
              </a:defRPr>
            </a:lvl8pPr>
            <a:lvl9pPr algn="l">
              <a:defRPr sz="2100" b="1">
                <a:solidFill>
                  <a:srgbClr val="17212B"/>
                </a:solidFill>
                <a:latin typeface="Consolas"/>
                <a:ea typeface="Consolas"/>
                <a:cs typeface="Consolas"/>
              </a:defRPr>
            </a:lvl9pPr>
          </a:lstStyle>
          <a:p xmlns:a="http://schemas.openxmlformats.org/drawingml/2006/main">
            <a:pPr algn="l">
              <a:defRPr sz="2100" b="1">
                <a:solidFill>
                  <a:srgbClr val="17212B"/>
                </a:solidFill>
                <a:latin typeface="Consolas"/>
                <a:ea typeface="Consolas"/>
                <a:cs typeface="Consolas"/>
              </a:defRPr>
            </a:pPr>
            <a:r>
              <a:rPr sz="2100" b="1">
                <a:solidFill>
                  <a:srgbClr val="17212B"/>
                </a:solidFill>
                <a:latin typeface="Consolas"/>
                <a:ea typeface="Consolas"/>
                <a:cs typeface="Consolas"/>
              </a:rPr>
              <a:t>setuptools · wheel</a:t>
            </a:r>
          </a:p>
        </p:txBody>
      </p:sp>
      <p:sp>
        <p:nvSpPr>
          <p:cNvPr id="23" name="image-contracts.md · testing.md는 읽지 않음">
            <a:extLst xmlns:a="http://schemas.openxmlformats.org/drawingml/2006/main">
              <a:ext uri="{FF2B5EF4-FFF2-40B4-BE49-F238E27FC236}">
                <a16:creationId xmlns:a16="http://schemas.microsoft.com/office/drawing/2014/main" id="{18BB5B91-648E-416A-99FB-A2C47FAB7CA2}"/>
              </a:ext>
            </a:extLst>
          </p:cNvPr>
          <p:cNvSpPr>
            <a:spLocks xmlns:a="http://schemas.openxmlformats.org/drawingml/2006/main" noGrp="1"/>
          </p:cNvSpPr>
          <p:nvPr/>
        </p:nvSpPr>
        <p:spPr>
          <a:xfrm xmlns:a="http://schemas.openxmlformats.org/drawingml/2006/main">
            <a:off x="609600" y="5314950"/>
            <a:ext cx="7334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image-contracts.md · testing.md는 읽지 않음</a:t>
            </a:r>
          </a:p>
        </p:txBody>
      </p:sp>
      <p:sp>
        <p:nvSpPr>
          <p:cNvPr id="24" name="다음 · 두 접근 비교">
            <a:extLst xmlns:a="http://schemas.openxmlformats.org/drawingml/2006/main">
              <a:ext uri="{FF2B5EF4-FFF2-40B4-BE49-F238E27FC236}">
                <a16:creationId xmlns:a16="http://schemas.microsoft.com/office/drawing/2014/main" id="{299E30D5-B014-4CB9-98EA-5D15CEE775F6}"/>
              </a:ext>
            </a:extLst>
          </p:cNvPr>
          <p:cNvSpPr>
            <a:spLocks xmlns:a="http://schemas.openxmlformats.org/drawingml/2006/main" noGrp="1"/>
          </p:cNvSpPr>
          <p:nvPr/>
        </p:nvSpPr>
        <p:spPr>
          <a:xfrm xmlns:a="http://schemas.openxmlformats.org/drawingml/2006/main">
            <a:off x="8267700" y="5314950"/>
            <a:ext cx="33147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875" b="1">
                <a:solidFill>
                  <a:srgbClr val="0B6172"/>
                </a:solidFill>
                <a:latin typeface="Malgun Gothic"/>
                <a:ea typeface="Malgun Gothic"/>
                <a:cs typeface="Malgun Gothic"/>
              </a:defRPr>
            </a:defPPr>
            <a:lvl1pPr algn="r">
              <a:defRPr sz="1875" b="1">
                <a:solidFill>
                  <a:srgbClr val="0B6172"/>
                </a:solidFill>
                <a:latin typeface="Malgun Gothic"/>
                <a:ea typeface="Malgun Gothic"/>
                <a:cs typeface="Malgun Gothic"/>
              </a:defRPr>
            </a:lvl1pPr>
            <a:lvl2pPr algn="r">
              <a:defRPr sz="1875" b="1">
                <a:solidFill>
                  <a:srgbClr val="0B6172"/>
                </a:solidFill>
                <a:latin typeface="Malgun Gothic"/>
                <a:ea typeface="Malgun Gothic"/>
                <a:cs typeface="Malgun Gothic"/>
              </a:defRPr>
            </a:lvl2pPr>
            <a:lvl3pPr algn="r">
              <a:defRPr sz="1875" b="1">
                <a:solidFill>
                  <a:srgbClr val="0B6172"/>
                </a:solidFill>
                <a:latin typeface="Malgun Gothic"/>
                <a:ea typeface="Malgun Gothic"/>
                <a:cs typeface="Malgun Gothic"/>
              </a:defRPr>
            </a:lvl3pPr>
            <a:lvl4pPr algn="r">
              <a:defRPr sz="1875" b="1">
                <a:solidFill>
                  <a:srgbClr val="0B6172"/>
                </a:solidFill>
                <a:latin typeface="Malgun Gothic"/>
                <a:ea typeface="Malgun Gothic"/>
                <a:cs typeface="Malgun Gothic"/>
              </a:defRPr>
            </a:lvl4pPr>
            <a:lvl5pPr algn="r">
              <a:defRPr sz="1875" b="1">
                <a:solidFill>
                  <a:srgbClr val="0B6172"/>
                </a:solidFill>
                <a:latin typeface="Malgun Gothic"/>
                <a:ea typeface="Malgun Gothic"/>
                <a:cs typeface="Malgun Gothic"/>
              </a:defRPr>
            </a:lvl5pPr>
            <a:lvl6pPr algn="r">
              <a:defRPr sz="1875" b="1">
                <a:solidFill>
                  <a:srgbClr val="0B6172"/>
                </a:solidFill>
                <a:latin typeface="Malgun Gothic"/>
                <a:ea typeface="Malgun Gothic"/>
                <a:cs typeface="Malgun Gothic"/>
              </a:defRPr>
            </a:lvl6pPr>
            <a:lvl7pPr algn="r">
              <a:defRPr sz="1875" b="1">
                <a:solidFill>
                  <a:srgbClr val="0B6172"/>
                </a:solidFill>
                <a:latin typeface="Malgun Gothic"/>
                <a:ea typeface="Malgun Gothic"/>
                <a:cs typeface="Malgun Gothic"/>
              </a:defRPr>
            </a:lvl7pPr>
            <a:lvl8pPr algn="r">
              <a:defRPr sz="1875" b="1">
                <a:solidFill>
                  <a:srgbClr val="0B6172"/>
                </a:solidFill>
                <a:latin typeface="Malgun Gothic"/>
                <a:ea typeface="Malgun Gothic"/>
                <a:cs typeface="Malgun Gothic"/>
              </a:defRPr>
            </a:lvl8pPr>
            <a:lvl9pPr algn="r">
              <a:defRPr sz="1875" b="1">
                <a:solidFill>
                  <a:srgbClr val="0B6172"/>
                </a:solidFill>
                <a:latin typeface="Malgun Gothic"/>
                <a:ea typeface="Malgun Gothic"/>
                <a:cs typeface="Malgun Gothic"/>
              </a:defRPr>
            </a:lvl9pPr>
          </a:lstStyle>
          <a:p xmlns:a="http://schemas.openxmlformats.org/drawingml/2006/main">
            <a:pPr algn="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다음 · 두 접근 비교</a:t>
            </a:r>
          </a:p>
        </p:txBody>
      </p:sp>
      <p:sp>
        <p:nvSpPr>
          <p:cNvPr id="25" name="Legacy module connection">
            <a:extLst xmlns:a="http://schemas.openxmlformats.org/drawingml/2006/main">
              <a:ext uri="{FF2B5EF4-FFF2-40B4-BE49-F238E27FC236}">
                <a16:creationId xmlns:a16="http://schemas.microsoft.com/office/drawing/2014/main" id="{BA9C13FA-242E-4E6E-BBFC-945EF63F06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978132973"/>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2 · 두 답변을 확인한 뒤 접근을 비교">
            <a:extLst xmlns:a="http://schemas.openxmlformats.org/drawingml/2006/main">
              <a:ext uri="{FF2B5EF4-FFF2-40B4-BE49-F238E27FC236}">
                <a16:creationId xmlns:a16="http://schemas.microsoft.com/office/drawing/2014/main" id="{9F57B7E1-098C-4639-94C5-893D1293BB2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두 답변을 확인한 뒤 접근을 비교</a:t>
            </a:r>
          </a:p>
        </p:txBody>
      </p:sp>
      <p:sp>
        <p:nvSpPr>
          <p:cNvPr id="2" name="S50">
            <a:extLst xmlns:a="http://schemas.openxmlformats.org/drawingml/2006/main">
              <a:ext uri="{FF2B5EF4-FFF2-40B4-BE49-F238E27FC236}">
                <a16:creationId xmlns:a16="http://schemas.microsoft.com/office/drawing/2014/main" id="{3270D455-E229-4663-B1A6-3F1FB611AA8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S50</a:t>
            </a:r>
          </a:p>
        </p:txBody>
      </p:sp>
      <p:sp>
        <p:nvSpPr>
          <p:cNvPr id="3" name="두 Task에서 상세 문서 접근이 달랐다">
            <a:extLst xmlns:a="http://schemas.openxmlformats.org/drawingml/2006/main">
              <a:ext uri="{FF2B5EF4-FFF2-40B4-BE49-F238E27FC236}">
                <a16:creationId xmlns:a16="http://schemas.microsoft.com/office/drawing/2014/main" id="{B93A688C-EBA3-4918-8D57-768CE671C786}"/>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Task에서 상세 문서 접근이 달랐다</a:t>
            </a:r>
          </a:p>
        </p:txBody>
      </p:sp>
      <p:sp>
        <p:nvSpPr>
          <p:cNvPr id="4" name="">
            <a:extLst xmlns:a="http://schemas.openxmlformats.org/drawingml/2006/main">
              <a:ext uri="{FF2B5EF4-FFF2-40B4-BE49-F238E27FC236}">
                <a16:creationId xmlns:a16="http://schemas.microsoft.com/office/drawing/2014/main" id="{F9B2B7D2-54A0-4D9B-B9EF-5CDF7459CA3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5A/B 최종 실행 · Codex CLI 0.154.0 · 실제 접근 기록의 요약·재구성">
            <a:extLst xmlns:a="http://schemas.openxmlformats.org/drawingml/2006/main">
              <a:ext uri="{FF2B5EF4-FFF2-40B4-BE49-F238E27FC236}">
                <a16:creationId xmlns:a16="http://schemas.microsoft.com/office/drawing/2014/main" id="{E2AA405F-1B7A-42B3-90BE-5F9444406EE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TRIAL-005A/B 최종 실행 · Codex CLI 0.154.0 · 실제 접근 기록의 요약·재구성</a:t>
            </a:r>
          </a:p>
        </p:txBody>
      </p:sp>
      <p:sp>
        <p:nvSpPr>
          <p:cNvPr id="6" name="* testing.md는 A 최종 실행에서 관찰(이전 A와 다름) · 현재 Desktop 검증 아님">
            <a:extLst xmlns:a="http://schemas.openxmlformats.org/drawingml/2006/main">
              <a:ext uri="{FF2B5EF4-FFF2-40B4-BE49-F238E27FC236}">
                <a16:creationId xmlns:a16="http://schemas.microsoft.com/office/drawing/2014/main" id="{433E4722-7F69-4A6A-8B1A-236EFB9D97EF}"/>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 testing.md는 A 최종 실행에서 관찰(이전 A와 다름) · 현재 Desktop 검증 아님</a:t>
            </a:r>
          </a:p>
        </p:txBody>
      </p:sp>
      <p:sp>
        <p:nvSpPr>
          <p:cNvPr id="7" name="공통 안내는 함께, 일부 상세와 설정은 다르게 읽었다">
            <a:extLst xmlns:a="http://schemas.openxmlformats.org/drawingml/2006/main">
              <a:ext uri="{FF2B5EF4-FFF2-40B4-BE49-F238E27FC236}">
                <a16:creationId xmlns:a16="http://schemas.microsoft.com/office/drawing/2014/main" id="{0E8E34FE-6F37-44D6-8879-A5EA3940C3B6}"/>
              </a:ext>
            </a:extLst>
          </p:cNvPr>
          <p:cNvSpPr>
            <a:spLocks xmlns:a="http://schemas.openxmlformats.org/drawingml/2006/main" noGrp="1"/>
          </p:cNvSpPr>
          <p:nvPr/>
        </p:nvSpPr>
        <p:spPr>
          <a:xfrm xmlns:a="http://schemas.openxmlformats.org/drawingml/2006/main">
            <a:off x="609600" y="175260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공통 안내는 함께, 일부 상세와 설정은 다르게 읽었다</a:t>
            </a:r>
          </a:p>
        </p:txBody>
      </p:sp>
      <p:graphicFrame>
        <p:nvGraphicFramePr>
          <p:cNvPr id="8" name="">
            <a:extLst xmlns:a="http://schemas.openxmlformats.org/drawingml/2006/main">
              <a:ext uri="{FF2B5EF4-FFF2-40B4-BE49-F238E27FC236}">
                <a16:creationId xmlns:a16="http://schemas.microsoft.com/office/drawing/2014/main" id="{55204C8F-D09B-4B7C-A539-ED1EED533CFC}"/>
              </a:ext>
            </a:extLst>
          </p:cNvPr>
          <p:cNvGraphicFramePr/>
          <p:nvPr/>
        </p:nvGraphicFramePr>
        <p:xfrm>
          <a:off xmlns:a="http://schemas.openxmlformats.org/drawingml/2006/main" x="609600" y="2324100"/>
          <a:ext xmlns:a="http://schemas.openxmlformats.org/drawingml/2006/main" cx="7124700" cy="2971800"/>
        </p:xfrm>
        <a:graphic xmlns:a="http://schemas.openxmlformats.org/drawingml/2006/main">
          <a:graphicData uri="http://schemas.openxmlformats.org/drawingml/2006/table">
            <a:tbl>
              <a:tblPr firstRow="0" bandRow="0"/>
              <a:tblGrid>
                <a:gridCol w="3619500"/>
                <a:gridCol w="1676400"/>
                <a:gridCol w="1828800"/>
              </a:tblGrid>
              <a:tr h="371475">
                <a:tc>
                  <a:txBody>
                    <a:bodyPr wrap="none">
                      <a:noAutofit/>
                    </a:bodyPr>
                    <a:lstStyle/>
                    <a:p>
                      <a:pPr algn="l"/>
                      <a:r>
                        <a:rPr sz="1800" b="1">
                          <a:solidFill>
                            <a:srgbClr val="17212B"/>
                          </a:solidFill>
                          <a:latin typeface="Malgun Gothic"/>
                          <a:ea typeface="Malgun Gothic"/>
                          <a:cs typeface="Malgun Gothic"/>
                        </a:rPr>
                        <a:t>문서 / 설정</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A · Crop 범위</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c>
                  <a:txBody>
                    <a:bodyPr wrap="none">
                      <a:noAutofit/>
                    </a:bodyPr>
                    <a:lstStyle/>
                    <a:p>
                      <a:pPr algn="ctr"/>
                      <a:r>
                        <a:rPr sz="1800" b="1">
                          <a:solidFill>
                            <a:srgbClr val="17212B"/>
                          </a:solidFill>
                          <a:latin typeface="Malgun Gothic"/>
                          <a:ea typeface="Malgun Gothic"/>
                          <a:cs typeface="Malgun Gothic"/>
                        </a:rPr>
                        <a:t>B · 실행 의존성</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F4F6F8"/>
                    </a:solidFill>
                  </a:tcPr>
                </a:tc>
              </a:tr>
              <a:tr h="371475">
                <a:tc>
                  <a:txBody>
                    <a:bodyPr wrap="none">
                      <a:noAutofit/>
                    </a:bodyPr>
                    <a:lstStyle/>
                    <a:p>
                      <a:pPr algn="l"/>
                      <a:r>
                        <a:rPr sz="1800" b="0">
                          <a:solidFill>
                            <a:srgbClr val="4D5A68"/>
                          </a:solidFill>
                          <a:latin typeface="Consolas"/>
                          <a:ea typeface="Consolas"/>
                          <a:cs typeface="Consolas"/>
                        </a:rPr>
                        <a:t>AGENTS.md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README.md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docs/architecture.md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docs/image-contracts.md</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docs/testing.md *</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371475">
                <a:tc>
                  <a:txBody>
                    <a:bodyPr wrap="none">
                      <a:noAutofit/>
                    </a:bodyPr>
                    <a:lstStyle/>
                    <a:p>
                      <a:pPr algn="l"/>
                      <a:r>
                        <a:rPr sz="1800" b="0">
                          <a:solidFill>
                            <a:srgbClr val="4D5A68"/>
                          </a:solidFill>
                          <a:latin typeface="Consolas"/>
                          <a:ea typeface="Consolas"/>
                          <a:cs typeface="Consolas"/>
                        </a:rPr>
                        <a:t>pyproject.toml</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r h="371475">
                <a:tc>
                  <a:txBody>
                    <a:bodyPr wrap="none">
                      <a:noAutofit/>
                    </a:bodyPr>
                    <a:lstStyle/>
                    <a:p>
                      <a:pPr algn="l"/>
                      <a:r>
                        <a:rPr sz="1800" b="0">
                          <a:solidFill>
                            <a:srgbClr val="4D5A68"/>
                          </a:solidFill>
                          <a:latin typeface="Consolas"/>
                          <a:ea typeface="Consolas"/>
                          <a:cs typeface="Consolas"/>
                        </a:rPr>
                        <a:t>setup.cfg</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0">
                          <a:solidFill>
                            <a:srgbClr val="4D5A68"/>
                          </a:solidFill>
                          <a:latin typeface="Malgun Gothic"/>
                          <a:ea typeface="Malgun Gothic"/>
                          <a:cs typeface="Malgun Gothic"/>
                        </a:rPr>
                        <a:t>읽지 않음</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ctr"/>
                      <a:r>
                        <a:rPr sz="1800" b="1">
                          <a:solidFill>
                            <a:srgbClr val="0B6172"/>
                          </a:solidFill>
                          <a:latin typeface="Malgun Gothic"/>
                          <a:ea typeface="Malgun Gothic"/>
                          <a:cs typeface="Malgun Gothic"/>
                        </a:rPr>
                        <a:t>읽음</a:t>
                      </a:r>
                    </a:p>
                  </a:txBody>
                  <a:tcPr marL="91440" marR="91440" marT="45720" marB="45720" anchor="ctr">
                    <a:lnR w="7620">
                      <a:solidFill>
                        <a:srgbClr val="C7D0DA"/>
                      </a:solidFill>
                      <a:prstDash val="solid"/>
                    </a:lnR>
                    <a:lnB w="7620">
                      <a:solidFill>
                        <a:srgbClr val="C7D0DA"/>
                      </a:solidFill>
                      <a:prstDash val="solid"/>
                    </a:lnB>
                    <a:solidFill>
                      <a:srgbClr val="E0EFF0"/>
                    </a:solidFill>
                  </a:tcPr>
                </a:tc>
              </a:tr>
            </a:tbl>
          </a:graphicData>
        </a:graphic>
      </p:graphicFrame>
      <p:sp>
        <p:nvSpPr>
          <p:cNvPr id="9" name="관찰한 것">
            <a:extLst xmlns:a="http://schemas.openxmlformats.org/drawingml/2006/main">
              <a:ext uri="{FF2B5EF4-FFF2-40B4-BE49-F238E27FC236}">
                <a16:creationId xmlns:a16="http://schemas.microsoft.com/office/drawing/2014/main" id="{F02058E3-B190-4661-A4E0-430A6AA10565}"/>
              </a:ext>
            </a:extLst>
          </p:cNvPr>
          <p:cNvSpPr>
            <a:spLocks xmlns:a="http://schemas.openxmlformats.org/drawingml/2006/main" noGrp="1"/>
          </p:cNvSpPr>
          <p:nvPr/>
        </p:nvSpPr>
        <p:spPr>
          <a:xfrm xmlns:a="http://schemas.openxmlformats.org/drawingml/2006/main">
            <a:off x="8191500" y="2343150"/>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관찰한 것</a:t>
            </a:r>
          </a:p>
        </p:txBody>
      </p:sp>
      <p:sp>
        <p:nvSpPr>
          <p:cNvPr id="10" name="이미지 명세·테스트 안내: A만&#10;패키지 설정: B만">
            <a:extLst xmlns:a="http://schemas.openxmlformats.org/drawingml/2006/main">
              <a:ext uri="{FF2B5EF4-FFF2-40B4-BE49-F238E27FC236}">
                <a16:creationId xmlns:a16="http://schemas.microsoft.com/office/drawing/2014/main" id="{DBADA52C-7224-4B6D-8D01-CFB5B723893C}"/>
              </a:ext>
            </a:extLst>
          </p:cNvPr>
          <p:cNvSpPr>
            <a:spLocks xmlns:a="http://schemas.openxmlformats.org/drawingml/2006/main" noGrp="1"/>
          </p:cNvSpPr>
          <p:nvPr/>
        </p:nvSpPr>
        <p:spPr>
          <a:xfrm xmlns:a="http://schemas.openxmlformats.org/drawingml/2006/main">
            <a:off x="8191500" y="2847975"/>
            <a:ext cx="33909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이미지 명세·테스트 안내: A만</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패키지 설정: B만</a:t>
            </a:r>
          </a:p>
        </p:txBody>
      </p:sp>
      <p:sp>
        <p:nvSpPr>
          <p:cNvPr id="11" name="아직 말할 수 없는 것">
            <a:extLst xmlns:a="http://schemas.openxmlformats.org/drawingml/2006/main">
              <a:ext uri="{FF2B5EF4-FFF2-40B4-BE49-F238E27FC236}">
                <a16:creationId xmlns:a16="http://schemas.microsoft.com/office/drawing/2014/main" id="{0D65820E-5E34-4AB6-8599-9443A03BD19F}"/>
              </a:ext>
            </a:extLst>
          </p:cNvPr>
          <p:cNvSpPr>
            <a:spLocks xmlns:a="http://schemas.openxmlformats.org/drawingml/2006/main" noGrp="1"/>
          </p:cNvSpPr>
          <p:nvPr/>
        </p:nvSpPr>
        <p:spPr>
          <a:xfrm xmlns:a="http://schemas.openxmlformats.org/drawingml/2006/main">
            <a:off x="8191500" y="3876675"/>
            <a:ext cx="3390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805400"/>
                </a:solidFill>
                <a:latin typeface="Malgun Gothic"/>
                <a:ea typeface="Malgun Gothic"/>
                <a:cs typeface="Malgun Gothic"/>
              </a:defRPr>
            </a:defPPr>
            <a:lvl1pPr algn="l">
              <a:defRPr sz="2025" b="1">
                <a:solidFill>
                  <a:srgbClr val="805400"/>
                </a:solidFill>
                <a:latin typeface="Malgun Gothic"/>
                <a:ea typeface="Malgun Gothic"/>
                <a:cs typeface="Malgun Gothic"/>
              </a:defRPr>
            </a:lvl1pPr>
            <a:lvl2pPr algn="l">
              <a:defRPr sz="2025" b="1">
                <a:solidFill>
                  <a:srgbClr val="805400"/>
                </a:solidFill>
                <a:latin typeface="Malgun Gothic"/>
                <a:ea typeface="Malgun Gothic"/>
                <a:cs typeface="Malgun Gothic"/>
              </a:defRPr>
            </a:lvl2pPr>
            <a:lvl3pPr algn="l">
              <a:defRPr sz="2025" b="1">
                <a:solidFill>
                  <a:srgbClr val="805400"/>
                </a:solidFill>
                <a:latin typeface="Malgun Gothic"/>
                <a:ea typeface="Malgun Gothic"/>
                <a:cs typeface="Malgun Gothic"/>
              </a:defRPr>
            </a:lvl3pPr>
            <a:lvl4pPr algn="l">
              <a:defRPr sz="2025" b="1">
                <a:solidFill>
                  <a:srgbClr val="805400"/>
                </a:solidFill>
                <a:latin typeface="Malgun Gothic"/>
                <a:ea typeface="Malgun Gothic"/>
                <a:cs typeface="Malgun Gothic"/>
              </a:defRPr>
            </a:lvl4pPr>
            <a:lvl5pPr algn="l">
              <a:defRPr sz="2025" b="1">
                <a:solidFill>
                  <a:srgbClr val="805400"/>
                </a:solidFill>
                <a:latin typeface="Malgun Gothic"/>
                <a:ea typeface="Malgun Gothic"/>
                <a:cs typeface="Malgun Gothic"/>
              </a:defRPr>
            </a:lvl5pPr>
            <a:lvl6pPr algn="l">
              <a:defRPr sz="2025" b="1">
                <a:solidFill>
                  <a:srgbClr val="805400"/>
                </a:solidFill>
                <a:latin typeface="Malgun Gothic"/>
                <a:ea typeface="Malgun Gothic"/>
                <a:cs typeface="Malgun Gothic"/>
              </a:defRPr>
            </a:lvl6pPr>
            <a:lvl7pPr algn="l">
              <a:defRPr sz="2025" b="1">
                <a:solidFill>
                  <a:srgbClr val="805400"/>
                </a:solidFill>
                <a:latin typeface="Malgun Gothic"/>
                <a:ea typeface="Malgun Gothic"/>
                <a:cs typeface="Malgun Gothic"/>
              </a:defRPr>
            </a:lvl7pPr>
            <a:lvl8pPr algn="l">
              <a:defRPr sz="2025" b="1">
                <a:solidFill>
                  <a:srgbClr val="805400"/>
                </a:solidFill>
                <a:latin typeface="Malgun Gothic"/>
                <a:ea typeface="Malgun Gothic"/>
                <a:cs typeface="Malgun Gothic"/>
              </a:defRPr>
            </a:lvl8pPr>
            <a:lvl9pPr algn="l">
              <a:defRPr sz="2025" b="1">
                <a:solidFill>
                  <a:srgbClr val="805400"/>
                </a:solidFill>
                <a:latin typeface="Malgun Gothic"/>
                <a:ea typeface="Malgun Gothic"/>
                <a:cs typeface="Malgun Gothic"/>
              </a:defRPr>
            </a:lvl9pPr>
          </a:lstStyle>
          <a:p xmlns:a="http://schemas.openxmlformats.org/drawingml/2006/main">
            <a:pPr algn="l">
              <a:defRPr sz="2025" b="1">
                <a:solidFill>
                  <a:srgbClr val="805400"/>
                </a:solidFill>
                <a:latin typeface="Malgun Gothic"/>
                <a:ea typeface="Malgun Gothic"/>
                <a:cs typeface="Malgun Gothic"/>
              </a:defRPr>
            </a:pPr>
            <a:r>
              <a:rPr sz="2025" b="1">
                <a:solidFill>
                  <a:srgbClr val="805400"/>
                </a:solidFill>
                <a:latin typeface="Malgun Gothic"/>
                <a:ea typeface="Malgun Gothic"/>
                <a:cs typeface="Malgun Gothic"/>
              </a:rPr>
              <a:t>아직 말할 수 없는 것</a:t>
            </a:r>
          </a:p>
        </p:txBody>
      </p:sp>
      <p:sp>
        <p:nvSpPr>
          <p:cNvPr id="12" name="항상 필요한 문서만 읽음&#10;토큰 절약·성능 개선">
            <a:extLst xmlns:a="http://schemas.openxmlformats.org/drawingml/2006/main">
              <a:ext uri="{FF2B5EF4-FFF2-40B4-BE49-F238E27FC236}">
                <a16:creationId xmlns:a16="http://schemas.microsoft.com/office/drawing/2014/main" id="{D5F68850-73F4-4F9D-B36D-C29F2C8354D0}"/>
              </a:ext>
            </a:extLst>
          </p:cNvPr>
          <p:cNvSpPr>
            <a:spLocks xmlns:a="http://schemas.openxmlformats.org/drawingml/2006/main" noGrp="1"/>
          </p:cNvSpPr>
          <p:nvPr/>
        </p:nvSpPr>
        <p:spPr>
          <a:xfrm xmlns:a="http://schemas.openxmlformats.org/drawingml/2006/main">
            <a:off x="8191500" y="4381500"/>
            <a:ext cx="33909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항상 필요한 문서만 읽음</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토큰 절약·성능 개선</a:t>
            </a:r>
          </a:p>
        </p:txBody>
      </p:sp>
      <p:sp>
        <p:nvSpPr>
          <p:cNvPr id="13" name="둘 다 구조 문서·소스도 확인 · 목록은 읽기 순서가 아님">
            <a:extLst xmlns:a="http://schemas.openxmlformats.org/drawingml/2006/main">
              <a:ext uri="{FF2B5EF4-FFF2-40B4-BE49-F238E27FC236}">
                <a16:creationId xmlns:a16="http://schemas.microsoft.com/office/drawing/2014/main" id="{C7EA69D7-ED0D-4100-97E7-D2232BDEB6F5}"/>
              </a:ext>
            </a:extLst>
          </p:cNvPr>
          <p:cNvSpPr>
            <a:spLocks xmlns:a="http://schemas.openxmlformats.org/drawingml/2006/main" noGrp="1"/>
          </p:cNvSpPr>
          <p:nvPr/>
        </p:nvSpPr>
        <p:spPr>
          <a:xfrm xmlns:a="http://schemas.openxmlformats.org/drawingml/2006/main">
            <a:off x="609600" y="54578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둘 다 구조 문서·소스도 확인 · 목록은 읽기 순서가 아님</a:t>
            </a:r>
          </a:p>
        </p:txBody>
      </p:sp>
      <p:sp>
        <p:nvSpPr>
          <p:cNvPr id="14" name="Legacy module connection">
            <a:extLst xmlns:a="http://schemas.openxmlformats.org/drawingml/2006/main">
              <a:ext uri="{FF2B5EF4-FFF2-40B4-BE49-F238E27FC236}">
                <a16:creationId xmlns:a16="http://schemas.microsoft.com/office/drawing/2014/main" id="{DF6F6F97-E5A3-4340-89A6-7F08D2175D6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07419096"/>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3" name="ACT 2 · 성과와 근거 범위를 회수">
            <a:extLst xmlns:a="http://schemas.openxmlformats.org/drawingml/2006/main">
              <a:ext uri="{FF2B5EF4-FFF2-40B4-BE49-F238E27FC236}">
                <a16:creationId xmlns:a16="http://schemas.microsoft.com/office/drawing/2014/main" id="{5B89E012-0FAF-4E5C-9E40-A4F6BD53037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성과와 근거 범위를 회수</a:t>
            </a:r>
          </a:p>
        </p:txBody>
      </p:sp>
      <p:sp>
        <p:nvSpPr>
          <p:cNvPr id="2" name="S51">
            <a:extLst xmlns:a="http://schemas.openxmlformats.org/drawingml/2006/main">
              <a:ext uri="{FF2B5EF4-FFF2-40B4-BE49-F238E27FC236}">
                <a16:creationId xmlns:a16="http://schemas.microsoft.com/office/drawing/2014/main" id="{02D5545C-2155-4EC4-B6EC-1434C76031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S51</a:t>
            </a:r>
          </a:p>
        </p:txBody>
      </p:sp>
      <p:sp>
        <p:nvSpPr>
          <p:cNvPr id="3" name="Context 정리에서 확인한 네 가지">
            <a:extLst xmlns:a="http://schemas.openxmlformats.org/drawingml/2006/main">
              <a:ext uri="{FF2B5EF4-FFF2-40B4-BE49-F238E27FC236}">
                <a16:creationId xmlns:a16="http://schemas.microsoft.com/office/drawing/2014/main" id="{2C654C35-67D7-4E45-A3A4-FA499F6D25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Context 정리에서 확인한 네 가지</a:t>
            </a:r>
          </a:p>
        </p:txBody>
      </p:sp>
      <p:sp>
        <p:nvSpPr>
          <p:cNvPr id="4" name="">
            <a:extLst xmlns:a="http://schemas.openxmlformats.org/drawingml/2006/main">
              <a:ext uri="{FF2B5EF4-FFF2-40B4-BE49-F238E27FC236}">
                <a16:creationId xmlns:a16="http://schemas.microsoft.com/office/drawing/2014/main" id="{9643EFFA-7E5C-4355-8F25-E922CE5973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1 · TRIAL-003 · STATE-02→03 · TRIAL-005A/B의 개별 관찰 요약">
            <a:extLst xmlns:a="http://schemas.openxmlformats.org/drawingml/2006/main">
              <a:ext uri="{FF2B5EF4-FFF2-40B4-BE49-F238E27FC236}">
                <a16:creationId xmlns:a16="http://schemas.microsoft.com/office/drawing/2014/main" id="{9E0B8C16-8323-494B-96D9-1440C332CF7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STATE-01 · TRIAL-003 · STATE-02→03 · TRIAL-005A/B의 개별 관찰 요약</a:t>
            </a:r>
          </a:p>
        </p:txBody>
      </p:sp>
      <p:sp>
        <p:nvSpPr>
          <p:cNvPr id="6" name="개별 관찰의 교육용 정리 · 보편적 정확도/효율 개선·독립적 인과성은 입증하지 않음">
            <a:extLst xmlns:a="http://schemas.openxmlformats.org/drawingml/2006/main">
              <a:ext uri="{FF2B5EF4-FFF2-40B4-BE49-F238E27FC236}">
                <a16:creationId xmlns:a16="http://schemas.microsoft.com/office/drawing/2014/main" id="{8EC96044-ACC6-4008-8EDE-D9F682D9447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개별 관찰의 교육용 정리 · 보편적 정확도/효율 개선·독립적 인과성은 입증하지 않음</a:t>
            </a:r>
          </a:p>
        </p:txBody>
      </p:sp>
      <p:sp>
        <p:nvSpPr>
          <p:cNvPr id="7" name="정보를 기록하고, 찾아 쓴 근거를 확인했다">
            <a:extLst xmlns:a="http://schemas.openxmlformats.org/drawingml/2006/main">
              <a:ext uri="{FF2B5EF4-FFF2-40B4-BE49-F238E27FC236}">
                <a16:creationId xmlns:a16="http://schemas.microsoft.com/office/drawing/2014/main" id="{9721A4F7-FEC7-422F-9C8A-F5BDC126DFFF}"/>
              </a:ext>
            </a:extLst>
          </p:cNvPr>
          <p:cNvSpPr>
            <a:spLocks xmlns:a="http://schemas.openxmlformats.org/drawingml/2006/main" noGrp="1"/>
          </p:cNvSpPr>
          <p:nvPr/>
        </p:nvSpPr>
        <p:spPr>
          <a:xfrm xmlns:a="http://schemas.openxmlformats.org/drawingml/2006/main">
            <a:off x="609600" y="174307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Malgun Gothic"/>
                <a:ea typeface="Malgun Gothic"/>
                <a:cs typeface="Malgun Gothic"/>
              </a:defRPr>
            </a:defPPr>
            <a:lvl1pPr algn="l">
              <a:defRPr sz="2400" b="1">
                <a:solidFill>
                  <a:srgbClr val="0B6172"/>
                </a:solidFill>
                <a:latin typeface="Malgun Gothic"/>
                <a:ea typeface="Malgun Gothic"/>
                <a:cs typeface="Malgun Gothic"/>
              </a:defRPr>
            </a:lvl1pPr>
            <a:lvl2pPr algn="l">
              <a:defRPr sz="2400" b="1">
                <a:solidFill>
                  <a:srgbClr val="0B6172"/>
                </a:solidFill>
                <a:latin typeface="Malgun Gothic"/>
                <a:ea typeface="Malgun Gothic"/>
                <a:cs typeface="Malgun Gothic"/>
              </a:defRPr>
            </a:lvl2pPr>
            <a:lvl3pPr algn="l">
              <a:defRPr sz="2400" b="1">
                <a:solidFill>
                  <a:srgbClr val="0B6172"/>
                </a:solidFill>
                <a:latin typeface="Malgun Gothic"/>
                <a:ea typeface="Malgun Gothic"/>
                <a:cs typeface="Malgun Gothic"/>
              </a:defRPr>
            </a:lvl3pPr>
            <a:lvl4pPr algn="l">
              <a:defRPr sz="2400" b="1">
                <a:solidFill>
                  <a:srgbClr val="0B6172"/>
                </a:solidFill>
                <a:latin typeface="Malgun Gothic"/>
                <a:ea typeface="Malgun Gothic"/>
                <a:cs typeface="Malgun Gothic"/>
              </a:defRPr>
            </a:lvl4pPr>
            <a:lvl5pPr algn="l">
              <a:defRPr sz="2400" b="1">
                <a:solidFill>
                  <a:srgbClr val="0B6172"/>
                </a:solidFill>
                <a:latin typeface="Malgun Gothic"/>
                <a:ea typeface="Malgun Gothic"/>
                <a:cs typeface="Malgun Gothic"/>
              </a:defRPr>
            </a:lvl5pPr>
            <a:lvl6pPr algn="l">
              <a:defRPr sz="2400" b="1">
                <a:solidFill>
                  <a:srgbClr val="0B6172"/>
                </a:solidFill>
                <a:latin typeface="Malgun Gothic"/>
                <a:ea typeface="Malgun Gothic"/>
                <a:cs typeface="Malgun Gothic"/>
              </a:defRPr>
            </a:lvl6pPr>
            <a:lvl7pPr algn="l">
              <a:defRPr sz="2400" b="1">
                <a:solidFill>
                  <a:srgbClr val="0B6172"/>
                </a:solidFill>
                <a:latin typeface="Malgun Gothic"/>
                <a:ea typeface="Malgun Gothic"/>
                <a:cs typeface="Malgun Gothic"/>
              </a:defRPr>
            </a:lvl7pPr>
            <a:lvl8pPr algn="l">
              <a:defRPr sz="2400" b="1">
                <a:solidFill>
                  <a:srgbClr val="0B6172"/>
                </a:solidFill>
                <a:latin typeface="Malgun Gothic"/>
                <a:ea typeface="Malgun Gothic"/>
                <a:cs typeface="Malgun Gothic"/>
              </a:defRPr>
            </a:lvl8pPr>
            <a:lvl9pPr algn="l">
              <a:defRPr sz="2400" b="1">
                <a:solidFill>
                  <a:srgbClr val="0B6172"/>
                </a:solidFill>
                <a:latin typeface="Malgun Gothic"/>
                <a:ea typeface="Malgun Gothic"/>
                <a:cs typeface="Malgun Gothic"/>
              </a:defRPr>
            </a:lvl9pPr>
          </a:lstStyle>
          <a:p xmlns:a="http://schemas.openxmlformats.org/drawingml/2006/main">
            <a:pPr algn="l">
              <a:defRPr sz="2400" b="1">
                <a:solidFill>
                  <a:srgbClr val="0B6172"/>
                </a:solidFill>
                <a:latin typeface="Malgun Gothic"/>
                <a:ea typeface="Malgun Gothic"/>
                <a:cs typeface="Malgun Gothic"/>
              </a:defRPr>
            </a:pPr>
            <a:r>
              <a:rPr sz="2400" b="1">
                <a:solidFill>
                  <a:srgbClr val="0B6172"/>
                </a:solidFill>
                <a:latin typeface="Malgun Gothic"/>
                <a:ea typeface="Malgun Gothic"/>
                <a:cs typeface="Malgun Gothic"/>
              </a:rPr>
              <a:t>정보를 기록하고, 찾아 쓴 근거를 확인했다</a:t>
            </a:r>
          </a:p>
        </p:txBody>
      </p:sp>
      <p:sp>
        <p:nvSpPr>
          <p:cNvPr id="8" name="01">
            <a:extLst xmlns:a="http://schemas.openxmlformats.org/drawingml/2006/main">
              <a:ext uri="{FF2B5EF4-FFF2-40B4-BE49-F238E27FC236}">
                <a16:creationId xmlns:a16="http://schemas.microsoft.com/office/drawing/2014/main" id="{91ABEA90-3A06-48FE-B72E-56F2DF8697EC}"/>
              </a:ext>
            </a:extLst>
          </p:cNvPr>
          <p:cNvSpPr>
            <a:spLocks xmlns:a="http://schemas.openxmlformats.org/drawingml/2006/main" noGrp="1"/>
          </p:cNvSpPr>
          <p:nvPr/>
        </p:nvSpPr>
        <p:spPr>
          <a:xfrm xmlns:a="http://schemas.openxmlformats.org/drawingml/2006/main">
            <a:off x="6096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01</a:t>
            </a:r>
          </a:p>
        </p:txBody>
      </p:sp>
      <p:sp>
        <p:nvSpPr>
          <p:cNvPr id="9" name="기록">
            <a:extLst xmlns:a="http://schemas.openxmlformats.org/drawingml/2006/main">
              <a:ext uri="{FF2B5EF4-FFF2-40B4-BE49-F238E27FC236}">
                <a16:creationId xmlns:a16="http://schemas.microsoft.com/office/drawing/2014/main" id="{0D1C3D80-427B-4F3A-A2FE-BAD39AE553E6}"/>
              </a:ext>
            </a:extLst>
          </p:cNvPr>
          <p:cNvSpPr>
            <a:spLocks xmlns:a="http://schemas.openxmlformats.org/drawingml/2006/main" noGrp="1"/>
          </p:cNvSpPr>
          <p:nvPr/>
        </p:nvSpPr>
        <p:spPr>
          <a:xfrm xmlns:a="http://schemas.openxmlformats.org/drawingml/2006/main">
            <a:off x="6096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기록</a:t>
            </a:r>
          </a:p>
        </p:txBody>
      </p:sp>
      <p:sp>
        <p:nvSpPr>
          <p:cNvPr id="10" name="">
            <a:extLst xmlns:a="http://schemas.openxmlformats.org/drawingml/2006/main">
              <a:ext uri="{FF2B5EF4-FFF2-40B4-BE49-F238E27FC236}">
                <a16:creationId xmlns:a16="http://schemas.microsoft.com/office/drawing/2014/main" id="{C886AE43-2EA1-4D00-BA12-741D777E9EF4}"/>
              </a:ext>
            </a:extLst>
          </p:cNvPr>
          <p:cNvSpPr>
            <a:spLocks xmlns:a="http://schemas.openxmlformats.org/drawingml/2006/main" noGrp="1"/>
          </p:cNvSpPr>
          <p:nvPr/>
        </p:nvSpPr>
        <p:spPr>
          <a:xfrm xmlns:a="http://schemas.openxmlformats.org/drawingml/2006/main">
            <a:off x="6096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1" name="공통 안내를&#10;저장소에 남김">
            <a:extLst xmlns:a="http://schemas.openxmlformats.org/drawingml/2006/main">
              <a:ext uri="{FF2B5EF4-FFF2-40B4-BE49-F238E27FC236}">
                <a16:creationId xmlns:a16="http://schemas.microsoft.com/office/drawing/2014/main" id="{5AE5B848-53BC-4617-8A44-BE56963BCCC9}"/>
              </a:ext>
            </a:extLst>
          </p:cNvPr>
          <p:cNvSpPr>
            <a:spLocks xmlns:a="http://schemas.openxmlformats.org/drawingml/2006/main" noGrp="1"/>
          </p:cNvSpPr>
          <p:nvPr/>
        </p:nvSpPr>
        <p:spPr>
          <a:xfrm xmlns:a="http://schemas.openxmlformats.org/drawingml/2006/main">
            <a:off x="6096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공통 안내를</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저장소에 남김</a:t>
            </a:r>
          </a:p>
        </p:txBody>
      </p:sp>
      <p:sp>
        <p:nvSpPr>
          <p:cNvPr id="12" name="STATE-01">
            <a:extLst xmlns:a="http://schemas.openxmlformats.org/drawingml/2006/main">
              <a:ext uri="{FF2B5EF4-FFF2-40B4-BE49-F238E27FC236}">
                <a16:creationId xmlns:a16="http://schemas.microsoft.com/office/drawing/2014/main" id="{807BB8A3-16BC-4B69-8F34-ECFFCB518AC7}"/>
              </a:ext>
            </a:extLst>
          </p:cNvPr>
          <p:cNvSpPr>
            <a:spLocks xmlns:a="http://schemas.openxmlformats.org/drawingml/2006/main" noGrp="1"/>
          </p:cNvSpPr>
          <p:nvPr/>
        </p:nvSpPr>
        <p:spPr>
          <a:xfrm xmlns:a="http://schemas.openxmlformats.org/drawingml/2006/main">
            <a:off x="6096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STATE-01</a:t>
            </a:r>
          </a:p>
        </p:txBody>
      </p:sp>
      <p:sp>
        <p:nvSpPr>
          <p:cNvPr id="13" name="">
            <a:extLst xmlns:a="http://schemas.openxmlformats.org/drawingml/2006/main">
              <a:ext uri="{FF2B5EF4-FFF2-40B4-BE49-F238E27FC236}">
                <a16:creationId xmlns:a16="http://schemas.microsoft.com/office/drawing/2014/main" id="{92C3F427-0186-48B8-A426-9F65F43E16EC}"/>
              </a:ext>
            </a:extLst>
          </p:cNvPr>
          <p:cNvSpPr>
            <a:spLocks xmlns:a="http://schemas.openxmlformats.org/drawingml/2006/main" noGrp="1"/>
          </p:cNvSpPr>
          <p:nvPr/>
        </p:nvSpPr>
        <p:spPr>
          <a:xfrm xmlns:a="http://schemas.openxmlformats.org/drawingml/2006/main">
            <a:off x="31813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14" name="02">
            <a:extLst xmlns:a="http://schemas.openxmlformats.org/drawingml/2006/main">
              <a:ext uri="{FF2B5EF4-FFF2-40B4-BE49-F238E27FC236}">
                <a16:creationId xmlns:a16="http://schemas.microsoft.com/office/drawing/2014/main" id="{55074129-B6A1-4C1B-BA22-355E22C8B508}"/>
              </a:ext>
            </a:extLst>
          </p:cNvPr>
          <p:cNvSpPr>
            <a:spLocks xmlns:a="http://schemas.openxmlformats.org/drawingml/2006/main" noGrp="1"/>
          </p:cNvSpPr>
          <p:nvPr/>
        </p:nvSpPr>
        <p:spPr>
          <a:xfrm xmlns:a="http://schemas.openxmlformats.org/drawingml/2006/main">
            <a:off x="34099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02</a:t>
            </a:r>
          </a:p>
        </p:txBody>
      </p:sp>
      <p:sp>
        <p:nvSpPr>
          <p:cNvPr id="15" name="지침 활용">
            <a:extLst xmlns:a="http://schemas.openxmlformats.org/drawingml/2006/main">
              <a:ext uri="{FF2B5EF4-FFF2-40B4-BE49-F238E27FC236}">
                <a16:creationId xmlns:a16="http://schemas.microsoft.com/office/drawing/2014/main" id="{58720C18-F712-4F28-AB91-754EFD1271CA}"/>
              </a:ext>
            </a:extLst>
          </p:cNvPr>
          <p:cNvSpPr>
            <a:spLocks xmlns:a="http://schemas.openxmlformats.org/drawingml/2006/main" noGrp="1"/>
          </p:cNvSpPr>
          <p:nvPr/>
        </p:nvSpPr>
        <p:spPr>
          <a:xfrm xmlns:a="http://schemas.openxmlformats.org/drawingml/2006/main">
            <a:off x="34099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지침 활용</a:t>
            </a:r>
          </a:p>
        </p:txBody>
      </p:sp>
      <p:sp>
        <p:nvSpPr>
          <p:cNvPr id="16" name="">
            <a:extLst xmlns:a="http://schemas.openxmlformats.org/drawingml/2006/main">
              <a:ext uri="{FF2B5EF4-FFF2-40B4-BE49-F238E27FC236}">
                <a16:creationId xmlns:a16="http://schemas.microsoft.com/office/drawing/2014/main" id="{AEC1693C-928D-4CD1-A68A-95F3D9C7AE02}"/>
              </a:ext>
            </a:extLst>
          </p:cNvPr>
          <p:cNvSpPr>
            <a:spLocks xmlns:a="http://schemas.openxmlformats.org/drawingml/2006/main" noGrp="1"/>
          </p:cNvSpPr>
          <p:nvPr/>
        </p:nvSpPr>
        <p:spPr>
          <a:xfrm xmlns:a="http://schemas.openxmlformats.org/drawingml/2006/main">
            <a:off x="34099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17" name="지정된 테스트&#10;명령을 실제 사용">
            <a:extLst xmlns:a="http://schemas.openxmlformats.org/drawingml/2006/main">
              <a:ext uri="{FF2B5EF4-FFF2-40B4-BE49-F238E27FC236}">
                <a16:creationId xmlns:a16="http://schemas.microsoft.com/office/drawing/2014/main" id="{B111240E-B310-431F-BBB2-D34063E69353}"/>
              </a:ext>
            </a:extLst>
          </p:cNvPr>
          <p:cNvSpPr>
            <a:spLocks xmlns:a="http://schemas.openxmlformats.org/drawingml/2006/main" noGrp="1"/>
          </p:cNvSpPr>
          <p:nvPr/>
        </p:nvSpPr>
        <p:spPr>
          <a:xfrm xmlns:a="http://schemas.openxmlformats.org/drawingml/2006/main">
            <a:off x="34099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지정된 테스트</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명령을 실제 사용</a:t>
            </a:r>
          </a:p>
        </p:txBody>
      </p:sp>
      <p:sp>
        <p:nvSpPr>
          <p:cNvPr id="18" name="TRIAL-003">
            <a:extLst xmlns:a="http://schemas.openxmlformats.org/drawingml/2006/main">
              <a:ext uri="{FF2B5EF4-FFF2-40B4-BE49-F238E27FC236}">
                <a16:creationId xmlns:a16="http://schemas.microsoft.com/office/drawing/2014/main" id="{1FDD86F2-79B2-4057-B38F-212D83215E31}"/>
              </a:ext>
            </a:extLst>
          </p:cNvPr>
          <p:cNvSpPr>
            <a:spLocks xmlns:a="http://schemas.openxmlformats.org/drawingml/2006/main" noGrp="1"/>
          </p:cNvSpPr>
          <p:nvPr/>
        </p:nvSpPr>
        <p:spPr>
          <a:xfrm xmlns:a="http://schemas.openxmlformats.org/drawingml/2006/main">
            <a:off x="34099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TRIAL-003</a:t>
            </a:r>
          </a:p>
        </p:txBody>
      </p:sp>
      <p:sp>
        <p:nvSpPr>
          <p:cNvPr id="19" name="">
            <a:extLst xmlns:a="http://schemas.openxmlformats.org/drawingml/2006/main">
              <a:ext uri="{FF2B5EF4-FFF2-40B4-BE49-F238E27FC236}">
                <a16:creationId xmlns:a16="http://schemas.microsoft.com/office/drawing/2014/main" id="{EAC386A9-684C-4A5F-B9BF-1874E66FB504}"/>
              </a:ext>
            </a:extLst>
          </p:cNvPr>
          <p:cNvSpPr>
            <a:spLocks xmlns:a="http://schemas.openxmlformats.org/drawingml/2006/main" noGrp="1"/>
          </p:cNvSpPr>
          <p:nvPr/>
        </p:nvSpPr>
        <p:spPr>
          <a:xfrm xmlns:a="http://schemas.openxmlformats.org/drawingml/2006/main">
            <a:off x="598170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0" name="03">
            <a:extLst xmlns:a="http://schemas.openxmlformats.org/drawingml/2006/main">
              <a:ext uri="{FF2B5EF4-FFF2-40B4-BE49-F238E27FC236}">
                <a16:creationId xmlns:a16="http://schemas.microsoft.com/office/drawing/2014/main" id="{8DC30BDD-0A84-4FAD-B165-EA451D74E503}"/>
              </a:ext>
            </a:extLst>
          </p:cNvPr>
          <p:cNvSpPr>
            <a:spLocks xmlns:a="http://schemas.openxmlformats.org/drawingml/2006/main" noGrp="1"/>
          </p:cNvSpPr>
          <p:nvPr/>
        </p:nvSpPr>
        <p:spPr>
          <a:xfrm xmlns:a="http://schemas.openxmlformats.org/drawingml/2006/main">
            <a:off x="621030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03</a:t>
            </a:r>
          </a:p>
        </p:txBody>
      </p:sp>
      <p:sp>
        <p:nvSpPr>
          <p:cNvPr id="21" name="정보 보존">
            <a:extLst xmlns:a="http://schemas.openxmlformats.org/drawingml/2006/main">
              <a:ext uri="{FF2B5EF4-FFF2-40B4-BE49-F238E27FC236}">
                <a16:creationId xmlns:a16="http://schemas.microsoft.com/office/drawing/2014/main" id="{7C8E037E-9D2D-4750-A5C9-11BBB610223B}"/>
              </a:ext>
            </a:extLst>
          </p:cNvPr>
          <p:cNvSpPr>
            <a:spLocks xmlns:a="http://schemas.openxmlformats.org/drawingml/2006/main" noGrp="1"/>
          </p:cNvSpPr>
          <p:nvPr/>
        </p:nvSpPr>
        <p:spPr>
          <a:xfrm xmlns:a="http://schemas.openxmlformats.org/drawingml/2006/main">
            <a:off x="621030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정보 보존</a:t>
            </a:r>
          </a:p>
        </p:txBody>
      </p:sp>
      <p:sp>
        <p:nvSpPr>
          <p:cNvPr id="22" name="">
            <a:extLst xmlns:a="http://schemas.openxmlformats.org/drawingml/2006/main">
              <a:ext uri="{FF2B5EF4-FFF2-40B4-BE49-F238E27FC236}">
                <a16:creationId xmlns:a16="http://schemas.microsoft.com/office/drawing/2014/main" id="{2F670B63-0C98-4EB7-96C9-DE621171A2CC}"/>
              </a:ext>
            </a:extLst>
          </p:cNvPr>
          <p:cNvSpPr>
            <a:spLocks xmlns:a="http://schemas.openxmlformats.org/drawingml/2006/main" noGrp="1"/>
          </p:cNvSpPr>
          <p:nvPr/>
        </p:nvSpPr>
        <p:spPr>
          <a:xfrm xmlns:a="http://schemas.openxmlformats.org/drawingml/2006/main">
            <a:off x="621030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3" name="핵심을 유지하고&#10;문서 위치를 나눔">
            <a:extLst xmlns:a="http://schemas.openxmlformats.org/drawingml/2006/main">
              <a:ext uri="{FF2B5EF4-FFF2-40B4-BE49-F238E27FC236}">
                <a16:creationId xmlns:a16="http://schemas.microsoft.com/office/drawing/2014/main" id="{9652D660-DDC6-4507-933C-624C0E479093}"/>
              </a:ext>
            </a:extLst>
          </p:cNvPr>
          <p:cNvSpPr>
            <a:spLocks xmlns:a="http://schemas.openxmlformats.org/drawingml/2006/main" noGrp="1"/>
          </p:cNvSpPr>
          <p:nvPr/>
        </p:nvSpPr>
        <p:spPr>
          <a:xfrm xmlns:a="http://schemas.openxmlformats.org/drawingml/2006/main">
            <a:off x="621030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핵심을 유지하고</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문서 위치를 나눔</a:t>
            </a:r>
          </a:p>
        </p:txBody>
      </p:sp>
      <p:sp>
        <p:nvSpPr>
          <p:cNvPr id="24" name="STATE-02→03">
            <a:extLst xmlns:a="http://schemas.openxmlformats.org/drawingml/2006/main">
              <a:ext uri="{FF2B5EF4-FFF2-40B4-BE49-F238E27FC236}">
                <a16:creationId xmlns:a16="http://schemas.microsoft.com/office/drawing/2014/main" id="{DD5307AF-7774-4668-92E9-8B7ABE8DBA2F}"/>
              </a:ext>
            </a:extLst>
          </p:cNvPr>
          <p:cNvSpPr>
            <a:spLocks xmlns:a="http://schemas.openxmlformats.org/drawingml/2006/main" noGrp="1"/>
          </p:cNvSpPr>
          <p:nvPr/>
        </p:nvSpPr>
        <p:spPr>
          <a:xfrm xmlns:a="http://schemas.openxmlformats.org/drawingml/2006/main">
            <a:off x="621030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STATE-02→03</a:t>
            </a:r>
          </a:p>
        </p:txBody>
      </p:sp>
      <p:sp>
        <p:nvSpPr>
          <p:cNvPr id="25" name="">
            <a:extLst xmlns:a="http://schemas.openxmlformats.org/drawingml/2006/main">
              <a:ext uri="{FF2B5EF4-FFF2-40B4-BE49-F238E27FC236}">
                <a16:creationId xmlns:a16="http://schemas.microsoft.com/office/drawing/2014/main" id="{638792AF-D9AC-41F9-9EFC-AB0B3ABBA05E}"/>
              </a:ext>
            </a:extLst>
          </p:cNvPr>
          <p:cNvSpPr>
            <a:spLocks xmlns:a="http://schemas.openxmlformats.org/drawingml/2006/main" noGrp="1"/>
          </p:cNvSpPr>
          <p:nvPr/>
        </p:nvSpPr>
        <p:spPr>
          <a:xfrm xmlns:a="http://schemas.openxmlformats.org/drawingml/2006/main">
            <a:off x="8782050" y="3105150"/>
            <a:ext cx="171450" cy="1333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6" name="04">
            <a:extLst xmlns:a="http://schemas.openxmlformats.org/drawingml/2006/main">
              <a:ext uri="{FF2B5EF4-FFF2-40B4-BE49-F238E27FC236}">
                <a16:creationId xmlns:a16="http://schemas.microsoft.com/office/drawing/2014/main" id="{358F8741-D91A-4834-AD9C-39B20F18151E}"/>
              </a:ext>
            </a:extLst>
          </p:cNvPr>
          <p:cNvSpPr>
            <a:spLocks xmlns:a="http://schemas.openxmlformats.org/drawingml/2006/main" noGrp="1"/>
          </p:cNvSpPr>
          <p:nvPr/>
        </p:nvSpPr>
        <p:spPr>
          <a:xfrm xmlns:a="http://schemas.openxmlformats.org/drawingml/2006/main">
            <a:off x="9010650" y="2505075"/>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Consolas"/>
                <a:ea typeface="Consolas"/>
                <a:cs typeface="Consolas"/>
              </a:defRPr>
            </a:defPPr>
            <a:lvl1pPr algn="l">
              <a:defRPr sz="1800" b="1">
                <a:solidFill>
                  <a:srgbClr val="4D5A68"/>
                </a:solidFill>
                <a:latin typeface="Consolas"/>
                <a:ea typeface="Consolas"/>
                <a:cs typeface="Consolas"/>
              </a:defRPr>
            </a:lvl1pPr>
            <a:lvl2pPr algn="l">
              <a:defRPr sz="1800" b="1">
                <a:solidFill>
                  <a:srgbClr val="4D5A68"/>
                </a:solidFill>
                <a:latin typeface="Consolas"/>
                <a:ea typeface="Consolas"/>
                <a:cs typeface="Consolas"/>
              </a:defRPr>
            </a:lvl2pPr>
            <a:lvl3pPr algn="l">
              <a:defRPr sz="1800" b="1">
                <a:solidFill>
                  <a:srgbClr val="4D5A68"/>
                </a:solidFill>
                <a:latin typeface="Consolas"/>
                <a:ea typeface="Consolas"/>
                <a:cs typeface="Consolas"/>
              </a:defRPr>
            </a:lvl3pPr>
            <a:lvl4pPr algn="l">
              <a:defRPr sz="1800" b="1">
                <a:solidFill>
                  <a:srgbClr val="4D5A68"/>
                </a:solidFill>
                <a:latin typeface="Consolas"/>
                <a:ea typeface="Consolas"/>
                <a:cs typeface="Consolas"/>
              </a:defRPr>
            </a:lvl4pPr>
            <a:lvl5pPr algn="l">
              <a:defRPr sz="1800" b="1">
                <a:solidFill>
                  <a:srgbClr val="4D5A68"/>
                </a:solidFill>
                <a:latin typeface="Consolas"/>
                <a:ea typeface="Consolas"/>
                <a:cs typeface="Consolas"/>
              </a:defRPr>
            </a:lvl5pPr>
            <a:lvl6pPr algn="l">
              <a:defRPr sz="1800" b="1">
                <a:solidFill>
                  <a:srgbClr val="4D5A68"/>
                </a:solidFill>
                <a:latin typeface="Consolas"/>
                <a:ea typeface="Consolas"/>
                <a:cs typeface="Consolas"/>
              </a:defRPr>
            </a:lvl6pPr>
            <a:lvl7pPr algn="l">
              <a:defRPr sz="1800" b="1">
                <a:solidFill>
                  <a:srgbClr val="4D5A68"/>
                </a:solidFill>
                <a:latin typeface="Consolas"/>
                <a:ea typeface="Consolas"/>
                <a:cs typeface="Consolas"/>
              </a:defRPr>
            </a:lvl7pPr>
            <a:lvl8pPr algn="l">
              <a:defRPr sz="1800" b="1">
                <a:solidFill>
                  <a:srgbClr val="4D5A68"/>
                </a:solidFill>
                <a:latin typeface="Consolas"/>
                <a:ea typeface="Consolas"/>
                <a:cs typeface="Consolas"/>
              </a:defRPr>
            </a:lvl8pPr>
            <a:lvl9pPr algn="l">
              <a:defRPr sz="1800" b="1">
                <a:solidFill>
                  <a:srgbClr val="4D5A68"/>
                </a:solidFill>
                <a:latin typeface="Consolas"/>
                <a:ea typeface="Consolas"/>
                <a:cs typeface="Consolas"/>
              </a:defRPr>
            </a:lvl9pPr>
          </a:lstStyle>
          <a:p xmlns:a="http://schemas.openxmlformats.org/drawingml/2006/main">
            <a:pPr algn="l">
              <a:defRPr sz="1800" b="1">
                <a:solidFill>
                  <a:srgbClr val="4D5A68"/>
                </a:solidFill>
                <a:latin typeface="Consolas"/>
                <a:ea typeface="Consolas"/>
                <a:cs typeface="Consolas"/>
              </a:defRPr>
            </a:pPr>
            <a:r>
              <a:rPr sz="1800" b="1">
                <a:solidFill>
                  <a:srgbClr val="4D5A68"/>
                </a:solidFill>
                <a:latin typeface="Consolas"/>
                <a:ea typeface="Consolas"/>
                <a:cs typeface="Consolas"/>
              </a:rPr>
              <a:t>04</a:t>
            </a:r>
          </a:p>
        </p:txBody>
      </p:sp>
      <p:sp>
        <p:nvSpPr>
          <p:cNvPr id="27" name="접근 관찰">
            <a:extLst xmlns:a="http://schemas.openxmlformats.org/drawingml/2006/main">
              <a:ext uri="{FF2B5EF4-FFF2-40B4-BE49-F238E27FC236}">
                <a16:creationId xmlns:a16="http://schemas.microsoft.com/office/drawing/2014/main" id="{4ED74D2F-6FB8-4B01-8312-E427D354616B}"/>
              </a:ext>
            </a:extLst>
          </p:cNvPr>
          <p:cNvSpPr>
            <a:spLocks xmlns:a="http://schemas.openxmlformats.org/drawingml/2006/main" noGrp="1"/>
          </p:cNvSpPr>
          <p:nvPr/>
        </p:nvSpPr>
        <p:spPr>
          <a:xfrm xmlns:a="http://schemas.openxmlformats.org/drawingml/2006/main">
            <a:off x="9010650" y="2962275"/>
            <a:ext cx="25146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접근 관찰</a:t>
            </a:r>
          </a:p>
        </p:txBody>
      </p:sp>
      <p:sp>
        <p:nvSpPr>
          <p:cNvPr id="28" name="">
            <a:extLst xmlns:a="http://schemas.openxmlformats.org/drawingml/2006/main">
              <a:ext uri="{FF2B5EF4-FFF2-40B4-BE49-F238E27FC236}">
                <a16:creationId xmlns:a16="http://schemas.microsoft.com/office/drawing/2014/main" id="{73EFC9D4-191C-41A1-9BC4-8A9221BB8D0B}"/>
              </a:ext>
            </a:extLst>
          </p:cNvPr>
          <p:cNvSpPr>
            <a:spLocks xmlns:a="http://schemas.openxmlformats.org/drawingml/2006/main" noGrp="1"/>
          </p:cNvSpPr>
          <p:nvPr/>
        </p:nvSpPr>
        <p:spPr>
          <a:xfrm xmlns:a="http://schemas.openxmlformats.org/drawingml/2006/main">
            <a:off x="9010650" y="3524250"/>
            <a:ext cx="2514600" cy="0"/>
          </a:xfrm>
          <a:prstGeom xmlns:a="http://schemas.openxmlformats.org/drawingml/2006/main" prst="line">
            <a:avLst/>
          </a:prstGeom>
          <a:noFill xmlns:a="http://schemas.openxmlformats.org/drawingml/2006/main"/>
          <a:ln xmlns:a="http://schemas.openxmlformats.org/drawingml/2006/main" w="19050">
            <a:solidFill>
              <a:srgbClr val="0B6172"/>
            </a:solidFill>
            <a:prstDash val="solid"/>
          </a:ln>
        </p:spPr>
      </p:sp>
      <p:sp>
        <p:nvSpPr>
          <p:cNvPr id="29" name="두 Task에서&#10;상세 접근이 달랐음">
            <a:extLst xmlns:a="http://schemas.openxmlformats.org/drawingml/2006/main">
              <a:ext uri="{FF2B5EF4-FFF2-40B4-BE49-F238E27FC236}">
                <a16:creationId xmlns:a16="http://schemas.microsoft.com/office/drawing/2014/main" id="{8B5A6D87-A277-49D1-9DF9-CF13BB266439}"/>
              </a:ext>
            </a:extLst>
          </p:cNvPr>
          <p:cNvSpPr>
            <a:spLocks xmlns:a="http://schemas.openxmlformats.org/drawingml/2006/main" noGrp="1"/>
          </p:cNvSpPr>
          <p:nvPr/>
        </p:nvSpPr>
        <p:spPr>
          <a:xfrm xmlns:a="http://schemas.openxmlformats.org/drawingml/2006/main">
            <a:off x="9010650" y="3762375"/>
            <a:ext cx="25146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두 Task에서</a:t>
            </a:r>
          </a:p>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상세 접근이 달랐음</a:t>
            </a:r>
          </a:p>
        </p:txBody>
      </p:sp>
      <p:sp>
        <p:nvSpPr>
          <p:cNvPr id="30" name="TRIAL-005A/B">
            <a:extLst xmlns:a="http://schemas.openxmlformats.org/drawingml/2006/main">
              <a:ext uri="{FF2B5EF4-FFF2-40B4-BE49-F238E27FC236}">
                <a16:creationId xmlns:a16="http://schemas.microsoft.com/office/drawing/2014/main" id="{2BE2335E-1025-4294-8705-C5AB005DDE7C}"/>
              </a:ext>
            </a:extLst>
          </p:cNvPr>
          <p:cNvSpPr>
            <a:spLocks xmlns:a="http://schemas.openxmlformats.org/drawingml/2006/main" noGrp="1"/>
          </p:cNvSpPr>
          <p:nvPr/>
        </p:nvSpPr>
        <p:spPr>
          <a:xfrm xmlns:a="http://schemas.openxmlformats.org/drawingml/2006/main">
            <a:off x="9010650" y="4848225"/>
            <a:ext cx="2514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Consolas"/>
                <a:ea typeface="Consolas"/>
                <a:cs typeface="Consolas"/>
              </a:defRPr>
            </a:defPPr>
            <a:lvl1pPr algn="l">
              <a:defRPr sz="1725" b="0">
                <a:solidFill>
                  <a:srgbClr val="4D5A68"/>
                </a:solidFill>
                <a:latin typeface="Consolas"/>
                <a:ea typeface="Consolas"/>
                <a:cs typeface="Consolas"/>
              </a:defRPr>
            </a:lvl1pPr>
            <a:lvl2pPr algn="l">
              <a:defRPr sz="1725" b="0">
                <a:solidFill>
                  <a:srgbClr val="4D5A68"/>
                </a:solidFill>
                <a:latin typeface="Consolas"/>
                <a:ea typeface="Consolas"/>
                <a:cs typeface="Consolas"/>
              </a:defRPr>
            </a:lvl2pPr>
            <a:lvl3pPr algn="l">
              <a:defRPr sz="1725" b="0">
                <a:solidFill>
                  <a:srgbClr val="4D5A68"/>
                </a:solidFill>
                <a:latin typeface="Consolas"/>
                <a:ea typeface="Consolas"/>
                <a:cs typeface="Consolas"/>
              </a:defRPr>
            </a:lvl3pPr>
            <a:lvl4pPr algn="l">
              <a:defRPr sz="1725" b="0">
                <a:solidFill>
                  <a:srgbClr val="4D5A68"/>
                </a:solidFill>
                <a:latin typeface="Consolas"/>
                <a:ea typeface="Consolas"/>
                <a:cs typeface="Consolas"/>
              </a:defRPr>
            </a:lvl4pPr>
            <a:lvl5pPr algn="l">
              <a:defRPr sz="1725" b="0">
                <a:solidFill>
                  <a:srgbClr val="4D5A68"/>
                </a:solidFill>
                <a:latin typeface="Consolas"/>
                <a:ea typeface="Consolas"/>
                <a:cs typeface="Consolas"/>
              </a:defRPr>
            </a:lvl5pPr>
            <a:lvl6pPr algn="l">
              <a:defRPr sz="1725" b="0">
                <a:solidFill>
                  <a:srgbClr val="4D5A68"/>
                </a:solidFill>
                <a:latin typeface="Consolas"/>
                <a:ea typeface="Consolas"/>
                <a:cs typeface="Consolas"/>
              </a:defRPr>
            </a:lvl6pPr>
            <a:lvl7pPr algn="l">
              <a:defRPr sz="1725" b="0">
                <a:solidFill>
                  <a:srgbClr val="4D5A68"/>
                </a:solidFill>
                <a:latin typeface="Consolas"/>
                <a:ea typeface="Consolas"/>
                <a:cs typeface="Consolas"/>
              </a:defRPr>
            </a:lvl7pPr>
            <a:lvl8pPr algn="l">
              <a:defRPr sz="1725" b="0">
                <a:solidFill>
                  <a:srgbClr val="4D5A68"/>
                </a:solidFill>
                <a:latin typeface="Consolas"/>
                <a:ea typeface="Consolas"/>
                <a:cs typeface="Consolas"/>
              </a:defRPr>
            </a:lvl8pPr>
            <a:lvl9pPr algn="l">
              <a:defRPr sz="1725" b="0">
                <a:solidFill>
                  <a:srgbClr val="4D5A68"/>
                </a:solidFill>
                <a:latin typeface="Consolas"/>
                <a:ea typeface="Consolas"/>
                <a:cs typeface="Consolas"/>
              </a:defRPr>
            </a:lvl9pPr>
          </a:lstStyle>
          <a:p xmlns:a="http://schemas.openxmlformats.org/drawingml/2006/main">
            <a:pPr algn="l">
              <a:defRPr sz="1725" b="0">
                <a:solidFill>
                  <a:srgbClr val="4D5A68"/>
                </a:solidFill>
                <a:latin typeface="Consolas"/>
                <a:ea typeface="Consolas"/>
                <a:cs typeface="Consolas"/>
              </a:defRPr>
            </a:pPr>
            <a:r>
              <a:rPr sz="1725" b="0">
                <a:solidFill>
                  <a:srgbClr val="4D5A68"/>
                </a:solidFill>
                <a:latin typeface="Consolas"/>
                <a:ea typeface="Consolas"/>
                <a:cs typeface="Consolas"/>
              </a:rPr>
              <a:t>TRIAL-005A/B</a:t>
            </a:r>
          </a:p>
        </p:txBody>
      </p:sp>
      <p:sp>
        <p:nvSpPr>
          <p:cNvPr id="31" name="우리 팀에서 먼저 정리할 공통 안내나 상세 정보 한 가지는?">
            <a:extLst xmlns:a="http://schemas.openxmlformats.org/drawingml/2006/main">
              <a:ext uri="{FF2B5EF4-FFF2-40B4-BE49-F238E27FC236}">
                <a16:creationId xmlns:a16="http://schemas.microsoft.com/office/drawing/2014/main" id="{B28C0AE2-9AB5-4260-BEEE-A1FAAD1E2218}"/>
              </a:ext>
            </a:extLst>
          </p:cNvPr>
          <p:cNvSpPr>
            <a:spLocks xmlns:a="http://schemas.openxmlformats.org/drawingml/2006/main" noGrp="1"/>
          </p:cNvSpPr>
          <p:nvPr/>
        </p:nvSpPr>
        <p:spPr>
          <a:xfrm xmlns:a="http://schemas.openxmlformats.org/drawingml/2006/main">
            <a:off x="609600" y="5362575"/>
            <a:ext cx="1097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우리 팀에서 먼저 정리할 공통 안내나 상세 정보 한 가지는?</a:t>
            </a:r>
          </a:p>
        </p:txBody>
      </p:sp>
      <p:sp>
        <p:nvSpPr>
          <p:cNvPr id="32" name="Legacy module connection">
            <a:extLst xmlns:a="http://schemas.openxmlformats.org/drawingml/2006/main">
              <a:ext uri="{FF2B5EF4-FFF2-40B4-BE49-F238E27FC236}">
                <a16:creationId xmlns:a16="http://schemas.microsoft.com/office/drawing/2014/main" id="{4096EEEE-BC01-4B75-A24D-DB9F59F0A2AC}"/>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889963134"/>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2 · 남은 질문에서 Harness로">
            <a:extLst xmlns:a="http://schemas.openxmlformats.org/drawingml/2006/main">
              <a:ext uri="{FF2B5EF4-FFF2-40B4-BE49-F238E27FC236}">
                <a16:creationId xmlns:a16="http://schemas.microsoft.com/office/drawing/2014/main" id="{920938AF-F88A-4218-8106-171115A5E2E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2 · 남은 질문에서 Harness로</a:t>
            </a:r>
          </a:p>
        </p:txBody>
      </p:sp>
      <p:sp>
        <p:nvSpPr>
          <p:cNvPr id="2" name="S52">
            <a:extLst xmlns:a="http://schemas.openxmlformats.org/drawingml/2006/main">
              <a:ext uri="{FF2B5EF4-FFF2-40B4-BE49-F238E27FC236}">
                <a16:creationId xmlns:a16="http://schemas.microsoft.com/office/drawing/2014/main" id="{E53E9B9E-0F72-481A-89BB-3D5768447F88}"/>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S52</a:t>
            </a:r>
          </a:p>
        </p:txBody>
      </p:sp>
      <p:sp>
        <p:nvSpPr>
          <p:cNvPr id="3" name="지식은 정리됐지만 절차는 반복된다">
            <a:extLst xmlns:a="http://schemas.openxmlformats.org/drawingml/2006/main">
              <a:ext uri="{FF2B5EF4-FFF2-40B4-BE49-F238E27FC236}">
                <a16:creationId xmlns:a16="http://schemas.microsoft.com/office/drawing/2014/main" id="{7A876FD4-2BC4-41F0-A628-81E19F2B7947}"/>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지식은 정리됐지만 절차는 반복된다</a:t>
            </a:r>
          </a:p>
        </p:txBody>
      </p:sp>
      <p:sp>
        <p:nvSpPr>
          <p:cNvPr id="4" name="">
            <a:extLst xmlns:a="http://schemas.openxmlformats.org/drawingml/2006/main">
              <a:ext uri="{FF2B5EF4-FFF2-40B4-BE49-F238E27FC236}">
                <a16:creationId xmlns:a16="http://schemas.microsoft.com/office/drawing/2014/main" id="{8AF9515B-3300-4FBD-8195-66F89C93BF3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요청 재구성 · 다음 ACT에서 TRIAL-006/007의 실제 기록을 비교">
            <a:extLst xmlns:a="http://schemas.openxmlformats.org/drawingml/2006/main">
              <a:ext uri="{FF2B5EF4-FFF2-40B4-BE49-F238E27FC236}">
                <a16:creationId xmlns:a16="http://schemas.microsoft.com/office/drawing/2014/main" id="{2BDE0005-E8A6-4700-AA17-238AEE06F58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요청 재구성 · 다음 ACT에서 TRIAL-006/007의 실제 기록을 비교</a:t>
            </a:r>
          </a:p>
        </p:txBody>
      </p:sp>
      <p:sp>
        <p:nvSpPr>
          <p:cNvPr id="6" name="Context 선택 완전 해결 미입증 · 다음 예시도 Prompt 단독 효과로 귀속하지 않음">
            <a:extLst xmlns:a="http://schemas.openxmlformats.org/drawingml/2006/main">
              <a:ext uri="{FF2B5EF4-FFF2-40B4-BE49-F238E27FC236}">
                <a16:creationId xmlns:a16="http://schemas.microsoft.com/office/drawing/2014/main" id="{3552628D-F1B9-4BEA-8AB7-DAA8EB343C2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Context 선택 완전 해결 미입증 · 다음 예시도 Prompt 단독 효과로 귀속하지 않음</a:t>
            </a:r>
          </a:p>
        </p:txBody>
      </p:sp>
      <p:sp>
        <p:nvSpPr>
          <p:cNvPr id="7" name="필요한 정보의 위치와, 일을 수행하는 방법은 다른 질문">
            <a:extLst xmlns:a="http://schemas.openxmlformats.org/drawingml/2006/main">
              <a:ext uri="{FF2B5EF4-FFF2-40B4-BE49-F238E27FC236}">
                <a16:creationId xmlns:a16="http://schemas.microsoft.com/office/drawing/2014/main" id="{D6883EFB-3C19-4008-80F5-8CE1313C5F28}"/>
              </a:ext>
            </a:extLst>
          </p:cNvPr>
          <p:cNvSpPr>
            <a:spLocks xmlns:a="http://schemas.openxmlformats.org/drawingml/2006/main" noGrp="1"/>
          </p:cNvSpPr>
          <p:nvPr/>
        </p:nvSpPr>
        <p:spPr>
          <a:xfrm xmlns:a="http://schemas.openxmlformats.org/drawingml/2006/main">
            <a:off x="609600" y="1724025"/>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필요한 정보의 위치와, 일을 수행하는 방법은 다른 질문</a:t>
            </a:r>
          </a:p>
        </p:txBody>
      </p:sp>
      <p:sp>
        <p:nvSpPr>
          <p:cNvPr id="8" name="정리한 것">
            <a:extLst xmlns:a="http://schemas.openxmlformats.org/drawingml/2006/main">
              <a:ext uri="{FF2B5EF4-FFF2-40B4-BE49-F238E27FC236}">
                <a16:creationId xmlns:a16="http://schemas.microsoft.com/office/drawing/2014/main" id="{8C031B47-9ACA-4F28-A600-5F2A816149AC}"/>
              </a:ext>
            </a:extLst>
          </p:cNvPr>
          <p:cNvSpPr>
            <a:spLocks xmlns:a="http://schemas.openxmlformats.org/drawingml/2006/main" noGrp="1"/>
          </p:cNvSpPr>
          <p:nvPr/>
        </p:nvSpPr>
        <p:spPr>
          <a:xfrm xmlns:a="http://schemas.openxmlformats.org/drawingml/2006/main">
            <a:off x="609600" y="2381250"/>
            <a:ext cx="43243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정리한 것</a:t>
            </a:r>
          </a:p>
        </p:txBody>
      </p:sp>
      <p:sp>
        <p:nvSpPr>
          <p:cNvPr id="9" name="">
            <a:extLst xmlns:a="http://schemas.openxmlformats.org/drawingml/2006/main">
              <a:ext uri="{FF2B5EF4-FFF2-40B4-BE49-F238E27FC236}">
                <a16:creationId xmlns:a16="http://schemas.microsoft.com/office/drawing/2014/main" id="{A24251D1-639B-4BDE-BF2A-F4F860E6758F}"/>
              </a:ext>
            </a:extLst>
          </p:cNvPr>
          <p:cNvSpPr>
            <a:spLocks xmlns:a="http://schemas.openxmlformats.org/drawingml/2006/main" noGrp="1"/>
          </p:cNvSpPr>
          <p:nvPr/>
        </p:nvSpPr>
        <p:spPr>
          <a:xfrm xmlns:a="http://schemas.openxmlformats.org/drawingml/2006/main">
            <a:off x="609600" y="2933700"/>
            <a:ext cx="4324350" cy="17526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AGENTS.md">
            <a:extLst xmlns:a="http://schemas.openxmlformats.org/drawingml/2006/main">
              <a:ext uri="{FF2B5EF4-FFF2-40B4-BE49-F238E27FC236}">
                <a16:creationId xmlns:a16="http://schemas.microsoft.com/office/drawing/2014/main" id="{F4384E87-BB04-4A86-9B80-B4911BC064AB}"/>
              </a:ext>
            </a:extLst>
          </p:cNvPr>
          <p:cNvSpPr>
            <a:spLocks xmlns:a="http://schemas.openxmlformats.org/drawingml/2006/main" noGrp="1"/>
          </p:cNvSpPr>
          <p:nvPr/>
        </p:nvSpPr>
        <p:spPr>
          <a:xfrm xmlns:a="http://schemas.openxmlformats.org/drawingml/2006/main">
            <a:off x="838200" y="3105150"/>
            <a:ext cx="38671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Consolas"/>
                <a:ea typeface="Consolas"/>
                <a:cs typeface="Consolas"/>
              </a:defRPr>
            </a:defPPr>
            <a:lvl1pPr algn="l">
              <a:defRPr sz="2325" b="1">
                <a:solidFill>
                  <a:srgbClr val="17212B"/>
                </a:solidFill>
                <a:latin typeface="Consolas"/>
                <a:ea typeface="Consolas"/>
                <a:cs typeface="Consolas"/>
              </a:defRPr>
            </a:lvl1pPr>
            <a:lvl2pPr algn="l">
              <a:defRPr sz="2325" b="1">
                <a:solidFill>
                  <a:srgbClr val="17212B"/>
                </a:solidFill>
                <a:latin typeface="Consolas"/>
                <a:ea typeface="Consolas"/>
                <a:cs typeface="Consolas"/>
              </a:defRPr>
            </a:lvl2pPr>
            <a:lvl3pPr algn="l">
              <a:defRPr sz="2325" b="1">
                <a:solidFill>
                  <a:srgbClr val="17212B"/>
                </a:solidFill>
                <a:latin typeface="Consolas"/>
                <a:ea typeface="Consolas"/>
                <a:cs typeface="Consolas"/>
              </a:defRPr>
            </a:lvl3pPr>
            <a:lvl4pPr algn="l">
              <a:defRPr sz="2325" b="1">
                <a:solidFill>
                  <a:srgbClr val="17212B"/>
                </a:solidFill>
                <a:latin typeface="Consolas"/>
                <a:ea typeface="Consolas"/>
                <a:cs typeface="Consolas"/>
              </a:defRPr>
            </a:lvl4pPr>
            <a:lvl5pPr algn="l">
              <a:defRPr sz="2325" b="1">
                <a:solidFill>
                  <a:srgbClr val="17212B"/>
                </a:solidFill>
                <a:latin typeface="Consolas"/>
                <a:ea typeface="Consolas"/>
                <a:cs typeface="Consolas"/>
              </a:defRPr>
            </a:lvl5pPr>
            <a:lvl6pPr algn="l">
              <a:defRPr sz="2325" b="1">
                <a:solidFill>
                  <a:srgbClr val="17212B"/>
                </a:solidFill>
                <a:latin typeface="Consolas"/>
                <a:ea typeface="Consolas"/>
                <a:cs typeface="Consolas"/>
              </a:defRPr>
            </a:lvl6pPr>
            <a:lvl7pPr algn="l">
              <a:defRPr sz="2325" b="1">
                <a:solidFill>
                  <a:srgbClr val="17212B"/>
                </a:solidFill>
                <a:latin typeface="Consolas"/>
                <a:ea typeface="Consolas"/>
                <a:cs typeface="Consolas"/>
              </a:defRPr>
            </a:lvl7pPr>
            <a:lvl8pPr algn="l">
              <a:defRPr sz="2325" b="1">
                <a:solidFill>
                  <a:srgbClr val="17212B"/>
                </a:solidFill>
                <a:latin typeface="Consolas"/>
                <a:ea typeface="Consolas"/>
                <a:cs typeface="Consolas"/>
              </a:defRPr>
            </a:lvl8pPr>
            <a:lvl9pPr algn="l">
              <a:defRPr sz="2325" b="1">
                <a:solidFill>
                  <a:srgbClr val="17212B"/>
                </a:solidFill>
                <a:latin typeface="Consolas"/>
                <a:ea typeface="Consolas"/>
                <a:cs typeface="Consolas"/>
              </a:defRPr>
            </a:lvl9pPr>
          </a:lstStyle>
          <a:p xmlns:a="http://schemas.openxmlformats.org/drawingml/2006/main">
            <a:pPr algn="l">
              <a:defRPr sz="2325" b="1">
                <a:solidFill>
                  <a:srgbClr val="17212B"/>
                </a:solidFill>
                <a:latin typeface="Consolas"/>
                <a:ea typeface="Consolas"/>
                <a:cs typeface="Consolas"/>
              </a:defRPr>
            </a:pPr>
            <a:r>
              <a:rPr sz="2325" b="1">
                <a:solidFill>
                  <a:srgbClr val="17212B"/>
                </a:solidFill>
                <a:latin typeface="Consolas"/>
                <a:ea typeface="Consolas"/>
                <a:cs typeface="Consolas"/>
              </a:rPr>
              <a:t>AGENTS.md</a:t>
            </a:r>
          </a:p>
        </p:txBody>
      </p:sp>
      <p:sp>
        <p:nvSpPr>
          <p:cNvPr id="11" name="기본 안내 · 상세의 위치">
            <a:extLst xmlns:a="http://schemas.openxmlformats.org/drawingml/2006/main">
              <a:ext uri="{FF2B5EF4-FFF2-40B4-BE49-F238E27FC236}">
                <a16:creationId xmlns:a16="http://schemas.microsoft.com/office/drawing/2014/main" id="{D5077EB2-1C54-4D3C-BC88-4B1F24A3E35B}"/>
              </a:ext>
            </a:extLst>
          </p:cNvPr>
          <p:cNvSpPr>
            <a:spLocks xmlns:a="http://schemas.openxmlformats.org/drawingml/2006/main" noGrp="1"/>
          </p:cNvSpPr>
          <p:nvPr/>
        </p:nvSpPr>
        <p:spPr>
          <a:xfrm xmlns:a="http://schemas.openxmlformats.org/drawingml/2006/main">
            <a:off x="838200" y="3571875"/>
            <a:ext cx="38671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기본 안내 · 상세의 위치</a:t>
            </a:r>
          </a:p>
        </p:txBody>
      </p:sp>
      <p:sp>
        <p:nvSpPr>
          <p:cNvPr id="12" name="">
            <a:extLst xmlns:a="http://schemas.openxmlformats.org/drawingml/2006/main">
              <a:ext uri="{FF2B5EF4-FFF2-40B4-BE49-F238E27FC236}">
                <a16:creationId xmlns:a16="http://schemas.microsoft.com/office/drawing/2014/main" id="{F9CA3791-CDF7-4CB7-8FEF-A2C4C073771B}"/>
              </a:ext>
            </a:extLst>
          </p:cNvPr>
          <p:cNvSpPr>
            <a:spLocks xmlns:a="http://schemas.openxmlformats.org/drawingml/2006/main" noGrp="1"/>
          </p:cNvSpPr>
          <p:nvPr/>
        </p:nvSpPr>
        <p:spPr>
          <a:xfrm xmlns:a="http://schemas.openxmlformats.org/drawingml/2006/main">
            <a:off x="2590800" y="4029075"/>
            <a:ext cx="228600" cy="171450"/>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3" name="필요한 명세 · 구조 · 테스트">
            <a:extLst xmlns:a="http://schemas.openxmlformats.org/drawingml/2006/main">
              <a:ext uri="{FF2B5EF4-FFF2-40B4-BE49-F238E27FC236}">
                <a16:creationId xmlns:a16="http://schemas.microsoft.com/office/drawing/2014/main" id="{B848EDA0-F3B1-40A5-87ED-5195B883F4BD}"/>
              </a:ext>
            </a:extLst>
          </p:cNvPr>
          <p:cNvSpPr>
            <a:spLocks xmlns:a="http://schemas.openxmlformats.org/drawingml/2006/main" noGrp="1"/>
          </p:cNvSpPr>
          <p:nvPr/>
        </p:nvSpPr>
        <p:spPr>
          <a:xfrm xmlns:a="http://schemas.openxmlformats.org/drawingml/2006/main">
            <a:off x="838200" y="4295775"/>
            <a:ext cx="3867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필요한 명세 · 구조 · 테스트</a:t>
            </a:r>
          </a:p>
        </p:txBody>
      </p:sp>
      <p:sp>
        <p:nvSpPr>
          <p:cNvPr id="14" name="아직 다시 요청하는 것">
            <a:extLst xmlns:a="http://schemas.openxmlformats.org/drawingml/2006/main">
              <a:ext uri="{FF2B5EF4-FFF2-40B4-BE49-F238E27FC236}">
                <a16:creationId xmlns:a16="http://schemas.microsoft.com/office/drawing/2014/main" id="{5DB45515-7512-4B3C-8D31-83BD2F1FD4A2}"/>
              </a:ext>
            </a:extLst>
          </p:cNvPr>
          <p:cNvSpPr>
            <a:spLocks xmlns:a="http://schemas.openxmlformats.org/drawingml/2006/main" noGrp="1"/>
          </p:cNvSpPr>
          <p:nvPr/>
        </p:nvSpPr>
        <p:spPr>
          <a:xfrm xmlns:a="http://schemas.openxmlformats.org/drawingml/2006/main">
            <a:off x="6419850" y="2381250"/>
            <a:ext cx="51625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아직 다시 요청하는 것</a:t>
            </a:r>
          </a:p>
        </p:txBody>
      </p:sp>
      <p:sp>
        <p:nvSpPr>
          <p:cNvPr id="15" name="">
            <a:extLst xmlns:a="http://schemas.openxmlformats.org/drawingml/2006/main">
              <a:ext uri="{FF2B5EF4-FFF2-40B4-BE49-F238E27FC236}">
                <a16:creationId xmlns:a16="http://schemas.microsoft.com/office/drawing/2014/main" id="{03486A4A-AD1F-4B79-8865-6C5A14D652CB}"/>
              </a:ext>
            </a:extLst>
          </p:cNvPr>
          <p:cNvSpPr>
            <a:spLocks xmlns:a="http://schemas.openxmlformats.org/drawingml/2006/main" noGrp="1"/>
          </p:cNvSpPr>
          <p:nvPr/>
        </p:nvSpPr>
        <p:spPr>
          <a:xfrm xmlns:a="http://schemas.openxmlformats.org/drawingml/2006/main">
            <a:off x="6419850" y="2933700"/>
            <a:ext cx="5162550" cy="2000250"/>
          </a:xfrm>
          <a:prstGeom xmlns:a="http://schemas.openxmlformats.org/drawingml/2006/main" prst="roundRect">
            <a:avLst>
              <a:gd name="adj" fmla="val 4762"/>
            </a:avLst>
          </a:prstGeom>
          <a:solidFill xmlns:a="http://schemas.openxmlformats.org/drawingml/2006/main">
            <a:srgbClr val="FFFFFF"/>
          </a:solidFill>
          <a:ln xmlns:a="http://schemas.openxmlformats.org/drawingml/2006/main" w="14288">
            <a:solidFill>
              <a:srgbClr val="C7D0DA"/>
            </a:solidFill>
            <a:prstDash val="solid"/>
          </a:ln>
        </p:spPr>
      </p:sp>
      <p:sp>
        <p:nvSpPr>
          <p:cNvPr id="16" name="성능 조사 요청의 예">
            <a:extLst xmlns:a="http://schemas.openxmlformats.org/drawingml/2006/main">
              <a:ext uri="{FF2B5EF4-FFF2-40B4-BE49-F238E27FC236}">
                <a16:creationId xmlns:a16="http://schemas.microsoft.com/office/drawing/2014/main" id="{1CDB4D50-973F-413C-A24F-355706C502BF}"/>
              </a:ext>
            </a:extLst>
          </p:cNvPr>
          <p:cNvSpPr>
            <a:spLocks xmlns:a="http://schemas.openxmlformats.org/drawingml/2006/main" noGrp="1"/>
          </p:cNvSpPr>
          <p:nvPr/>
        </p:nvSpPr>
        <p:spPr>
          <a:xfrm xmlns:a="http://schemas.openxmlformats.org/drawingml/2006/main">
            <a:off x="6610350" y="3028950"/>
            <a:ext cx="47815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성능 조사 요청의 예</a:t>
            </a:r>
          </a:p>
        </p:txBody>
      </p:sp>
      <p:sp>
        <p:nvSpPr>
          <p:cNvPr id="17" name="">
            <a:extLst xmlns:a="http://schemas.openxmlformats.org/drawingml/2006/main">
              <a:ext uri="{FF2B5EF4-FFF2-40B4-BE49-F238E27FC236}">
                <a16:creationId xmlns:a16="http://schemas.microsoft.com/office/drawing/2014/main" id="{D611DD18-B0FF-4CFB-9148-50C04619EBB6}"/>
              </a:ext>
            </a:extLst>
          </p:cNvPr>
          <p:cNvSpPr>
            <a:spLocks xmlns:a="http://schemas.openxmlformats.org/drawingml/2006/main" noGrp="1"/>
          </p:cNvSpPr>
          <p:nvPr/>
        </p:nvSpPr>
        <p:spPr>
          <a:xfrm xmlns:a="http://schemas.openxmlformats.org/drawingml/2006/main">
            <a:off x="6610350" y="3429000"/>
            <a:ext cx="47815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normalize 성능을 조사해줘.">
            <a:extLst xmlns:a="http://schemas.openxmlformats.org/drawingml/2006/main">
              <a:ext uri="{FF2B5EF4-FFF2-40B4-BE49-F238E27FC236}">
                <a16:creationId xmlns:a16="http://schemas.microsoft.com/office/drawing/2014/main" id="{AE73A475-9139-467A-A1AA-430C00FBB2C7}"/>
              </a:ext>
            </a:extLst>
          </p:cNvPr>
          <p:cNvSpPr>
            <a:spLocks xmlns:a="http://schemas.openxmlformats.org/drawingml/2006/main" noGrp="1"/>
          </p:cNvSpPr>
          <p:nvPr/>
        </p:nvSpPr>
        <p:spPr>
          <a:xfrm xmlns:a="http://schemas.openxmlformats.org/drawingml/2006/main">
            <a:off x="6610350" y="3533775"/>
            <a:ext cx="47815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normalize 성능을 조사해줘.</a:t>
            </a:r>
          </a:p>
        </p:txBody>
      </p:sp>
      <p:sp>
        <p:nvSpPr>
          <p:cNvPr id="19" name="">
            <a:extLst xmlns:a="http://schemas.openxmlformats.org/drawingml/2006/main">
              <a:ext uri="{FF2B5EF4-FFF2-40B4-BE49-F238E27FC236}">
                <a16:creationId xmlns:a16="http://schemas.microsoft.com/office/drawing/2014/main" id="{8A344F9D-B520-4F6D-9093-C12245C04FAC}"/>
              </a:ext>
            </a:extLst>
          </p:cNvPr>
          <p:cNvSpPr>
            <a:spLocks xmlns:a="http://schemas.openxmlformats.org/drawingml/2006/main" noGrp="1"/>
          </p:cNvSpPr>
          <p:nvPr/>
        </p:nvSpPr>
        <p:spPr>
          <a:xfrm xmlns:a="http://schemas.openxmlformats.org/drawingml/2006/main">
            <a:off x="6610350" y="3943350"/>
            <a:ext cx="4781550" cy="8382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0" name="먼저 측정·조사하고 계획해줘.&#10;변경 뒤 검증·재측정·비교·검토해줘.">
            <a:extLst xmlns:a="http://schemas.openxmlformats.org/drawingml/2006/main">
              <a:ext uri="{FF2B5EF4-FFF2-40B4-BE49-F238E27FC236}">
                <a16:creationId xmlns:a16="http://schemas.microsoft.com/office/drawing/2014/main" id="{DE410350-BB75-4FB3-A9D8-ED0AB09743FC}"/>
              </a:ext>
            </a:extLst>
          </p:cNvPr>
          <p:cNvSpPr>
            <a:spLocks xmlns:a="http://schemas.openxmlformats.org/drawingml/2006/main" noGrp="1"/>
          </p:cNvSpPr>
          <p:nvPr/>
        </p:nvSpPr>
        <p:spPr>
          <a:xfrm xmlns:a="http://schemas.openxmlformats.org/drawingml/2006/main">
            <a:off x="6762750" y="4048125"/>
            <a:ext cx="4476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먼저 측정·조사하고 계획해줘.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뒤 검증·재측정·비교·검토해줘.</a:t>
            </a:r>
          </a:p>
        </p:txBody>
      </p:sp>
      <p:sp>
        <p:nvSpPr>
          <p:cNvPr id="21" name="이 절차를 누가 유지하고, 다음 작업에서 어떻게 다시 쓸까?">
            <a:extLst xmlns:a="http://schemas.openxmlformats.org/drawingml/2006/main">
              <a:ext uri="{FF2B5EF4-FFF2-40B4-BE49-F238E27FC236}">
                <a16:creationId xmlns:a16="http://schemas.microsoft.com/office/drawing/2014/main" id="{4C6D4154-0196-432B-801D-78D4127E7BAA}"/>
              </a:ext>
            </a:extLst>
          </p:cNvPr>
          <p:cNvSpPr>
            <a:spLocks xmlns:a="http://schemas.openxmlformats.org/drawingml/2006/main" noGrp="1"/>
          </p:cNvSpPr>
          <p:nvPr/>
        </p:nvSpPr>
        <p:spPr>
          <a:xfrm xmlns:a="http://schemas.openxmlformats.org/drawingml/2006/main">
            <a:off x="609600" y="5257800"/>
            <a:ext cx="1097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 절차를 누가 유지하고, 다음 작업에서 어떻게 다시 쓸까?</a:t>
            </a:r>
          </a:p>
        </p:txBody>
      </p:sp>
      <p:sp>
        <p:nvSpPr>
          <p:cNvPr id="22" name="Legacy module connection">
            <a:extLst xmlns:a="http://schemas.openxmlformats.org/drawingml/2006/main">
              <a:ext uri="{FF2B5EF4-FFF2-40B4-BE49-F238E27FC236}">
                <a16:creationId xmlns:a16="http://schemas.microsoft.com/office/drawing/2014/main" id="{09F7C525-26F6-4044-87B0-31E7BAF398AA}"/>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29331792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2026-10-25T01:33:33.6210000Z</dcterms:created>
  <dcterms:modified xsi:type="dcterms:W3CDTF">2026-10-25T01:33:33.6210000Z</dcterms:modified>
</coreProperties>
</file>