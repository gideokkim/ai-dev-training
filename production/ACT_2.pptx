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ffa9ee65124628" /><Relationship Type="http://schemas.openxmlformats.org/officeDocument/2006/relationships/extended-properties" Target="/docProps/app.xml" Id="R0fef158fb1ec4bbe" /><Relationship Type="http://schemas.openxmlformats.org/officeDocument/2006/relationships/officeDocument" Target="/ppt/presentation.xml" Id="Rdace7c6a9337424c" /></Relationships>
</file>

<file path=ppt/presentation.xml><?xml version="1.0" encoding="utf-8"?>
<p:presentation xmlns:p="http://schemas.openxmlformats.org/presentationml/2006/main">
  <p:sldMasterIdLst>
    <p:sldMasterId xmlns:r="http://schemas.openxmlformats.org/officeDocument/2006/relationships" id="2147483648" r:id="R1acc7e4f7aac47d8"/>
  </p:sldMasterIdLst>
  <p:notesMasterIdLst>
    <p:notesMasterId xmlns:r="http://schemas.openxmlformats.org/officeDocument/2006/relationships" r:id="R3387fb505e924b15"/>
  </p:notesMasterIdLst>
  <p:sldIdLst>
    <p:sldId xmlns:r="http://schemas.openxmlformats.org/officeDocument/2006/relationships" id="256" r:id="R1efbc947256f4267"/>
    <p:sldId xmlns:r="http://schemas.openxmlformats.org/officeDocument/2006/relationships" id="257" r:id="Ra1e27ca167fc4fee"/>
    <p:sldId xmlns:r="http://schemas.openxmlformats.org/officeDocument/2006/relationships" id="258" r:id="R1e008e10b1364268"/>
    <p:sldId xmlns:r="http://schemas.openxmlformats.org/officeDocument/2006/relationships" id="259" r:id="Rfd3ffe97715d460c"/>
    <p:sldId xmlns:r="http://schemas.openxmlformats.org/officeDocument/2006/relationships" id="260" r:id="R5fa637fc76664824"/>
    <p:sldId xmlns:r="http://schemas.openxmlformats.org/officeDocument/2006/relationships" id="261" r:id="R4f054a1be0114a4d"/>
    <p:sldId xmlns:r="http://schemas.openxmlformats.org/officeDocument/2006/relationships" id="262" r:id="R4cb6422c7b584254"/>
    <p:sldId xmlns:r="http://schemas.openxmlformats.org/officeDocument/2006/relationships" id="263" r:id="R763a9182033a4555"/>
    <p:sldId xmlns:r="http://schemas.openxmlformats.org/officeDocument/2006/relationships" id="264" r:id="R2b99abcf5ccc4aaf"/>
    <p:sldId xmlns:r="http://schemas.openxmlformats.org/officeDocument/2006/relationships" id="265" r:id="R13098fa3c04640b0"/>
    <p:sldId xmlns:r="http://schemas.openxmlformats.org/officeDocument/2006/relationships" id="266" r:id="R0214b60e1451477e"/>
    <p:sldId xmlns:r="http://schemas.openxmlformats.org/officeDocument/2006/relationships" id="267" r:id="R9110e4a2102b4637"/>
    <p:sldId xmlns:r="http://schemas.openxmlformats.org/officeDocument/2006/relationships" id="268" r:id="R5f792f384c744396"/>
    <p:sldId xmlns:r="http://schemas.openxmlformats.org/officeDocument/2006/relationships" id="269" r:id="Rd7a0de61b09b41f7"/>
    <p:sldId xmlns:r="http://schemas.openxmlformats.org/officeDocument/2006/relationships" id="270" r:id="R1aa3ca47772e442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20e753296f414b" /><Relationship Type="http://schemas.openxmlformats.org/officeDocument/2006/relationships/slideMaster" Target="/ppt/slideMasters/slideMaster1.xml" Id="R1acc7e4f7aac47d8" /><Relationship Type="http://schemas.openxmlformats.org/officeDocument/2006/relationships/notesMaster" Target="/ppt/notesMasters/notesMaster1.xml" Id="R3387fb505e924b15" /><Relationship Type="http://schemas.openxmlformats.org/officeDocument/2006/relationships/presProps" Target="/ppt/presProps.xml" Id="R15eca63513814b97" /><Relationship Type="http://schemas.openxmlformats.org/officeDocument/2006/relationships/tableStyles" Target="/ppt/tableStyles.xml" Id="Rd455762bdd5a4b2c" /><Relationship Type="http://schemas.openxmlformats.org/officeDocument/2006/relationships/slide" Target="/ppt/slides/slide1.xml" Id="R1efbc947256f4267" /><Relationship Type="http://schemas.openxmlformats.org/officeDocument/2006/relationships/slide" Target="/ppt/slides/slide2.xml" Id="Ra1e27ca167fc4fee" /><Relationship Type="http://schemas.openxmlformats.org/officeDocument/2006/relationships/slide" Target="/ppt/slides/slide3.xml" Id="R1e008e10b1364268" /><Relationship Type="http://schemas.openxmlformats.org/officeDocument/2006/relationships/slide" Target="/ppt/slides/slide4.xml" Id="Rfd3ffe97715d460c" /><Relationship Type="http://schemas.openxmlformats.org/officeDocument/2006/relationships/slide" Target="/ppt/slides/slide5.xml" Id="R5fa637fc76664824" /><Relationship Type="http://schemas.openxmlformats.org/officeDocument/2006/relationships/slide" Target="/ppt/slides/slide6.xml" Id="R4f054a1be0114a4d" /><Relationship Type="http://schemas.openxmlformats.org/officeDocument/2006/relationships/slide" Target="/ppt/slides/slide7.xml" Id="R4cb6422c7b584254" /><Relationship Type="http://schemas.openxmlformats.org/officeDocument/2006/relationships/slide" Target="/ppt/slides/slide8.xml" Id="R763a9182033a4555" /><Relationship Type="http://schemas.openxmlformats.org/officeDocument/2006/relationships/slide" Target="/ppt/slides/slide9.xml" Id="R2b99abcf5ccc4aaf" /><Relationship Type="http://schemas.openxmlformats.org/officeDocument/2006/relationships/slide" Target="/ppt/slides/slide10.xml" Id="R13098fa3c04640b0" /><Relationship Type="http://schemas.openxmlformats.org/officeDocument/2006/relationships/slide" Target="/ppt/slides/slide11.xml" Id="R0214b60e1451477e" /><Relationship Type="http://schemas.openxmlformats.org/officeDocument/2006/relationships/slide" Target="/ppt/slides/slide12.xml" Id="R9110e4a2102b4637" /><Relationship Type="http://schemas.openxmlformats.org/officeDocument/2006/relationships/slide" Target="/ppt/slides/slide13.xml" Id="R5f792f384c744396" /><Relationship Type="http://schemas.openxmlformats.org/officeDocument/2006/relationships/slide" Target="/ppt/slides/slide14.xml" Id="Rd7a0de61b09b41f7" /><Relationship Type="http://schemas.openxmlformats.org/officeDocument/2006/relationships/slide" Target="/ppt/slides/slide15.xml" Id="R1aa3ca47772e442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cd37caef2848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f786045cc54845" /><Relationship Type="http://schemas.openxmlformats.org/officeDocument/2006/relationships/notesMaster" Target="/ppt/notesMasters/notesMaster1.xml" Id="R679292d08b2a47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6f7b21ee1f74fde" /><Relationship Type="http://schemas.openxmlformats.org/officeDocument/2006/relationships/notesMaster" Target="/ppt/notesMasters/notesMaster1.xml" Id="R12f23c50536b49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18bc1cc68e4def" /><Relationship Type="http://schemas.openxmlformats.org/officeDocument/2006/relationships/notesMaster" Target="/ppt/notesMasters/notesMaster1.xml" Id="R04accf2edab549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30b917e9a84602" /><Relationship Type="http://schemas.openxmlformats.org/officeDocument/2006/relationships/notesMaster" Target="/ppt/notesMasters/notesMaster1.xml" Id="R87348abe7b2444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894ff6ec164e9a" /><Relationship Type="http://schemas.openxmlformats.org/officeDocument/2006/relationships/notesMaster" Target="/ppt/notesMasters/notesMaster1.xml" Id="Rab8505e8e2d74c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66cb6b241c4f8e" /><Relationship Type="http://schemas.openxmlformats.org/officeDocument/2006/relationships/notesMaster" Target="/ppt/notesMasters/notesMaster1.xml" Id="Rb94a0340b4fe42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059a4b22c6444a" /><Relationship Type="http://schemas.openxmlformats.org/officeDocument/2006/relationships/notesMaster" Target="/ppt/notesMasters/notesMaster1.xml" Id="Rc0a2ee1d3b904e2a"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1ac91e38ae4a20" /><Relationship Type="http://schemas.openxmlformats.org/officeDocument/2006/relationships/notesMaster" Target="/ppt/notesMasters/notesMaster1.xml" Id="R85eda48c08464007"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ce6923aba94025" /><Relationship Type="http://schemas.openxmlformats.org/officeDocument/2006/relationships/notesMaster" Target="/ppt/notesMasters/notesMaster1.xml" Id="Ref717affe17341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758d6dc60142f0" /><Relationship Type="http://schemas.openxmlformats.org/officeDocument/2006/relationships/notesMaster" Target="/ppt/notesMasters/notesMaster1.xml" Id="R6d595345a68e4e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0cf8330c3454f2c" /><Relationship Type="http://schemas.openxmlformats.org/officeDocument/2006/relationships/notesMaster" Target="/ppt/notesMasters/notesMaster1.xml" Id="R3da50835ff5646e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2f5471d76fe44ae" /><Relationship Type="http://schemas.openxmlformats.org/officeDocument/2006/relationships/notesMaster" Target="/ppt/notesMasters/notesMaster1.xml" Id="R3d67151c28534d0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97fd27245e4576" /><Relationship Type="http://schemas.openxmlformats.org/officeDocument/2006/relationships/notesMaster" Target="/ppt/notesMasters/notesMaster1.xml" Id="Rc27e721c85ed4ba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765a0bccc034881" /><Relationship Type="http://schemas.openxmlformats.org/officeDocument/2006/relationships/notesMaster" Target="/ppt/notesMasters/notesMaster1.xml" Id="R373ef75d30e3400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4b4905793f4abe" /><Relationship Type="http://schemas.openxmlformats.org/officeDocument/2006/relationships/notesMaster" Target="/ppt/notesMasters/notesMaster1.xml" Id="R1462325288fa41c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S32 — 다른 Task에 같은 설명이 반복된다</a:t>
            </a:r>
          </a:p>
          <a:p xmlns:a="http://schemas.openxmlformats.org/drawingml/2006/main">
            <a:r>
              <a:t/>
            </a:r>
          </a:p>
          <a:p xmlns:a="http://schemas.openxmlformats.org/drawingml/2006/main">
            <a:r>
              <a:t>Slide ID: S32</a:t>
            </a:r>
          </a:p>
          <a:p xmlns:a="http://schemas.openxmlformats.org/drawingml/2006/main">
            <a:r>
              <a:t/>
            </a:r>
          </a:p>
          <a:p xmlns:a="http://schemas.openxmlformats.org/drawingml/2006/main">
            <a:r>
              <a:t>Working Title: 다른 Task에 같은 설명이 반복된다</a:t>
            </a:r>
          </a:p>
          <a:p xmlns:a="http://schemas.openxmlformats.org/drawingml/2006/main">
            <a:r>
              <a:t/>
            </a:r>
          </a:p>
          <a:p xmlns:a="http://schemas.openxmlformats.org/drawingml/2006/main">
            <a:r>
              <a:t>ACT / Section: ACT 2 / 2A</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Lecture 4 minutes + Case 1 minute</a:t>
            </a:r>
          </a:p>
          <a:p xmlns:a="http://schemas.openxmlformats.org/drawingml/2006/main">
            <a:r>
              <a:t/>
            </a:r>
          </a:p>
          <a:p xmlns:a="http://schemas.openxmlformats.org/drawingml/2006/main">
            <a:r>
              <a:t>Primary Message: Bug fix, performance, and README Tasks can repeat the same Project facts because task-specific instructions and durable Project context have different scopes.</a:t>
            </a:r>
          </a:p>
          <a:p xmlns:a="http://schemas.openxmlformats.org/drawingml/2006/main">
            <a:r>
              <a:t/>
            </a:r>
          </a:p>
          <a:p xmlns:a="http://schemas.openxmlformats.org/drawingml/2006/main">
            <a:r>
              <a:t>Opening Question: “Task는 다른데 왜 같은 설명을 계속 복사하고 있지?”</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(0:00–2:00) 버그 수정, 성능 조사, README 수정의 서로 다른 목표를 왼쪽부터 가리킨다.</a:t>
            </a:r>
          </a:p>
          <a:p xmlns:a="http://schemas.openxmlformats.org/drawingml/2006/main">
            <a:r>
              <a:t>2. (2:00–4:00) 아래에 반복된 네 줄을 비교한다. 테스트 실행, 근거가 있을 때 의존성 추가, 로컬 합성 데이터, 기존 동작 보존이다. 세 요청은 교육용 구성 예시이며 Trial 원문이 아니다.</a:t>
            </a:r>
          </a:p>
          <a:p xmlns:a="http://schemas.openxmlformats.org/drawingml/2006/main">
            <a:r>
              <a:t>3. (4:00–5:00) 같은 설명이 왜 다시 들어가는지 잠시 생각하게 한다. 아직 저장 위치나 기능을 답으로 제시하지 않는다.</a:t>
            </a:r>
          </a:p>
          <a:p xmlns:a="http://schemas.openxmlformats.org/drawingml/2006/main">
            <a:r>
              <a:t/>
            </a:r>
          </a:p>
          <a:p xmlns:a="http://schemas.openxmlformats.org/drawingml/2006/main">
            <a:r>
              <a:t>Evidence / Source: BEAT-008, CLM-0003, CLM-0005. TEACHING_MODEL / CONCEPTUAL; the three cards are a constructed example, not a Trial.</a:t>
            </a:r>
          </a:p>
          <a:p xmlns:a="http://schemas.openxmlformats.org/drawingml/2006/main">
            <a:r>
              <a:t/>
            </a:r>
          </a:p>
          <a:p xmlns:a="http://schemas.openxmlformats.org/drawingml/2006/main">
            <a:r>
              <a:t>Claim Boundary: Repetition can indicate a scope and lifetime question. This slide does not claim a product failure or introduce a repository instruction file as the answer.</a:t>
            </a:r>
          </a:p>
          <a:p xmlns:a="http://schemas.openxmlformats.org/drawingml/2006/main">
            <a:r>
              <a:t/>
            </a:r>
          </a:p>
          <a:p xmlns:a="http://schemas.openxmlformats.org/drawingml/2006/main">
            <a:r>
              <a:t>Beginner Explanation: If every Task needs the same Project facts, consider whether those facts belong with the Task or with the Project.</a:t>
            </a:r>
          </a:p>
          <a:p xmlns:a="http://schemas.openxmlformats.org/drawingml/2006/main">
            <a:r>
              <a:t/>
            </a:r>
          </a:p>
          <a:p xmlns:a="http://schemas.openxmlformats.org/drawingml/2006/main">
            <a:r>
              <a:t>Advanced Insight: Separate Task intent from durable constraints before choosing where to maintain them.</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a:t>
            </a:r>
          </a:p>
          <a:p xmlns:a="http://schemas.openxmlformats.org/drawingml/2006/main">
            <a:r>
              <a:t/>
            </a:r>
          </a:p>
          <a:p xmlns:a="http://schemas.openxmlformats.org/drawingml/2006/main">
            <a:r>
              <a:t>Audience Interaction: Use the final minute as a quiet case prompt. No hands-on activity or public response is required.</a:t>
            </a:r>
          </a:p>
          <a:p xmlns:a="http://schemas.openxmlformats.org/drawingml/2006/main">
            <a:r>
              <a:t/>
            </a:r>
          </a:p>
          <a:p xmlns:a="http://schemas.openxmlformats.org/drawingml/2006/main">
            <a:r>
              <a:t>Transition: “공통 정보를 Prompt 밖에 둘 수 있을까?”</a:t>
            </a:r>
          </a:p>
          <a:p xmlns:a="http://schemas.openxmlformats.org/drawingml/2006/main">
            <a:r>
              <a:t/>
            </a:r>
          </a:p>
          <a:p xmlns:a="http://schemas.openxmlformats.org/drawingml/2006/main">
            <a:r>
              <a:t>Time Management: Spend four minutes on the repeated facts and one minute on the question. Do not preview the solution.</a:t>
            </a:r>
          </a:p>
          <a:p xmlns:a="http://schemas.openxmlformats.org/drawingml/2006/main">
            <a:r>
              <a:t/>
            </a:r>
          </a:p>
          <a:p xmlns:a="http://schemas.openxmlformats.org/drawingml/2006/main">
            <a:r>
              <a:t>Fallback: LOCAL STATIC ARTIFACT — 발표 기본 경로는 `production/ACT_2.pptx`의 S32 또는 `production/preview/act2/S32.png`다. 수정 초안 정적 화면은 존재하며 최종 release 경로·내용 일치는 통합 검토에서 확인한다. 실제 Trial 캡처나 현재 제품 실행으로 표현하지 않는다.</a:t>
            </a:r>
          </a:p>
          <a:p xmlns:a="http://schemas.openxmlformats.org/drawingml/2006/main">
            <a:r>
              <a:t/>
            </a:r>
          </a:p>
          <a:p xmlns:a="http://schemas.openxmlformats.org/drawingml/2006/main">
            <a:r>
              <a:t>Validation Status: REVIEWED — 원문·Claim 경계, 화면의 설명 순서와 운영 지침을 대조했다. 최종 PPT/Notes/PNG 대조 결과는 production/evaluation/FULL_DECK_PRESENTATION_REVISION.md에 기록한다. Windows PowerPoint,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S33 — 작은 Project Context의 첫 기록</a:t>
            </a:r>
          </a:p>
          <a:p xmlns:a="http://schemas.openxmlformats.org/drawingml/2006/main">
            <a:r>
              <a:t/>
            </a:r>
          </a:p>
          <a:p xmlns:a="http://schemas.openxmlformats.org/drawingml/2006/main">
            <a:r>
              <a:t>Slide ID: S33</a:t>
            </a:r>
          </a:p>
          <a:p xmlns:a="http://schemas.openxmlformats.org/drawingml/2006/main">
            <a:r>
              <a:t/>
            </a:r>
          </a:p>
          <a:p xmlns:a="http://schemas.openxmlformats.org/drawingml/2006/main">
            <a:r>
              <a:t>Working Title: 작은 Project Context의 첫 기록</a:t>
            </a:r>
          </a:p>
          <a:p xmlns:a="http://schemas.openxmlformats.org/drawingml/2006/main">
            <a:r>
              <a:t/>
            </a:r>
          </a:p>
          <a:p xmlns:a="http://schemas.openxmlformats.org/drawingml/2006/main">
            <a:r>
              <a:t>ACT / Section: ACT 2 / 2B</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Demo 4 minutes (HYBRID planned; activation unverified)</a:t>
            </a:r>
          </a:p>
          <a:p xmlns:a="http://schemas.openxmlformats.org/drawingml/2006/main">
            <a:r>
              <a:t/>
            </a:r>
          </a:p>
          <a:p xmlns:a="http://schemas.openxmlformats.org/drawingml/2006/main">
            <a:r>
              <a:t>Primary Message: STATE-01의 실제 AGENTS.md에는 반복되는 프로젝트 목적, 실행 방법, 테스트 명령, 기본 제약이 기록되어 있다.</a:t>
            </a:r>
          </a:p>
          <a:p xmlns:a="http://schemas.openxmlformats.org/drawingml/2006/main">
            <a:r>
              <a:t/>
            </a:r>
          </a:p>
          <a:p xmlns:a="http://schemas.openxmlformats.org/drawingml/2006/main">
            <a:r>
              <a:t>Opening Question: “반복되는 Project 정보를 한 번 기록하면 어떤 점이 달라질까?”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STATE-00-FIXED에서 STATE-01로 바뀐 것은 root AGENTS.md 한 파일 추가임을 설명한다.</a:t>
            </a:r>
          </a:p>
          <a:p xmlns:a="http://schemas.openxmlformats.org/drawingml/2006/main">
            <a:r>
              <a:t>2. (1:00–3:00) 네 발췌를 순서대로 가리킨다. 목적: 로컬 grayscale CLI. 실행: README의 준비된 명령. 테스트: 원문 명령. 제약: 범위를 지키고 관련 동작을 검증. 영어 문장을 모두 낭독하지 않는다.</a:t>
            </a:r>
          </a:p>
          <a:p xmlns:a="http://schemas.openxmlformats.org/drawingml/2006/main">
            <a:r>
              <a:t>3. (3:00–4:00) Task마다 반복 설명하던 사실을 저장소에 둔 설계 의도를 정리하고, 실제 활용 관찰은 S34로 넘긴다.</a:t>
            </a:r>
          </a:p>
          <a:p xmlns:a="http://schemas.openxmlformats.org/drawingml/2006/main">
            <a:r>
              <a:t/>
            </a:r>
          </a:p>
          <a:p xmlns:a="http://schemas.openxmlformats.org/drawingml/2006/main">
            <a:r>
              <a:t>화면 진행: 한국어 의미를 먼저 읽고 바로 위의 실제 AGENTS.md 발췌와 대조한다. 강조한 CLI 목적·README·범위/검증 문구만 짚고 테스트 명령은 입력 실습이나 CLI 설명으로 확장하지 않는다.</a:t>
            </a:r>
          </a:p>
          <a:p xmlns:a="http://schemas.openxmlformats.org/drawingml/2006/main">
            <a:r>
              <a:t/>
            </a:r>
          </a:p>
          <a:p xmlns:a="http://schemas.openxmlformats.org/drawingml/2006/main">
            <a:r>
              <a:t>Evidence / Source: STATE-01 / DEMO-02 / OBSERVED_PRODUCT. Demo tag `14baf81746a981d7cd96b7a014ea06f28c3dd6b4`, root `AGENTS.md` 2, 5, 9, 15행 발췌. 15줄/567bytes는 원문 메타데이터이며 화면의 중심 메시지로 쓰지 않는다. 테스트 명령은 `Run`과 구두점을 제외한 원문 명령 문자열이다. Source: `plan/DEMO_MATRIX.md` STATE-01 기록.</a:t>
            </a:r>
          </a:p>
          <a:p xmlns:a="http://schemas.openxmlformats.org/drawingml/2006/main">
            <a:r>
              <a:t/>
            </a:r>
          </a:p>
          <a:p xmlns:a="http://schemas.openxmlformats.org/drawingml/2006/main">
            <a:r>
              <a:t>Claim Boundary: 실제 파일이 그 상태에 존재했다는 근거다. 성능, 정확도, 토큰 절감 또는 AGENTS.md 단독 인과효과를 주장하지 않는다. 제품 코드·테스트·README는 그 상태 전환에서 바뀌지 않았다. S34의 지침 활용 관찰을 이 장의 결과로 앞당기지 않는다. 현재 Desktop 자동 로딩이나 교육 환경을 검증한 것이 아니다.</a:t>
            </a:r>
          </a:p>
          <a:p xmlns:a="http://schemas.openxmlformats.org/drawingml/2006/main">
            <a:r>
              <a:t/>
            </a:r>
          </a:p>
          <a:p xmlns:a="http://schemas.openxmlformats.org/drawingml/2006/main">
            <a:r>
              <a:t>Beginner Explanation: A small set of facts that applies across Project Tasks can be written down once in the repository.</a:t>
            </a:r>
          </a:p>
          <a:p xmlns:a="http://schemas.openxmlformats.org/drawingml/2006/main">
            <a:r>
              <a:t/>
            </a:r>
          </a:p>
          <a:p xmlns:a="http://schemas.openxmlformats.org/drawingml/2006/main">
            <a:r>
              <a:t>Advanced Insight: The design choice is about context scope and maintenance ownership, not a measured quality or performance effect.</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`production/ACT_2.pptx`의 S33 및 `production/preview/act2/S33.png`에 있는 실제 AGENTS.md 원문 발췌를 가리킨다. 편집기 screenshot이 아니다. Live/HYBRID는 발표 환경 검증 전까지 비활성이다.</a:t>
            </a:r>
          </a:p>
          <a:p xmlns:a="http://schemas.openxmlformats.org/drawingml/2006/main">
            <a:r>
              <a:t/>
            </a:r>
          </a:p>
          <a:p xmlns:a="http://schemas.openxmlformats.org/drawingml/2006/main">
            <a:r>
              <a:t>Audience Interaction: Point out the recurring facts without asking the audience to inspect a repository.</a:t>
            </a:r>
          </a:p>
          <a:p xmlns:a="http://schemas.openxmlformats.org/drawingml/2006/main">
            <a:r>
              <a:t/>
            </a:r>
          </a:p>
          <a:p xmlns:a="http://schemas.openxmlformats.org/drawingml/2006/main">
            <a:r>
              <a:t>Transition: “이 안내가 실제 Task에서 어떻게 사용됐는지 기록을 보겠습니다.”</a:t>
            </a:r>
          </a:p>
          <a:p xmlns:a="http://schemas.openxmlformats.org/drawingml/2006/main">
            <a:r>
              <a:t/>
            </a:r>
          </a:p>
          <a:p xmlns:a="http://schemas.openxmlformats.org/drawingml/2006/main">
            <a:r>
              <a:t>Time Management: Demo 4분 유지. 1분 상태 전환, 2분 네 발췌, 1분 의미와 S34 handoff. 명령어 옵션별 설명은 생략한다.</a:t>
            </a:r>
          </a:p>
          <a:p xmlns:a="http://schemas.openxmlformats.org/drawingml/2006/main">
            <a:r>
              <a:t/>
            </a:r>
          </a:p>
          <a:p xmlns:a="http://schemas.openxmlformats.org/drawingml/2006/main">
            <a:r>
              <a:t>Fallback: LOCAL STATIC ARTIFACT — 발표 기본 경로는 `production/ACT_2.pptx`의 S33 또는 `production/preview/act2/S33.png`다. 수정 초안 정적 화면은 존재하며 최종 release 경로·내용 일치는 통합 검토에서 확인한다. 실제 Trial 캡처나 현재 제품 실행으로 표현하지 않는다.</a:t>
            </a:r>
          </a:p>
          <a:p xmlns:a="http://schemas.openxmlformats.org/drawingml/2006/main">
            <a:r>
              <a:t/>
            </a:r>
          </a:p>
          <a:p xmlns:a="http://schemas.openxmlformats.org/drawingml/2006/main">
            <a:r>
              <a:t>Validation Status: REVIEWED — DEC-0030에서 승인한 화면 강조와 운영 Cue를 정렬했다. 최종 PPT/Notes/PNG 대조와 렌더 검토 결과는 production/evaluation/FULL_DECK_PRESENTATION_POLISH.md에 기록한다. Windows PowerPoint, 발표 PC 글꼴, 교육장 투사, 제품·계정,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S34 — AGENTS.md의 지침대로 검증했다</a:t>
            </a:r>
          </a:p>
          <a:p xmlns:a="http://schemas.openxmlformats.org/drawingml/2006/main">
            <a:r>
              <a:t/>
            </a:r>
          </a:p>
          <a:p xmlns:a="http://schemas.openxmlformats.org/drawingml/2006/main">
            <a:r>
              <a:t>Slide ID: S34</a:t>
            </a:r>
          </a:p>
          <a:p xmlns:a="http://schemas.openxmlformats.org/drawingml/2006/main">
            <a:r>
              <a:t/>
            </a:r>
          </a:p>
          <a:p xmlns:a="http://schemas.openxmlformats.org/drawingml/2006/main">
            <a:r>
              <a:t>Working Title: AGENTS.md의 지침대로 검증했다</a:t>
            </a:r>
          </a:p>
          <a:p xmlns:a="http://schemas.openxmlformats.org/drawingml/2006/main">
            <a:r>
              <a:t/>
            </a:r>
          </a:p>
          <a:p xmlns:a="http://schemas.openxmlformats.org/drawingml/2006/main">
            <a:r>
              <a:t>ACT / Section: ACT 2 / 2B</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Demo 4 minutes (HYBRID planned; activation unverified)</a:t>
            </a:r>
          </a:p>
          <a:p xmlns:a="http://schemas.openxmlformats.org/drawingml/2006/main">
            <a:r>
              <a:t/>
            </a:r>
          </a:p>
          <a:p xmlns:a="http://schemas.openxmlformats.org/drawingml/2006/main">
            <a:r>
              <a:t>Primary Message: 이번 기록에서는 Agent가 AGENTS.md의 테스트 지침을 실제 작업에 적용했다. 작업 Prompt에는 검증 근거 보고가 있었지만 테스트 실행 명령은 없었다.</a:t>
            </a:r>
          </a:p>
          <a:p xmlns:a="http://schemas.openxmlformats.org/drawingml/2006/main">
            <a:r>
              <a:t/>
            </a:r>
          </a:p>
          <a:p xmlns:a="http://schemas.openxmlformats.org/drawingml/2006/main">
            <a:r>
              <a:t>Opening Question: “Prompt에 다시 적지 않은 테스트 명령을 Agent는 어디에서 확인했을까?”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왼쪽 Prompt 창의 실제 요청 핵심 발췌·번역을 읽는다. README Test 절의 과거 STATE-00 실패와 현재 checkout을 구분하고, README.md만 변경하며 최종 diff·관련 검증 근거를 보고하라는 실제 요청이다. 아래 원문 밖 주석은 교육자의 설명이며 Agent에게 보낸 문장이 아니다. 검증 자체를 요청하지 않은 것이 아니라 구체 테스트 명령을 Prompt에 넣지 않은 것이다.</a:t>
            </a:r>
          </a:p>
          <a:p xmlns:a="http://schemas.openxmlformats.org/drawingml/2006/main">
            <a:r>
              <a:t>2. (1:00–2:00) 가운데 AGENTS.md가 프로젝트 작업 지침이라는 역할을 강조한다. STATE-01 지침은 지정된 unittest 명령으로 테스트를 실행하라고 한다. TRIAL-003에서는 Agent가 루트 지침을 확인·출력한 뒤 그 프로젝트 테스트 명령을 실행했다. 파일을 읽었다는 사실에 더해 테스트 지침과 대응하는 실행 기록이 있음을 보여준다.</a:t>
            </a:r>
          </a:p>
          <a:p xmlns:a="http://schemas.openxmlformats.org/drawingml/2006/main">
            <a:r>
              <a:t>3. (2:00–3:00) 오른쪽 전체11/11 PASS는 당시 관찰 결과다. 실제 실행은 지침의 PYTHONPATH=src python3 -m unittest discover -s tests -v 앞에 PYTHONDONTWRITEBYTECODE=1을 붙였다. 전체 command bytes가 동일하다거나 새 실행 결과라고 표현하지 않는다. 명령 옵션별 설명이나 입력 실습으로 확장하지 않는다.</a:t>
            </a:r>
          </a:p>
          <a:p xmlns:a="http://schemas.openxmlformats.org/drawingml/2006/main">
            <a:r>
              <a:t>4. (3:00–4:00) 하단의 Prompt 밖 테스트 지침이 실제 실행에 적용됐다는 메시지를 회수한다. Personal/global Skills도 실행됐고 active instruction-chain dump가 없어 강제 준수 보장·AGENTS.md 단독 효과·모든 규칙 준수는 증명하지 않는다. README-only는 Prompt에도 있었으므로 독립적인 지침 효과로 세지 않는다. Task Prompt와 Project Context의 역할을 나누는 S35로 연결한다.</a:t>
            </a:r>
          </a:p>
          <a:p xmlns:a="http://schemas.openxmlformats.org/drawingml/2006/main">
            <a:r>
              <a:t/>
            </a:r>
          </a:p>
          <a:p xmlns:a="http://schemas.openxmlformats.org/drawingml/2006/main">
            <a:r>
              <a:t>Evidence / Source: TRIAL-003 / STATE-01 / DEMO-02 / OBSERVED_PRODUCT. plan/DEMO_MATRIX.md의 Interface/Product627–634행, 실제 Prompt636–644행, Verification657–672행, Project Context Used674–678행. 지침 명령은 ai-dev-training-demo STATE-01 AGENTS.md9행과 대조했다. 행 번호는 DEC-0046 작성 시점의 locator다. 원본 Trial·지침은 수정하지 않았다.</a:t>
            </a:r>
          </a:p>
          <a:p xmlns:a="http://schemas.openxmlformats.org/drawingml/2006/main">
            <a:r>
              <a:t/>
            </a:r>
          </a:p>
          <a:p xmlns:a="http://schemas.openxmlformats.org/drawingml/2006/main">
            <a:r>
              <a:t>Claim Boundary: 단일 CLI 실행의 테스트 지침 사용 관찰이다. 테스트 명령이 없었다는 주석은 실제 지시문이 아니며, 요청에는 최종 diff와 관련 검증 근거 보고가 있었다. AGENTS.md가 모든 지침 준수를 강제했다거나 단독 원인이었다고 주장하지 않는다. Personal readchk/re0/sip도 실행됐고 active instruction-chain trace가 없다. README-only는 Prompt와 중복된 제약이며 local-data/runtime-dependency 규칙은 이번 작업에서 필요하지 않았다. 현재 Desktop·계정·반복성·성능·정확도·토큰 절감 근거가 아니다.</a:t>
            </a:r>
          </a:p>
          <a:p xmlns:a="http://schemas.openxmlformats.org/drawingml/2006/main">
            <a:r>
              <a:t/>
            </a:r>
          </a:p>
          <a:p xmlns:a="http://schemas.openxmlformats.org/drawingml/2006/main">
            <a:r>
              <a:t>Beginner Explanation: 실제 Prompt는 현재 README 작업을 요청한다. AGENTS.md는 프로젝트 작업 지침을 담고 있으며 이 기록에서는 그 테스트 지침의 명령을 사용했다. 검증 근거 요청과 구체 테스트 명령의 위치를 구분한다.</a:t>
            </a:r>
          </a:p>
          <a:p xmlns:a="http://schemas.openxmlformats.org/drawingml/2006/main">
            <a:r>
              <a:t/>
            </a:r>
          </a:p>
          <a:p xmlns:a="http://schemas.openxmlformats.org/drawingml/2006/main">
            <a:r>
              <a:t>Advanced Insight: Observed use of the repository test instruction is supported. Enforcement, an isolated instruction-loading cause and attribution of README-only scope to AGENTS.md are not established by this run.</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기존 DEMO-02의 Demo4분에 실제 요청 발췌·번역, 외부 주석, 지침 적용 관찰,11/11 결과를 순서대로 가리킨다. 화면은 기록 요약이며 실제 제품 입력창·터미널 캡처 또는 현재 Desktop 실행이 아니다. HYBRID 활성화는 UNVERIFIED이고 기본 경로는 정적 PPT/PNG다.</a:t>
            </a:r>
          </a:p>
          <a:p xmlns:a="http://schemas.openxmlformats.org/drawingml/2006/main">
            <a:r>
              <a:t/>
            </a:r>
          </a:p>
          <a:p xmlns:a="http://schemas.openxmlformats.org/drawingml/2006/main">
            <a:r>
              <a:t>Audience Interaction: Ask the opening question, pause briefly, then reveal the record. Do not require an answer.</a:t>
            </a:r>
          </a:p>
          <a:p xmlns:a="http://schemas.openxmlformats.org/drawingml/2006/main">
            <a:r>
              <a:t/>
            </a:r>
          </a:p>
          <a:p xmlns:a="http://schemas.openxmlformats.org/drawingml/2006/main">
            <a:r>
              <a:t>Transition: “이번 Task의 Prompt와 Project가 계속 유지할 Context는 어떻게 다른가?”</a:t>
            </a:r>
          </a:p>
          <a:p xmlns:a="http://schemas.openxmlformats.org/drawingml/2006/main">
            <a:r>
              <a:t/>
            </a:r>
          </a:p>
          <a:p xmlns:a="http://schemas.openxmlformats.org/drawingml/2006/main">
            <a:r>
              <a:t>Time Management: 1분 실제 요청과 외부 주석,1분 프로젝트 작업 지침,1분 테스트 실행·11/11 결과,1분 해석 한계와 S35 연결. Demo4분·기존 Mode는 유지하며 실측 리허설은 UNVERIFIED다.</a:t>
            </a:r>
          </a:p>
          <a:p xmlns:a="http://schemas.openxmlformats.org/drawingml/2006/main">
            <a:r>
              <a:t/>
            </a:r>
          </a:p>
          <a:p xmlns:a="http://schemas.openxmlformats.org/drawingml/2006/main">
            <a:r>
              <a:t>Fallback: production/ACT_2.pptx S34 또는 production/preview/act2/S34.png를 정적 기본 경로로 사용한다. 실제 Prompt 발췌·번역과 원문 밖 주석을 구분한다. 로컬 렌더·내장 Notes 대조는 production/evaluation/S34_GUIDANCE_REVISION.md를 따른다. 원본 Trial 캡처나 새 실행을 만들지 않는다.</a:t>
            </a:r>
          </a:p>
          <a:p xmlns:a="http://schemas.openxmlformats.org/drawingml/2006/main">
            <a:r>
              <a:t/>
            </a:r>
          </a:p>
          <a:p xmlns:a="http://schemas.openxmlformats.org/drawingml/2006/main">
            <a:r>
              <a:t>Validation Status: ALIGNED — DEC-0046의 실제 Prompt/외부 주석 분리와 관찰된 지침 준수 강조를 반영했다. 최종 PPT/Notes/PNG 검토는 production/evaluation/S34_GUIDANCE_REVISION.md에 기록한다. Windows PowerPoint·발표 PC 글꼴·교육장·현재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S35 — Task Prompt와 Project Context</a:t>
            </a:r>
          </a:p>
          <a:p xmlns:a="http://schemas.openxmlformats.org/drawingml/2006/main">
            <a:r>
              <a:t/>
            </a:r>
          </a:p>
          <a:p xmlns:a="http://schemas.openxmlformats.org/drawingml/2006/main">
            <a:r>
              <a:t>Slide ID: S35</a:t>
            </a:r>
          </a:p>
          <a:p xmlns:a="http://schemas.openxmlformats.org/drawingml/2006/main">
            <a:r>
              <a:t/>
            </a:r>
          </a:p>
          <a:p xmlns:a="http://schemas.openxmlformats.org/drawingml/2006/main">
            <a:r>
              <a:t>Working Title: Task Prompt와 Project Context</a:t>
            </a:r>
          </a:p>
          <a:p xmlns:a="http://schemas.openxmlformats.org/drawingml/2006/main">
            <a:r>
              <a:t/>
            </a:r>
          </a:p>
          <a:p xmlns:a="http://schemas.openxmlformats.org/drawingml/2006/main">
            <a:r>
              <a:t>ACT / Section: ACT 2 / 2C</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Lecture 5 minutes</a:t>
            </a:r>
          </a:p>
          <a:p xmlns:a="http://schemas.openxmlformats.org/drawingml/2006/main">
            <a:r>
              <a:t/>
            </a:r>
          </a:p>
          <a:p xmlns:a="http://schemas.openxmlformats.org/drawingml/2006/main">
            <a:r>
              <a:t>Primary Message: A Task Prompt describes what is wanted now; Project Context describes facts and constraints that generally remain true for the Project.</a:t>
            </a:r>
          </a:p>
          <a:p xmlns:a="http://schemas.openxmlformats.org/drawingml/2006/main">
            <a:r>
              <a:t/>
            </a:r>
          </a:p>
          <a:p xmlns:a="http://schemas.openxmlformats.org/drawingml/2006/main">
            <a:r>
              <a:t>Opening Question: “이 정보는 언제까지 유효한가?”</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S34의 실제 기록을 회수하고, 이번 목표와 여러 작업에서 다시 사용할 정보의 범위·수명을 구분한다.</a:t>
            </a:r>
          </a:p>
          <a:p xmlns:a="http://schemas.openxmlformats.org/drawingml/2006/main">
            <a:r>
              <a:t>2. (1:00–2:30) 왼쪽 테두리와 화살표를 따라 프롬프트창을 가리킨다. crop 수정과 이번 README-only는 서로 다른 작업별 요청 예다. 두 문장을 합친 실제 Prompt나 추가 Trial로 설명하지 않는다.</a:t>
            </a:r>
          </a:p>
          <a:p xmlns:a="http://schemas.openxmlformats.org/drawingml/2006/main">
            <a:r>
              <a:t>3. (2:30–4:00) 오른쪽 테두리와 화살표를 따라 AGENTS.md 문서를 가리킨다. 테스트 명령과 근거 기반 의존성 정책은 여러 작업에서 다시 참고할 프로젝트 정보다. AGENTS.md는 저장 방식의 예시이며 모든 Context를 이 파일 하나에 넣으라는 뜻은 아니다.</a:t>
            </a:r>
          </a:p>
          <a:p xmlns:a="http://schemas.openxmlformats.org/drawingml/2006/main">
            <a:r>
              <a:t>4. (4:00–5:00) 하단의 ‘다음 작업에서는 목표가 달라짐’과 ‘여러 작업에서 다시 참고’를 비교한다. C++의 공통 제약과 이번 알고리즘 변경 조건도 범위가 다를 수 있다는 짧은 예만 들고 S36의 정보 증가 질문으로 넘긴다.</a:t>
            </a:r>
          </a:p>
          <a:p xmlns:a="http://schemas.openxmlformats.org/drawingml/2006/main">
            <a:r>
              <a:t/>
            </a:r>
          </a:p>
          <a:p xmlns:a="http://schemas.openxmlformats.org/drawingml/2006/main">
            <a:r>
              <a:t>화면 진행: 두 열에서 각각 예시 테두리 → 화살표 → 저장·전달 위치를 짚고 하단의 수명 차이를 회수한다. 창과 문서는 교육용 생성 이미지이고 내용·화살표·파일명은 native 편집 요소다. 실제 제품 UI나 실행 캡처가 아니다.</a:t>
            </a:r>
          </a:p>
          <a:p xmlns:a="http://schemas.openxmlformats.org/drawingml/2006/main">
            <a:r>
              <a:t/>
            </a:r>
          </a:p>
          <a:p xmlns:a="http://schemas.openxmlformats.org/drawingml/2006/main">
            <a:r>
              <a:t>Evidence / Source: BEAT-009–010, TRANS-003, CLM-0003, CLM-0005, DEC-0047. TEACHING_MODEL / CONCEPTUAL; examples summarize S32–S34. Generated visual provenance and prompts: assets/slide-illustrations/task-context/README.md. No new Trial or product capture.</a:t>
            </a:r>
          </a:p>
          <a:p xmlns:a="http://schemas.openxmlformats.org/drawingml/2006/main">
            <a:r>
              <a:t/>
            </a:r>
          </a:p>
          <a:p xmlns:a="http://schemas.openxmlformats.org/drawingml/2006/main">
            <a:r>
              <a:t>Claim Boundary: This is a teaching model for scope, lifetime and information placement, not a formal OpenAI taxonomy, an exclusive Context storage rule, observed UI or proof that one layer is always better. The prompt-window and Markdown images are generated teaching illustrations. Preserve the source Trial and its limits.</a:t>
            </a:r>
          </a:p>
          <a:p xmlns:a="http://schemas.openxmlformats.org/drawingml/2006/main">
            <a:r>
              <a:t/>
            </a:r>
          </a:p>
          <a:p xmlns:a="http://schemas.openxmlformats.org/drawingml/2006/main">
            <a:r>
              <a:t>Beginner Explanation: Put the current goal in the Task request and distinguish it from facts the Project keeps using.</a:t>
            </a:r>
          </a:p>
          <a:p xmlns:a="http://schemas.openxmlformats.org/drawingml/2006/main">
            <a:r>
              <a:t/>
            </a:r>
          </a:p>
          <a:p xmlns:a="http://schemas.openxmlformats.org/drawingml/2006/main">
            <a:r>
              <a:t>Advanced Insight: Scope and lifetime are useful dimensions for deciding ownership and update responsibility.</a:t>
            </a:r>
          </a:p>
          <a:p xmlns:a="http://schemas.openxmlformats.org/drawingml/2006/main">
            <a:r>
              <a:t/>
            </a:r>
          </a:p>
          <a:p xmlns:a="http://schemas.openxmlformats.org/drawingml/2006/main">
            <a:r>
              <a:t>C++ Vision Bridge: Briefly distinguish a general Project constraint from a Task-specific algorithm condition; do not list tools or hardware.</a:t>
            </a:r>
          </a:p>
          <a:p xmlns:a="http://schemas.openxmlformats.org/drawingml/2006/main">
            <a:r>
              <a:t/>
            </a:r>
          </a:p>
          <a:p xmlns:a="http://schemas.openxmlformats.org/drawingml/2006/main">
            <a:r>
              <a:t>Demo Operation: N/A.</a:t>
            </a:r>
          </a:p>
          <a:p xmlns:a="http://schemas.openxmlformats.org/drawingml/2006/main">
            <a:r>
              <a:t/>
            </a:r>
          </a:p>
          <a:p xmlns:a="http://schemas.openxmlformats.org/drawingml/2006/main">
            <a:r>
              <a:t>Audience Interaction: Give the audience a brief silent pause to classify the examples mentally. Do not turn it into a hands-on task.</a:t>
            </a:r>
          </a:p>
          <a:p xmlns:a="http://schemas.openxmlformats.org/drawingml/2006/main">
            <a:r>
              <a:t/>
            </a:r>
          </a:p>
          <a:p xmlns:a="http://schemas.openxmlformats.org/drawingml/2006/main">
            <a:r>
              <a:t>Transition: “정확한 정보를 더 많이 넣으면 언제나 괜찮을까?”</a:t>
            </a:r>
          </a:p>
          <a:p xmlns:a="http://schemas.openxmlformats.org/drawingml/2006/main">
            <a:r>
              <a:t/>
            </a:r>
          </a:p>
          <a:p xmlns:a="http://schemas.openxmlformats.org/drawingml/2006/main">
            <a:r>
              <a:t>Time Management: Keep the model to two layers and four examples. Leave research and detailed routing for later slides.</a:t>
            </a:r>
          </a:p>
          <a:p xmlns:a="http://schemas.openxmlformats.org/drawingml/2006/main">
            <a:r>
              <a:t/>
            </a:r>
          </a:p>
          <a:p xmlns:a="http://schemas.openxmlformats.org/drawingml/2006/main">
            <a:r>
              <a:t>Fallback: LOCAL STATIC ARTIFACT — production/ACT_2.pptx의 S35 또는 production/preview/act2/S35.png를 사용한다. 최종 패키지·PNG·Notes 일치는 production/evaluation/S35_CONTEXT_PLACEMENT_REVISION.md와 검증 JSON으로 확인한다. 실제 Trial 캡처나 현재 제품 실행으로 표현하지 않는다.</a:t>
            </a:r>
          </a:p>
          <a:p xmlns:a="http://schemas.openxmlformats.org/drawingml/2006/main">
            <a:r>
              <a:t/>
            </a:r>
          </a:p>
          <a:p xmlns:a="http://schemas.openxmlformats.org/drawingml/2006/main">
            <a:r>
              <a:t>Validation Status: ALIGNED — DEC-0047의 예시 테두리·대상 이미지·화살표와 두 열의 수명 비교를 반영했다. 로컬 최종 렌더와 Notes parity는 production/evaluation/S35_CONTEXT_PLACEMENT_REVISION.md를 따른다. Windows PowerPoint·발표 PC 글꼴·교육장·현재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S36 — 정확한 정보도 계속 늘어난다</a:t>
            </a:r>
          </a:p>
          <a:p xmlns:a="http://schemas.openxmlformats.org/drawingml/2006/main">
            <a:r>
              <a:t/>
            </a:r>
          </a:p>
          <a:p xmlns:a="http://schemas.openxmlformats.org/drawingml/2006/main">
            <a:r>
              <a:t>Slide ID: S36</a:t>
            </a:r>
          </a:p>
          <a:p xmlns:a="http://schemas.openxmlformats.org/drawingml/2006/main">
            <a:r>
              <a:t/>
            </a:r>
          </a:p>
          <a:p xmlns:a="http://schemas.openxmlformats.org/drawingml/2006/main">
            <a:r>
              <a:t>Working Title: 정확한 정보도 계속 늘어난다</a:t>
            </a:r>
          </a:p>
          <a:p xmlns:a="http://schemas.openxmlformats.org/drawingml/2006/main">
            <a:r>
              <a:t/>
            </a:r>
          </a:p>
          <a:p xmlns:a="http://schemas.openxmlformats.org/drawingml/2006/main">
            <a:r>
              <a:t>ACT / Section: ACT 2 / 2D</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Case 4 minutes</a:t>
            </a:r>
          </a:p>
          <a:p xmlns:a="http://schemas.openxmlformats.org/drawingml/2006/main">
            <a:r>
              <a:t/>
            </a:r>
          </a:p>
          <a:p xmlns:a="http://schemas.openxmlformats.org/drawingml/2006/main">
            <a:r>
              <a:t>Primary Message: 프로젝트가 진행되며 AGENTS.md에 필요한 정보가 더해졌다. 정보가 늘어난 사실 자체를 실패로 판단하지 않고 이번 Task에서 모두 필요한지 묻는다.</a:t>
            </a:r>
          </a:p>
          <a:p xmlns:a="http://schemas.openxmlformats.org/drawingml/2006/main">
            <a:r>
              <a:t/>
            </a:r>
          </a:p>
          <a:p xmlns:a="http://schemas.openxmlformats.org/drawingml/2006/main">
            <a:r>
              <a:t>Opening Question: “정확한 Project 정보라면 모든 Task에 늘 넣어도 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왼쪽 ‘프로젝트 초기’와 짧은 AGENTS.md를 가리킨다. 목적·실행·테스트·기본 제약처럼 처음의 공통 안내가 담겨 있었다. 저장소 State 번호나 줄 수를 외우게 하지 않는다.</a:t>
            </a:r>
          </a:p>
          <a:p xmlns:a="http://schemas.openxmlformats.org/drawingml/2006/main">
            <a:r>
              <a:t>2. (1:00–2:00) ‘프로젝트 진행’ 화살표를 따라 오른쪽 ‘현재 프로젝트’로 이동한다. 같은 폭의 문서에 기존 회색 정보가 남고 아래 청록색 정보가 더해진 모습을 짚는다. ‘현재’는 이야기의 이 시점이며 Demo HEAD라는 뜻이 아니다. 날짜·몇 달 등 경과 기간이나 자연 증가율은 말하지 않는다.</a:t>
            </a:r>
          </a:p>
          <a:p xmlns:a="http://schemas.openxmlformats.org/drawingml/2006/main">
            <a:r>
              <a:t>3. (2:00–3:00) 새로 기록한 실제 정보 네 가지를 확인한다. 처리 순서는 load → normalize → 선택적 invert/crop/resize → write이고, 화면은 중간 단계를 생략했다. 이미지 명세는 crop의 반열린 범위 [x_start, x_end) 등이며, 테스트 구조는 tests/test_pipeline.py 등의 모듈·입출력 검사다. CLI 출력은 width/height/pixel_count/minimum/maximum/mean 필드다. 화면에서 코드·경로 전체를 해설하지 않는다.</a:t>
            </a:r>
          </a:p>
          <a:p xmlns:a="http://schemas.openxmlformats.org/drawingml/2006/main">
            <a:r>
              <a:t>4. (3:00–4:00) ‘이번 작업에도 모두 필요할까?’를 질문한다. 정확한 정보가 추가됐지만 증가 자체가 Agent 오류를 일으켰다는 관찰은 아니다. S37의 작은 README 작업에서 관련성을 확인한다.</a:t>
            </a:r>
          </a:p>
          <a:p xmlns:a="http://schemas.openxmlformats.org/drawingml/2006/main">
            <a:r>
              <a:t/>
            </a:r>
          </a:p>
          <a:p xmlns:a="http://schemas.openxmlformats.org/drawingml/2006/main">
            <a:r>
              <a:t>화면 진행: 초기 문서 → 프로젝트 진행 → 길어진 같은 문서 → 새 정보 네 유형 → 이번 Task의 관련성 질문. 문서 길이는 정보 축적의 생성 도식이며 실제 스크린샷이나 정확한 비율 비교가 아니다.</a:t>
            </a:r>
          </a:p>
          <a:p xmlns:a="http://schemas.openxmlformats.org/drawingml/2006/main">
            <a:r>
              <a:t/>
            </a:r>
          </a:p>
          <a:p xmlns:a="http://schemas.openxmlformats.org/drawingml/2006/main">
            <a:r>
              <a:t>Evidence / Source: STATE-01 and STATE-02, BEAT-011, CLM-0014, CLM-0015, DEC-0048. OBSERVED_PRODUCT: 실제 AGENTS.md 전후 내용은 plan/DEMO_MATRIX.md와 보존 State tag를 따른다. 원본 메타데이터는15줄/567bytes와32줄/1,303bytes이며 화면에는 표시하지 않는다. STATE-02는55c045523ed1409449d7eea5b0d873983fe101b6이다. 생성 도식·프롬프트: assets/slide-illustrations/context-growth/README.md.</a:t>
            </a:r>
          </a:p>
          <a:p xmlns:a="http://schemas.openxmlformats.org/drawingml/2006/main">
            <a:r>
              <a:t/>
            </a:r>
          </a:p>
          <a:p xmlns:a="http://schemas.openxmlformats.org/drawingml/2006/main">
            <a:r>
              <a:t>Claim Boundary: Do not label the growth as a failure threshold, claim that it caused an error, or imply that the content was inaccurate. The visual summarizes recorded document changes; its length is qualitative, no elapsed duration was measured, and current project means this Story stage, not the latest repository HEAD. It is a generated teaching diagram, not a document capture.</a:t>
            </a:r>
          </a:p>
          <a:p xmlns:a="http://schemas.openxmlformats.org/drawingml/2006/main">
            <a:r>
              <a:t/>
            </a:r>
          </a:p>
          <a:p xmlns:a="http://schemas.openxmlformats.org/drawingml/2006/main">
            <a:r>
              <a:t>Beginner Explanation: More documented facts create a follow-up question: does each Task need all of them?</a:t>
            </a:r>
          </a:p>
          <a:p xmlns:a="http://schemas.openxmlformats.org/drawingml/2006/main">
            <a:r>
              <a:t/>
            </a:r>
          </a:p>
          <a:p xmlns:a="http://schemas.openxmlformats.org/drawingml/2006/main">
            <a:r>
              <a:t>Advanced Insight: Maintenance cost and stale information are review considerations, not observed failures in this comparison.</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Use the static before/after document-content reconstruction. No live repository interaction, new Trial or elapsed-time experiment is planned.</a:t>
            </a:r>
          </a:p>
          <a:p xmlns:a="http://schemas.openxmlformats.org/drawingml/2006/main">
            <a:r>
              <a:t/>
            </a:r>
          </a:p>
          <a:p xmlns:a="http://schemas.openxmlformats.org/drawingml/2006/main">
            <a:r>
              <a:t>Audience Interaction: Treat the slide as a case question. Allow a short pause without requiring a public answer.</a:t>
            </a:r>
          </a:p>
          <a:p xmlns:a="http://schemas.openxmlformats.org/drawingml/2006/main">
            <a:r>
              <a:t/>
            </a:r>
          </a:p>
          <a:p xmlns:a="http://schemas.openxmlformats.org/drawingml/2006/main">
            <a:r>
              <a:t>Transition: “작은 README Task에서 어떤 정보가 실제로 필요했을까?”</a:t>
            </a:r>
          </a:p>
          <a:p xmlns:a="http://schemas.openxmlformats.org/drawingml/2006/main">
            <a:r>
              <a:t/>
            </a:r>
          </a:p>
          <a:p xmlns:a="http://schemas.openxmlformats.org/drawingml/2006/main">
            <a:r>
              <a:t>Time Management: 초기 안내1분, 프로젝트 진행과 누적 모습1분, 새 정보 네 유형1분, 관련성 질문1분으로 Case4분을 유지한다. 숫자·용량 해설과 기간 추측을 하지 않고 문서 크기의 인과 효과를 만들지 않는다.</a:t>
            </a:r>
          </a:p>
          <a:p xmlns:a="http://schemas.openxmlformats.org/drawingml/2006/main">
            <a:r>
              <a:t/>
            </a:r>
          </a:p>
          <a:p xmlns:a="http://schemas.openxmlformats.org/drawingml/2006/main">
            <a:r>
              <a:t>Fallback: LOCAL STATIC ARTIFACT — production/ACT_2.pptx의 S36 또는 production/preview/act2/S36.png를 사용한다. 최종 패키지·PNG·Notes 일치는 production/evaluation/S36_CONTEXT_GROWTH_REVISION.md와 검증 JSON을 따른다. 실제 문서 캡처나 현재 제품 실행으로 표현하지 않는다.</a:t>
            </a:r>
          </a:p>
          <a:p xmlns:a="http://schemas.openxmlformats.org/drawingml/2006/main">
            <a:r>
              <a:t/>
            </a:r>
          </a:p>
          <a:p xmlns:a="http://schemas.openxmlformats.org/drawingml/2006/main">
            <a:r>
              <a:t>Validation Status: ALIGNED — DEC-0048의 청중용 시점 이름과 AGENTS.md 정보 축적 도식을 반영했다. 최종 렌더·Notes parity는 production/evaluation/S36_CONTEXT_GROWTH_REVISION.md를 따른다. Windows PowerPoint·발표 PC 글꼴·교육장·제품/계정·실측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S37 — 정확하지만 이번 작업에는 불필요한 정보</a:t>
            </a:r>
          </a:p>
          <a:p xmlns:a="http://schemas.openxmlformats.org/drawingml/2006/main">
            <a:r>
              <a:t/>
            </a:r>
          </a:p>
          <a:p xmlns:a="http://schemas.openxmlformats.org/drawingml/2006/main">
            <a:r>
              <a:t>Slide ID: S37</a:t>
            </a:r>
          </a:p>
          <a:p xmlns:a="http://schemas.openxmlformats.org/drawingml/2006/main">
            <a:r>
              <a:t/>
            </a:r>
          </a:p>
          <a:p xmlns:a="http://schemas.openxmlformats.org/drawingml/2006/main">
            <a:r>
              <a:t>Working Title: 정확하지만 이번 작업에는 불필요한 정보</a:t>
            </a:r>
          </a:p>
          <a:p xmlns:a="http://schemas.openxmlformats.org/drawingml/2006/main">
            <a:r>
              <a:t/>
            </a:r>
          </a:p>
          <a:p xmlns:a="http://schemas.openxmlformats.org/drawingml/2006/main">
            <a:r>
              <a:t>ACT / Section: ACT 2 / 2D</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Demo 2 minutes (CAPTURED) + Reflection 2 minutes</a:t>
            </a:r>
          </a:p>
          <a:p xmlns:a="http://schemas.openxmlformats.org/drawingml/2006/main">
            <a:r>
              <a:t/>
            </a:r>
          </a:p>
          <a:p xmlns:a="http://schemas.openxmlformats.org/drawingml/2006/main">
            <a:r>
              <a:t>Primary Message: AGENTS.md 안에도 이번 README 작업에 관련된 공통 지침과 불필요했던 이미지 상세가 함께 있었다. Agent 혼란이나 Context 관련 실패는 관찰되지 않았다.</a:t>
            </a:r>
          </a:p>
          <a:p xmlns:a="http://schemas.openxmlformats.org/drawingml/2006/main">
            <a:r>
              <a:t/>
            </a:r>
          </a:p>
          <a:p xmlns:a="http://schemas.openxmlformats.org/drawingml/2006/main">
            <a:r>
              <a:t>Opening Question: “README build 안내를 고치는 데 어떤 정보가 필요했을까?”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 Demo) S36의 ‘이번 작업에도 모두 필요할까?’를 회수하고 왼쪽 프롬프트창을 가리킨다. 실제 요청 발췌·번역은 README의 Build 안내에 빌드 도구·고정 버전을 적는 작업이다. 기준은 pyproject.toml이고 README.md만 바꾸며 기존 명령 유지·설치/메타데이터 변경 금지·관련 검증 보고를 요청했다. 교육용 새 Prompt를 실제 Trial 결과로 표현하지 않는다.</a:t>
            </a:r>
          </a:p>
          <a:p xmlns:a="http://schemas.openxmlformats.org/drawingml/2006/main">
            <a:r>
              <a:t>2. (1:00–2:00 / Demo) 오른쪽 제목 ‘AGENTS.md에 적힌 내용’을 먼저 읽어 두 영역이 모두 같은 지침 파일의 내용임을 명시한다. 청록 영역은 Build / Run의 README 빌드·실행 안내 참조와 Core Constraints의 변경 범위 제한·관련 동작 검증이다. 회색 영역은 Architecture, Image Contract, Test 중 모듈·입출력 구조 설명, CLI Summary의 이미지 상세이며 이번 버전 명시에는 불필요했다. Test 전체나 요청된 검증을 불필요하다고 말하지 않는다. Agent는 AGENTS.md도 읽었고 혼란·우회·Context 관련 실패는 관찰되지 않았다. 지침이 요청과 일치했지만 성공의 독립 원인으로 입증된 것은 아니다.</a:t>
            </a:r>
          </a:p>
          <a:p xmlns:a="http://schemas.openxmlformats.org/drawingml/2006/main">
            <a:r>
              <a:t>3. (2:00–4:00 / Reflection) 하단 메시지를 짚고 마지막2분을 개인 생각 시간으로 남긴다. 질문이 달라지면 어떤 Context가 필요해지는지 떠올리게 하되 답변·기록·실습을 요구하지 않는다. S38에서 정보의 범위·제공 시점을 정리한다.</a:t>
            </a:r>
          </a:p>
          <a:p xmlns:a="http://schemas.openxmlformats.org/drawingml/2006/main">
            <a:r>
              <a:t/>
            </a:r>
          </a:p>
          <a:p xmlns:a="http://schemas.openxmlformats.org/drawingml/2006/main">
            <a:r>
              <a:t>화면 진행: 왼쪽 실제 요청 → 오른쪽 AGENTS.md 파일명 → 그 안의 관련 지침/불필요한 상세 → 이번 질문의 관련성. 구체적인 README-only와 pyproject.toml 기준은 Prompt에 있었고, 고정 버전값은 pyproject.toml에 있었다. 우측에는 이 외부 파일 내용이나 버전값을 AGENTS.md의 원문처럼 넣지 않는다. 실선·점선·라벨로 구분하며 화면은 native 재구성이다.</a:t>
            </a:r>
          </a:p>
          <a:p xmlns:a="http://schemas.openxmlformats.org/drawingml/2006/main">
            <a:r>
              <a:t/>
            </a:r>
          </a:p>
          <a:p xmlns:a="http://schemas.openxmlformats.org/drawingml/2006/main">
            <a:r>
              <a:t>Evidence / Source: TRIAL-004, BEAT-012, CLM-0014, CLM-0015, DEC-0049, DEC-0050. OBSERVED_PRODUCT; Codex CLI0.154.0의 단일 문서 작업 기록. plan/DEMO_MATRIX.md TRIAL-004 actual task/Agent behavior/Relevant Context/Irrelevant-but-Correct Context를 대조했다. 실제 원문은 “Clarify the README Build section by naming the pinned build tools required by the existing wheel command. Use pyproject.toml as the source of truth. Change README.md only, preserve the command, and do not install packages or alter package metadata. Report relevant verification.”이다. 화면은 핵심 발췌·번역이며 전체 원문은 이 기록에 보존한다. 우측 지침은 Demo STATE-02 AGENTS.md(55c045523ed1409449d7eea5b0d873983fe101b6)의 Build / Run, Core Constraints, Architecture, Image Contract, Test, CLI Summary와 대조했다. TRIAL-004 Relevant Context는 README pointer와 scoped-change/verification constraints를 관련 지침으로 기록한다.</a:t>
            </a:r>
          </a:p>
          <a:p xmlns:a="http://schemas.openxmlformats.org/drawingml/2006/main">
            <a:r>
              <a:t/>
            </a:r>
          </a:p>
          <a:p xmlns:a="http://schemas.openxmlformats.org/drawingml/2006/main">
            <a:r>
              <a:t>Claim Boundary: Presence of unnecessary context is not evidence that the model failed, became confused, or performed worse. No such failure was observed. The Agent read AGENTS.md, README.md and pyproject.toml. Gray means task-irrelevant detail, not unread or inaccurate information. Requested verification still applies. Both right-hand groups summarize AGENTS.md content; the specific build-tool versions are not in that file. The full-test command is not presented as mandatory for this documentation change. The Prompt already named the files and constraints, so success is not attributed solely to expanded Context. No performance or token benefit was measured, and historical CLI evidence is not a current Desktop check.</a:t>
            </a:r>
          </a:p>
          <a:p xmlns:a="http://schemas.openxmlformats.org/drawingml/2006/main">
            <a:r>
              <a:t/>
            </a:r>
          </a:p>
          <a:p xmlns:a="http://schemas.openxmlformats.org/drawingml/2006/main">
            <a:r>
              <a:t>Beginner Explanation: Correct information can still be unrelated to the current Task.</a:t>
            </a:r>
          </a:p>
          <a:p xmlns:a="http://schemas.openxmlformats.org/drawingml/2006/main">
            <a:r>
              <a:t/>
            </a:r>
          </a:p>
          <a:p xmlns:a="http://schemas.openxmlformats.org/drawingml/2006/main">
            <a:r>
              <a:t>Advanced Insight: Distinguish context relevance from outcome quality; this Trial does not measure a performance effect.</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Use the static native reconstruction of the recorded request and relevance comparison for two minutes. No raw execution screenshot or current live product is shown. Preserve the two-minute Reflection; do not run a new Trial or simulate a failure.</a:t>
            </a:r>
          </a:p>
          <a:p xmlns:a="http://schemas.openxmlformats.org/drawingml/2006/main">
            <a:r>
              <a:t/>
            </a:r>
          </a:p>
          <a:p xmlns:a="http://schemas.openxmlformats.org/drawingml/2006/main">
            <a:r>
              <a:t>Audience Interaction: Use the last two minutes for private reflection: which context was relevant to this Task? No response or written exercise is required.</a:t>
            </a:r>
          </a:p>
          <a:p xmlns:a="http://schemas.openxmlformats.org/drawingml/2006/main">
            <a:r>
              <a:t/>
            </a:r>
          </a:p>
          <a:p xmlns:a="http://schemas.openxmlformats.org/drawingml/2006/main">
            <a:r>
              <a:t>Transition: “필요한 정보를 항상 한 번에 넣지 않는 방법은 무엇일까?”</a:t>
            </a:r>
          </a:p>
          <a:p xmlns:a="http://schemas.openxmlformats.org/drawingml/2006/main">
            <a:r>
              <a:t/>
            </a:r>
          </a:p>
          <a:p xmlns:a="http://schemas.openxmlformats.org/drawingml/2006/main">
            <a:r>
              <a:t>Time Management: Protect the two-minute Reflection. Explicitly state the absence of observed confusion before moving on.</a:t>
            </a:r>
          </a:p>
          <a:p xmlns:a="http://schemas.openxmlformats.org/drawingml/2006/main">
            <a:r>
              <a:t/>
            </a:r>
          </a:p>
          <a:p xmlns:a="http://schemas.openxmlformats.org/drawingml/2006/main">
            <a:r>
              <a:t>Fallback: LOCAL STATIC ARTIFACT — production/ACT_2.pptx의 S37 또는 production/preview/act2/S37.png를 사용한다. 최종 패키지·PNG·Notes 일치는 production/evaluation/S37_AGENTS_CONTEXT_REVISION.md와 검증 JSON을 따른다. 실제 Trial 캡처나 현재 제품 실행으로 표현하지 않는다.</a:t>
            </a:r>
          </a:p>
          <a:p xmlns:a="http://schemas.openxmlformats.org/drawingml/2006/main">
            <a:r>
              <a:t/>
            </a:r>
          </a:p>
          <a:p xmlns:a="http://schemas.openxmlformats.org/drawingml/2006/main">
            <a:r>
              <a:t>Validation Status: ALIGNED — DEC-0050에 따라 우측 두 영역을 AGENTS.md 내부 지침·정보 기준으로 수정하고 왼쪽 실제 요청을 보존했다. 최종 렌더·Notes parity는 production/evaluation/S37_AGENTS_CONTEXT_REVISION.md를 따른다. Windows PowerPoint·발표 PC 글꼴·교육장·제품/계정·실측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S38 — 정보의 범위와 제공 시점</a:t>
            </a:r>
          </a:p>
          <a:p xmlns:a="http://schemas.openxmlformats.org/drawingml/2006/main">
            <a:r>
              <a:t/>
            </a:r>
          </a:p>
          <a:p xmlns:a="http://schemas.openxmlformats.org/drawingml/2006/main">
            <a:r>
              <a:t>Slide ID: S38</a:t>
            </a:r>
          </a:p>
          <a:p xmlns:a="http://schemas.openxmlformats.org/drawingml/2006/main">
            <a:r>
              <a:t/>
            </a:r>
          </a:p>
          <a:p xmlns:a="http://schemas.openxmlformats.org/drawingml/2006/main">
            <a:r>
              <a:t>Working Title: 정보의 범위와 제공 시점</a:t>
            </a:r>
          </a:p>
          <a:p xmlns:a="http://schemas.openxmlformats.org/drawingml/2006/main">
            <a:r>
              <a:t/>
            </a:r>
          </a:p>
          <a:p xmlns:a="http://schemas.openxmlformats.org/drawingml/2006/main">
            <a:r>
              <a:t>ACT / Section: ACT 2 / 2E</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Lecture 4 minutes</a:t>
            </a:r>
          </a:p>
          <a:p xmlns:a="http://schemas.openxmlformats.org/drawingml/2006/main">
            <a:r>
              <a:t/>
            </a:r>
          </a:p>
          <a:p xmlns:a="http://schemas.openxmlformats.org/drawingml/2006/main">
            <a:r>
              <a:t>Primary Message: The course model separates always-on Project facts, task-relevant detail, and reusable workflow by scope and timing.</a:t>
            </a:r>
          </a:p>
          <a:p xmlns:a="http://schemas.openxmlformats.org/drawingml/2006/main">
            <a:r>
              <a:t/>
            </a:r>
          </a:p>
          <a:p xmlns:a="http://schemas.openxmlformats.org/drawingml/2006/main">
            <a:r>
              <a:t>Opening Question: “무엇은 항상 필요하고, 무엇은 Task에 따라 찾아야 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(0:00–0:30) S37에서는 AGENTS.md의 정확한 내용 중 이번 README 작업에 필요한 지침과 불필요한 상세가 함께 있었다고 회수한다. 지금은 실제 Trial의 추가 결과가 아니라 정보의 범위·제공 시점과 수행 방법을 생각하는 교육용 도식임을 밝힌다.</a:t>
            </a:r>
          </a:p>
          <a:p xmlns:a="http://schemas.openxmlformats.org/drawingml/2006/main">
            <a:r>
              <a:t>2. (0:30–1:30) 왼쪽 README 수정/crop 수정/성능 조사에서 연결선을 따라 공통 안내로 내려간다. 프로젝트 목적·기본 제약·범위 준수·관련 검증처럼 여러 작업에서 참고할 기본 안내다. 실제 AGENTS.md 전체가 모든 작업에 필요하다는 뜻은 아니다.</a:t>
            </a:r>
          </a:p>
          <a:p xmlns:a="http://schemas.openxmlformats.org/drawingml/2006/main">
            <a:r>
              <a:t>3. (1:30–2:30) 가운데 README 수정은 빌드 안내, crop 수정은 이미지 명세로 향하는 화살표를 비교한다. 질문이 바뀌면 필요한 상세도 바뀐다는 배치 예이며 실제 자동 선택·검색 성공을 관찰한 결과가 아니다. 파일 위치나 제품 Routing 조작을 새로 가르치지 않는다.</a:t>
            </a:r>
          </a:p>
          <a:p xmlns:a="http://schemas.openxmlformats.org/drawingml/2006/main">
            <a:r>
              <a:t>4. (2:30–3:30) 오른쪽 두 성능 조사 예가 같은 변경 전 측정→조사→검증 절차를 함께 쓰는 모습을 가리킨다. 사실의 내용과 일을 수행하는 방법은 책임이 다르다. 성능 조사 A/B는 교육용 작업 예이며 실제 TRIAL-006/007의 화면이나 당시 저장된 Skill이 아니다. Skill·Harness 기능 설명과 실제 재사용 결과는 후속 ACT에 남긴다.</a:t>
            </a:r>
          </a:p>
          <a:p xmlns:a="http://schemas.openxmlformats.org/drawingml/2006/main">
            <a:r>
              <a:t>5. (3:30–4:00) 앞의 두 도식은 정보의 범위·제공 시점, 마지막은 수행 절차의 책임이며 서로 배타적인 제품 분류가 아니라고 정리한다. 재사용 절차도 작업에 따라 찾아 쓸 수 있다. ‘필요한 때 찾는 대신 모두 넣어두면 충분할까?’를 질문하고 S39의 제한된 Long Context 연구 근거로 넘긴다.</a:t>
            </a:r>
          </a:p>
          <a:p xmlns:a="http://schemas.openxmlformats.org/drawingml/2006/main">
            <a:r>
              <a:t/>
            </a:r>
          </a:p>
          <a:p xmlns:a="http://schemas.openxmlformats.org/drawingml/2006/main">
            <a:r>
              <a:t>화면 진행: 공통 안내를 함께 쓰는 관계 → 요청별로 다른 상세를 찾는 관계 → 동종 작업이 하나의 절차를 재사용하는 관계. 세 열 사이에 발전 단계나 순서를 뜻하는 화살표는 없다. 전체가 native 편집 도식이며 실제 제품 UI·실행 캡처가 아니다.</a:t>
            </a:r>
          </a:p>
          <a:p xmlns:a="http://schemas.openxmlformats.org/drawingml/2006/main">
            <a:r>
              <a:t/>
            </a:r>
          </a:p>
          <a:p xmlns:a="http://schemas.openxmlformats.org/drawingml/2006/main">
            <a:r>
              <a:t>Evidence / Source: BEAT-012, BEAT-014, STATE-02, CLM-0014, CLM-0015, CLM-0003, CLM-0005, DEC-0051. TEACHING_MODEL / CONCEPTUAL. S37/TRIAL-004의 관련성 관찰을 회수한 설계 모델이다. 도식의 작업별 상세 연결과 성능 절차는 설명용 구성이고 새 Product 관찰·Trial이 아니다.</a:t>
            </a:r>
          </a:p>
          <a:p xmlns:a="http://schemas.openxmlformats.org/drawingml/2006/main">
            <a:r>
              <a:t/>
            </a:r>
          </a:p>
          <a:p xmlns:a="http://schemas.openxmlformats.org/drawingml/2006/main">
            <a:r>
              <a:t>Claim Boundary: Always-on / On-demand / Workflow is a course model, not an official OpenAI classification or a mutually exclusive product taxonomy. The first two views describe information scope/timing; the third describes a reusable work method, which can also be consulted on demand. The arrows do not prove perfect automatic routing. The performance procedure was not stored or executed in STATE-02. Do not claim token savings or improved performance.</a:t>
            </a:r>
          </a:p>
          <a:p xmlns:a="http://schemas.openxmlformats.org/drawingml/2006/main">
            <a:r>
              <a:t/>
            </a:r>
          </a:p>
          <a:p xmlns:a="http://schemas.openxmlformats.org/drawingml/2006/main">
            <a:r>
              <a:t>Beginner Explanation: Some facts apply broadly; details matter for a smaller set of Tasks; a work procedure says how to approach a class of work.</a:t>
            </a:r>
          </a:p>
          <a:p xmlns:a="http://schemas.openxmlformats.org/drawingml/2006/main">
            <a:r>
              <a:t/>
            </a:r>
          </a:p>
          <a:p xmlns:a="http://schemas.openxmlformats.org/drawingml/2006/main">
            <a:r>
              <a:t>Advanced Insight: Keep durable facts, selectively needed details, and workflow responsibility conceptually distinct even when they can all appear outside a Task Prompt.</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a:t>
            </a:r>
          </a:p>
          <a:p xmlns:a="http://schemas.openxmlformats.org/drawingml/2006/main">
            <a:r>
              <a:t/>
            </a:r>
          </a:p>
          <a:p xmlns:a="http://schemas.openxmlformats.org/drawingml/2006/main">
            <a:r>
              <a:t>Audience Interaction: Ask the audience to notice that information has different scopes; no category-writing exercise is required.</a:t>
            </a:r>
          </a:p>
          <a:p xmlns:a="http://schemas.openxmlformats.org/drawingml/2006/main">
            <a:r>
              <a:t/>
            </a:r>
          </a:p>
          <a:p xmlns:a="http://schemas.openxmlformats.org/drawingml/2006/main">
            <a:r>
              <a:t>Transition: “필요한 때 찾게 하는 대신 모두 넣어두면 충분할까? 이 질문을 Long Context 연구의 범위 안에서 보겠습니다.”</a:t>
            </a:r>
          </a:p>
          <a:p xmlns:a="http://schemas.openxmlformats.org/drawingml/2006/main">
            <a:r>
              <a:t/>
            </a:r>
          </a:p>
          <a:p xmlns:a="http://schemas.openxmlformats.org/drawingml/2006/main">
            <a:r>
              <a:t>Time Management: S37 회수30초, 공통 안내1분, 요청별 상세1분, 재사용 절차1분, 경계·S39 연결30초로 Lecture4분을 유지한다. 제품 기능이나 Skill 호출 설명으로 확장하지 않는다.</a:t>
            </a:r>
          </a:p>
          <a:p xmlns:a="http://schemas.openxmlformats.org/drawingml/2006/main">
            <a:r>
              <a:t/>
            </a:r>
          </a:p>
          <a:p xmlns:a="http://schemas.openxmlformats.org/drawingml/2006/main">
            <a:r>
              <a:t>Fallback: LOCAL STATIC ARTIFACT — production/ACT_2.pptx의 S38 또는 production/preview/act2/S38.png를 사용한다. 최종 패키지·PNG·Notes 일치는 production/evaluation/S38_CONTEXT_MODEL_REVISION.md와 검증 JSON을 따른다. 실제 Trial 캡처나 현재 제품 실행으로 표현하지 않는다.</a:t>
            </a:r>
          </a:p>
          <a:p xmlns:a="http://schemas.openxmlformats.org/drawingml/2006/main">
            <a:r>
              <a:t/>
            </a:r>
          </a:p>
          <a:p xmlns:a="http://schemas.openxmlformats.org/drawingml/2006/main">
            <a:r>
              <a:t>Validation Status: ALIGNED — DEC-0051의 기본 안내/상세 정보/재사용 절차 도식과 S37→S38→S39 연결을 반영했다. 최종 렌더·Notes parity는 production/evaluation/S38_CONTEXT_MODEL_REVISION.md를 따른다. Windows PowerPoint·발표 PC 글꼴·교육장·제품/계정·실측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S39 — Long Context 연구가 말해주는 범위</a:t>
            </a:r>
          </a:p>
          <a:p xmlns:a="http://schemas.openxmlformats.org/drawingml/2006/main">
            <a:r>
              <a:t/>
            </a:r>
          </a:p>
          <a:p xmlns:a="http://schemas.openxmlformats.org/drawingml/2006/main">
            <a:r>
              <a:t>Slide ID: S39</a:t>
            </a:r>
          </a:p>
          <a:p xmlns:a="http://schemas.openxmlformats.org/drawingml/2006/main">
            <a:r>
              <a:t/>
            </a:r>
          </a:p>
          <a:p xmlns:a="http://schemas.openxmlformats.org/drawingml/2006/main">
            <a:r>
              <a:t>Working Title: Long Context 연구가 말해주는 범위</a:t>
            </a:r>
          </a:p>
          <a:p xmlns:a="http://schemas.openxmlformats.org/drawingml/2006/main">
            <a:r>
              <a:t/>
            </a:r>
          </a:p>
          <a:p xmlns:a="http://schemas.openxmlformats.org/drawingml/2006/main">
            <a:r>
              <a:t>ACT / Section: ACT 2 / 2E</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Lecture 4 minutes</a:t>
            </a:r>
          </a:p>
          <a:p xmlns:a="http://schemas.openxmlformats.org/drawingml/2006/main">
            <a:r>
              <a:t/>
            </a:r>
          </a:p>
          <a:p xmlns:a="http://schemas.openxmlformats.org/drawingml/2006/main">
            <a:r>
              <a:t>Primary Message: 두 연구가 확인한 과제·조건과 관찰을 먼저 읽는다. 특정 과제의 연구 관찰은 필요한 근거를 실제로 활용했는지 확인할 질문을 주지만, 현재 Codex의 보편 한계나 이 Demo의 Routing 효과를 입증하지 않는다.</a:t>
            </a:r>
          </a:p>
          <a:p xmlns:a="http://schemas.openxmlformats.org/drawingml/2006/main">
            <a:r>
              <a:t/>
            </a:r>
          </a:p>
          <a:p xmlns:a="http://schemas.openxmlformats.org/drawingml/2006/main">
            <a:r>
              <a:t>Opening Question: “앞에서 정보의 범위와 제공 시점을 나눴습니다. 대신 많은 정보를 한 번에 넣으면 필요한 근거도 잘 찾아 쓸까요?”</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(0:00–0:30) S38의 기본 안내/필요한 상세/반복 절차를 회수한 뒤 ‘양만 늘리면 충분한가?’로 질문을 좁힌다. 두 도식은 논문 과제의 재구성이며 실제 제품 실행 화면이 아님을 밝힌다.</a:t>
            </a:r>
          </a:p>
          <a:p xmlns:a="http://schemas.openxmlformats.org/drawingml/2006/main">
            <a:r>
              <a:t>2. (0:30–1:45) 왼쪽 Lost in the Middle을 짚는다. 여러 문서의 질문 답변과 합성 key-value 검색에서 정답 근거의 위치를 바꾸어 비교했다. 앞/중간/뒤의 블록은 위치만 나타내며 실제 문서 수나 점수 그래프가 아니다. 일부 당시 모델·과제에서 중간 근거의 정답률이 낮아졌다고 설명한다. 모든 모델·과제가 같은 현상을 보인 것은 아니다.</a:t>
            </a:r>
          </a:p>
          <a:p xmlns:a="http://schemas.openxmlformats.org/drawingml/2006/main">
            <a:r>
              <a:t>3. (1:45–3:00) 오른쪽 RepoQA는 기능 설명과 코드 입력을 보고 설명에 맞는 함수 코드를 반환한 뒤 정답 함수와 유사도를 비교하는 과제다. 50개 저장소/5개 언어/500개 과제가 포함됐고 주 실험의 코드 입력은 CodeLlama tokenizer 기준16K토큰이다. 전체 Prompt 길이나 현재 Codex 한도라는 뜻이 아니다. 모델·언어별 함수 찾기 성능 차이를 관찰했으며 저장소 수정·도구 검색·테스트 실행을 평가한 것은 아니다.</a:t>
            </a:r>
          </a:p>
          <a:p xmlns:a="http://schemas.openxmlformats.org/drawingml/2006/main">
            <a:r>
              <a:t>4. (3:00–4:00) 하단의 ‘업무에 적용할 질문’과 ‘이 연구만으론 미입증’을 따로 가리킨다. 필요한 근거를 실제로 찾아 활용했는지 작업별로 확인하자는 것은 교육적 적용 질문이다. 현재 Codex 실패율·보편 한계·Routing 성능 개선은 이 연구로 확인하지 않았다. S40의 필요한 상세 정보에 도달하는 설계 질문으로 돌아간다.</a:t>
            </a:r>
          </a:p>
          <a:p xmlns:a="http://schemas.openxmlformats.org/drawingml/2006/main">
            <a:r>
              <a:t/>
            </a:r>
          </a:p>
          <a:p xmlns:a="http://schemas.openxmlformats.org/drawingml/2006/main">
            <a:r>
              <a:t>Evidence / Source: RESEARCH. CLM-0014/CLM-0015, SRC-0201/SRC-0204, DEC-0052. Liu et al., “Lost in the Middle: How Language Models Use Long Contexts,” TACL 2024,12:157–173, https://aclanthology.org/2024.tacl-1.9/ . RepoQA: Evaluating Long Context Code Understanding,2024, arXiv:2406.06025, https://arxiv.org/abs/2406.06025 ; primary task/setting: https://arxiv.org/html/2406.06025v1 ; official project/citation: https://evalplus.github.io/repoqa.html . The official citation names First Workshop on Long-Context Foundation Models @ ICML2024, not the ICML main conference. Primary records rechecked2026-10-22.</a:t>
            </a:r>
          </a:p>
          <a:p xmlns:a="http://schemas.openxmlformats.org/drawingml/2006/main">
            <a:r>
              <a:t/>
            </a:r>
          </a:p>
          <a:p xmlns:a="http://schemas.openxmlformats.org/drawingml/2006/main">
            <a:r>
              <a:t>Claim Boundary: 두 논문의 역사적 모델·과제·조건에 한정한다. 현재 Codex의 Repository coding 실패, 보편적인 중간 정보 무시, 토큰 임계값, 정보를 더 주면 항상 나빠짐, Routing의 우월성·토큰 절약·성능 향상을 주장하지 않는다. RepoQA는 Lost in the Middle의 위치별 곡선을 재현한 연구로 표현하지 않는다. 업무상 확인 질문은 현재 제품에서 측정된 효과가 아니다.</a:t>
            </a:r>
          </a:p>
          <a:p xmlns:a="http://schemas.openxmlformats.org/drawingml/2006/main">
            <a:r>
              <a:t/>
            </a:r>
          </a:p>
          <a:p xmlns:a="http://schemas.openxmlformats.org/drawingml/2006/main">
            <a:r>
              <a:t>Beginner Explanation: 왼쪽은 ‘같은 근거가 어디에 있느냐’, 오른쪽은 ‘설명에 맞는 함수를 코드에서 찾느냐’를 평가했다. 넣은 정보량과 필요한 근거를 실제로 활용했는지는 별도로 확인한다.</a:t>
            </a:r>
          </a:p>
          <a:p xmlns:a="http://schemas.openxmlformats.org/drawingml/2006/main">
            <a:r>
              <a:t/>
            </a:r>
          </a:p>
          <a:p xmlns:a="http://schemas.openxmlformats.org/drawingml/2006/main">
            <a:r>
              <a:t>Advanced Insight: RepoQA의 고정된 코드 입력 조건과 함수 유사도 평가는 live agent의 탐색·수정·검증 전체와 다르다. Lost in the Middle에도 과제·모델별 차이가 있다. 연구 관찰, 업무상 설계 판단, 현재 제품의 검증을 분리한다.</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 논문 과제의 native 재구성 도식이며 실제 Trial/현재 Codex Screenshot이나 결정론적 실패 Demo가 아니다.</a:t>
            </a:r>
          </a:p>
          <a:p xmlns:a="http://schemas.openxmlformats.org/drawingml/2006/main">
            <a:r>
              <a:t/>
            </a:r>
          </a:p>
          <a:p xmlns:a="http://schemas.openxmlformats.org/drawingml/2006/main">
            <a:r>
              <a:t>Audience Interaction: 첫 질문에 잠깐 예측하게 한 뒤 두 도식의 입력·조작·평가를 순서대로 짚는다. 새 토론 시간이나 실습을 추가하지 않는다.</a:t>
            </a:r>
          </a:p>
          <a:p xmlns:a="http://schemas.openxmlformats.org/drawingml/2006/main">
            <a:r>
              <a:t/>
            </a:r>
          </a:p>
          <a:p xmlns:a="http://schemas.openxmlformats.org/drawingml/2006/main">
            <a:r>
              <a:t>Transition: “이 연구가 Demo의 Routing을 검증한 것은 아닙니다. 이제 Task에 필요한 상세 정보를 어디서 찾게 할지 설계로 돌아가겠습니다.”</a:t>
            </a:r>
          </a:p>
          <a:p xmlns:a="http://schemas.openxmlformats.org/drawingml/2006/main">
            <a:r>
              <a:t/>
            </a:r>
          </a:p>
          <a:p xmlns:a="http://schemas.openxmlformats.org/drawingml/2006/main">
            <a:r>
              <a:t>Time Management: 도입30초, Lost in the Middle75초, RepoQA75초, 적용 범위60초로4분을 유지한다. 시간이 부족하면 데이터셋 세부 수와 채점 구현 설명을 생략하고 과제·관찰·현재 제품 미입증 경계를 남긴다.</a:t>
            </a:r>
          </a:p>
          <a:p xmlns:a="http://schemas.openxmlformats.org/drawingml/2006/main">
            <a:r>
              <a:t/>
            </a:r>
          </a:p>
          <a:p xmlns:a="http://schemas.openxmlformats.org/drawingml/2006/main">
            <a:r>
              <a:t>Fallback: LOCAL STATIC ARTIFACT — production/ACT_2.pptx의 S39 또는 production/preview/act2/S39.png를 사용한다. 최종 패키지·PNG·Notes 일치는 production/evaluation/S39_RESEARCH_SCOPE_REVISION.md와 검증 JSON을 따른다. 실제 실행 캡처나 현재 제품 결과로 표현하지 않는다.</a:t>
            </a:r>
          </a:p>
          <a:p xmlns:a="http://schemas.openxmlformats.org/drawingml/2006/main">
            <a:r>
              <a:t/>
            </a:r>
          </a:p>
          <a:p xmlns:a="http://schemas.openxmlformats.org/drawingml/2006/main">
            <a:r>
              <a:t>Validation Status: ALIGNED — DEC-0052의 연구별 과제 도식/관찰/현재 Codex 적용 범위와 S38→S39→S40 연결을 반영했다. 최종 렌더·Notes parity는 production/evaluation/S39_RESEARCH_SCOPE_REVISION.md를 따른다. Windows PowerPoint·발표 PC 글꼴·교육장·제품/계정·실측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S40 — 필요한 상세 정보로 가는 길</a:t>
            </a:r>
          </a:p>
          <a:p xmlns:a="http://schemas.openxmlformats.org/drawingml/2006/main">
            <a:r>
              <a:t/>
            </a:r>
          </a:p>
          <a:p xmlns:a="http://schemas.openxmlformats.org/drawingml/2006/main">
            <a:r>
              <a:t>Slide ID: S40</a:t>
            </a:r>
          </a:p>
          <a:p xmlns:a="http://schemas.openxmlformats.org/drawingml/2006/main">
            <a:r>
              <a:t/>
            </a:r>
          </a:p>
          <a:p xmlns:a="http://schemas.openxmlformats.org/drawingml/2006/main">
            <a:r>
              <a:t>Working Title: 필요한 상세 정보로 가는 길</a:t>
            </a:r>
          </a:p>
          <a:p xmlns:a="http://schemas.openxmlformats.org/drawingml/2006/main">
            <a:r>
              <a:t/>
            </a:r>
          </a:p>
          <a:p xmlns:a="http://schemas.openxmlformats.org/drawingml/2006/main">
            <a:r>
              <a:t>ACT / Section: ACT 2 / 2F</a:t>
            </a:r>
          </a:p>
          <a:p xmlns:a="http://schemas.openxmlformats.org/drawingml/2006/main">
            <a:r>
              <a:t/>
            </a:r>
          </a:p>
          <a:p xmlns:a="http://schemas.openxmlformats.org/drawingml/2006/main">
            <a:r>
              <a:t>Allocated Time: 3 minutes</a:t>
            </a:r>
          </a:p>
          <a:p xmlns:a="http://schemas.openxmlformats.org/drawingml/2006/main">
            <a:r>
              <a:t/>
            </a:r>
          </a:p>
          <a:p xmlns:a="http://schemas.openxmlformats.org/drawingml/2006/main">
            <a:r>
              <a:t>Mode Split: Lecture 3 minutes</a:t>
            </a:r>
          </a:p>
          <a:p xmlns:a="http://schemas.openxmlformats.org/drawingml/2006/main">
            <a:r>
              <a:t/>
            </a:r>
          </a:p>
          <a:p xmlns:a="http://schemas.openxmlformats.org/drawingml/2006/main">
            <a:r>
              <a:t>Primary Message: 필요한 상세 정보의 위치를 Project 안내에서 알려줄 수 있다. 작업 요청을 보고 AGENTS.md의 안내를 거쳐 관련 문서의 명세를 확인하는 관계를 설계한다.</a:t>
            </a:r>
          </a:p>
          <a:p xmlns:a="http://schemas.openxmlformats.org/drawingml/2006/main">
            <a:r>
              <a:t/>
            </a:r>
          </a:p>
          <a:p xmlns:a="http://schemas.openxmlformats.org/drawingml/2006/main">
            <a:r>
              <a:t>Opening Question: “필요한 근거를 찾아 활용했는지 확인해야 한다면, 그 근거까지 가는 길은 어디에 안내할까요?”</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(0:00–0:30) S39의 연구가 현재 Codex나 Routing 효과를 입증한 것은 아님을 유지하고 정보 설계로 돌아온다. ‘많이 넣기’ 다음 질문으로 필요한 상세의 위치를 어디서 알려줄지 제시한다.</a:t>
            </a:r>
          </a:p>
          <a:p xmlns:a="http://schemas.openxmlformats.org/drawingml/2006/main">
            <a:r>
              <a:t>2. (0:30–2:10) 왼쪽 교육용 crop 끝 좌표 요청을 읽고, 가운데 AGENTS.md의 ‘이미지 동작/crop은 docs/image-contracts.md 참조’ 안내를 따라 오른쪽 문서의 crop 명세를 짚는다. 화면의 `[x_start, x_end)`는 시작 열 포함·끝 좌표 제외를 뜻한다. 가운데는 위치 안내, 오른쪽은 답에 필요한 명세다. Prompt 문장과 안내 요약은 설명용 구성이며 실제 Trial 원문이나 Agent의 읽기 순서를 재현한 것이 아니다.</a:t>
            </a:r>
          </a:p>
          <a:p xmlns:a="http://schemas.openxmlformats.org/drawingml/2006/main">
            <a:r>
              <a:t>3. (2:10–3:00) 하단의 ‘AGENTS.md가 필요한 상세 문서의 위치를 안내한다’를 회수한다. C++에서도 공통 제약을 확인하고 해당 알고리즘 명세로 이동하는 같은 패턴을 쓸 수 있다고 짧게 연결한다. 구체적인 CMake/hardware/IDE 명령은 넣지 않는다. 다음 장은 출발점인 Core에 무엇을 남길지 정한다고 넘긴다.</a:t>
            </a:r>
          </a:p>
          <a:p xmlns:a="http://schemas.openxmlformats.org/drawingml/2006/main">
            <a:r>
              <a:t/>
            </a:r>
          </a:p>
          <a:p xmlns:a="http://schemas.openxmlformats.org/drawingml/2006/main">
            <a:r>
              <a:t>Evidence / Source: TEACHING_MODEL / CONCEPTUAL. BEAT-014, STATE-03, CLM-0003/0005/0014/0015, DEC-0053. Historical Demo tag STATE-03 at f3e2e37b1454e28c5de4c44682ebd49378ebae4b: AGENTS.md17–20의 Context Routing에서 이미지 동작/crop→docs/image-contracts.md를 안내한다. 같은 tag의 docs/image-contracts.md20–24가 half-open crop 명세를 기록한다. plan/DEMO_MATRIX.md의 STATE-03 및 TRIAL-005A/B는 후속 구조·관찰 근거다. 문서명과 명세는 보존 기록을 참조하지만 화면의 요청/안내는 요약·재구성이다. 새 Trial은 실행하지 않았다.</a:t>
            </a:r>
          </a:p>
          <a:p xmlns:a="http://schemas.openxmlformats.org/drawingml/2006/main">
            <a:r>
              <a:t/>
            </a:r>
          </a:p>
          <a:p xmlns:a="http://schemas.openxmlformats.org/drawingml/2006/main">
            <a:r>
              <a:t>Claim Boundary: 화살표는 설계한 문서 안내 관계다. 실제 읽기 순서, 필요한 문서만 읽는 자동 검색, 항상 같은 경로의 선택, AGENTS.md 단독 인과성을 뜻하지 않는다. TRIAL-005A/B의 접근 결과를 이 장에서 성공으로 제시하지 않는다. 현재 Codex Desktop 동작, 완벽한 Routing, 성능·정확도·속도 향상, 토큰 절약, Lost in the Middle 완화는 주장하지 않는다.</a:t>
            </a:r>
          </a:p>
          <a:p xmlns:a="http://schemas.openxmlformats.org/drawingml/2006/main">
            <a:r>
              <a:t/>
            </a:r>
          </a:p>
          <a:p xmlns:a="http://schemas.openxmlformats.org/drawingml/2006/main">
            <a:r>
              <a:t>Beginner Explanation: 작업 요청에는 궁금한 것을 쓰고, AGENTS.md에는 어느 상세 문서를 볼지 안내한다. 구체적인 답에 필요한 규칙은 그 문서의 명세에서 확인한다.</a:t>
            </a:r>
          </a:p>
          <a:p xmlns:a="http://schemas.openxmlformats.org/drawingml/2006/main">
            <a:r>
              <a:t/>
            </a:r>
          </a:p>
          <a:p xmlns:a="http://schemas.openxmlformats.org/drawingml/2006/main">
            <a:r>
              <a:t>Advanced Insight: 위치 안내와 상세 명세를 분리하면 발견성·유지 비용을 설계할 수 있다. 실제로 무엇을 읽고 활용했는지는 별도 관찰·검증 문제이며 이 도식만으로 성공을 보장하지 않는다.</a:t>
            </a:r>
          </a:p>
          <a:p xmlns:a="http://schemas.openxmlformats.org/drawingml/2006/main">
            <a:r>
              <a:t/>
            </a:r>
          </a:p>
          <a:p xmlns:a="http://schemas.openxmlformats.org/drawingml/2006/main">
            <a:r>
              <a:t>C++ Vision Bridge: 같은 설계 패턴으로 공통 Project 제약을 확인한 뒤 해당 알고리즘 명세에 도달하는 예를 짧게 연결한다. Python Demo의 문서가 C++ 실행 근거라는 뜻이 아니며 환경 명령·도구·hardware 목록을 추가하지 않는다.</a:t>
            </a:r>
          </a:p>
          <a:p xmlns:a="http://schemas.openxmlformats.org/drawingml/2006/main">
            <a:r>
              <a:t/>
            </a:r>
          </a:p>
          <a:p xmlns:a="http://schemas.openxmlformats.org/drawingml/2006/main">
            <a:r>
              <a:t>Demo Operation: N/A. 하나의 native 교육용 안내 관계도다. 실제 STATE-03 문서 분리 구조와 TRIAL-005 접근 기록은 뒤 구간에 남긴다.</a:t>
            </a:r>
          </a:p>
          <a:p xmlns:a="http://schemas.openxmlformats.org/drawingml/2006/main">
            <a:r>
              <a:t/>
            </a:r>
          </a:p>
          <a:p xmlns:a="http://schemas.openxmlformats.org/drawingml/2006/main">
            <a:r>
              <a:t>Audience Interaction: 작업 질문, 위치 안내, 상세 명세를 순서대로 가리켜 각자의 역할을 구분한다. 새 실습이나 토론 시간을 추가하지 않는다.</a:t>
            </a:r>
          </a:p>
          <a:p xmlns:a="http://schemas.openxmlformats.org/drawingml/2006/main">
            <a:r>
              <a:t/>
            </a:r>
          </a:p>
          <a:p xmlns:a="http://schemas.openxmlformats.org/drawingml/2006/main">
            <a:r>
              <a:t>Transition: “경로를 봤으니, 이제 그 출발점인 Core에 무엇을 남길지 정해보겠습니다.”</a:t>
            </a:r>
          </a:p>
          <a:p xmlns:a="http://schemas.openxmlformats.org/drawingml/2006/main">
            <a:r>
              <a:t/>
            </a:r>
          </a:p>
          <a:p xmlns:a="http://schemas.openxmlformats.org/drawingml/2006/main">
            <a:r>
              <a:t>Time Management: 도입30초, 관계도100초, C++ 패턴과 다음 질문50초로3분을 유지한다. 시간이 부족하면 C++ 설명을 줄이고 작업 질문·안내·명세의 구분과 실제 읽기 순서가 아니라는 경계를 남긴다.</a:t>
            </a:r>
          </a:p>
          <a:p xmlns:a="http://schemas.openxmlformats.org/drawingml/2006/main">
            <a:r>
              <a:t/>
            </a:r>
          </a:p>
          <a:p xmlns:a="http://schemas.openxmlformats.org/drawingml/2006/main">
            <a:r>
              <a:t>Fallback: LOCAL STATIC ARTIFACT — production/ACT_2.pptx의 S40 또는 production/preview/act2/S40.png를 사용한다. 최종 패키지·PNG·Notes 일치는 production/evaluation/S40_CONTEXT_PATH_REVISION.md와 검증 JSON을 따른다. 실제 실행 Screenshot이나 현재 제품의 탐색 결과로 표현하지 않는다.</a:t>
            </a:r>
          </a:p>
          <a:p xmlns:a="http://schemas.openxmlformats.org/drawingml/2006/main">
            <a:r>
              <a:t/>
            </a:r>
          </a:p>
          <a:p xmlns:a="http://schemas.openxmlformats.org/drawingml/2006/main">
            <a:r>
              <a:t>Validation Status: ALIGNED — DEC-0053의 요청/AGENTS.md 안내/상세 명세 도식과 S39→S40→S41 연결을 반영했다. 최종 렌더·Notes parity는 production/evaluation/S40_CONTEXT_PATH_REVISION.md를 따른다. Windows PowerPoint·발표 PC 글꼴·교육장·제품/계정·실측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S41 — AGENTS.md에는 무엇을 남길까?</a:t>
            </a:r>
          </a:p>
          <a:p xmlns:a="http://schemas.openxmlformats.org/drawingml/2006/main">
            <a:r>
              <a:t/>
            </a:r>
          </a:p>
          <a:p xmlns:a="http://schemas.openxmlformats.org/drawingml/2006/main">
            <a:r>
              <a:t>Slide ID: S41</a:t>
            </a:r>
          </a:p>
          <a:p xmlns:a="http://schemas.openxmlformats.org/drawingml/2006/main">
            <a:r>
              <a:t/>
            </a:r>
          </a:p>
          <a:p xmlns:a="http://schemas.openxmlformats.org/drawingml/2006/main">
            <a:r>
              <a:t>Working Title: AGENTS.md에는 무엇을 남길까?</a:t>
            </a:r>
          </a:p>
          <a:p xmlns:a="http://schemas.openxmlformats.org/drawingml/2006/main">
            <a:r>
              <a:t/>
            </a:r>
          </a:p>
          <a:p xmlns:a="http://schemas.openxmlformats.org/drawingml/2006/main">
            <a:r>
              <a:t>ACT / Section: ACT 2 / 2F</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Lecture 4 minutes</a:t>
            </a:r>
          </a:p>
          <a:p xmlns:a="http://schemas.openxmlformats.org/drawingml/2006/main">
            <a:r>
              <a:t/>
            </a:r>
          </a:p>
          <a:p xmlns:a="http://schemas.openxmlformats.org/drawingml/2006/main">
            <a:r>
              <a:t>Primary Message: AGENTS.md에는 여러 작업에 공통인 목적·제약·진입 안내와 상세 문서 위치를 남긴다. 처리 순서·이미지 명세·관련 테스트 같은 세부사항은 관련 작업에서 연결된 문서로 확인하는 정보 배치 모델이다.</a:t>
            </a:r>
          </a:p>
          <a:p xmlns:a="http://schemas.openxmlformats.org/drawingml/2006/main">
            <a:r>
              <a:t/>
            </a:r>
          </a:p>
          <a:p xmlns:a="http://schemas.openxmlformats.org/drawingml/2006/main">
            <a:r>
              <a:t>Opening Question: “앞 장의 AGENTS.md가 상세 문서 위치를 안내했습니다. 그 출발점에는 무엇을 남기고, 무엇을 상세 문서로 나눠둘까요?”</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(0:00–0:30) S40의 crop 요청→AGENTS.md 안내→상세 명세 경로를 회수한다. 이번 장은 경로를 다시 따라가는 장이 아니라 출발점과 상세 문서에 놓을 정보의 범위를 정하는 장이라고 설명한다.</a:t>
            </a:r>
          </a:p>
          <a:p xmlns:a="http://schemas.openxmlformats.org/drawingml/2006/main">
            <a:r>
              <a:t>2. (0:30–1:30) 왼쪽 AGENTS.md를 짚는다. 목적은 로컬 흑백 이미지 처리 CLI, 공통 제약은 요청 밖의 기존 동작 보존, 안내는 빌드·검증 시작점과 관련 상세 문서 위치다. ‘항상 남길’은 공통 안내에 유지할 정보의 범위를 뜻하며 제품이 매 turn 강제로 읽는다는 뜻이 아니다. 화면은 전체 지침 원문이 아닌 요약이다.</a:t>
            </a:r>
          </a:p>
          <a:p xmlns:a="http://schemas.openxmlformats.org/drawingml/2006/main">
            <a:r>
              <a:t>3. (1:30–3:00) 오른쪽 상세 문서 묶음을 위에서부터 짚는다. 구조를 확인할 때 처리 순서·모듈 역할, 이미지 동작을 확인할 때 crop·resize 명세, 검증 범위를 정할 때 관련 테스트 위치를 본다. 모두 모든 작업에서 읽어야 하는 목록으로 설명하지 않는다. 왼쪽의 위치 안내와 오른쪽의 자세한 규칙은 역할이 다르다.</a:t>
            </a:r>
          </a:p>
          <a:p xmlns:a="http://schemas.openxmlformats.org/drawingml/2006/main">
            <a:r>
              <a:t>4. (3:00–4:00) C++에서도 빌드·검증 진입점과 공통 제약은 기본 안내에, 알고리즘 명세·하드웨어 조건은 필요한 상세로 둘 수 있다는 패턴을 짧게 연결한다. 구체적 CMake/IDE/shell 명령이나 실제 C++ 실행 결과는 추가하지 않는다. 다음 장에서 Demo Repository의 실제 문서 분리 전후를 본다고 넘긴다.</a:t>
            </a:r>
          </a:p>
          <a:p xmlns:a="http://schemas.openxmlformats.org/drawingml/2006/main">
            <a:r>
              <a:t/>
            </a:r>
          </a:p>
          <a:p xmlns:a="http://schemas.openxmlformats.org/drawingml/2006/main">
            <a:r>
              <a:t>Evidence / Source: TEACHING_MODEL / CONCEPTUAL. BEAT-014, CLM-0003/0005/0014/0015, DEC-0054. Historical Demo STATE-03 at f3e2e37b1454e28c5de4c44682ebd49378ebae4b의 AGENTS.md3–20은 목적·로컬 파일·기존 동작 보존·README/검증 진입 안내·주제별 문서 위치를 기록한다. docs/architecture.md는 처리 순서·모듈 역할, docs/image-contracts.md는 crop/resize 명세, docs/testing.md는 테스트 위치·검증 범위를 담는다. 파일명과 내용의 예는 이 보존 기록에 근거한 요약이며 전체 지침의 재현이나 제품 실행 결과가 아니다. 실제 STATE-03 구조 변화와 TRIAL-005A/B 접근 관찰은 S42 이후에 구분한다.</a:t>
            </a:r>
          </a:p>
          <a:p xmlns:a="http://schemas.openxmlformats.org/drawingml/2006/main">
            <a:r>
              <a:t/>
            </a:r>
          </a:p>
          <a:p xmlns:a="http://schemas.openxmlformats.org/drawingml/2006/main">
            <a:r>
              <a:t>Claim Boundary: 공통 안내와 작업별 상세를 나눈 교육용 배치 기준이다. 매 turn 자동 재읽기, 필요한 문서만 자동 로딩, 같은 탐색 순서, 항상 올바른 선택·지침 준수·AGENTS.md 단독 인과성을 보장하지 않는다. Routing 품질·토큰 절약·성능 향상은 별도 검증 문제다. 전체 테스트 지침도 모든 작업에서 무조건 같은 검사를 실행해야 한다는 보편 규칙으로 확대하지 않는다. 현재 Codex Desktop/계정 동작이나 회사 정책으로 일반화하지 않는다.</a:t>
            </a:r>
          </a:p>
          <a:p xmlns:a="http://schemas.openxmlformats.org/drawingml/2006/main">
            <a:r>
              <a:t/>
            </a:r>
          </a:p>
          <a:p xmlns:a="http://schemas.openxmlformats.org/drawingml/2006/main">
            <a:r>
              <a:t>Beginner Explanation: 여러 작업에서 공통으로 필요한 안내와 그 작업을 해결할 때 자세히 볼 규칙을 나눠둔다. AGENTS.md에는 상세 문서의 위치도 남겨 어디서 확인할지 알 수 있게 한다.</a:t>
            </a:r>
          </a:p>
          <a:p xmlns:a="http://schemas.openxmlformats.org/drawingml/2006/main">
            <a:r>
              <a:t/>
            </a:r>
          </a:p>
          <a:p xmlns:a="http://schemas.openxmlformats.org/drawingml/2006/main">
            <a:r>
              <a:t>Advanced Insight: 정보의 Scope와 필요한 시점, 공통 안내의 안정성, 상세의 발견성·유지 비용을 함께 설계한다. 파일 크기나 문서 분리 자체는 검색 성능의 근거가 아니며 재사용 절차와 정보 배치도 같은 책임으로 섞지 않는다.</a:t>
            </a:r>
          </a:p>
          <a:p xmlns:a="http://schemas.openxmlformats.org/drawingml/2006/main">
            <a:r>
              <a:t/>
            </a:r>
          </a:p>
          <a:p xmlns:a="http://schemas.openxmlformats.org/drawingml/2006/main">
            <a:r>
              <a:t>C++ Vision Bridge: 기본 안내의 빌드·검증 진입점/공통 제약과 관련 상세의 알고리즘 명세/하드웨어 조건을 비교한다. 통합1분 범위이며 도구 목록·구체적 환경 명령·C++ 실행 검증을 추가하지 않는다.</a:t>
            </a:r>
          </a:p>
          <a:p xmlns:a="http://schemas.openxmlformats.org/drawingml/2006/main">
            <a:r>
              <a:t/>
            </a:r>
          </a:p>
          <a:p xmlns:a="http://schemas.openxmlformats.org/drawingml/2006/main">
            <a:r>
              <a:t>Demo Operation: N/A. 이 장은 native 정보 배치 모델이다. 실제 문서 분리 전후는 S42, 문서 접근의 관찰과 한계는 S43–45에 남긴다.</a:t>
            </a:r>
          </a:p>
          <a:p xmlns:a="http://schemas.openxmlformats.org/drawingml/2006/main">
            <a:r>
              <a:t/>
            </a:r>
          </a:p>
          <a:p xmlns:a="http://schemas.openxmlformats.org/drawingml/2006/main">
            <a:r>
              <a:t>Audience Interaction: 상단 질문으로 공통 안내와 특정 작업의 상세를 비교하게 한다. 완전한 분류표를 만들게 하거나 실습·별도 토론 시간을 추가하지 않는다.</a:t>
            </a:r>
          </a:p>
          <a:p xmlns:a="http://schemas.openxmlformats.org/drawingml/2006/main">
            <a:r>
              <a:t/>
            </a:r>
          </a:p>
          <a:p xmlns:a="http://schemas.openxmlformats.org/drawingml/2006/main">
            <a:r>
              <a:t>Transition: “Demo Repository에서는 이 Mental Model이 어떻게 반영됐을까?”</a:t>
            </a:r>
          </a:p>
          <a:p xmlns:a="http://schemas.openxmlformats.org/drawingml/2006/main">
            <a:r>
              <a:t/>
            </a:r>
          </a:p>
          <a:p xmlns:a="http://schemas.openxmlformats.org/drawingml/2006/main">
            <a:r>
              <a:t>Time Management: 도입30초, 기본 안내60초, 관련 상세90초, C++ 연결과 Transition60초로4분을 유지한다. 시간이 부족하면 상세 예의 반복 설명을 줄이고 기본 안내/상세 범위와 자동 로딩 미보장 경계를 남긴다.</a:t>
            </a:r>
          </a:p>
          <a:p xmlns:a="http://schemas.openxmlformats.org/drawingml/2006/main">
            <a:r>
              <a:t/>
            </a:r>
          </a:p>
          <a:p xmlns:a="http://schemas.openxmlformats.org/drawingml/2006/main">
            <a:r>
              <a:t>Fallback: LOCAL STATIC ARTIFACT — production/ACT_2.pptx의 S41 또는 production/preview/act2/S41.png를 사용한다. 최종 패키지·PNG·Notes 일치는 production/evaluation/S41_CORE_DETAIL_REVISION.md와 검증 JSON을 따른다. 실제 실행 Screenshot이나 자동 로딩 기록으로 표현하지 않는다.</a:t>
            </a:r>
          </a:p>
          <a:p xmlns:a="http://schemas.openxmlformats.org/drawingml/2006/main">
            <a:r>
              <a:t/>
            </a:r>
          </a:p>
          <a:p xmlns:a="http://schemas.openxmlformats.org/drawingml/2006/main">
            <a:r>
              <a:t>Validation Status: ALIGNED — DEC-0054의 AGENTS.md 기본 안내/작업별 상세 도식과 S40→S41→S42 연결을 반영했다. 최종 렌더·Notes parity는 production/evaluation/S41_CORE_DETAIL_REVISION.md를 따른다. Windows PowerPoint·발표 PC 글꼴·교육장·제품/계정·실측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S42 — 정보를 지우지 않고 위치를 나누기</a:t>
            </a:r>
          </a:p>
          <a:p xmlns:a="http://schemas.openxmlformats.org/drawingml/2006/main">
            <a:r>
              <a:t/>
            </a:r>
          </a:p>
          <a:p xmlns:a="http://schemas.openxmlformats.org/drawingml/2006/main">
            <a:r>
              <a:t>Slide ID: S42</a:t>
            </a:r>
          </a:p>
          <a:p xmlns:a="http://schemas.openxmlformats.org/drawingml/2006/main">
            <a:r>
              <a:t/>
            </a:r>
          </a:p>
          <a:p xmlns:a="http://schemas.openxmlformats.org/drawingml/2006/main">
            <a:r>
              <a:t>Working Title: 정보를 지우지 않고 위치를 나누기</a:t>
            </a:r>
          </a:p>
          <a:p xmlns:a="http://schemas.openxmlformats.org/drawingml/2006/main">
            <a:r>
              <a:t/>
            </a:r>
          </a:p>
          <a:p xmlns:a="http://schemas.openxmlformats.org/drawingml/2006/main">
            <a:r>
              <a:t>ACT / Section: ACT 2 / 2F</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Lecture 2 minutes + Demo 2 minutes (CAPTURED) + Case 1 minute</a:t>
            </a:r>
          </a:p>
          <a:p xmlns:a="http://schemas.openxmlformats.org/drawingml/2006/main">
            <a:r>
              <a:t/>
            </a:r>
          </a:p>
          <a:p xmlns:a="http://schemas.openxmlformats.org/drawingml/2006/main">
            <a:r>
              <a:t>Primary Message: STATE-03 reorganized the recorded detail from one growing `AGENTS.md` into a smaller core with links to topic documents.</a:t>
            </a:r>
          </a:p>
          <a:p xmlns:a="http://schemas.openxmlformats.org/drawingml/2006/main">
            <a:r>
              <a:t/>
            </a:r>
          </a:p>
          <a:p xmlns:a="http://schemas.openxmlformats.org/drawingml/2006/main">
            <a:r>
              <a:t>Opening Question: “정보를 나누면 무엇이 바뀌고, 무엇을 그대로 보존해야 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 Lecture) STATE-02와 STATE-03은 실제 Repository 상태이며, 정보의 위치가 달라졌다고 밝힌다.</a:t>
            </a:r>
          </a:p>
          <a:p xmlns:a="http://schemas.openxmlformats.org/drawingml/2006/main">
            <a:r>
              <a:t>2. (1:00–3:00 / Demo) 커진 AGENTS.md와 분리된 docs를 비교한다. 오른쪽 실제 Routing 문구에서 어떤 질문을 어떤 문서로 안내하는지 발췌 한 줄씩 가리킨다.</a:t>
            </a:r>
          </a:p>
          <a:p xmlns:a="http://schemas.openxmlformats.org/drawingml/2006/main">
            <a:r>
              <a:t>3. (3:00–4:00 / Case) 정보를 없애기보다 Scope에 따라 놓을 위치를 나눈 설계 의도를 설명한다.</a:t>
            </a:r>
          </a:p>
          <a:p xmlns:a="http://schemas.openxmlformats.org/drawingml/2006/main">
            <a:r>
              <a:t>4. (4:00–5:00 / Lecture) C++도 기본 안내와 알고리즘/모듈 상세를 나누는 패턴으로 연결한다. 실제 접근 결과는 다음 두 Task에서 확인한다.</a:t>
            </a:r>
          </a:p>
          <a:p xmlns:a="http://schemas.openxmlformats.org/drawingml/2006/main">
            <a:r>
              <a:t/>
            </a:r>
          </a:p>
          <a:p xmlns:a="http://schemas.openxmlformats.org/drawingml/2006/main">
            <a:r>
              <a:t>Evidence / Source: STATE-02, STATE-03, DEMO-06, BEAT-014–015, CLM-0003, CLM-0005, CLM-0014, CLM-0015. OBSERVED_PRODUCT for file structure; TEACHING_MODEL for the routing interpretation.</a:t>
            </a:r>
          </a:p>
          <a:p xmlns:a="http://schemas.openxmlformats.org/drawingml/2006/main">
            <a:r>
              <a:t/>
            </a:r>
          </a:p>
          <a:p xmlns:a="http://schemas.openxmlformats.org/drawingml/2006/main">
            <a:r>
              <a:t>Claim Boundary: State structure is observed. Progressive Disclosure is a course pattern here; perfect routing, performance improvement, or token savings are not proven.</a:t>
            </a:r>
          </a:p>
          <a:p xmlns:a="http://schemas.openxmlformats.org/drawingml/2006/main">
            <a:r>
              <a:t/>
            </a:r>
          </a:p>
          <a:p xmlns:a="http://schemas.openxmlformats.org/drawingml/2006/main">
            <a:r>
              <a:t>Beginner Explanation: The information was reorganized by topic; the slide does not show it being deleted.</a:t>
            </a:r>
          </a:p>
          <a:p xmlns:a="http://schemas.openxmlformats.org/drawingml/2006/main">
            <a:r>
              <a:t/>
            </a:r>
          </a:p>
          <a:p xmlns:a="http://schemas.openxmlformats.org/drawingml/2006/main">
            <a:r>
              <a:t>Advanced Insight: Separate the evidence of file placement from the inference about how such a structure may help readers navigate.</a:t>
            </a:r>
          </a:p>
          <a:p xmlns:a="http://schemas.openxmlformats.org/drawingml/2006/main">
            <a:r>
              <a:t/>
            </a:r>
          </a:p>
          <a:p xmlns:a="http://schemas.openxmlformats.org/drawingml/2006/main">
            <a:r>
              <a:t>C++ Vision Bridge: Core constraints stay at the entry point; algorithm, module, and hardware details belong with their relevant topic.</a:t>
            </a:r>
          </a:p>
          <a:p xmlns:a="http://schemas.openxmlformats.org/drawingml/2006/main">
            <a:r>
              <a:t/>
            </a:r>
          </a:p>
          <a:p xmlns:a="http://schemas.openxmlformats.org/drawingml/2006/main">
            <a:r>
              <a:t>Demo Operation: Use the captured/reconstructed STATE-02 → STATE-03 record; no live file browsing. Do not portray the diagram as a product screenshot.</a:t>
            </a:r>
          </a:p>
          <a:p xmlns:a="http://schemas.openxmlformats.org/drawingml/2006/main">
            <a:r>
              <a:t/>
            </a:r>
          </a:p>
          <a:p xmlns:a="http://schemas.openxmlformats.org/drawingml/2006/main">
            <a:r>
              <a:t>Audience Interaction: Ask what must remain unchanged when information is moved; accept silent reflection.</a:t>
            </a:r>
          </a:p>
          <a:p xmlns:a="http://schemas.openxmlformats.org/drawingml/2006/main">
            <a:r>
              <a:t/>
            </a:r>
          </a:p>
          <a:p xmlns:a="http://schemas.openxmlformats.org/drawingml/2006/main">
            <a:r>
              <a:t>Transition: “두 Task가 같은 상세 문서를 읽는지 관찰해 보겠습니다.”</a:t>
            </a:r>
          </a:p>
          <a:p xmlns:a="http://schemas.openxmlformats.org/drawingml/2006/main">
            <a:r>
              <a:t/>
            </a:r>
          </a:p>
          <a:p xmlns:a="http://schemas.openxmlformats.org/drawingml/2006/main">
            <a:r>
              <a:t>Time Management: Use the two Demo minutes for the before/after state, one for the Case, and keep the C++ bridge integrated into the lecture flow as approved.</a:t>
            </a:r>
          </a:p>
          <a:p xmlns:a="http://schemas.openxmlformats.org/drawingml/2006/main">
            <a:r>
              <a:t/>
            </a:r>
          </a:p>
          <a:p xmlns:a="http://schemas.openxmlformats.org/drawingml/2006/main">
            <a:r>
              <a:t>Fallback: LOCAL STATIC ARTIFACT — 발표 기본 경로는 `production/ACT_2.pptx`의 S42 또는 `production/preview/act2/S42.png`다. 수정 초안 정적 화면은 존재하며 최종 release 경로·내용 일치는 통합 검토에서 확인한다. 실제 Trial 캡처나 현재 제품 실행으로 표현하지 않는다.</a:t>
            </a:r>
          </a:p>
          <a:p xmlns:a="http://schemas.openxmlformats.org/drawingml/2006/main">
            <a:r>
              <a:t/>
            </a:r>
          </a:p>
          <a:p xmlns:a="http://schemas.openxmlformats.org/drawingml/2006/main">
            <a:r>
              <a:t>Validation Status: REVIEWED — 원문·Claim 경계, 화면의 설명 순서와 운영 지침을 대조했다. 최종 PPT/Notes/PNG 대조 결과는 production/evaluation/FULL_DECK_PRESENTATION_REVISION.md에 기록한다. Windows PowerPoint,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S43 — 서로 다른 두 Task가 무엇을 읽을까?</a:t>
            </a:r>
          </a:p>
          <a:p xmlns:a="http://schemas.openxmlformats.org/drawingml/2006/main">
            <a:r>
              <a:t/>
            </a:r>
          </a:p>
          <a:p xmlns:a="http://schemas.openxmlformats.org/drawingml/2006/main">
            <a:r>
              <a:t>Slide ID: S43</a:t>
            </a:r>
          </a:p>
          <a:p xmlns:a="http://schemas.openxmlformats.org/drawingml/2006/main">
            <a:r>
              <a:t/>
            </a:r>
          </a:p>
          <a:p xmlns:a="http://schemas.openxmlformats.org/drawingml/2006/main">
            <a:r>
              <a:t>Working Title: 서로 다른 두 Task가 무엇을 읽을까?</a:t>
            </a:r>
          </a:p>
          <a:p xmlns:a="http://schemas.openxmlformats.org/drawingml/2006/main">
            <a:r>
              <a:t/>
            </a:r>
          </a:p>
          <a:p xmlns:a="http://schemas.openxmlformats.org/drawingml/2006/main">
            <a:r>
              <a:t>ACT / Section: ACT 2 / 2G</a:t>
            </a:r>
          </a:p>
          <a:p xmlns:a="http://schemas.openxmlformats.org/drawingml/2006/main">
            <a:r>
              <a:t/>
            </a:r>
          </a:p>
          <a:p xmlns:a="http://schemas.openxmlformats.org/drawingml/2006/main">
            <a:r>
              <a:t>Allocated Time: 2 minutes</a:t>
            </a:r>
          </a:p>
          <a:p xmlns:a="http://schemas.openxmlformats.org/drawingml/2006/main">
            <a:r>
              <a:t/>
            </a:r>
          </a:p>
          <a:p xmlns:a="http://schemas.openxmlformats.org/drawingml/2006/main">
            <a:r>
              <a:t>Mode Split: Lecture 2 minutes</a:t>
            </a:r>
          </a:p>
          <a:p xmlns:a="http://schemas.openxmlformats.org/drawingml/2006/main">
            <a:r>
              <a:t/>
            </a:r>
          </a:p>
          <a:p xmlns:a="http://schemas.openxmlformats.org/drawingml/2006/main">
            <a:r>
              <a:t>Primary Message: Compare two read-only Task questions by observing what evidence each run actually accesses.</a:t>
            </a:r>
          </a:p>
          <a:p xmlns:a="http://schemas.openxmlformats.org/drawingml/2006/main">
            <a:r>
              <a:t/>
            </a:r>
          </a:p>
          <a:p xmlns:a="http://schemas.openxmlformats.org/drawingml/2006/main">
            <a:r>
              <a:t>Opening Question: “두 Task에서 Agent가 같은 상세 문서를 읽을까?”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(0:00–0:30) Set the watch-for question without proposing an answer.</a:t>
            </a:r>
          </a:p>
          <a:p xmlns:a="http://schemas.openxmlformats.org/drawingml/2006/main">
            <a:r>
              <a:t>2. (0:30–1:30) Show Task A: “crop 1 3에서 어떤 source column을 포함하는가?” and Task B: “runtime dependency가 있는가?”</a:t>
            </a:r>
          </a:p>
          <a:p xmlns:a="http://schemas.openxmlformats.org/drawingml/2006/main">
            <a:r>
              <a:t>3. (1:30–2:00) Invite the audience to notice whether the same detail appears in both records.</a:t>
            </a:r>
          </a:p>
          <a:p xmlns:a="http://schemas.openxmlformats.org/drawingml/2006/main">
            <a:r>
              <a:t/>
            </a:r>
          </a:p>
          <a:p xmlns:a="http://schemas.openxmlformats.org/drawingml/2006/main">
            <a:r>
              <a:t>Evidence / Source: TRIAL-005A/B, BEAT-015–016, CLM-0003, CLM-0005, CLM-0014, CLM-0015. OBSERVED_PRODUCT setup; results are withheld until the next slides.</a:t>
            </a:r>
          </a:p>
          <a:p xmlns:a="http://schemas.openxmlformats.org/drawingml/2006/main">
            <a:r>
              <a:t/>
            </a:r>
          </a:p>
          <a:p xmlns:a="http://schemas.openxmlformats.org/drawingml/2006/main">
            <a:r>
              <a:t>Claim Boundary: Do not predict file access or reveal the observed result in advance. This setup does not imply perfect routing.</a:t>
            </a:r>
          </a:p>
          <a:p xmlns:a="http://schemas.openxmlformats.org/drawingml/2006/main">
            <a:r>
              <a:t/>
            </a:r>
          </a:p>
          <a:p xmlns:a="http://schemas.openxmlformats.org/drawingml/2006/main">
            <a:r>
              <a:t>Beginner Explanation: Different questions may require different Project details; the next slides show what was observed.</a:t>
            </a:r>
          </a:p>
          <a:p xmlns:a="http://schemas.openxmlformats.org/drawingml/2006/main">
            <a:r>
              <a:t/>
            </a:r>
          </a:p>
          <a:p xmlns:a="http://schemas.openxmlformats.org/drawingml/2006/main">
            <a:r>
              <a:t>Advanced Insight: Evaluate actual accesses rather than infer behavior from the directory structure alone.</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 — this is the watch setup; no new Trial is run.</a:t>
            </a:r>
          </a:p>
          <a:p xmlns:a="http://schemas.openxmlformats.org/drawingml/2006/main">
            <a:r>
              <a:t/>
            </a:r>
          </a:p>
          <a:p xmlns:a="http://schemas.openxmlformats.org/drawingml/2006/main">
            <a:r>
              <a:t>Audience Interaction: Ask viewers to keep the comparison question in mind. No response is required.</a:t>
            </a:r>
          </a:p>
          <a:p xmlns:a="http://schemas.openxmlformats.org/drawingml/2006/main">
            <a:r>
              <a:t/>
            </a:r>
          </a:p>
          <a:p xmlns:a="http://schemas.openxmlformats.org/drawingml/2006/main">
            <a:r>
              <a:t>Transition: “Crop Task의 기록에서 어떤 근거가 사용됐을까?”</a:t>
            </a:r>
          </a:p>
          <a:p xmlns:a="http://schemas.openxmlformats.org/drawingml/2006/main">
            <a:r>
              <a:t/>
            </a:r>
          </a:p>
          <a:p xmlns:a="http://schemas.openxmlformats.org/drawingml/2006/main">
            <a:r>
              <a:t>Time Management: Two minutes only. Do not give the answer or turn the prompt into an exercise.</a:t>
            </a:r>
          </a:p>
          <a:p xmlns:a="http://schemas.openxmlformats.org/drawingml/2006/main">
            <a:r>
              <a:t/>
            </a:r>
          </a:p>
          <a:p xmlns:a="http://schemas.openxmlformats.org/drawingml/2006/main">
            <a:r>
              <a:t>Fallback: LOCAL STATIC ARTIFACT — 발표 기본 경로는 `production/ACT_2.pptx`의 S43 또는 `production/preview/act2/S43.png`다. 수정 초안 정적 화면은 존재하며 최종 release 경로·내용 일치는 통합 검토에서 확인한다. 실제 Trial 캡처나 현재 제품 실행으로 표현하지 않는다.</a:t>
            </a:r>
          </a:p>
          <a:p xmlns:a="http://schemas.openxmlformats.org/drawingml/2006/main">
            <a:r>
              <a:t/>
            </a:r>
          </a:p>
          <a:p xmlns:a="http://schemas.openxmlformats.org/drawingml/2006/main">
            <a:r>
              <a:t>Validation Status: REVIEWED — 원문·Claim 경계, 화면의 설명 순서와 운영 지침을 대조했다. 최종 PPT/Notes/PNG 대조 결과는 production/evaluation/FULL_DECK_PRESENTATION_REVISION.md에 기록한다. Windows PowerPoint,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S44 — Crop Task에서 관찰한 접근</a:t>
            </a:r>
          </a:p>
          <a:p xmlns:a="http://schemas.openxmlformats.org/drawingml/2006/main">
            <a:r>
              <a:t/>
            </a:r>
          </a:p>
          <a:p xmlns:a="http://schemas.openxmlformats.org/drawingml/2006/main">
            <a:r>
              <a:t>Slide ID: S44</a:t>
            </a:r>
          </a:p>
          <a:p xmlns:a="http://schemas.openxmlformats.org/drawingml/2006/main">
            <a:r>
              <a:t/>
            </a:r>
          </a:p>
          <a:p xmlns:a="http://schemas.openxmlformats.org/drawingml/2006/main">
            <a:r>
              <a:t>Working Title: Crop Task에서 관찰한 접근</a:t>
            </a:r>
          </a:p>
          <a:p xmlns:a="http://schemas.openxmlformats.org/drawingml/2006/main">
            <a:r>
              <a:t/>
            </a:r>
          </a:p>
          <a:p xmlns:a="http://schemas.openxmlformats.org/drawingml/2006/main">
            <a:r>
              <a:t>ACT / Section: ACT 2 / 2G</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Case 5 minutes</a:t>
            </a:r>
          </a:p>
          <a:p xmlns:a="http://schemas.openxmlformats.org/drawingml/2006/main">
            <a:r>
              <a:t/>
            </a:r>
          </a:p>
          <a:p xmlns:a="http://schemas.openxmlformats.org/drawingml/2006/main">
            <a:r>
              <a:t>Primary Message: In TRIAL-005A’s final run, the recorded Crop answer was supported by access to the image contract; some broader context was also read.</a:t>
            </a:r>
          </a:p>
          <a:p xmlns:a="http://schemas.openxmlformats.org/drawingml/2006/main">
            <a:r>
              <a:t/>
            </a:r>
          </a:p>
          <a:p xmlns:a="http://schemas.openxmlformats.org/drawingml/2006/main">
            <a:r>
              <a:t>Opening Question: “Crop 계약을 묻는 Task에서 어떤 근거가 사용됐을까?”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image-contracts.md에 있는 반열린 구간 [x_start, x_end)을 가리킨다.</a:t>
            </a:r>
          </a:p>
          <a:p xmlns:a="http://schemas.openxmlformats.org/drawingml/2006/main">
            <a:r>
              <a:t>2. (1:00–3:00) 아래 숫자는 픽셀 값이 아니라 source column index임을 밝힌다. crop 1 3에서 강조한 열 1과 2, 결과 너비 2, 제외된 끝 좌표 3을 순서대로 짚는다.</a:t>
            </a:r>
          </a:p>
          <a:p xmlns:a="http://schemas.openxmlformats.org/drawingml/2006/main">
            <a:r>
              <a:t>3. (3:00–4:00) 하단에서 AGENTS.md, architecture.md도 읽었으며 testing.md는 최종 실행에서 읽었음을 확인한다. 완벽한 최소 문서 선택으로 해석하지 않는다.</a:t>
            </a:r>
          </a:p>
          <a:p xmlns:a="http://schemas.openxmlformats.org/drawingml/2006/main">
            <a:r>
              <a:t>4. (4:00–5:00) 계약이 필요한 Task에서 관련 문서 접근과 답이 관찰됐다는 범위로 마무리하고 Task B로 넘긴다.</a:t>
            </a:r>
          </a:p>
          <a:p xmlns:a="http://schemas.openxmlformats.org/drawingml/2006/main">
            <a:r>
              <a:t/>
            </a:r>
          </a:p>
          <a:p xmlns:a="http://schemas.openxmlformats.org/drawingml/2006/main">
            <a:r>
              <a:t>Evidence / Source: TRIAL-005A, BEAT-016, CLM-0014, CLM-0015. OBSERVED_PRODUCT; recorded CLI final run and its access record.</a:t>
            </a:r>
          </a:p>
          <a:p xmlns:a="http://schemas.openxmlformats.org/drawingml/2006/main">
            <a:r>
              <a:t/>
            </a:r>
          </a:p>
          <a:p xmlns:a="http://schemas.openxmlformats.org/drawingml/2006/main">
            <a:r>
              <a:t>Claim Boundary: The record supports that image-contract detail was accessed and the answer was observed in this run. It does not show perfect routing, that only relevant documents were read, or a measured efficiency gain.</a:t>
            </a:r>
          </a:p>
          <a:p xmlns:a="http://schemas.openxmlformats.org/drawingml/2006/main">
            <a:r>
              <a:t/>
            </a:r>
          </a:p>
          <a:p xmlns:a="http://schemas.openxmlformats.org/drawingml/2006/main">
            <a:r>
              <a:t>Beginner Explanation: The Crop question had a matching contract document, and the recorded final run read it before giving the boundary result.</a:t>
            </a:r>
          </a:p>
          <a:p xmlns:a="http://schemas.openxmlformats.org/drawingml/2006/main">
            <a:r>
              <a:t/>
            </a:r>
          </a:p>
          <a:p xmlns:a="http://schemas.openxmlformats.org/drawingml/2006/main">
            <a:r>
              <a:t>Advanced Insight: Include run variability and broader reads in the interpretation; `testing.md` access was not consistent across iterations.</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Use the captured/reconstructed record. Show the image contract and concise answer, not a full file-access log or fabricated terminal capture.</a:t>
            </a:r>
          </a:p>
          <a:p xmlns:a="http://schemas.openxmlformats.org/drawingml/2006/main">
            <a:r>
              <a:t/>
            </a:r>
          </a:p>
          <a:p xmlns:a="http://schemas.openxmlformats.org/drawingml/2006/main">
            <a:r>
              <a:t>Audience Interaction: Ask which evidence supports the boundary answer; let the audience inspect the concise summary.</a:t>
            </a:r>
          </a:p>
          <a:p xmlns:a="http://schemas.openxmlformats.org/drawingml/2006/main">
            <a:r>
              <a:t/>
            </a:r>
          </a:p>
          <a:p xmlns:a="http://schemas.openxmlformats.org/drawingml/2006/main">
            <a:r>
              <a:t>Transition: “Dependency Task와 비교하면 어떤 차이가 보일까?”</a:t>
            </a:r>
          </a:p>
          <a:p xmlns:a="http://schemas.openxmlformats.org/drawingml/2006/main">
            <a:r>
              <a:t/>
            </a:r>
          </a:p>
          <a:p xmlns:a="http://schemas.openxmlformats.org/drawingml/2006/main">
            <a:r>
              <a:t>Time Management: Give the answer two minutes, the supporting document and limitation two minutes, then one minute for transition.</a:t>
            </a:r>
          </a:p>
          <a:p xmlns:a="http://schemas.openxmlformats.org/drawingml/2006/main">
            <a:r>
              <a:t/>
            </a:r>
          </a:p>
          <a:p xmlns:a="http://schemas.openxmlformats.org/drawingml/2006/main">
            <a:r>
              <a:t>Fallback: LOCAL STATIC ARTIFACT — 발표 기본 경로는 `production/ACT_2.pptx`의 S44 또는 `production/preview/act2/S44.png`다. 수정 초안 정적 화면은 존재하며 최종 release 경로·내용 일치는 통합 검토에서 확인한다. 실제 Trial 캡처나 현재 제품 실행으로 표현하지 않는다.</a:t>
            </a:r>
          </a:p>
          <a:p xmlns:a="http://schemas.openxmlformats.org/drawingml/2006/main">
            <a:r>
              <a:t/>
            </a:r>
          </a:p>
          <a:p xmlns:a="http://schemas.openxmlformats.org/drawingml/2006/main">
            <a:r>
              <a:t>Validation Status: REVIEWED — 원문·Claim 경계, 화면의 설명 순서와 운영 지침을 대조했다. 최종 PPT/Notes/PNG 대조 결과는 production/evaluation/FULL_DECK_PRESENTATION_REVISION.md에 기록한다. Windows PowerPoint,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S45 — Task별 접근은 달랐지만 완벽하지는 않다</a:t>
            </a:r>
          </a:p>
          <a:p xmlns:a="http://schemas.openxmlformats.org/drawingml/2006/main">
            <a:r>
              <a:t/>
            </a:r>
          </a:p>
          <a:p xmlns:a="http://schemas.openxmlformats.org/drawingml/2006/main">
            <a:r>
              <a:t>Slide ID: S45</a:t>
            </a:r>
          </a:p>
          <a:p xmlns:a="http://schemas.openxmlformats.org/drawingml/2006/main">
            <a:r>
              <a:t/>
            </a:r>
          </a:p>
          <a:p xmlns:a="http://schemas.openxmlformats.org/drawingml/2006/main">
            <a:r>
              <a:t>Working Title: Task별 접근은 달랐지만 완벽하지는 않다</a:t>
            </a:r>
          </a:p>
          <a:p xmlns:a="http://schemas.openxmlformats.org/drawingml/2006/main">
            <a:r>
              <a:t/>
            </a:r>
          </a:p>
          <a:p xmlns:a="http://schemas.openxmlformats.org/drawingml/2006/main">
            <a:r>
              <a:t>ACT / Section: ACT 2 / 2G</a:t>
            </a:r>
          </a:p>
          <a:p xmlns:a="http://schemas.openxmlformats.org/drawingml/2006/main">
            <a:r>
              <a:t/>
            </a:r>
          </a:p>
          <a:p xmlns:a="http://schemas.openxmlformats.org/drawingml/2006/main">
            <a:r>
              <a:t>Allocated Time: 7 minutes</a:t>
            </a:r>
          </a:p>
          <a:p xmlns:a="http://schemas.openxmlformats.org/drawingml/2006/main">
            <a:r>
              <a:t/>
            </a:r>
          </a:p>
          <a:p xmlns:a="http://schemas.openxmlformats.org/drawingml/2006/main">
            <a:r>
              <a:t>Mode Split: Demo 1 minute (CAPTURED) + Case 3 minutes + Reflection 2 minutes + Q&amp;A 1 minute</a:t>
            </a:r>
          </a:p>
          <a:p xmlns:a="http://schemas.openxmlformats.org/drawingml/2006/main">
            <a:r>
              <a:t/>
            </a:r>
          </a:p>
          <a:p xmlns:a="http://schemas.openxmlformats.org/drawingml/2006/main">
            <a:r>
              <a:t>Primary Message: TRIAL-005A/B showed a task-specific difference in detailed document access, but did not prove perfect routing, token savings, or performance improvement.</a:t>
            </a:r>
          </a:p>
          <a:p xmlns:a="http://schemas.openxmlformats.org/drawingml/2006/main">
            <a:r>
              <a:t/>
            </a:r>
          </a:p>
          <a:p xmlns:a="http://schemas.openxmlformats.org/drawingml/2006/main">
            <a:r>
              <a:t>Opening Question: “Task별 차이를 관찰한 것만으로 완벽한 Routing을 말할 수 있을까?”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 Demo) 강조한 첫 행에서 A는 image-contracts.md를 읽고 B는 읽지 않았음을 가리킨다.</a:t>
            </a:r>
          </a:p>
          <a:p xmlns:a="http://schemas.openxmlformats.org/drawingml/2006/main">
            <a:r>
              <a:t>2. (1:00–3:00 / Case) architecture는 둘 다 읽었고 testing은 A의 최종 실행에서만 읽었다고 확인한다. B는 설정·README·source도 확인했다. A의 더 넓은 읽기와 실행 간 변동도 남아 있다.</a:t>
            </a:r>
          </a:p>
          <a:p xmlns:a="http://schemas.openxmlformats.org/drawingml/2006/main">
            <a:r>
              <a:t>3. (3:00–4:00 / Case) 완벽한 Routing 미입증, 토큰 절약·성능 개선 미측정을 분명히 말한다.</a:t>
            </a:r>
          </a:p>
          <a:p xmlns:a="http://schemas.openxmlformats.org/drawingml/2006/main">
            <a:r>
              <a:t>4. (4:00–6:00 / Reflection) 이 비교로 말할 수 있는 사실과 없는 효과를 조용히 구분해 보게 한다.</a:t>
            </a:r>
          </a:p>
          <a:p xmlns:a="http://schemas.openxmlformats.org/drawingml/2006/main">
            <a:r>
              <a:t>5. (6:00–7:00 / Q&amp;A) 질문 하나를 받거나 준비된 질문을 던진다. 파일 접근 차이라는 관찰로 닫는다.</a:t>
            </a:r>
          </a:p>
          <a:p xmlns:a="http://schemas.openxmlformats.org/drawingml/2006/main">
            <a:r>
              <a:t/>
            </a:r>
          </a:p>
          <a:p xmlns:a="http://schemas.openxmlformats.org/drawingml/2006/main">
            <a:r>
              <a:t>Evidence / Source: TRIAL-005A/B, BEAT-016–017, CLM-0014, CLM-0015, CLM-0003, CLM-0005. OBSERVED_PRODUCT; captured records, with observed run variability.</a:t>
            </a:r>
          </a:p>
          <a:p xmlns:a="http://schemas.openxmlformats.org/drawingml/2006/main">
            <a:r>
              <a:t/>
            </a:r>
          </a:p>
          <a:p xmlns:a="http://schemas.openxmlformats.org/drawingml/2006/main">
            <a:r>
              <a:t>Claim Boundary: Task-specific access difference is observed. Broad reads also occurred. Do not claim complete routing, a general advantage, token savings, or performance gains.</a:t>
            </a:r>
          </a:p>
          <a:p xmlns:a="http://schemas.openxmlformats.org/drawingml/2006/main">
            <a:r>
              <a:t/>
            </a:r>
          </a:p>
          <a:p xmlns:a="http://schemas.openxmlformats.org/drawingml/2006/main">
            <a:r>
              <a:t>Beginner Explanation: A relevant document was read for one Task and not another, but the agent still read some shared and broader context.</a:t>
            </a:r>
          </a:p>
          <a:p xmlns:a="http://schemas.openxmlformats.org/drawingml/2006/main">
            <a:r>
              <a:t/>
            </a:r>
          </a:p>
          <a:p xmlns:a="http://schemas.openxmlformats.org/drawingml/2006/main">
            <a:r>
              <a:t>Advanced Insight: A/B access differences are evidence about these runs only; they do not establish a stable policy or causal efficiency effect.</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실제 기록을 요약한 문서 접근 비교표를 사용한다. image-contracts, architecture, testing 순서로 가리키며 testing의 최종 실행 범위와 변동을 유지한다. 토큰·성능 효과나 실제 터미널 화면으로 표현하지 않는다.</a:t>
            </a:r>
          </a:p>
          <a:p xmlns:a="http://schemas.openxmlformats.org/drawingml/2006/main">
            <a:r>
              <a:t/>
            </a:r>
          </a:p>
          <a:p xmlns:a="http://schemas.openxmlformats.org/drawingml/2006/main">
            <a:r>
              <a:t>Audience Interaction: Keep three minutes for the Case, two for private Reflection, and one for Q&amp;A. If no one responds, ask: “이 기록으로 말할 수 있는 범위는 어디까지일까요?”</a:t>
            </a:r>
          </a:p>
          <a:p xmlns:a="http://schemas.openxmlformats.org/drawingml/2006/main">
            <a:r>
              <a:t/>
            </a:r>
          </a:p>
          <a:p xmlns:a="http://schemas.openxmlformats.org/drawingml/2006/main">
            <a:r>
              <a:t>Transition: “정보를 정리했는데도 남아 있는 반복은 무엇일까?”</a:t>
            </a:r>
          </a:p>
          <a:p xmlns:a="http://schemas.openxmlformats.org/drawingml/2006/main">
            <a:r>
              <a:t/>
            </a:r>
          </a:p>
          <a:p xmlns:a="http://schemas.openxmlformats.org/drawingml/2006/main">
            <a:r>
              <a:t>Time Management: Protect the Mode boundaries. If discussion runs long, cut secondary file names before shortening the explicit claim boundary.</a:t>
            </a:r>
          </a:p>
          <a:p xmlns:a="http://schemas.openxmlformats.org/drawingml/2006/main">
            <a:r>
              <a:t/>
            </a:r>
          </a:p>
          <a:p xmlns:a="http://schemas.openxmlformats.org/drawingml/2006/main">
            <a:r>
              <a:t>Fallback: LOCAL STATIC ARTIFACT — 발표 기본 경로는 `production/ACT_2.pptx`의 S45 또는 `production/preview/act2/S45.png`다. 수정 초안 정적 화면은 존재하며 최종 release 경로·내용 일치는 통합 검토에서 확인한다. 실제 Trial 캡처나 현재 제품 실행으로 표현하지 않는다.</a:t>
            </a:r>
          </a:p>
          <a:p xmlns:a="http://schemas.openxmlformats.org/drawingml/2006/main">
            <a:r>
              <a:t/>
            </a:r>
          </a:p>
          <a:p xmlns:a="http://schemas.openxmlformats.org/drawingml/2006/main">
            <a:r>
              <a:t>Validation Status: REVIEWED — 원문·Claim 경계, 화면의 설명 순서와 운영 지침을 대조했다. 최종 PPT/Notes/PNG 대조 결과는 production/evaluation/FULL_DECK_PRESENTATION_REVISION.md에 기록한다. Windows PowerPoint,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S46 — 지식은 정리됐지만 절차는 반복된다</a:t>
            </a:r>
          </a:p>
          <a:p xmlns:a="http://schemas.openxmlformats.org/drawingml/2006/main">
            <a:r>
              <a:t/>
            </a:r>
          </a:p>
          <a:p xmlns:a="http://schemas.openxmlformats.org/drawingml/2006/main">
            <a:r>
              <a:t>Slide ID: S46</a:t>
            </a:r>
          </a:p>
          <a:p xmlns:a="http://schemas.openxmlformats.org/drawingml/2006/main">
            <a:r>
              <a:t/>
            </a:r>
          </a:p>
          <a:p xmlns:a="http://schemas.openxmlformats.org/drawingml/2006/main">
            <a:r>
              <a:t>Working Title: 지식은 정리됐지만 절차는 반복된다</a:t>
            </a:r>
          </a:p>
          <a:p xmlns:a="http://schemas.openxmlformats.org/drawingml/2006/main">
            <a:r>
              <a:t/>
            </a:r>
          </a:p>
          <a:p xmlns:a="http://schemas.openxmlformats.org/drawingml/2006/main">
            <a:r>
              <a:t>ACT / Section: ACT 2 / 2I</a:t>
            </a:r>
          </a:p>
          <a:p xmlns:a="http://schemas.openxmlformats.org/drawingml/2006/main">
            <a:r>
              <a:t/>
            </a:r>
          </a:p>
          <a:p xmlns:a="http://schemas.openxmlformats.org/drawingml/2006/main">
            <a:r>
              <a:t>Allocated Time: 10 minutes</a:t>
            </a:r>
          </a:p>
          <a:p xmlns:a="http://schemas.openxmlformats.org/drawingml/2006/main">
            <a:r>
              <a:t/>
            </a:r>
          </a:p>
          <a:p xmlns:a="http://schemas.openxmlformats.org/drawingml/2006/main">
            <a:r>
              <a:t>Mode Split: Transition 4 minutes + Q&amp;A 6 minutes</a:t>
            </a:r>
          </a:p>
          <a:p xmlns:a="http://schemas.openxmlformats.org/drawingml/2006/main">
            <a:r>
              <a:t/>
            </a:r>
          </a:p>
          <a:p xmlns:a="http://schemas.openxmlformats.org/drawingml/2006/main">
            <a:r>
              <a:t>Primary Message: Task Prompt, Project Context, and routing address different information responsibilities; a repeated work procedure can remain as a separate problem.</a:t>
            </a:r>
          </a:p>
          <a:p xmlns:a="http://schemas.openxmlformats.org/drawingml/2006/main">
            <a:r>
              <a:t/>
            </a:r>
          </a:p>
          <a:p xmlns:a="http://schemas.openxmlformats.org/drawingml/2006/main">
            <a:r>
              <a:t>Opening Question: “Project 정보를 잘 정리했으면 문제가 끝난 걸까?”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(0:00–2:00 / Transition) 왼쪽의 현재 목표, 공통 사실, 상세 정보 위치를 순서대로 회수한다.</a:t>
            </a:r>
          </a:p>
          <a:p xmlns:a="http://schemas.openxmlformats.org/drawingml/2006/main">
            <a:r>
              <a:t>2. (2:00–4:00 / Transition) 오른쪽 ‘먼저 측정하고, 조사한 뒤 변경하고, 같은 조건으로 확인’이라는 반복 절차를 보여준다. Context 선택을 완전히 해결했다는 뜻은 아니라고 밝힌다.</a:t>
            </a:r>
          </a:p>
          <a:p xmlns:a="http://schemas.openxmlformats.org/drawingml/2006/main">
            <a:r>
              <a:t>3. (4:00–10:00 / Q&amp;A) ‘같은 작업 절차도 다시 써야 할까?’로 질문을 받는다. 질문이 없으면 사실과 절차의 책임 차이를 짚고 ‘Project 지식과 별개로 같은 조사·검증 절차도 매번 다시 적어야 할까?’를 던진다. 두 Task의 공통 절차를 다음 관찰 대상으로 삼는다. 마지막 짧은 handoff도 이 6분 안에 포함한다.</a:t>
            </a:r>
          </a:p>
          <a:p xmlns:a="http://schemas.openxmlformats.org/drawingml/2006/main">
            <a:r>
              <a:t/>
            </a:r>
          </a:p>
          <a:p xmlns:a="http://schemas.openxmlformats.org/drawingml/2006/main">
            <a:r>
              <a:t>Evidence / Source: BEAT-017–018, TRANS-005, TRIAL-006/007 as context for the upcoming problem. OBSERVED_PRODUCT for repeated prompt structure with PARTIAL attribution; TEACHING_MODEL for the three responsibilities and the transition question.</a:t>
            </a:r>
          </a:p>
          <a:p xmlns:a="http://schemas.openxmlformats.org/drawingml/2006/main">
            <a:r>
              <a:t/>
            </a:r>
          </a:p>
          <a:p xmlns:a="http://schemas.openxmlformats.org/drawingml/2006/main">
            <a:r>
              <a:t>Claim Boundary: Do not attribute the repeated procedure solely to the Trial Prompt; global Harness influence remains. Do not present Skill or another solution here.</a:t>
            </a:r>
          </a:p>
          <a:p xmlns:a="http://schemas.openxmlformats.org/drawingml/2006/main">
            <a:r>
              <a:t/>
            </a:r>
          </a:p>
          <a:p xmlns:a="http://schemas.openxmlformats.org/drawingml/2006/main">
            <a:r>
              <a:t>Beginner Explanation: Knowing Project facts and repeating a reliable way of working are different needs.</a:t>
            </a:r>
          </a:p>
          <a:p xmlns:a="http://schemas.openxmlformats.org/drawingml/2006/main">
            <a:r>
              <a:t/>
            </a:r>
          </a:p>
          <a:p xmlns:a="http://schemas.openxmlformats.org/drawingml/2006/main">
            <a:r>
              <a:t>Advanced Insight: Context can reduce repeated fact explanation while process ownership remains unresolved; keep observed repetition separate from its cause.</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 — use the concise recorded prompt-structure summary; no live run or new Trial.</a:t>
            </a:r>
          </a:p>
          <a:p xmlns:a="http://schemas.openxmlformats.org/drawingml/2006/main">
            <a:r>
              <a:t/>
            </a:r>
          </a:p>
          <a:p xmlns:a="http://schemas.openxmlformats.org/drawingml/2006/main">
            <a:r>
              <a:t>Audience Interaction: 0–4분 Transition 뒤 4–10분 Q&amp;A를 운영한다. 공개 응답은 선택이며 질문이 없으면 사실과 절차의 차이를 묻는 준비 질문을 사용한다. 별도 실습은 없다.</a:t>
            </a:r>
          </a:p>
          <a:p xmlns:a="http://schemas.openxmlformats.org/drawingml/2006/main">
            <a:r>
              <a:t/>
            </a:r>
          </a:p>
          <a:p xmlns:a="http://schemas.openxmlformats.org/drawingml/2006/main">
            <a:r>
              <a:t>Transition: “Project 지식과 별개로 같은 조사·검증 절차도 매번 다시 적어야 할까? 다음 두 성능 Task의 기록에서 반복된 부분을 보겠습니다.”</a:t>
            </a:r>
          </a:p>
          <a:p xmlns:a="http://schemas.openxmlformats.org/drawingml/2006/main">
            <a:r>
              <a:t/>
            </a:r>
          </a:p>
          <a:p xmlns:a="http://schemas.openxmlformats.org/drawingml/2006/main">
            <a:r>
              <a:t>Time Management: Transition 4분 → Q&amp;A 6분, 총 10분을 유지한다. 마지막 handoff 문구도 Q&amp;A 종료 전에 포함하며 추가 Transition 시간을 만들지 않는다. 답변이 길어지면 다음 질문을 받지 않고 ACT 3로 이동한다.</a:t>
            </a:r>
          </a:p>
          <a:p xmlns:a="http://schemas.openxmlformats.org/drawingml/2006/main">
            <a:r>
              <a:t/>
            </a:r>
          </a:p>
          <a:p xmlns:a="http://schemas.openxmlformats.org/drawingml/2006/main">
            <a:r>
              <a:t>Fallback: LOCAL STATIC ARTIFACT — 발표 기본 경로는 `production/ACT_2.pptx`의 S46 또는 `production/preview/act2/S46.png`다. 수정 초안 정적 화면은 존재하며 최종 release 경로·내용 일치는 통합 검토에서 확인한다. 실제 Trial 캡처나 현재 제품 실행으로 표현하지 않는다. 질문이 없으면 Audience Interaction의 준비 질문으로 진행한다.</a:t>
            </a:r>
          </a:p>
          <a:p xmlns:a="http://schemas.openxmlformats.org/drawingml/2006/main">
            <a:r>
              <a:t/>
            </a:r>
          </a:p>
          <a:p xmlns:a="http://schemas.openxmlformats.org/drawingml/2006/main">
            <a:r>
              <a:t>Validation Status: REVIEWED — 원문·Claim 경계, 화면의 설명 순서와 운영 지침을 대조했다. 최종 PPT/Notes/PNG 대조 결과는 production/evaluation/FULL_DECK_PRESENTATION_REVISION.md에 기록한다. Windows PowerPoint, 발표 PC 글꼴, 교육장 투사, 실제 시간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1059d5c49e4cb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d970cdd6c6f43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9312114ea54475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7e3d52ec77841f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ab192ce367e40f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2e0f998ea043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F75888-DA77-4014-90A2-B831113E602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3FB0C4B-1E9C-4180-AE85-07665B9C8D9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D72B9EC-6921-4CDA-89AE-719A1AE12F8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E7E66A-7E7B-4E6F-8A58-48FF1DA5D9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BCCE4A0-96AA-4AC0-8915-5FB22746ACA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0F8FD12-0CB6-4141-AE16-C01545F962F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0C7D53-23EF-4199-9BEF-478F33FA114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FE116F3-C253-4761-B500-6B6A72FCC94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7788D9-5A55-4E3C-B8A3-0446F324BA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106F58-3ABC-4ED7-94EE-940BE4B8B99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78fbc0e6fe4702" /><Relationship Type="http://schemas.openxmlformats.org/officeDocument/2006/relationships/slideLayout" Target="/ppt/slideLayouts/slideLayout1.xml" Id="R99cd796a27dd4684" /><Relationship Type="http://schemas.openxmlformats.org/officeDocument/2006/relationships/slideLayout" Target="/ppt/slideLayouts/slideLayout2.xml" Id="Rdaaf6e3a788b4e84" /><Relationship Type="http://schemas.openxmlformats.org/officeDocument/2006/relationships/slideLayout" Target="/ppt/slideLayouts/slideLayout3.xml" Id="R558b449a6c8242a4" /><Relationship Type="http://schemas.openxmlformats.org/officeDocument/2006/relationships/slideLayout" Target="/ppt/slideLayouts/slideLayout4.xml" Id="R76d51c5af220464c" /><Relationship Type="http://schemas.openxmlformats.org/officeDocument/2006/relationships/slideLayout" Target="/ppt/slideLayouts/slideLayout5.xml" Id="R8791add777914bf7" /><Relationship Type="http://schemas.openxmlformats.org/officeDocument/2006/relationships/slideLayout" Target="/ppt/slideLayouts/slideLayout6.xml" Id="R516ed126211f44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cd796a27dd4684"/>
    <p:sldLayoutId xmlns:r="http://schemas.openxmlformats.org/officeDocument/2006/relationships" id="2147483650" r:id="Rdaaf6e3a788b4e84"/>
    <p:sldLayoutId xmlns:r="http://schemas.openxmlformats.org/officeDocument/2006/relationships" id="2147483651" r:id="R558b449a6c8242a4"/>
    <p:sldLayoutId xmlns:r="http://schemas.openxmlformats.org/officeDocument/2006/relationships" id="2147483652" r:id="R76d51c5af220464c"/>
    <p:sldLayoutId xmlns:r="http://schemas.openxmlformats.org/officeDocument/2006/relationships" id="2147483653" r:id="R8791add777914bf7"/>
    <p:sldLayoutId xmlns:r="http://schemas.openxmlformats.org/officeDocument/2006/relationships" id="2147483654" r:id="R516ed126211f44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567bbe8e2bc4741" /><Relationship Type="http://schemas.openxmlformats.org/officeDocument/2006/relationships/notesSlide" Target="/ppt/notesSlides/notesSlide1.xml" Id="Rae615d57de8c47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6e91f5d9c8746cc" /><Relationship Type="http://schemas.openxmlformats.org/officeDocument/2006/relationships/notesSlide" Target="/ppt/notesSlides/notesSlide2.xml" Id="R5abb03949cfa41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16eac2dbef8403d" /><Relationship Type="http://schemas.openxmlformats.org/officeDocument/2006/relationships/notesSlide" Target="/ppt/notesSlides/notesSlide3.xml" Id="Rd7a78827e37e43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d6bc98dd9664cb0" /><Relationship Type="http://schemas.openxmlformats.org/officeDocument/2006/relationships/image" Target="/ppt/media/image.png" Id="Rf999e7d10ec24ab0" /><Relationship Type="http://schemas.openxmlformats.org/officeDocument/2006/relationships/image" Target="/ppt/media/image2.png" Id="Rf431b9e08c2542f2" /><Relationship Type="http://schemas.openxmlformats.org/officeDocument/2006/relationships/notesSlide" Target="/ppt/notesSlides/notesSlide4.xml" Id="R7591c22fcaf94b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f56cc3588bd4da6" /><Relationship Type="http://schemas.openxmlformats.org/officeDocument/2006/relationships/image" Target="/ppt/media/image3.png" Id="R1c0ab4b61b79475d" /><Relationship Type="http://schemas.openxmlformats.org/officeDocument/2006/relationships/notesSlide" Target="/ppt/notesSlides/notesSlide5.xml" Id="Rd72613a0b92447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2b17c4816654307" /><Relationship Type="http://schemas.openxmlformats.org/officeDocument/2006/relationships/notesSlide" Target="/ppt/notesSlides/notesSlide6.xml" Id="Rda9c3faba5cb47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a4faff8084a40b4" /><Relationship Type="http://schemas.openxmlformats.org/officeDocument/2006/relationships/notesSlide" Target="/ppt/notesSlides/notesSlide7.xml" Id="Rceeb76270f1d4d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bfc3072b11b4a59" /><Relationship Type="http://schemas.openxmlformats.org/officeDocument/2006/relationships/notesSlide" Target="/ppt/notesSlides/notesSlide8.xml" Id="R3006a4cc6e9749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649054209304bc3" /><Relationship Type="http://schemas.openxmlformats.org/officeDocument/2006/relationships/notesSlide" Target="/ppt/notesSlides/notesSlide9.xml" Id="R342501cfc8a447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194530ba26a4c36" /><Relationship Type="http://schemas.openxmlformats.org/officeDocument/2006/relationships/notesSlide" Target="/ppt/notesSlides/notesSlide10.xml" Id="R17a6da3f528748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816049da1064218" /><Relationship Type="http://schemas.openxmlformats.org/officeDocument/2006/relationships/notesSlide" Target="/ppt/notesSlides/notesSlide11.xml" Id="Rfeb54816487f4a0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940ff5b52df478c" /><Relationship Type="http://schemas.openxmlformats.org/officeDocument/2006/relationships/notesSlide" Target="/ppt/notesSlides/notesSlide12.xml" Id="Red76822f3195416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ce3109b9a93447c" /><Relationship Type="http://schemas.openxmlformats.org/officeDocument/2006/relationships/notesSlide" Target="/ppt/notesSlides/notesSlide13.xml" Id="Rab95f81e2ecf430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2aae11485eb4df9" /><Relationship Type="http://schemas.openxmlformats.org/officeDocument/2006/relationships/notesSlide" Target="/ppt/notesSlides/notesSlide14.xml" Id="R9ed01108947d4b4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47c30c93ebe4144" /><Relationship Type="http://schemas.openxmlformats.org/officeDocument/2006/relationships/notesSlide" Target="/ppt/notesSlides/notesSlide15.xml" Id="R64edc0d7aeb04b8c" /></Relationships>
</file>

<file path=ppt/slides/slide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2 · 반복되는 프로젝트 설명">
            <a:extLst xmlns:a="http://schemas.openxmlformats.org/drawingml/2006/main">
              <a:ext uri="{FF2B5EF4-FFF2-40B4-BE49-F238E27FC236}">
                <a16:creationId xmlns:a16="http://schemas.microsoft.com/office/drawing/2014/main" id="{1E1A854B-FD6D-447F-B13A-4ABCCC1BC2D5}"/>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반복되는 프로젝트 설명</a:t>
            </a:r>
          </a:p>
        </p:txBody>
      </p:sp>
      <p:sp>
        <p:nvSpPr>
          <p:cNvPr id="2" name="S32">
            <a:extLst xmlns:a="http://schemas.openxmlformats.org/drawingml/2006/main">
              <a:ext uri="{FF2B5EF4-FFF2-40B4-BE49-F238E27FC236}">
                <a16:creationId xmlns:a16="http://schemas.microsoft.com/office/drawing/2014/main" id="{89B8B0FA-F7F1-47E9-ADA2-517D239D35B1}"/>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S32</a:t>
            </a:r>
          </a:p>
        </p:txBody>
      </p:sp>
      <p:sp>
        <p:nvSpPr>
          <p:cNvPr id="3" name="다른 Task에 같은 설명이 반복된다">
            <a:extLst xmlns:a="http://schemas.openxmlformats.org/drawingml/2006/main">
              <a:ext uri="{FF2B5EF4-FFF2-40B4-BE49-F238E27FC236}">
                <a16:creationId xmlns:a16="http://schemas.microsoft.com/office/drawing/2014/main" id="{8F40F496-412D-4FF9-923A-1C8727205150}"/>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다른 Task에 같은 설명이 반복된다</a:t>
            </a:r>
          </a:p>
        </p:txBody>
      </p:sp>
      <p:sp>
        <p:nvSpPr>
          <p:cNvPr id="4" name="">
            <a:extLst xmlns:a="http://schemas.openxmlformats.org/drawingml/2006/main">
              <a:ext uri="{FF2B5EF4-FFF2-40B4-BE49-F238E27FC236}">
                <a16:creationId xmlns:a16="http://schemas.microsoft.com/office/drawing/2014/main" id="{041AAA15-919F-4259-930C-24AC317D9961}"/>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구성 사례 · Bug fix / Performance / README 작업">
            <a:extLst xmlns:a="http://schemas.openxmlformats.org/drawingml/2006/main">
              <a:ext uri="{FF2B5EF4-FFF2-40B4-BE49-F238E27FC236}">
                <a16:creationId xmlns:a16="http://schemas.microsoft.com/office/drawing/2014/main" id="{6F2F947D-81C1-496B-9B83-73EDC607CDB5}"/>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구성 사례 · Bug fix / Performance / README 작업</a:t>
            </a:r>
          </a:p>
        </p:txBody>
      </p:sp>
      <p:sp>
        <p:nvSpPr>
          <p:cNvPr id="6" name="서로 다른 요청에 같은 프로젝트 정보가 반복되는 상황을 보여준다">
            <a:extLst xmlns:a="http://schemas.openxmlformats.org/drawingml/2006/main">
              <a:ext uri="{FF2B5EF4-FFF2-40B4-BE49-F238E27FC236}">
                <a16:creationId xmlns:a16="http://schemas.microsoft.com/office/drawing/2014/main" id="{28D2B287-348B-4CB1-8DA1-CCD004BF6214}"/>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서로 다른 요청에 같은 프로젝트 정보가 반복되는 상황을 보여준다</a:t>
            </a:r>
          </a:p>
        </p:txBody>
      </p:sp>
      <p:sp>
        <p:nvSpPr>
          <p:cNvPr id="7" name="버그 수정">
            <a:extLst xmlns:a="http://schemas.openxmlformats.org/drawingml/2006/main">
              <a:ext uri="{FF2B5EF4-FFF2-40B4-BE49-F238E27FC236}">
                <a16:creationId xmlns:a16="http://schemas.microsoft.com/office/drawing/2014/main" id="{951167C3-9DE5-4262-9E81-3D70F7D6D094}"/>
              </a:ext>
            </a:extLst>
          </p:cNvPr>
          <p:cNvSpPr>
            <a:spLocks xmlns:a="http://schemas.openxmlformats.org/drawingml/2006/main" noGrp="1"/>
          </p:cNvSpPr>
          <p:nvPr/>
        </p:nvSpPr>
        <p:spPr>
          <a:xfrm xmlns:a="http://schemas.openxmlformats.org/drawingml/2006/main">
            <a:off x="609600" y="22098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버그 수정</a:t>
            </a:r>
          </a:p>
        </p:txBody>
      </p:sp>
      <p:sp>
        <p:nvSpPr>
          <p:cNvPr id="8" name="crop 경계를 수정해줘">
            <a:extLst xmlns:a="http://schemas.openxmlformats.org/drawingml/2006/main">
              <a:ext uri="{FF2B5EF4-FFF2-40B4-BE49-F238E27FC236}">
                <a16:creationId xmlns:a16="http://schemas.microsoft.com/office/drawing/2014/main" id="{29C5BEBA-CFA9-4108-92EF-84B9F2BB6E72}"/>
              </a:ext>
            </a:extLst>
          </p:cNvPr>
          <p:cNvSpPr>
            <a:spLocks xmlns:a="http://schemas.openxmlformats.org/drawingml/2006/main" noGrp="1"/>
          </p:cNvSpPr>
          <p:nvPr/>
        </p:nvSpPr>
        <p:spPr>
          <a:xfrm xmlns:a="http://schemas.openxmlformats.org/drawingml/2006/main">
            <a:off x="609600" y="270510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crop 경계를 수정해줘</a:t>
            </a:r>
          </a:p>
        </p:txBody>
      </p:sp>
      <p:sp>
        <p:nvSpPr>
          <p:cNvPr id="9" name="">
            <a:extLst xmlns:a="http://schemas.openxmlformats.org/drawingml/2006/main">
              <a:ext uri="{FF2B5EF4-FFF2-40B4-BE49-F238E27FC236}">
                <a16:creationId xmlns:a16="http://schemas.microsoft.com/office/drawing/2014/main" id="{EC90ABDA-F7DD-4AD5-886F-330D53BA840E}"/>
              </a:ext>
            </a:extLst>
          </p:cNvPr>
          <p:cNvSpPr>
            <a:spLocks xmlns:a="http://schemas.openxmlformats.org/drawingml/2006/main" noGrp="1"/>
          </p:cNvSpPr>
          <p:nvPr/>
        </p:nvSpPr>
        <p:spPr>
          <a:xfrm xmlns:a="http://schemas.openxmlformats.org/drawingml/2006/main">
            <a:off x="609600" y="3276600"/>
            <a:ext cx="3429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0" name="">
            <a:extLst xmlns:a="http://schemas.openxmlformats.org/drawingml/2006/main">
              <a:ext uri="{FF2B5EF4-FFF2-40B4-BE49-F238E27FC236}">
                <a16:creationId xmlns:a16="http://schemas.microsoft.com/office/drawing/2014/main" id="{51484518-CA72-494F-8A1D-1D9505C2F76B}"/>
              </a:ext>
            </a:extLst>
          </p:cNvPr>
          <p:cNvSpPr>
            <a:spLocks xmlns:a="http://schemas.openxmlformats.org/drawingml/2006/main" noGrp="1"/>
          </p:cNvSpPr>
          <p:nvPr/>
        </p:nvSpPr>
        <p:spPr>
          <a:xfrm xmlns:a="http://schemas.openxmlformats.org/drawingml/2006/main">
            <a:off x="609600" y="3467100"/>
            <a:ext cx="3429000" cy="146685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1" name="지정된 테스트 실행&#10;의존성 추가에는 근거 필요&#10;로컬 합성 데이터 사용&#10;기존 동작 보존">
            <a:extLst xmlns:a="http://schemas.openxmlformats.org/drawingml/2006/main">
              <a:ext uri="{FF2B5EF4-FFF2-40B4-BE49-F238E27FC236}">
                <a16:creationId xmlns:a16="http://schemas.microsoft.com/office/drawing/2014/main" id="{798BCF8F-F900-4CD7-B942-B55588683414}"/>
              </a:ext>
            </a:extLst>
          </p:cNvPr>
          <p:cNvSpPr>
            <a:spLocks xmlns:a="http://schemas.openxmlformats.org/drawingml/2006/main" noGrp="1"/>
          </p:cNvSpPr>
          <p:nvPr/>
        </p:nvSpPr>
        <p:spPr>
          <a:xfrm xmlns:a="http://schemas.openxmlformats.org/drawingml/2006/main">
            <a:off x="762000" y="3600450"/>
            <a:ext cx="3124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지정된 테스트 실행</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의존성 추가에는 근거 필요</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로컬 합성 데이터 사용</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기존 동작 보존</a:t>
            </a:r>
          </a:p>
        </p:txBody>
      </p:sp>
      <p:sp>
        <p:nvSpPr>
          <p:cNvPr id="12" name="성능 조사">
            <a:extLst xmlns:a="http://schemas.openxmlformats.org/drawingml/2006/main">
              <a:ext uri="{FF2B5EF4-FFF2-40B4-BE49-F238E27FC236}">
                <a16:creationId xmlns:a16="http://schemas.microsoft.com/office/drawing/2014/main" id="{5B0F8717-69FE-4B17-AD00-E001683142E3}"/>
              </a:ext>
            </a:extLst>
          </p:cNvPr>
          <p:cNvSpPr>
            <a:spLocks xmlns:a="http://schemas.openxmlformats.org/drawingml/2006/main" noGrp="1"/>
          </p:cNvSpPr>
          <p:nvPr/>
        </p:nvSpPr>
        <p:spPr>
          <a:xfrm xmlns:a="http://schemas.openxmlformats.org/drawingml/2006/main">
            <a:off x="4343400" y="22098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성능 조사</a:t>
            </a:r>
          </a:p>
        </p:txBody>
      </p:sp>
      <p:sp>
        <p:nvSpPr>
          <p:cNvPr id="13" name="통계 계산을 조사해줘">
            <a:extLst xmlns:a="http://schemas.openxmlformats.org/drawingml/2006/main">
              <a:ext uri="{FF2B5EF4-FFF2-40B4-BE49-F238E27FC236}">
                <a16:creationId xmlns:a16="http://schemas.microsoft.com/office/drawing/2014/main" id="{7BD4B219-DB95-45FF-A85D-F60B88771074}"/>
              </a:ext>
            </a:extLst>
          </p:cNvPr>
          <p:cNvSpPr>
            <a:spLocks xmlns:a="http://schemas.openxmlformats.org/drawingml/2006/main" noGrp="1"/>
          </p:cNvSpPr>
          <p:nvPr/>
        </p:nvSpPr>
        <p:spPr>
          <a:xfrm xmlns:a="http://schemas.openxmlformats.org/drawingml/2006/main">
            <a:off x="4343400" y="270510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통계 계산을 조사해줘</a:t>
            </a:r>
          </a:p>
        </p:txBody>
      </p:sp>
      <p:sp>
        <p:nvSpPr>
          <p:cNvPr id="14" name="">
            <a:extLst xmlns:a="http://schemas.openxmlformats.org/drawingml/2006/main">
              <a:ext uri="{FF2B5EF4-FFF2-40B4-BE49-F238E27FC236}">
                <a16:creationId xmlns:a16="http://schemas.microsoft.com/office/drawing/2014/main" id="{A6AA3FD5-BCF9-4770-A7BB-F990A0A76624}"/>
              </a:ext>
            </a:extLst>
          </p:cNvPr>
          <p:cNvSpPr>
            <a:spLocks xmlns:a="http://schemas.openxmlformats.org/drawingml/2006/main" noGrp="1"/>
          </p:cNvSpPr>
          <p:nvPr/>
        </p:nvSpPr>
        <p:spPr>
          <a:xfrm xmlns:a="http://schemas.openxmlformats.org/drawingml/2006/main">
            <a:off x="4343400" y="3276600"/>
            <a:ext cx="3429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5" name="">
            <a:extLst xmlns:a="http://schemas.openxmlformats.org/drawingml/2006/main">
              <a:ext uri="{FF2B5EF4-FFF2-40B4-BE49-F238E27FC236}">
                <a16:creationId xmlns:a16="http://schemas.microsoft.com/office/drawing/2014/main" id="{339F284D-BFDD-4C52-BE2D-BF8F1BC29D64}"/>
              </a:ext>
            </a:extLst>
          </p:cNvPr>
          <p:cNvSpPr>
            <a:spLocks xmlns:a="http://schemas.openxmlformats.org/drawingml/2006/main" noGrp="1"/>
          </p:cNvSpPr>
          <p:nvPr/>
        </p:nvSpPr>
        <p:spPr>
          <a:xfrm xmlns:a="http://schemas.openxmlformats.org/drawingml/2006/main">
            <a:off x="4343400" y="3467100"/>
            <a:ext cx="3429000" cy="146685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6" name="지정된 테스트 실행&#10;의존성 추가에는 근거 필요&#10;로컬 합성 데이터 사용&#10;기존 동작 보존">
            <a:extLst xmlns:a="http://schemas.openxmlformats.org/drawingml/2006/main">
              <a:ext uri="{FF2B5EF4-FFF2-40B4-BE49-F238E27FC236}">
                <a16:creationId xmlns:a16="http://schemas.microsoft.com/office/drawing/2014/main" id="{3B2D486F-D635-4AC6-BB8C-714559DA0390}"/>
              </a:ext>
            </a:extLst>
          </p:cNvPr>
          <p:cNvSpPr>
            <a:spLocks xmlns:a="http://schemas.openxmlformats.org/drawingml/2006/main" noGrp="1"/>
          </p:cNvSpPr>
          <p:nvPr/>
        </p:nvSpPr>
        <p:spPr>
          <a:xfrm xmlns:a="http://schemas.openxmlformats.org/drawingml/2006/main">
            <a:off x="4495800" y="3600450"/>
            <a:ext cx="3124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지정된 테스트 실행</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의존성 추가에는 근거 필요</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로컬 합성 데이터 사용</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기존 동작 보존</a:t>
            </a:r>
          </a:p>
        </p:txBody>
      </p:sp>
      <p:sp>
        <p:nvSpPr>
          <p:cNvPr id="17" name="README 수정">
            <a:extLst xmlns:a="http://schemas.openxmlformats.org/drawingml/2006/main">
              <a:ext uri="{FF2B5EF4-FFF2-40B4-BE49-F238E27FC236}">
                <a16:creationId xmlns:a16="http://schemas.microsoft.com/office/drawing/2014/main" id="{0CF80492-E497-4649-B028-A8E3CAA642FC}"/>
              </a:ext>
            </a:extLst>
          </p:cNvPr>
          <p:cNvSpPr>
            <a:spLocks xmlns:a="http://schemas.openxmlformats.org/drawingml/2006/main" noGrp="1"/>
          </p:cNvSpPr>
          <p:nvPr/>
        </p:nvSpPr>
        <p:spPr>
          <a:xfrm xmlns:a="http://schemas.openxmlformats.org/drawingml/2006/main">
            <a:off x="8077200" y="22098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README 수정</a:t>
            </a:r>
          </a:p>
        </p:txBody>
      </p:sp>
      <p:sp>
        <p:nvSpPr>
          <p:cNvPr id="18" name="빌드 안내를 명확히 해줘">
            <a:extLst xmlns:a="http://schemas.openxmlformats.org/drawingml/2006/main">
              <a:ext uri="{FF2B5EF4-FFF2-40B4-BE49-F238E27FC236}">
                <a16:creationId xmlns:a16="http://schemas.microsoft.com/office/drawing/2014/main" id="{CF1E05BE-D35D-4741-A989-FF2A8A207577}"/>
              </a:ext>
            </a:extLst>
          </p:cNvPr>
          <p:cNvSpPr>
            <a:spLocks xmlns:a="http://schemas.openxmlformats.org/drawingml/2006/main" noGrp="1"/>
          </p:cNvSpPr>
          <p:nvPr/>
        </p:nvSpPr>
        <p:spPr>
          <a:xfrm xmlns:a="http://schemas.openxmlformats.org/drawingml/2006/main">
            <a:off x="8077200" y="270510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빌드 안내를 명확히 해줘</a:t>
            </a:r>
          </a:p>
        </p:txBody>
      </p:sp>
      <p:sp>
        <p:nvSpPr>
          <p:cNvPr id="19" name="">
            <a:extLst xmlns:a="http://schemas.openxmlformats.org/drawingml/2006/main">
              <a:ext uri="{FF2B5EF4-FFF2-40B4-BE49-F238E27FC236}">
                <a16:creationId xmlns:a16="http://schemas.microsoft.com/office/drawing/2014/main" id="{2B75CE28-1A12-462A-AEBB-34AF9346FA49}"/>
              </a:ext>
            </a:extLst>
          </p:cNvPr>
          <p:cNvSpPr>
            <a:spLocks xmlns:a="http://schemas.openxmlformats.org/drawingml/2006/main" noGrp="1"/>
          </p:cNvSpPr>
          <p:nvPr/>
        </p:nvSpPr>
        <p:spPr>
          <a:xfrm xmlns:a="http://schemas.openxmlformats.org/drawingml/2006/main">
            <a:off x="8077200" y="3276600"/>
            <a:ext cx="3429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
            <a:extLst xmlns:a="http://schemas.openxmlformats.org/drawingml/2006/main">
              <a:ext uri="{FF2B5EF4-FFF2-40B4-BE49-F238E27FC236}">
                <a16:creationId xmlns:a16="http://schemas.microsoft.com/office/drawing/2014/main" id="{EC6E7467-5329-4CC1-849C-8FC2955FAE69}"/>
              </a:ext>
            </a:extLst>
          </p:cNvPr>
          <p:cNvSpPr>
            <a:spLocks xmlns:a="http://schemas.openxmlformats.org/drawingml/2006/main" noGrp="1"/>
          </p:cNvSpPr>
          <p:nvPr/>
        </p:nvSpPr>
        <p:spPr>
          <a:xfrm xmlns:a="http://schemas.openxmlformats.org/drawingml/2006/main">
            <a:off x="8077200" y="3467100"/>
            <a:ext cx="3429000" cy="146685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1" name="지정된 테스트 실행&#10;의존성 추가에는 근거 필요&#10;로컬 합성 데이터 사용&#10;기존 동작 보존">
            <a:extLst xmlns:a="http://schemas.openxmlformats.org/drawingml/2006/main">
              <a:ext uri="{FF2B5EF4-FFF2-40B4-BE49-F238E27FC236}">
                <a16:creationId xmlns:a16="http://schemas.microsoft.com/office/drawing/2014/main" id="{E4AF287F-E67C-436C-8D0B-B4AFC60FE122}"/>
              </a:ext>
            </a:extLst>
          </p:cNvPr>
          <p:cNvSpPr>
            <a:spLocks xmlns:a="http://schemas.openxmlformats.org/drawingml/2006/main" noGrp="1"/>
          </p:cNvSpPr>
          <p:nvPr/>
        </p:nvSpPr>
        <p:spPr>
          <a:xfrm xmlns:a="http://schemas.openxmlformats.org/drawingml/2006/main">
            <a:off x="8229600" y="3600450"/>
            <a:ext cx="3124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지정된 테스트 실행</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의존성 추가에는 근거 필요</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로컬 합성 데이터 사용</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기존 동작 보존</a:t>
            </a:r>
          </a:p>
        </p:txBody>
      </p:sp>
      <p:sp>
        <p:nvSpPr>
          <p:cNvPr id="22" name="요청은 다른데, 아래 설명은 왜 계속 같을까?">
            <a:extLst xmlns:a="http://schemas.openxmlformats.org/drawingml/2006/main">
              <a:ext uri="{FF2B5EF4-FFF2-40B4-BE49-F238E27FC236}">
                <a16:creationId xmlns:a16="http://schemas.microsoft.com/office/drawing/2014/main" id="{BF5B5169-DAF1-45E8-AD8A-D5B396F4646F}"/>
              </a:ext>
            </a:extLst>
          </p:cNvPr>
          <p:cNvSpPr>
            <a:spLocks xmlns:a="http://schemas.openxmlformats.org/drawingml/2006/main" noGrp="1"/>
          </p:cNvSpPr>
          <p:nvPr/>
        </p:nvSpPr>
        <p:spPr>
          <a:xfrm xmlns:a="http://schemas.openxmlformats.org/drawingml/2006/main">
            <a:off x="609600" y="5229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요청은 다른데, 아래 설명은 왜 계속 같을까?</a:t>
            </a:r>
          </a:p>
        </p:txBody>
      </p:sp>
      <p:sp>
        <p:nvSpPr>
          <p:cNvPr id="23" name="Legacy module connection">
            <a:extLst xmlns:a="http://schemas.openxmlformats.org/drawingml/2006/main">
              <a:ext uri="{FF2B5EF4-FFF2-40B4-BE49-F238E27FC236}">
                <a16:creationId xmlns:a16="http://schemas.microsoft.com/office/drawing/2014/main" id="{1B43ABA7-8A67-4189-91DF-41E7C056F8A4}"/>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29271564"/>
      </p:ext>
    </p:extLst>
  </p:cSld>
</p:sld>
</file>

<file path=ppt/slides/slide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7" name="ACT 2  ·  Project Context">
            <a:extLst xmlns:a="http://schemas.openxmlformats.org/drawingml/2006/main">
              <a:ext uri="{FF2B5EF4-FFF2-40B4-BE49-F238E27FC236}">
                <a16:creationId xmlns:a16="http://schemas.microsoft.com/office/drawing/2014/main" id="{2096B035-0A4A-4FF4-B341-17D822FB257C}"/>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Project Context</a:t>
            </a:r>
          </a:p>
        </p:txBody>
      </p:sp>
      <p:sp>
        <p:nvSpPr>
          <p:cNvPr id="2" name="S33">
            <a:extLst xmlns:a="http://schemas.openxmlformats.org/drawingml/2006/main">
              <a:ext uri="{FF2B5EF4-FFF2-40B4-BE49-F238E27FC236}">
                <a16:creationId xmlns:a16="http://schemas.microsoft.com/office/drawing/2014/main" id="{028755AB-9B34-4BD2-A8FB-10CB3D76F595}"/>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S33</a:t>
            </a:r>
          </a:p>
        </p:txBody>
      </p:sp>
      <p:sp>
        <p:nvSpPr>
          <p:cNvPr id="3" name="작은 Project Context의 첫 기록">
            <a:extLst xmlns:a="http://schemas.openxmlformats.org/drawingml/2006/main">
              <a:ext uri="{FF2B5EF4-FFF2-40B4-BE49-F238E27FC236}">
                <a16:creationId xmlns:a16="http://schemas.microsoft.com/office/drawing/2014/main" id="{B8A56E0B-DB8C-4336-9A0B-3B42646F92DC}"/>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작은 Project Context의 첫 기록</a:t>
            </a:r>
          </a:p>
        </p:txBody>
      </p:sp>
      <p:sp>
        <p:nvSpPr>
          <p:cNvPr id="4" name="">
            <a:extLst xmlns:a="http://schemas.openxmlformats.org/drawingml/2006/main">
              <a:ext uri="{FF2B5EF4-FFF2-40B4-BE49-F238E27FC236}">
                <a16:creationId xmlns:a16="http://schemas.microsoft.com/office/drawing/2014/main" id="{EFC14D8B-C5A9-45E9-94E3-409425B2C586}"/>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OBSERVED PRODUCT  |  STATE-01 · AGENTS.md 실제 원문 발췌">
            <a:extLst xmlns:a="http://schemas.openxmlformats.org/drawingml/2006/main">
              <a:ext uri="{FF2B5EF4-FFF2-40B4-BE49-F238E27FC236}">
                <a16:creationId xmlns:a16="http://schemas.microsoft.com/office/drawing/2014/main" id="{F0812D22-0ADD-4718-BDD2-2C900EFA610B}"/>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OBSERVED PRODUCT  |  STATE-01 · AGENTS.md 실제 원문 발췌</a:t>
            </a:r>
          </a:p>
        </p:txBody>
      </p:sp>
      <p:sp>
        <p:nvSpPr>
          <p:cNvPr id="6" name="파일의 내용과 기록 위치를 보여주는 장 · Agent의 활용 관찰은 다음 장에서 확인">
            <a:extLst xmlns:a="http://schemas.openxmlformats.org/drawingml/2006/main">
              <a:ext uri="{FF2B5EF4-FFF2-40B4-BE49-F238E27FC236}">
                <a16:creationId xmlns:a16="http://schemas.microsoft.com/office/drawing/2014/main" id="{3FA94585-B09C-4A93-A493-93FFFEAC0EAD}"/>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파일의 내용과 기록 위치를 보여주는 장 · Agent의 활용 관찰은 다음 장에서 확인</a:t>
            </a:r>
          </a:p>
        </p:txBody>
      </p:sp>
      <p:sp>
        <p:nvSpPr>
          <p:cNvPr id="7" name="반복해서 설명하던 내용을 저장소에 남겼다">
            <a:extLst xmlns:a="http://schemas.openxmlformats.org/drawingml/2006/main">
              <a:ext uri="{FF2B5EF4-FFF2-40B4-BE49-F238E27FC236}">
                <a16:creationId xmlns:a16="http://schemas.microsoft.com/office/drawing/2014/main" id="{78918F6F-7856-4167-90AE-7EB2088470C4}"/>
              </a:ext>
            </a:extLst>
          </p:cNvPr>
          <p:cNvSpPr>
            <a:spLocks xmlns:a="http://schemas.openxmlformats.org/drawingml/2006/main" noGrp="1"/>
          </p:cNvSpPr>
          <p:nvPr/>
        </p:nvSpPr>
        <p:spPr>
          <a:xfrm xmlns:a="http://schemas.openxmlformats.org/drawingml/2006/main">
            <a:off x="609600" y="16192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Malgun Gothic"/>
                <a:ea typeface="Malgun Gothic"/>
                <a:cs typeface="Malgun Gothic"/>
              </a:defRPr>
            </a:defPPr>
            <a:lvl1pPr algn="l">
              <a:defRPr sz="2400" b="1">
                <a:solidFill>
                  <a:srgbClr val="0B6172"/>
                </a:solidFill>
                <a:latin typeface="Malgun Gothic"/>
                <a:ea typeface="Malgun Gothic"/>
                <a:cs typeface="Malgun Gothic"/>
              </a:defRPr>
            </a:lvl1pPr>
            <a:lvl2pPr algn="l">
              <a:defRPr sz="2400" b="1">
                <a:solidFill>
                  <a:srgbClr val="0B6172"/>
                </a:solidFill>
                <a:latin typeface="Malgun Gothic"/>
                <a:ea typeface="Malgun Gothic"/>
                <a:cs typeface="Malgun Gothic"/>
              </a:defRPr>
            </a:lvl2pPr>
            <a:lvl3pPr algn="l">
              <a:defRPr sz="2400" b="1">
                <a:solidFill>
                  <a:srgbClr val="0B6172"/>
                </a:solidFill>
                <a:latin typeface="Malgun Gothic"/>
                <a:ea typeface="Malgun Gothic"/>
                <a:cs typeface="Malgun Gothic"/>
              </a:defRPr>
            </a:lvl3pPr>
            <a:lvl4pPr algn="l">
              <a:defRPr sz="2400" b="1">
                <a:solidFill>
                  <a:srgbClr val="0B6172"/>
                </a:solidFill>
                <a:latin typeface="Malgun Gothic"/>
                <a:ea typeface="Malgun Gothic"/>
                <a:cs typeface="Malgun Gothic"/>
              </a:defRPr>
            </a:lvl4pPr>
            <a:lvl5pPr algn="l">
              <a:defRPr sz="2400" b="1">
                <a:solidFill>
                  <a:srgbClr val="0B6172"/>
                </a:solidFill>
                <a:latin typeface="Malgun Gothic"/>
                <a:ea typeface="Malgun Gothic"/>
                <a:cs typeface="Malgun Gothic"/>
              </a:defRPr>
            </a:lvl5pPr>
            <a:lvl6pPr algn="l">
              <a:defRPr sz="2400" b="1">
                <a:solidFill>
                  <a:srgbClr val="0B6172"/>
                </a:solidFill>
                <a:latin typeface="Malgun Gothic"/>
                <a:ea typeface="Malgun Gothic"/>
                <a:cs typeface="Malgun Gothic"/>
              </a:defRPr>
            </a:lvl6pPr>
            <a:lvl7pPr algn="l">
              <a:defRPr sz="2400" b="1">
                <a:solidFill>
                  <a:srgbClr val="0B6172"/>
                </a:solidFill>
                <a:latin typeface="Malgun Gothic"/>
                <a:ea typeface="Malgun Gothic"/>
                <a:cs typeface="Malgun Gothic"/>
              </a:defRPr>
            </a:lvl7pPr>
            <a:lvl8pPr algn="l">
              <a:defRPr sz="2400" b="1">
                <a:solidFill>
                  <a:srgbClr val="0B6172"/>
                </a:solidFill>
                <a:latin typeface="Malgun Gothic"/>
                <a:ea typeface="Malgun Gothic"/>
                <a:cs typeface="Malgun Gothic"/>
              </a:defRPr>
            </a:lvl8pPr>
            <a:lvl9pPr algn="l">
              <a:defRPr sz="2400" b="1">
                <a:solidFill>
                  <a:srgbClr val="0B6172"/>
                </a:solidFill>
                <a:latin typeface="Malgun Gothic"/>
                <a:ea typeface="Malgun Gothic"/>
                <a:cs typeface="Malgun Gothic"/>
              </a:defRPr>
            </a:lvl9pPr>
          </a:lstStyle>
          <a:p xmlns:a="http://schemas.openxmlformats.org/drawingml/2006/main">
            <a:pPr algn="l">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반복해서 설명하던 내용을 저장소에 남겼다</a:t>
            </a:r>
          </a:p>
        </p:txBody>
      </p:sp>
      <p:sp>
        <p:nvSpPr>
          <p:cNvPr id="8" name="AGENTS.md">
            <a:extLst xmlns:a="http://schemas.openxmlformats.org/drawingml/2006/main">
              <a:ext uri="{FF2B5EF4-FFF2-40B4-BE49-F238E27FC236}">
                <a16:creationId xmlns:a16="http://schemas.microsoft.com/office/drawing/2014/main" id="{1DFBFA24-2035-4ADE-9A32-8838F73D572B}"/>
              </a:ext>
            </a:extLst>
          </p:cNvPr>
          <p:cNvSpPr>
            <a:spLocks xmlns:a="http://schemas.openxmlformats.org/drawingml/2006/main" noGrp="1"/>
          </p:cNvSpPr>
          <p:nvPr/>
        </p:nvSpPr>
        <p:spPr>
          <a:xfrm xmlns:a="http://schemas.openxmlformats.org/drawingml/2006/main">
            <a:off x="609600" y="2200275"/>
            <a:ext cx="3619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7212B"/>
                </a:solidFill>
                <a:latin typeface="Consolas"/>
                <a:ea typeface="Consolas"/>
                <a:cs typeface="Consolas"/>
              </a:defRPr>
            </a:defPPr>
            <a:lvl1pPr algn="l">
              <a:defRPr sz="2550" b="1">
                <a:solidFill>
                  <a:srgbClr val="17212B"/>
                </a:solidFill>
                <a:latin typeface="Consolas"/>
                <a:ea typeface="Consolas"/>
                <a:cs typeface="Consolas"/>
              </a:defRPr>
            </a:lvl1pPr>
            <a:lvl2pPr algn="l">
              <a:defRPr sz="2550" b="1">
                <a:solidFill>
                  <a:srgbClr val="17212B"/>
                </a:solidFill>
                <a:latin typeface="Consolas"/>
                <a:ea typeface="Consolas"/>
                <a:cs typeface="Consolas"/>
              </a:defRPr>
            </a:lvl2pPr>
            <a:lvl3pPr algn="l">
              <a:defRPr sz="2550" b="1">
                <a:solidFill>
                  <a:srgbClr val="17212B"/>
                </a:solidFill>
                <a:latin typeface="Consolas"/>
                <a:ea typeface="Consolas"/>
                <a:cs typeface="Consolas"/>
              </a:defRPr>
            </a:lvl3pPr>
            <a:lvl4pPr algn="l">
              <a:defRPr sz="2550" b="1">
                <a:solidFill>
                  <a:srgbClr val="17212B"/>
                </a:solidFill>
                <a:latin typeface="Consolas"/>
                <a:ea typeface="Consolas"/>
                <a:cs typeface="Consolas"/>
              </a:defRPr>
            </a:lvl4pPr>
            <a:lvl5pPr algn="l">
              <a:defRPr sz="2550" b="1">
                <a:solidFill>
                  <a:srgbClr val="17212B"/>
                </a:solidFill>
                <a:latin typeface="Consolas"/>
                <a:ea typeface="Consolas"/>
                <a:cs typeface="Consolas"/>
              </a:defRPr>
            </a:lvl5pPr>
            <a:lvl6pPr algn="l">
              <a:defRPr sz="2550" b="1">
                <a:solidFill>
                  <a:srgbClr val="17212B"/>
                </a:solidFill>
                <a:latin typeface="Consolas"/>
                <a:ea typeface="Consolas"/>
                <a:cs typeface="Consolas"/>
              </a:defRPr>
            </a:lvl6pPr>
            <a:lvl7pPr algn="l">
              <a:defRPr sz="2550" b="1">
                <a:solidFill>
                  <a:srgbClr val="17212B"/>
                </a:solidFill>
                <a:latin typeface="Consolas"/>
                <a:ea typeface="Consolas"/>
                <a:cs typeface="Consolas"/>
              </a:defRPr>
            </a:lvl7pPr>
            <a:lvl8pPr algn="l">
              <a:defRPr sz="2550" b="1">
                <a:solidFill>
                  <a:srgbClr val="17212B"/>
                </a:solidFill>
                <a:latin typeface="Consolas"/>
                <a:ea typeface="Consolas"/>
                <a:cs typeface="Consolas"/>
              </a:defRPr>
            </a:lvl8pPr>
            <a:lvl9pPr algn="l">
              <a:defRPr sz="2550" b="1">
                <a:solidFill>
                  <a:srgbClr val="17212B"/>
                </a:solidFill>
                <a:latin typeface="Consolas"/>
                <a:ea typeface="Consolas"/>
                <a:cs typeface="Consolas"/>
              </a:defRPr>
            </a:lvl9pPr>
          </a:lstStyle>
          <a:p xmlns:a="http://schemas.openxmlformats.org/drawingml/2006/main">
            <a:pPr algn="l">
              <a:defRPr sz="2550" b="1">
                <a:solidFill>
                  <a:srgbClr val="17212B"/>
                </a:solidFill>
                <a:latin typeface="Consolas"/>
                <a:ea typeface="Consolas"/>
                <a:cs typeface="Consolas"/>
              </a:defRPr>
            </a:pPr>
            <a:r>
              <a:rPr sz="2550" b="1">
                <a:solidFill>
                  <a:srgbClr val="17212B"/>
                </a:solidFill>
                <a:latin typeface="Consolas"/>
                <a:ea typeface="Consolas"/>
                <a:cs typeface="Consolas"/>
              </a:rPr>
              <a:t>AGENTS.md</a:t>
            </a:r>
          </a:p>
        </p:txBody>
      </p:sp>
      <p:sp>
        <p:nvSpPr>
          <p:cNvPr id="9" name="STATE-00-FIXED → STATE-01">
            <a:extLst xmlns:a="http://schemas.openxmlformats.org/drawingml/2006/main">
              <a:ext uri="{FF2B5EF4-FFF2-40B4-BE49-F238E27FC236}">
                <a16:creationId xmlns:a16="http://schemas.microsoft.com/office/drawing/2014/main" id="{E10D4267-1039-4E37-8972-65B7D347A683}"/>
              </a:ext>
            </a:extLst>
          </p:cNvPr>
          <p:cNvSpPr>
            <a:spLocks xmlns:a="http://schemas.openxmlformats.org/drawingml/2006/main" noGrp="1"/>
          </p:cNvSpPr>
          <p:nvPr/>
        </p:nvSpPr>
        <p:spPr>
          <a:xfrm xmlns:a="http://schemas.openxmlformats.org/drawingml/2006/main">
            <a:off x="7143750" y="2257425"/>
            <a:ext cx="4438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650" b="0">
                <a:solidFill>
                  <a:srgbClr val="4D5A68"/>
                </a:solidFill>
                <a:latin typeface="Consolas"/>
                <a:ea typeface="Consolas"/>
                <a:cs typeface="Consolas"/>
              </a:defRPr>
            </a:defPPr>
            <a:lvl1pPr algn="r">
              <a:defRPr sz="1650" b="0">
                <a:solidFill>
                  <a:srgbClr val="4D5A68"/>
                </a:solidFill>
                <a:latin typeface="Consolas"/>
                <a:ea typeface="Consolas"/>
                <a:cs typeface="Consolas"/>
              </a:defRPr>
            </a:lvl1pPr>
            <a:lvl2pPr algn="r">
              <a:defRPr sz="1650" b="0">
                <a:solidFill>
                  <a:srgbClr val="4D5A68"/>
                </a:solidFill>
                <a:latin typeface="Consolas"/>
                <a:ea typeface="Consolas"/>
                <a:cs typeface="Consolas"/>
              </a:defRPr>
            </a:lvl2pPr>
            <a:lvl3pPr algn="r">
              <a:defRPr sz="1650" b="0">
                <a:solidFill>
                  <a:srgbClr val="4D5A68"/>
                </a:solidFill>
                <a:latin typeface="Consolas"/>
                <a:ea typeface="Consolas"/>
                <a:cs typeface="Consolas"/>
              </a:defRPr>
            </a:lvl3pPr>
            <a:lvl4pPr algn="r">
              <a:defRPr sz="1650" b="0">
                <a:solidFill>
                  <a:srgbClr val="4D5A68"/>
                </a:solidFill>
                <a:latin typeface="Consolas"/>
                <a:ea typeface="Consolas"/>
                <a:cs typeface="Consolas"/>
              </a:defRPr>
            </a:lvl4pPr>
            <a:lvl5pPr algn="r">
              <a:defRPr sz="1650" b="0">
                <a:solidFill>
                  <a:srgbClr val="4D5A68"/>
                </a:solidFill>
                <a:latin typeface="Consolas"/>
                <a:ea typeface="Consolas"/>
                <a:cs typeface="Consolas"/>
              </a:defRPr>
            </a:lvl5pPr>
            <a:lvl6pPr algn="r">
              <a:defRPr sz="1650" b="0">
                <a:solidFill>
                  <a:srgbClr val="4D5A68"/>
                </a:solidFill>
                <a:latin typeface="Consolas"/>
                <a:ea typeface="Consolas"/>
                <a:cs typeface="Consolas"/>
              </a:defRPr>
            </a:lvl6pPr>
            <a:lvl7pPr algn="r">
              <a:defRPr sz="1650" b="0">
                <a:solidFill>
                  <a:srgbClr val="4D5A68"/>
                </a:solidFill>
                <a:latin typeface="Consolas"/>
                <a:ea typeface="Consolas"/>
                <a:cs typeface="Consolas"/>
              </a:defRPr>
            </a:lvl7pPr>
            <a:lvl8pPr algn="r">
              <a:defRPr sz="1650" b="0">
                <a:solidFill>
                  <a:srgbClr val="4D5A68"/>
                </a:solidFill>
                <a:latin typeface="Consolas"/>
                <a:ea typeface="Consolas"/>
                <a:cs typeface="Consolas"/>
              </a:defRPr>
            </a:lvl8pPr>
            <a:lvl9pPr algn="r">
              <a:defRPr sz="1650" b="0">
                <a:solidFill>
                  <a:srgbClr val="4D5A68"/>
                </a:solidFill>
                <a:latin typeface="Consolas"/>
                <a:ea typeface="Consolas"/>
                <a:cs typeface="Consolas"/>
              </a:defRPr>
            </a:lvl9pPr>
          </a:lstStyle>
          <a:p xmlns:a="http://schemas.openxmlformats.org/drawingml/2006/main">
            <a:pPr algn="r">
              <a:defRPr sz="1650" b="0">
                <a:solidFill>
                  <a:srgbClr val="4D5A68"/>
                </a:solidFill>
                <a:latin typeface="Consolas"/>
                <a:ea typeface="Consolas"/>
                <a:cs typeface="Consolas"/>
              </a:defRPr>
            </a:pPr>
            <a:r>
              <a:rPr sz="1650" b="0">
                <a:solidFill>
                  <a:srgbClr val="4D5A68"/>
                </a:solidFill>
                <a:latin typeface="Consolas"/>
                <a:ea typeface="Consolas"/>
                <a:cs typeface="Consolas"/>
              </a:rPr>
              <a:t>STATE-00-FIXED → STATE-01</a:t>
            </a:r>
          </a:p>
        </p:txBody>
      </p:sp>
      <p:sp>
        <p:nvSpPr>
          <p:cNvPr id="10" name="">
            <a:extLst xmlns:a="http://schemas.openxmlformats.org/drawingml/2006/main">
              <a:ext uri="{FF2B5EF4-FFF2-40B4-BE49-F238E27FC236}">
                <a16:creationId xmlns:a16="http://schemas.microsoft.com/office/drawing/2014/main" id="{EDB44C4E-CB61-4DC3-AE5C-40AEBA229E65}"/>
              </a:ext>
            </a:extLst>
          </p:cNvPr>
          <p:cNvSpPr>
            <a:spLocks xmlns:a="http://schemas.openxmlformats.org/drawingml/2006/main" noGrp="1"/>
          </p:cNvSpPr>
          <p:nvPr/>
        </p:nvSpPr>
        <p:spPr>
          <a:xfrm xmlns:a="http://schemas.openxmlformats.org/drawingml/2006/main">
            <a:off x="609600" y="27336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1" name="프로젝트 목적">
            <a:extLst xmlns:a="http://schemas.openxmlformats.org/drawingml/2006/main">
              <a:ext uri="{FF2B5EF4-FFF2-40B4-BE49-F238E27FC236}">
                <a16:creationId xmlns:a16="http://schemas.microsoft.com/office/drawing/2014/main" id="{DDA2B334-5AF4-4654-B0DD-1B5FB0ABDAC4}"/>
              </a:ext>
            </a:extLst>
          </p:cNvPr>
          <p:cNvSpPr>
            <a:spLocks xmlns:a="http://schemas.openxmlformats.org/drawingml/2006/main" noGrp="1"/>
          </p:cNvSpPr>
          <p:nvPr/>
        </p:nvSpPr>
        <p:spPr>
          <a:xfrm xmlns:a="http://schemas.openxmlformats.org/drawingml/2006/main">
            <a:off x="609600" y="2886075"/>
            <a:ext cx="2124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프로젝트 목적</a:t>
            </a:r>
          </a:p>
        </p:txBody>
      </p:sp>
      <p:sp>
        <p:nvSpPr>
          <p:cNvPr id="12" name="Local grayscale image-processing CLI using synthetic ASCII P">
            <a:extLst xmlns:a="http://schemas.openxmlformats.org/drawingml/2006/main">
              <a:ext uri="{FF2B5EF4-FFF2-40B4-BE49-F238E27FC236}">
                <a16:creationId xmlns:a16="http://schemas.microsoft.com/office/drawing/2014/main" id="{6382A8DA-6591-4165-AC73-22783633A883}"/>
              </a:ext>
            </a:extLst>
          </p:cNvPr>
          <p:cNvSpPr>
            <a:spLocks xmlns:a="http://schemas.openxmlformats.org/drawingml/2006/main" noGrp="1"/>
          </p:cNvSpPr>
          <p:nvPr/>
        </p:nvSpPr>
        <p:spPr>
          <a:xfrm xmlns:a="http://schemas.openxmlformats.org/drawingml/2006/main">
            <a:off x="2952750" y="2781300"/>
            <a:ext cx="862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Local </a:t>
            </a:r>
            <a:r>
              <a:rPr sz="1725" b="1">
                <a:solidFill>
                  <a:srgbClr val="4D5A68"/>
                </a:solidFill>
                <a:latin typeface="Malgun Gothic"/>
                <a:ea typeface="Malgun Gothic"/>
                <a:cs typeface="Malgun Gothic"/>
              </a:rPr>
              <a:t>grayscale image-processing CLI</a:t>
            </a:r>
            <a:r>
              <a:rPr sz="1725" b="0">
                <a:solidFill>
                  <a:srgbClr val="4D5A68"/>
                </a:solidFill>
                <a:latin typeface="Malgun Gothic"/>
                <a:ea typeface="Malgun Gothic"/>
                <a:cs typeface="Malgun Gothic"/>
              </a:rPr>
              <a:t> using synthetic ASCII PGM data.</a:t>
            </a:r>
          </a:p>
        </p:txBody>
      </p:sp>
      <p:sp>
        <p:nvSpPr>
          <p:cNvPr id="13" name="로컬 합성 이미지로 동작하는 흑백 처리 CLI">
            <a:extLst xmlns:a="http://schemas.openxmlformats.org/drawingml/2006/main">
              <a:ext uri="{FF2B5EF4-FFF2-40B4-BE49-F238E27FC236}">
                <a16:creationId xmlns:a16="http://schemas.microsoft.com/office/drawing/2014/main" id="{70147591-4287-4D8F-8BB3-609ED2A12477}"/>
              </a:ext>
            </a:extLst>
          </p:cNvPr>
          <p:cNvSpPr>
            <a:spLocks xmlns:a="http://schemas.openxmlformats.org/drawingml/2006/main" noGrp="1"/>
          </p:cNvSpPr>
          <p:nvPr/>
        </p:nvSpPr>
        <p:spPr>
          <a:xfrm xmlns:a="http://schemas.openxmlformats.org/drawingml/2006/main">
            <a:off x="2952750" y="3086100"/>
            <a:ext cx="8629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로컬 합성 이미지로 동작하는 흑백 처리 CLI</a:t>
            </a:r>
          </a:p>
        </p:txBody>
      </p:sp>
      <p:sp>
        <p:nvSpPr>
          <p:cNvPr id="14" name="">
            <a:extLst xmlns:a="http://schemas.openxmlformats.org/drawingml/2006/main">
              <a:ext uri="{FF2B5EF4-FFF2-40B4-BE49-F238E27FC236}">
                <a16:creationId xmlns:a16="http://schemas.microsoft.com/office/drawing/2014/main" id="{1A40C016-A541-4CE2-993F-74D375C27C58}"/>
              </a:ext>
            </a:extLst>
          </p:cNvPr>
          <p:cNvSpPr>
            <a:spLocks xmlns:a="http://schemas.openxmlformats.org/drawingml/2006/main" noGrp="1"/>
          </p:cNvSpPr>
          <p:nvPr/>
        </p:nvSpPr>
        <p:spPr>
          <a:xfrm xmlns:a="http://schemas.openxmlformats.org/drawingml/2006/main">
            <a:off x="609600" y="3467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5" name="실행 방법">
            <a:extLst xmlns:a="http://schemas.openxmlformats.org/drawingml/2006/main">
              <a:ext uri="{FF2B5EF4-FFF2-40B4-BE49-F238E27FC236}">
                <a16:creationId xmlns:a16="http://schemas.microsoft.com/office/drawing/2014/main" id="{C09B9747-4731-4A31-8FDC-E3F3EEA256FA}"/>
              </a:ext>
            </a:extLst>
          </p:cNvPr>
          <p:cNvSpPr>
            <a:spLocks xmlns:a="http://schemas.openxmlformats.org/drawingml/2006/main" noGrp="1"/>
          </p:cNvSpPr>
          <p:nvPr/>
        </p:nvSpPr>
        <p:spPr>
          <a:xfrm xmlns:a="http://schemas.openxmlformats.org/drawingml/2006/main">
            <a:off x="609600" y="3619500"/>
            <a:ext cx="2124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실행 방법</a:t>
            </a:r>
          </a:p>
        </p:txBody>
      </p:sp>
      <p:sp>
        <p:nvSpPr>
          <p:cNvPr id="16" name="Use the prepared build and CLI commands documented in `READM">
            <a:extLst xmlns:a="http://schemas.openxmlformats.org/drawingml/2006/main">
              <a:ext uri="{FF2B5EF4-FFF2-40B4-BE49-F238E27FC236}">
                <a16:creationId xmlns:a16="http://schemas.microsoft.com/office/drawing/2014/main" id="{0B842F9A-B82B-4457-89F1-195682D1BA99}"/>
              </a:ext>
            </a:extLst>
          </p:cNvPr>
          <p:cNvSpPr>
            <a:spLocks xmlns:a="http://schemas.openxmlformats.org/drawingml/2006/main" noGrp="1"/>
          </p:cNvSpPr>
          <p:nvPr/>
        </p:nvSpPr>
        <p:spPr>
          <a:xfrm xmlns:a="http://schemas.openxmlformats.org/drawingml/2006/main">
            <a:off x="2952750" y="3514725"/>
            <a:ext cx="862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Use the prepared build and CLI commands documented in `</a:t>
            </a:r>
            <a:r>
              <a:rPr sz="1725" b="1">
                <a:solidFill>
                  <a:srgbClr val="4D5A68"/>
                </a:solidFill>
                <a:latin typeface="Malgun Gothic"/>
                <a:ea typeface="Malgun Gothic"/>
                <a:cs typeface="Malgun Gothic"/>
              </a:rPr>
              <a:t>README.md</a:t>
            </a:r>
            <a:r>
              <a:rPr sz="1725" b="0">
                <a:solidFill>
                  <a:srgbClr val="4D5A68"/>
                </a:solidFill>
                <a:latin typeface="Malgun Gothic"/>
                <a:ea typeface="Malgun Gothic"/>
                <a:cs typeface="Malgun Gothic"/>
              </a:rPr>
              <a:t>`.</a:t>
            </a:r>
          </a:p>
        </p:txBody>
      </p:sp>
      <p:sp>
        <p:nvSpPr>
          <p:cNvPr id="17" name="실행 방법은 README에서 확인">
            <a:extLst xmlns:a="http://schemas.openxmlformats.org/drawingml/2006/main">
              <a:ext uri="{FF2B5EF4-FFF2-40B4-BE49-F238E27FC236}">
                <a16:creationId xmlns:a16="http://schemas.microsoft.com/office/drawing/2014/main" id="{2E77D9F4-53B6-4248-93EE-563FD31A22FA}"/>
              </a:ext>
            </a:extLst>
          </p:cNvPr>
          <p:cNvSpPr>
            <a:spLocks xmlns:a="http://schemas.openxmlformats.org/drawingml/2006/main" noGrp="1"/>
          </p:cNvSpPr>
          <p:nvPr/>
        </p:nvSpPr>
        <p:spPr>
          <a:xfrm xmlns:a="http://schemas.openxmlformats.org/drawingml/2006/main">
            <a:off x="2952750" y="3819525"/>
            <a:ext cx="8629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실행 방법은 README에서 확인</a:t>
            </a:r>
          </a:p>
        </p:txBody>
      </p:sp>
      <p:sp>
        <p:nvSpPr>
          <p:cNvPr id="18" name="">
            <a:extLst xmlns:a="http://schemas.openxmlformats.org/drawingml/2006/main">
              <a:ext uri="{FF2B5EF4-FFF2-40B4-BE49-F238E27FC236}">
                <a16:creationId xmlns:a16="http://schemas.microsoft.com/office/drawing/2014/main" id="{7A308803-2391-44DB-8BD6-CB49C6B27B59}"/>
              </a:ext>
            </a:extLst>
          </p:cNvPr>
          <p:cNvSpPr>
            <a:spLocks xmlns:a="http://schemas.openxmlformats.org/drawingml/2006/main" noGrp="1"/>
          </p:cNvSpPr>
          <p:nvPr/>
        </p:nvSpPr>
        <p:spPr>
          <a:xfrm xmlns:a="http://schemas.openxmlformats.org/drawingml/2006/main">
            <a:off x="609600" y="420052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테스트 명령">
            <a:extLst xmlns:a="http://schemas.openxmlformats.org/drawingml/2006/main">
              <a:ext uri="{FF2B5EF4-FFF2-40B4-BE49-F238E27FC236}">
                <a16:creationId xmlns:a16="http://schemas.microsoft.com/office/drawing/2014/main" id="{9DDDD519-BC02-4744-AD5C-561E2E067762}"/>
              </a:ext>
            </a:extLst>
          </p:cNvPr>
          <p:cNvSpPr>
            <a:spLocks xmlns:a="http://schemas.openxmlformats.org/drawingml/2006/main" noGrp="1"/>
          </p:cNvSpPr>
          <p:nvPr/>
        </p:nvSpPr>
        <p:spPr>
          <a:xfrm xmlns:a="http://schemas.openxmlformats.org/drawingml/2006/main">
            <a:off x="609600" y="4352925"/>
            <a:ext cx="2124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테스트 명령</a:t>
            </a:r>
          </a:p>
        </p:txBody>
      </p:sp>
      <p:sp>
        <p:nvSpPr>
          <p:cNvPr id="20" name="PYTHONPATH=src python3 -m unittest discover -s tests -v">
            <a:extLst xmlns:a="http://schemas.openxmlformats.org/drawingml/2006/main">
              <a:ext uri="{FF2B5EF4-FFF2-40B4-BE49-F238E27FC236}">
                <a16:creationId xmlns:a16="http://schemas.microsoft.com/office/drawing/2014/main" id="{DE8BAC11-D816-4710-B206-397DC3CF8188}"/>
              </a:ext>
            </a:extLst>
          </p:cNvPr>
          <p:cNvSpPr>
            <a:spLocks xmlns:a="http://schemas.openxmlformats.org/drawingml/2006/main" noGrp="1"/>
          </p:cNvSpPr>
          <p:nvPr/>
        </p:nvSpPr>
        <p:spPr>
          <a:xfrm xmlns:a="http://schemas.openxmlformats.org/drawingml/2006/main">
            <a:off x="2952750" y="4248150"/>
            <a:ext cx="862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PYTHONPATH=src python3 -m unittest discover -s tests -v</a:t>
            </a:r>
          </a:p>
        </p:txBody>
      </p:sp>
      <p:sp>
        <p:nvSpPr>
          <p:cNvPr id="21" name="반복해서 쓸 테스트 명령">
            <a:extLst xmlns:a="http://schemas.openxmlformats.org/drawingml/2006/main">
              <a:ext uri="{FF2B5EF4-FFF2-40B4-BE49-F238E27FC236}">
                <a16:creationId xmlns:a16="http://schemas.microsoft.com/office/drawing/2014/main" id="{F8496978-8991-4BB5-A9CC-21155CBEAC73}"/>
              </a:ext>
            </a:extLst>
          </p:cNvPr>
          <p:cNvSpPr>
            <a:spLocks xmlns:a="http://schemas.openxmlformats.org/drawingml/2006/main" noGrp="1"/>
          </p:cNvSpPr>
          <p:nvPr/>
        </p:nvSpPr>
        <p:spPr>
          <a:xfrm xmlns:a="http://schemas.openxmlformats.org/drawingml/2006/main">
            <a:off x="2952750" y="4552950"/>
            <a:ext cx="8629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반복해서 쓸 테스트 명령</a:t>
            </a:r>
          </a:p>
        </p:txBody>
      </p:sp>
      <p:sp>
        <p:nvSpPr>
          <p:cNvPr id="22" name="">
            <a:extLst xmlns:a="http://schemas.openxmlformats.org/drawingml/2006/main">
              <a:ext uri="{FF2B5EF4-FFF2-40B4-BE49-F238E27FC236}">
                <a16:creationId xmlns:a16="http://schemas.microsoft.com/office/drawing/2014/main" id="{C6461352-FB63-4FA9-8529-E77E14AE4D8C}"/>
              </a:ext>
            </a:extLst>
          </p:cNvPr>
          <p:cNvSpPr>
            <a:spLocks xmlns:a="http://schemas.openxmlformats.org/drawingml/2006/main" noGrp="1"/>
          </p:cNvSpPr>
          <p:nvPr/>
        </p:nvSpPr>
        <p:spPr>
          <a:xfrm xmlns:a="http://schemas.openxmlformats.org/drawingml/2006/main">
            <a:off x="609600" y="493395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3" name="기본 제약">
            <a:extLst xmlns:a="http://schemas.openxmlformats.org/drawingml/2006/main">
              <a:ext uri="{FF2B5EF4-FFF2-40B4-BE49-F238E27FC236}">
                <a16:creationId xmlns:a16="http://schemas.microsoft.com/office/drawing/2014/main" id="{1F200470-0295-428B-BA93-6131CBADE63E}"/>
              </a:ext>
            </a:extLst>
          </p:cNvPr>
          <p:cNvSpPr>
            <a:spLocks xmlns:a="http://schemas.openxmlformats.org/drawingml/2006/main" noGrp="1"/>
          </p:cNvSpPr>
          <p:nvPr/>
        </p:nvSpPr>
        <p:spPr>
          <a:xfrm xmlns:a="http://schemas.openxmlformats.org/drawingml/2006/main">
            <a:off x="609600" y="5086350"/>
            <a:ext cx="2124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기본 제약</a:t>
            </a:r>
          </a:p>
        </p:txBody>
      </p:sp>
      <p:sp>
        <p:nvSpPr>
          <p:cNvPr id="24" name="Keep changes scoped and verify relevant behavior.">
            <a:extLst xmlns:a="http://schemas.openxmlformats.org/drawingml/2006/main">
              <a:ext uri="{FF2B5EF4-FFF2-40B4-BE49-F238E27FC236}">
                <a16:creationId xmlns:a16="http://schemas.microsoft.com/office/drawing/2014/main" id="{A1AE9EFD-38E9-442F-9CF5-86C87861F416}"/>
              </a:ext>
            </a:extLst>
          </p:cNvPr>
          <p:cNvSpPr>
            <a:spLocks xmlns:a="http://schemas.openxmlformats.org/drawingml/2006/main" noGrp="1"/>
          </p:cNvSpPr>
          <p:nvPr/>
        </p:nvSpPr>
        <p:spPr>
          <a:xfrm xmlns:a="http://schemas.openxmlformats.org/drawingml/2006/main">
            <a:off x="2952750" y="4981575"/>
            <a:ext cx="8629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Keep changes </a:t>
            </a:r>
            <a:r>
              <a:rPr sz="1725" b="1">
                <a:solidFill>
                  <a:srgbClr val="4D5A68"/>
                </a:solidFill>
                <a:latin typeface="Malgun Gothic"/>
                <a:ea typeface="Malgun Gothic"/>
                <a:cs typeface="Malgun Gothic"/>
              </a:rPr>
              <a:t>scoped and verify</a:t>
            </a:r>
            <a:r>
              <a:rPr sz="1725" b="0">
                <a:solidFill>
                  <a:srgbClr val="4D5A68"/>
                </a:solidFill>
                <a:latin typeface="Malgun Gothic"/>
                <a:ea typeface="Malgun Gothic"/>
                <a:cs typeface="Malgun Gothic"/>
              </a:rPr>
              <a:t> relevant behavior.</a:t>
            </a:r>
          </a:p>
        </p:txBody>
      </p:sp>
      <p:sp>
        <p:nvSpPr>
          <p:cNvPr id="25" name="범위를 지키고 관련 동작을 검증">
            <a:extLst xmlns:a="http://schemas.openxmlformats.org/drawingml/2006/main">
              <a:ext uri="{FF2B5EF4-FFF2-40B4-BE49-F238E27FC236}">
                <a16:creationId xmlns:a16="http://schemas.microsoft.com/office/drawing/2014/main" id="{B58F64E1-8B50-4C2B-B94E-1731694FC5DF}"/>
              </a:ext>
            </a:extLst>
          </p:cNvPr>
          <p:cNvSpPr>
            <a:spLocks xmlns:a="http://schemas.openxmlformats.org/drawingml/2006/main" noGrp="1"/>
          </p:cNvSpPr>
          <p:nvPr/>
        </p:nvSpPr>
        <p:spPr>
          <a:xfrm xmlns:a="http://schemas.openxmlformats.org/drawingml/2006/main">
            <a:off x="2952750" y="5286375"/>
            <a:ext cx="8629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범위를 지키고 관련 동작을 검증</a:t>
            </a:r>
          </a:p>
        </p:txBody>
      </p:sp>
      <p:sp>
        <p:nvSpPr>
          <p:cNvPr id="26" name="Legacy module connection">
            <a:extLst xmlns:a="http://schemas.openxmlformats.org/drawingml/2006/main">
              <a:ext uri="{FF2B5EF4-FFF2-40B4-BE49-F238E27FC236}">
                <a16:creationId xmlns:a16="http://schemas.microsoft.com/office/drawing/2014/main" id="{0C30C9A3-FE62-4F6E-A2FA-2E8C7F038C38}"/>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2075830174"/>
      </p:ext>
    </p:extLst>
  </p:cSld>
</p:sld>
</file>

<file path=ppt/slides/slide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9" name="ACT 2 · 프로젝트 작업 지침을 실제 실행에 적용">
            <a:extLst xmlns:a="http://schemas.openxmlformats.org/drawingml/2006/main">
              <a:ext uri="{FF2B5EF4-FFF2-40B4-BE49-F238E27FC236}">
                <a16:creationId xmlns:a16="http://schemas.microsoft.com/office/drawing/2014/main" id="{30D09CCA-1D5F-4110-9FDC-A18924DD0870}"/>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프로젝트 작업 지침을 실제 실행에 적용</a:t>
            </a:r>
          </a:p>
        </p:txBody>
      </p:sp>
      <p:sp>
        <p:nvSpPr>
          <p:cNvPr id="2" name="S34">
            <a:extLst xmlns:a="http://schemas.openxmlformats.org/drawingml/2006/main">
              <a:ext uri="{FF2B5EF4-FFF2-40B4-BE49-F238E27FC236}">
                <a16:creationId xmlns:a16="http://schemas.microsoft.com/office/drawing/2014/main" id="{DCF418B6-2004-4D3A-B846-B2BB8C0F56A8}"/>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S34</a:t>
            </a:r>
          </a:p>
        </p:txBody>
      </p:sp>
      <p:sp>
        <p:nvSpPr>
          <p:cNvPr id="3" name="AGENTS.md의 지침대로 검증했다">
            <a:extLst xmlns:a="http://schemas.openxmlformats.org/drawingml/2006/main">
              <a:ext uri="{FF2B5EF4-FFF2-40B4-BE49-F238E27FC236}">
                <a16:creationId xmlns:a16="http://schemas.microsoft.com/office/drawing/2014/main" id="{C2E238D1-E998-4865-B56A-720BECDDBFCA}"/>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AGENTS.md의 지침대로 검증했다</a:t>
            </a:r>
          </a:p>
        </p:txBody>
      </p:sp>
      <p:sp>
        <p:nvSpPr>
          <p:cNvPr id="4" name="">
            <a:extLst xmlns:a="http://schemas.openxmlformats.org/drawingml/2006/main">
              <a:ext uri="{FF2B5EF4-FFF2-40B4-BE49-F238E27FC236}">
                <a16:creationId xmlns:a16="http://schemas.microsoft.com/office/drawing/2014/main" id="{EA226373-ED46-4EC6-A7E6-98D4BB321BD2}"/>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3 · 실제 요청 발췌·번역 / 실행 기록 요약 · Codex CLI 0.154.0">
            <a:extLst xmlns:a="http://schemas.openxmlformats.org/drawingml/2006/main">
              <a:ext uri="{FF2B5EF4-FFF2-40B4-BE49-F238E27FC236}">
                <a16:creationId xmlns:a16="http://schemas.microsoft.com/office/drawing/2014/main" id="{0978310A-9A3F-4C9F-858E-723668068C62}"/>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TRIAL-003 · 실제 요청 발췌·번역 / 실행 기록 요약 · Codex CLI 0.154.0</a:t>
            </a:r>
          </a:p>
        </p:txBody>
      </p:sp>
      <p:sp>
        <p:nvSpPr>
          <p:cNvPr id="6" name="Skills도 실행 · README-only는 Prompt에도 명시 · AGENTS.md 단독 효과·강제 준">
            <a:extLst xmlns:a="http://schemas.openxmlformats.org/drawingml/2006/main">
              <a:ext uri="{FF2B5EF4-FFF2-40B4-BE49-F238E27FC236}">
                <a16:creationId xmlns:a16="http://schemas.microsoft.com/office/drawing/2014/main" id="{C48A6E91-818B-4C8B-8463-093CF7F05303}"/>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Skills도 실행 · README-only는 Prompt에도 명시 · AGENTS.md 단독 효과·강제 준수 보장은 미입증</a:t>
            </a:r>
          </a:p>
        </p:txBody>
      </p:sp>
      <p:sp>
        <p:nvSpPr>
          <p:cNvPr id="7" name="Task Prompt">
            <a:extLst xmlns:a="http://schemas.openxmlformats.org/drawingml/2006/main">
              <a:ext uri="{FF2B5EF4-FFF2-40B4-BE49-F238E27FC236}">
                <a16:creationId xmlns:a16="http://schemas.microsoft.com/office/drawing/2014/main" id="{29D0A566-BC46-4E15-8A73-3D1345FA43EE}"/>
              </a:ext>
            </a:extLst>
          </p:cNvPr>
          <p:cNvSpPr>
            <a:spLocks xmlns:a="http://schemas.openxmlformats.org/drawingml/2006/main" noGrp="1"/>
          </p:cNvSpPr>
          <p:nvPr/>
        </p:nvSpPr>
        <p:spPr>
          <a:xfrm xmlns:a="http://schemas.openxmlformats.org/drawingml/2006/main">
            <a:off x="609600" y="1685925"/>
            <a:ext cx="4267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Task Prompt</a:t>
            </a:r>
          </a:p>
        </p:txBody>
      </p:sp>
      <p:sp>
        <p:nvSpPr>
          <p:cNvPr id="8" name="저장소의 작업 지침">
            <a:extLst xmlns:a="http://schemas.openxmlformats.org/drawingml/2006/main">
              <a:ext uri="{FF2B5EF4-FFF2-40B4-BE49-F238E27FC236}">
                <a16:creationId xmlns:a16="http://schemas.microsoft.com/office/drawing/2014/main" id="{77EF7B07-1A36-45F1-847D-B1C49E9533A6}"/>
              </a:ext>
            </a:extLst>
          </p:cNvPr>
          <p:cNvSpPr>
            <a:spLocks xmlns:a="http://schemas.openxmlformats.org/drawingml/2006/main" noGrp="1"/>
          </p:cNvSpPr>
          <p:nvPr/>
        </p:nvSpPr>
        <p:spPr>
          <a:xfrm xmlns:a="http://schemas.openxmlformats.org/drawingml/2006/main">
            <a:off x="5486400" y="1685925"/>
            <a:ext cx="312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저장소의 작업 지침</a:t>
            </a:r>
          </a:p>
        </p:txBody>
      </p:sp>
      <p:sp>
        <p:nvSpPr>
          <p:cNvPr id="9" name="실행 기록">
            <a:extLst xmlns:a="http://schemas.openxmlformats.org/drawingml/2006/main">
              <a:ext uri="{FF2B5EF4-FFF2-40B4-BE49-F238E27FC236}">
                <a16:creationId xmlns:a16="http://schemas.microsoft.com/office/drawing/2014/main" id="{31F1395C-601C-497B-97A5-F2C1E0EA2D5E}"/>
              </a:ext>
            </a:extLst>
          </p:cNvPr>
          <p:cNvSpPr>
            <a:spLocks xmlns:a="http://schemas.openxmlformats.org/drawingml/2006/main" noGrp="1"/>
          </p:cNvSpPr>
          <p:nvPr/>
        </p:nvSpPr>
        <p:spPr>
          <a:xfrm xmlns:a="http://schemas.openxmlformats.org/drawingml/2006/main">
            <a:off x="9220200" y="1685925"/>
            <a:ext cx="2362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실행 기록</a:t>
            </a:r>
          </a:p>
        </p:txBody>
      </p:sp>
      <p:sp>
        <p:nvSpPr>
          <p:cNvPr id="10" name="">
            <a:extLst xmlns:a="http://schemas.openxmlformats.org/drawingml/2006/main">
              <a:ext uri="{FF2B5EF4-FFF2-40B4-BE49-F238E27FC236}">
                <a16:creationId xmlns:a16="http://schemas.microsoft.com/office/drawing/2014/main" id="{116288AE-D034-4A8B-BEF0-C784E33A3440}"/>
              </a:ext>
            </a:extLst>
          </p:cNvPr>
          <p:cNvSpPr>
            <a:spLocks xmlns:a="http://schemas.openxmlformats.org/drawingml/2006/main" noGrp="1"/>
          </p:cNvSpPr>
          <p:nvPr/>
        </p:nvSpPr>
        <p:spPr>
          <a:xfrm xmlns:a="http://schemas.openxmlformats.org/drawingml/2006/main">
            <a:off x="609600" y="2133600"/>
            <a:ext cx="4267200" cy="2409825"/>
          </a:xfrm>
          <a:prstGeom xmlns:a="http://schemas.openxmlformats.org/drawingml/2006/main" prst="roundRect">
            <a:avLst>
              <a:gd name="adj" fmla="val 4743"/>
            </a:avLst>
          </a:prstGeom>
          <a:solidFill xmlns:a="http://schemas.openxmlformats.org/drawingml/2006/main">
            <a:srgbClr val="FFFFFF"/>
          </a:solidFill>
          <a:ln xmlns:a="http://schemas.openxmlformats.org/drawingml/2006/main" w="14288">
            <a:solidFill>
              <a:srgbClr val="C7D0DA"/>
            </a:solidFill>
            <a:prstDash val="solid"/>
          </a:ln>
        </p:spPr>
      </p:sp>
      <p:sp>
        <p:nvSpPr>
          <p:cNvPr id="11" name="실제 요청 · 핵심 발췌·번역">
            <a:extLst xmlns:a="http://schemas.openxmlformats.org/drawingml/2006/main">
              <a:ext uri="{FF2B5EF4-FFF2-40B4-BE49-F238E27FC236}">
                <a16:creationId xmlns:a16="http://schemas.microsoft.com/office/drawing/2014/main" id="{6FB05EBE-7F60-43FC-BBD6-2B95ACDF71E5}"/>
              </a:ext>
            </a:extLst>
          </p:cNvPr>
          <p:cNvSpPr>
            <a:spLocks xmlns:a="http://schemas.openxmlformats.org/drawingml/2006/main" noGrp="1"/>
          </p:cNvSpPr>
          <p:nvPr/>
        </p:nvSpPr>
        <p:spPr>
          <a:xfrm xmlns:a="http://schemas.openxmlformats.org/drawingml/2006/main">
            <a:off x="800100" y="2238375"/>
            <a:ext cx="3886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실제 요청 · 핵심 발췌·번역</a:t>
            </a:r>
          </a:p>
        </p:txBody>
      </p:sp>
      <p:sp>
        <p:nvSpPr>
          <p:cNvPr id="12" name="">
            <a:extLst xmlns:a="http://schemas.openxmlformats.org/drawingml/2006/main">
              <a:ext uri="{FF2B5EF4-FFF2-40B4-BE49-F238E27FC236}">
                <a16:creationId xmlns:a16="http://schemas.microsoft.com/office/drawing/2014/main" id="{DB4416D8-4E72-46A5-B992-A4DD036251A2}"/>
              </a:ext>
            </a:extLst>
          </p:cNvPr>
          <p:cNvSpPr>
            <a:spLocks xmlns:a="http://schemas.openxmlformats.org/drawingml/2006/main" noGrp="1"/>
          </p:cNvSpPr>
          <p:nvPr/>
        </p:nvSpPr>
        <p:spPr>
          <a:xfrm xmlns:a="http://schemas.openxmlformats.org/drawingml/2006/main">
            <a:off x="800100" y="2609850"/>
            <a:ext cx="3886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README의 Test 섹션을 고쳐줘.&#10;과거 STATE-00 실패와&#10;현재 checkout을 구분해줘.&#10;근거 ">
            <a:extLst xmlns:a="http://schemas.openxmlformats.org/drawingml/2006/main">
              <a:ext uri="{FF2B5EF4-FFF2-40B4-BE49-F238E27FC236}">
                <a16:creationId xmlns:a16="http://schemas.microsoft.com/office/drawing/2014/main" id="{21FBE1BB-E4B9-4149-9602-AE1C62F126EB}"/>
              </a:ext>
            </a:extLst>
          </p:cNvPr>
          <p:cNvSpPr>
            <a:spLocks xmlns:a="http://schemas.openxmlformats.org/drawingml/2006/main" noGrp="1"/>
          </p:cNvSpPr>
          <p:nvPr/>
        </p:nvSpPr>
        <p:spPr>
          <a:xfrm xmlns:a="http://schemas.openxmlformats.org/drawingml/2006/main">
            <a:off x="800100" y="2695575"/>
            <a:ext cx="388620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README의 Test 섹션을 고쳐줘.</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과거 STATE-00 실패와</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현재 checkout을 구분해줘.</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근거 없는 주장은 하지 마.</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README.md만 변경하고,</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최종 diff·검증 근거를 보고해줘.</a:t>
            </a:r>
          </a:p>
        </p:txBody>
      </p:sp>
      <p:sp>
        <p:nvSpPr>
          <p:cNvPr id="14" name="원문 밖 주석">
            <a:extLst xmlns:a="http://schemas.openxmlformats.org/drawingml/2006/main">
              <a:ext uri="{FF2B5EF4-FFF2-40B4-BE49-F238E27FC236}">
                <a16:creationId xmlns:a16="http://schemas.microsoft.com/office/drawing/2014/main" id="{97B24E50-B77A-457C-9EED-11B4903C2E26}"/>
              </a:ext>
            </a:extLst>
          </p:cNvPr>
          <p:cNvSpPr>
            <a:spLocks xmlns:a="http://schemas.openxmlformats.org/drawingml/2006/main" noGrp="1"/>
          </p:cNvSpPr>
          <p:nvPr/>
        </p:nvSpPr>
        <p:spPr>
          <a:xfrm xmlns:a="http://schemas.openxmlformats.org/drawingml/2006/main">
            <a:off x="609600" y="4657725"/>
            <a:ext cx="426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1">
                <a:solidFill>
                  <a:srgbClr val="4D5A68"/>
                </a:solidFill>
                <a:latin typeface="Malgun Gothic"/>
                <a:ea typeface="Malgun Gothic"/>
                <a:cs typeface="Malgun Gothic"/>
              </a:defRPr>
            </a:defPPr>
            <a:lvl1pPr algn="l">
              <a:defRPr sz="1500" b="1">
                <a:solidFill>
                  <a:srgbClr val="4D5A68"/>
                </a:solidFill>
                <a:latin typeface="Malgun Gothic"/>
                <a:ea typeface="Malgun Gothic"/>
                <a:cs typeface="Malgun Gothic"/>
              </a:defRPr>
            </a:lvl1pPr>
            <a:lvl2pPr algn="l">
              <a:defRPr sz="1500" b="1">
                <a:solidFill>
                  <a:srgbClr val="4D5A68"/>
                </a:solidFill>
                <a:latin typeface="Malgun Gothic"/>
                <a:ea typeface="Malgun Gothic"/>
                <a:cs typeface="Malgun Gothic"/>
              </a:defRPr>
            </a:lvl2pPr>
            <a:lvl3pPr algn="l">
              <a:defRPr sz="1500" b="1">
                <a:solidFill>
                  <a:srgbClr val="4D5A68"/>
                </a:solidFill>
                <a:latin typeface="Malgun Gothic"/>
                <a:ea typeface="Malgun Gothic"/>
                <a:cs typeface="Malgun Gothic"/>
              </a:defRPr>
            </a:lvl3pPr>
            <a:lvl4pPr algn="l">
              <a:defRPr sz="1500" b="1">
                <a:solidFill>
                  <a:srgbClr val="4D5A68"/>
                </a:solidFill>
                <a:latin typeface="Malgun Gothic"/>
                <a:ea typeface="Malgun Gothic"/>
                <a:cs typeface="Malgun Gothic"/>
              </a:defRPr>
            </a:lvl4pPr>
            <a:lvl5pPr algn="l">
              <a:defRPr sz="1500" b="1">
                <a:solidFill>
                  <a:srgbClr val="4D5A68"/>
                </a:solidFill>
                <a:latin typeface="Malgun Gothic"/>
                <a:ea typeface="Malgun Gothic"/>
                <a:cs typeface="Malgun Gothic"/>
              </a:defRPr>
            </a:lvl5pPr>
            <a:lvl6pPr algn="l">
              <a:defRPr sz="1500" b="1">
                <a:solidFill>
                  <a:srgbClr val="4D5A68"/>
                </a:solidFill>
                <a:latin typeface="Malgun Gothic"/>
                <a:ea typeface="Malgun Gothic"/>
                <a:cs typeface="Malgun Gothic"/>
              </a:defRPr>
            </a:lvl6pPr>
            <a:lvl7pPr algn="l">
              <a:defRPr sz="1500" b="1">
                <a:solidFill>
                  <a:srgbClr val="4D5A68"/>
                </a:solidFill>
                <a:latin typeface="Malgun Gothic"/>
                <a:ea typeface="Malgun Gothic"/>
                <a:cs typeface="Malgun Gothic"/>
              </a:defRPr>
            </a:lvl7pPr>
            <a:lvl8pPr algn="l">
              <a:defRPr sz="1500" b="1">
                <a:solidFill>
                  <a:srgbClr val="4D5A68"/>
                </a:solidFill>
                <a:latin typeface="Malgun Gothic"/>
                <a:ea typeface="Malgun Gothic"/>
                <a:cs typeface="Malgun Gothic"/>
              </a:defRPr>
            </a:lvl8pPr>
            <a:lvl9pPr algn="l">
              <a:defRPr sz="1500" b="1">
                <a:solidFill>
                  <a:srgbClr val="4D5A68"/>
                </a:solidFill>
                <a:latin typeface="Malgun Gothic"/>
                <a:ea typeface="Malgun Gothic"/>
                <a:cs typeface="Malgun Gothic"/>
              </a:defRPr>
            </a:lvl9pPr>
          </a:lstStyle>
          <a:p xmlns:a="http://schemas.openxmlformats.org/drawingml/2006/main">
            <a:pPr algn="l">
              <a:defRPr sz="1500" b="1">
                <a:solidFill>
                  <a:srgbClr val="4D5A68"/>
                </a:solidFill>
                <a:latin typeface="Malgun Gothic"/>
                <a:ea typeface="Malgun Gothic"/>
                <a:cs typeface="Malgun Gothic"/>
              </a:defRPr>
            </a:pPr>
            <a:r>
              <a:rPr sz="1500" b="1">
                <a:solidFill>
                  <a:srgbClr val="4D5A68"/>
                </a:solidFill>
                <a:latin typeface="Malgun Gothic"/>
                <a:ea typeface="Malgun Gothic"/>
                <a:cs typeface="Malgun Gothic"/>
              </a:rPr>
              <a:t>원문 밖 주석</a:t>
            </a:r>
          </a:p>
        </p:txBody>
      </p:sp>
      <p:sp>
        <p:nvSpPr>
          <p:cNvPr id="15" name="실제 요청에는 테스트 명령 미포함">
            <a:extLst xmlns:a="http://schemas.openxmlformats.org/drawingml/2006/main">
              <a:ext uri="{FF2B5EF4-FFF2-40B4-BE49-F238E27FC236}">
                <a16:creationId xmlns:a16="http://schemas.microsoft.com/office/drawing/2014/main" id="{EDD3A407-006C-4126-9965-1B657EB9D12D}"/>
              </a:ext>
            </a:extLst>
          </p:cNvPr>
          <p:cNvSpPr>
            <a:spLocks xmlns:a="http://schemas.openxmlformats.org/drawingml/2006/main" noGrp="1"/>
          </p:cNvSpPr>
          <p:nvPr/>
        </p:nvSpPr>
        <p:spPr>
          <a:xfrm xmlns:a="http://schemas.openxmlformats.org/drawingml/2006/main">
            <a:off x="609600" y="4933950"/>
            <a:ext cx="426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실제 요청에는 테스트 명령 미포함</a:t>
            </a:r>
          </a:p>
        </p:txBody>
      </p:sp>
      <p:sp>
        <p:nvSpPr>
          <p:cNvPr id="16" name="">
            <a:extLst xmlns:a="http://schemas.openxmlformats.org/drawingml/2006/main">
              <a:ext uri="{FF2B5EF4-FFF2-40B4-BE49-F238E27FC236}">
                <a16:creationId xmlns:a16="http://schemas.microsoft.com/office/drawing/2014/main" id="{519ED956-D20C-4B62-BC5F-98D35346905F}"/>
              </a:ext>
            </a:extLst>
          </p:cNvPr>
          <p:cNvSpPr>
            <a:spLocks xmlns:a="http://schemas.openxmlformats.org/drawingml/2006/main" noGrp="1"/>
          </p:cNvSpPr>
          <p:nvPr/>
        </p:nvSpPr>
        <p:spPr>
          <a:xfrm xmlns:a="http://schemas.openxmlformats.org/drawingml/2006/main">
            <a:off x="5486400" y="2133600"/>
            <a:ext cx="3124200" cy="2409825"/>
          </a:xfrm>
          <a:prstGeom xmlns:a="http://schemas.openxmlformats.org/drawingml/2006/main" prst="rect">
            <a:avLst/>
          </a:prstGeom>
          <a:solidFill xmlns:a="http://schemas.openxmlformats.org/drawingml/2006/main">
            <a:srgbClr val="E0EFF0"/>
          </a:solidFill>
          <a:ln xmlns:a="http://schemas.openxmlformats.org/drawingml/2006/main" w="14288">
            <a:solidFill>
              <a:srgbClr val="0B6172"/>
            </a:solidFill>
            <a:prstDash val="solid"/>
          </a:ln>
        </p:spPr>
      </p:sp>
      <p:sp>
        <p:nvSpPr>
          <p:cNvPr id="17" name="AGENTS.md">
            <a:extLst xmlns:a="http://schemas.openxmlformats.org/drawingml/2006/main">
              <a:ext uri="{FF2B5EF4-FFF2-40B4-BE49-F238E27FC236}">
                <a16:creationId xmlns:a16="http://schemas.microsoft.com/office/drawing/2014/main" id="{B7DCF2B0-D34E-4627-8873-92786825B89C}"/>
              </a:ext>
            </a:extLst>
          </p:cNvPr>
          <p:cNvSpPr>
            <a:spLocks xmlns:a="http://schemas.openxmlformats.org/drawingml/2006/main" noGrp="1"/>
          </p:cNvSpPr>
          <p:nvPr/>
        </p:nvSpPr>
        <p:spPr>
          <a:xfrm xmlns:a="http://schemas.openxmlformats.org/drawingml/2006/main">
            <a:off x="5676900" y="2362200"/>
            <a:ext cx="2743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Consolas"/>
                <a:ea typeface="Consolas"/>
                <a:cs typeface="Consolas"/>
              </a:defRPr>
            </a:defPPr>
            <a:lvl1pPr algn="l">
              <a:defRPr sz="2400" b="1">
                <a:solidFill>
                  <a:srgbClr val="0B6172"/>
                </a:solidFill>
                <a:latin typeface="Consolas"/>
                <a:ea typeface="Consolas"/>
                <a:cs typeface="Consolas"/>
              </a:defRPr>
            </a:lvl1pPr>
            <a:lvl2pPr algn="l">
              <a:defRPr sz="2400" b="1">
                <a:solidFill>
                  <a:srgbClr val="0B6172"/>
                </a:solidFill>
                <a:latin typeface="Consolas"/>
                <a:ea typeface="Consolas"/>
                <a:cs typeface="Consolas"/>
              </a:defRPr>
            </a:lvl2pPr>
            <a:lvl3pPr algn="l">
              <a:defRPr sz="2400" b="1">
                <a:solidFill>
                  <a:srgbClr val="0B6172"/>
                </a:solidFill>
                <a:latin typeface="Consolas"/>
                <a:ea typeface="Consolas"/>
                <a:cs typeface="Consolas"/>
              </a:defRPr>
            </a:lvl3pPr>
            <a:lvl4pPr algn="l">
              <a:defRPr sz="2400" b="1">
                <a:solidFill>
                  <a:srgbClr val="0B6172"/>
                </a:solidFill>
                <a:latin typeface="Consolas"/>
                <a:ea typeface="Consolas"/>
                <a:cs typeface="Consolas"/>
              </a:defRPr>
            </a:lvl4pPr>
            <a:lvl5pPr algn="l">
              <a:defRPr sz="2400" b="1">
                <a:solidFill>
                  <a:srgbClr val="0B6172"/>
                </a:solidFill>
                <a:latin typeface="Consolas"/>
                <a:ea typeface="Consolas"/>
                <a:cs typeface="Consolas"/>
              </a:defRPr>
            </a:lvl5pPr>
            <a:lvl6pPr algn="l">
              <a:defRPr sz="2400" b="1">
                <a:solidFill>
                  <a:srgbClr val="0B6172"/>
                </a:solidFill>
                <a:latin typeface="Consolas"/>
                <a:ea typeface="Consolas"/>
                <a:cs typeface="Consolas"/>
              </a:defRPr>
            </a:lvl6pPr>
            <a:lvl7pPr algn="l">
              <a:defRPr sz="2400" b="1">
                <a:solidFill>
                  <a:srgbClr val="0B6172"/>
                </a:solidFill>
                <a:latin typeface="Consolas"/>
                <a:ea typeface="Consolas"/>
                <a:cs typeface="Consolas"/>
              </a:defRPr>
            </a:lvl7pPr>
            <a:lvl8pPr algn="l">
              <a:defRPr sz="2400" b="1">
                <a:solidFill>
                  <a:srgbClr val="0B6172"/>
                </a:solidFill>
                <a:latin typeface="Consolas"/>
                <a:ea typeface="Consolas"/>
                <a:cs typeface="Consolas"/>
              </a:defRPr>
            </a:lvl8pPr>
            <a:lvl9pPr algn="l">
              <a:defRPr sz="2400" b="1">
                <a:solidFill>
                  <a:srgbClr val="0B6172"/>
                </a:solidFill>
                <a:latin typeface="Consolas"/>
                <a:ea typeface="Consolas"/>
                <a:cs typeface="Consolas"/>
              </a:defRPr>
            </a:lvl9pPr>
          </a:lstStyle>
          <a:p xmlns:a="http://schemas.openxmlformats.org/drawingml/2006/main">
            <a:pPr algn="l">
              <a:defRPr sz="2400" b="1">
                <a:solidFill>
                  <a:srgbClr val="0B6172"/>
                </a:solidFill>
                <a:latin typeface="Consolas"/>
                <a:ea typeface="Consolas"/>
                <a:cs typeface="Consolas"/>
              </a:defRPr>
            </a:pPr>
            <a:r>
              <a:rPr sz="2400" b="1">
                <a:solidFill>
                  <a:srgbClr val="0B6172"/>
                </a:solidFill>
                <a:latin typeface="Consolas"/>
                <a:ea typeface="Consolas"/>
                <a:cs typeface="Consolas"/>
              </a:rPr>
              <a:t>AGENTS.md</a:t>
            </a:r>
          </a:p>
        </p:txBody>
      </p:sp>
      <p:sp>
        <p:nvSpPr>
          <p:cNvPr id="18" name="프로젝트 작업 규칙">
            <a:extLst xmlns:a="http://schemas.openxmlformats.org/drawingml/2006/main">
              <a:ext uri="{FF2B5EF4-FFF2-40B4-BE49-F238E27FC236}">
                <a16:creationId xmlns:a16="http://schemas.microsoft.com/office/drawing/2014/main" id="{1192B2F2-5522-42DB-A4A3-8F3ACCA29409}"/>
              </a:ext>
            </a:extLst>
          </p:cNvPr>
          <p:cNvSpPr>
            <a:spLocks xmlns:a="http://schemas.openxmlformats.org/drawingml/2006/main" noGrp="1"/>
          </p:cNvSpPr>
          <p:nvPr/>
        </p:nvSpPr>
        <p:spPr>
          <a:xfrm xmlns:a="http://schemas.openxmlformats.org/drawingml/2006/main">
            <a:off x="5676900" y="2924175"/>
            <a:ext cx="2743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프로젝트 작업 규칙</a:t>
            </a:r>
          </a:p>
        </p:txBody>
      </p:sp>
      <p:sp>
        <p:nvSpPr>
          <p:cNvPr id="19" name="">
            <a:extLst xmlns:a="http://schemas.openxmlformats.org/drawingml/2006/main">
              <a:ext uri="{FF2B5EF4-FFF2-40B4-BE49-F238E27FC236}">
                <a16:creationId xmlns:a16="http://schemas.microsoft.com/office/drawing/2014/main" id="{724D071F-8227-4246-A0DF-70302FE30F69}"/>
              </a:ext>
            </a:extLst>
          </p:cNvPr>
          <p:cNvSpPr>
            <a:spLocks xmlns:a="http://schemas.openxmlformats.org/drawingml/2006/main" noGrp="1"/>
          </p:cNvSpPr>
          <p:nvPr/>
        </p:nvSpPr>
        <p:spPr>
          <a:xfrm xmlns:a="http://schemas.openxmlformats.org/drawingml/2006/main">
            <a:off x="5676900" y="3333750"/>
            <a:ext cx="27432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지정된 명령으로&#10;전체 테스트를 실행">
            <a:extLst xmlns:a="http://schemas.openxmlformats.org/drawingml/2006/main">
              <a:ext uri="{FF2B5EF4-FFF2-40B4-BE49-F238E27FC236}">
                <a16:creationId xmlns:a16="http://schemas.microsoft.com/office/drawing/2014/main" id="{D5690ED7-C340-4D66-B32F-1B6F59D2F387}"/>
              </a:ext>
            </a:extLst>
          </p:cNvPr>
          <p:cNvSpPr>
            <a:spLocks xmlns:a="http://schemas.openxmlformats.org/drawingml/2006/main" noGrp="1"/>
          </p:cNvSpPr>
          <p:nvPr/>
        </p:nvSpPr>
        <p:spPr>
          <a:xfrm xmlns:a="http://schemas.openxmlformats.org/drawingml/2006/main">
            <a:off x="5676900" y="3486150"/>
            <a:ext cx="2743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지정된 명령으로</a:t>
            </a:r>
          </a:p>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전체 테스트를 실행</a:t>
            </a:r>
          </a:p>
        </p:txBody>
      </p:sp>
      <p:sp>
        <p:nvSpPr>
          <p:cNvPr id="21" name="지침의 명령을 실제 사용">
            <a:extLst xmlns:a="http://schemas.openxmlformats.org/drawingml/2006/main">
              <a:ext uri="{FF2B5EF4-FFF2-40B4-BE49-F238E27FC236}">
                <a16:creationId xmlns:a16="http://schemas.microsoft.com/office/drawing/2014/main" id="{E2CA3D9D-63A7-4D34-A02E-27CD4FAC1A22}"/>
              </a:ext>
            </a:extLst>
          </p:cNvPr>
          <p:cNvSpPr>
            <a:spLocks xmlns:a="http://schemas.openxmlformats.org/drawingml/2006/main" noGrp="1"/>
          </p:cNvSpPr>
          <p:nvPr/>
        </p:nvSpPr>
        <p:spPr>
          <a:xfrm xmlns:a="http://schemas.openxmlformats.org/drawingml/2006/main">
            <a:off x="5676900" y="4238625"/>
            <a:ext cx="2743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0B6172"/>
                </a:solidFill>
                <a:latin typeface="Malgun Gothic"/>
                <a:ea typeface="Malgun Gothic"/>
                <a:cs typeface="Malgun Gothic"/>
              </a:defRPr>
            </a:defPPr>
            <a:lvl1pPr algn="l">
              <a:defRPr sz="1575" b="1">
                <a:solidFill>
                  <a:srgbClr val="0B6172"/>
                </a:solidFill>
                <a:latin typeface="Malgun Gothic"/>
                <a:ea typeface="Malgun Gothic"/>
                <a:cs typeface="Malgun Gothic"/>
              </a:defRPr>
            </a:lvl1pPr>
            <a:lvl2pPr algn="l">
              <a:defRPr sz="1575" b="1">
                <a:solidFill>
                  <a:srgbClr val="0B6172"/>
                </a:solidFill>
                <a:latin typeface="Malgun Gothic"/>
                <a:ea typeface="Malgun Gothic"/>
                <a:cs typeface="Malgun Gothic"/>
              </a:defRPr>
            </a:lvl2pPr>
            <a:lvl3pPr algn="l">
              <a:defRPr sz="1575" b="1">
                <a:solidFill>
                  <a:srgbClr val="0B6172"/>
                </a:solidFill>
                <a:latin typeface="Malgun Gothic"/>
                <a:ea typeface="Malgun Gothic"/>
                <a:cs typeface="Malgun Gothic"/>
              </a:defRPr>
            </a:lvl3pPr>
            <a:lvl4pPr algn="l">
              <a:defRPr sz="1575" b="1">
                <a:solidFill>
                  <a:srgbClr val="0B6172"/>
                </a:solidFill>
                <a:latin typeface="Malgun Gothic"/>
                <a:ea typeface="Malgun Gothic"/>
                <a:cs typeface="Malgun Gothic"/>
              </a:defRPr>
            </a:lvl4pPr>
            <a:lvl5pPr algn="l">
              <a:defRPr sz="1575" b="1">
                <a:solidFill>
                  <a:srgbClr val="0B6172"/>
                </a:solidFill>
                <a:latin typeface="Malgun Gothic"/>
                <a:ea typeface="Malgun Gothic"/>
                <a:cs typeface="Malgun Gothic"/>
              </a:defRPr>
            </a:lvl5pPr>
            <a:lvl6pPr algn="l">
              <a:defRPr sz="1575" b="1">
                <a:solidFill>
                  <a:srgbClr val="0B6172"/>
                </a:solidFill>
                <a:latin typeface="Malgun Gothic"/>
                <a:ea typeface="Malgun Gothic"/>
                <a:cs typeface="Malgun Gothic"/>
              </a:defRPr>
            </a:lvl6pPr>
            <a:lvl7pPr algn="l">
              <a:defRPr sz="1575" b="1">
                <a:solidFill>
                  <a:srgbClr val="0B6172"/>
                </a:solidFill>
                <a:latin typeface="Malgun Gothic"/>
                <a:ea typeface="Malgun Gothic"/>
                <a:cs typeface="Malgun Gothic"/>
              </a:defRPr>
            </a:lvl7pPr>
            <a:lvl8pPr algn="l">
              <a:defRPr sz="1575" b="1">
                <a:solidFill>
                  <a:srgbClr val="0B6172"/>
                </a:solidFill>
                <a:latin typeface="Malgun Gothic"/>
                <a:ea typeface="Malgun Gothic"/>
                <a:cs typeface="Malgun Gothic"/>
              </a:defRPr>
            </a:lvl8pPr>
            <a:lvl9pPr algn="l">
              <a:defRPr sz="1575" b="1">
                <a:solidFill>
                  <a:srgbClr val="0B6172"/>
                </a:solidFill>
                <a:latin typeface="Malgun Gothic"/>
                <a:ea typeface="Malgun Gothic"/>
                <a:cs typeface="Malgun Gothic"/>
              </a:defRPr>
            </a:lvl9pPr>
          </a:lstStyle>
          <a:p xmlns:a="http://schemas.openxmlformats.org/drawingml/2006/main">
            <a:pPr algn="l">
              <a:defRPr sz="1575" b="1">
                <a:solidFill>
                  <a:srgbClr val="0B6172"/>
                </a:solidFill>
                <a:latin typeface="Malgun Gothic"/>
                <a:ea typeface="Malgun Gothic"/>
                <a:cs typeface="Malgun Gothic"/>
              </a:defRPr>
            </a:pPr>
            <a:r>
              <a:rPr sz="1575" b="1">
                <a:solidFill>
                  <a:srgbClr val="0B6172"/>
                </a:solidFill>
                <a:latin typeface="Malgun Gothic"/>
                <a:ea typeface="Malgun Gothic"/>
                <a:cs typeface="Malgun Gothic"/>
              </a:rPr>
              <a:t>지침의 명령을 실제 사용</a:t>
            </a:r>
          </a:p>
        </p:txBody>
      </p:sp>
      <p:sp>
        <p:nvSpPr>
          <p:cNvPr id="22" name="전체 테스트">
            <a:extLst xmlns:a="http://schemas.openxmlformats.org/drawingml/2006/main">
              <a:ext uri="{FF2B5EF4-FFF2-40B4-BE49-F238E27FC236}">
                <a16:creationId xmlns:a16="http://schemas.microsoft.com/office/drawing/2014/main" id="{0B911B2D-F088-4B29-AAF5-3315656D1772}"/>
              </a:ext>
            </a:extLst>
          </p:cNvPr>
          <p:cNvSpPr>
            <a:spLocks xmlns:a="http://schemas.openxmlformats.org/drawingml/2006/main" noGrp="1"/>
          </p:cNvSpPr>
          <p:nvPr/>
        </p:nvSpPr>
        <p:spPr>
          <a:xfrm xmlns:a="http://schemas.openxmlformats.org/drawingml/2006/main">
            <a:off x="9220200" y="2571750"/>
            <a:ext cx="2362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전체 테스트</a:t>
            </a:r>
          </a:p>
        </p:txBody>
      </p:sp>
      <p:sp>
        <p:nvSpPr>
          <p:cNvPr id="23" name="11 / 11">
            <a:extLst xmlns:a="http://schemas.openxmlformats.org/drawingml/2006/main">
              <a:ext uri="{FF2B5EF4-FFF2-40B4-BE49-F238E27FC236}">
                <a16:creationId xmlns:a16="http://schemas.microsoft.com/office/drawing/2014/main" id="{FE324794-AE60-4FD9-8490-615D869350CF}"/>
              </a:ext>
            </a:extLst>
          </p:cNvPr>
          <p:cNvSpPr>
            <a:spLocks xmlns:a="http://schemas.openxmlformats.org/drawingml/2006/main" noGrp="1"/>
          </p:cNvSpPr>
          <p:nvPr/>
        </p:nvSpPr>
        <p:spPr>
          <a:xfrm xmlns:a="http://schemas.openxmlformats.org/drawingml/2006/main">
            <a:off x="9220200" y="3171825"/>
            <a:ext cx="2362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176B4D"/>
                </a:solidFill>
                <a:latin typeface="Malgun Gothic"/>
                <a:ea typeface="Malgun Gothic"/>
                <a:cs typeface="Malgun Gothic"/>
              </a:defRPr>
            </a:defPPr>
            <a:lvl1pPr algn="l">
              <a:defRPr sz="3750" b="1">
                <a:solidFill>
                  <a:srgbClr val="176B4D"/>
                </a:solidFill>
                <a:latin typeface="Malgun Gothic"/>
                <a:ea typeface="Malgun Gothic"/>
                <a:cs typeface="Malgun Gothic"/>
              </a:defRPr>
            </a:lvl1pPr>
            <a:lvl2pPr algn="l">
              <a:defRPr sz="3750" b="1">
                <a:solidFill>
                  <a:srgbClr val="176B4D"/>
                </a:solidFill>
                <a:latin typeface="Malgun Gothic"/>
                <a:ea typeface="Malgun Gothic"/>
                <a:cs typeface="Malgun Gothic"/>
              </a:defRPr>
            </a:lvl2pPr>
            <a:lvl3pPr algn="l">
              <a:defRPr sz="3750" b="1">
                <a:solidFill>
                  <a:srgbClr val="176B4D"/>
                </a:solidFill>
                <a:latin typeface="Malgun Gothic"/>
                <a:ea typeface="Malgun Gothic"/>
                <a:cs typeface="Malgun Gothic"/>
              </a:defRPr>
            </a:lvl3pPr>
            <a:lvl4pPr algn="l">
              <a:defRPr sz="3750" b="1">
                <a:solidFill>
                  <a:srgbClr val="176B4D"/>
                </a:solidFill>
                <a:latin typeface="Malgun Gothic"/>
                <a:ea typeface="Malgun Gothic"/>
                <a:cs typeface="Malgun Gothic"/>
              </a:defRPr>
            </a:lvl4pPr>
            <a:lvl5pPr algn="l">
              <a:defRPr sz="3750" b="1">
                <a:solidFill>
                  <a:srgbClr val="176B4D"/>
                </a:solidFill>
                <a:latin typeface="Malgun Gothic"/>
                <a:ea typeface="Malgun Gothic"/>
                <a:cs typeface="Malgun Gothic"/>
              </a:defRPr>
            </a:lvl5pPr>
            <a:lvl6pPr algn="l">
              <a:defRPr sz="3750" b="1">
                <a:solidFill>
                  <a:srgbClr val="176B4D"/>
                </a:solidFill>
                <a:latin typeface="Malgun Gothic"/>
                <a:ea typeface="Malgun Gothic"/>
                <a:cs typeface="Malgun Gothic"/>
              </a:defRPr>
            </a:lvl6pPr>
            <a:lvl7pPr algn="l">
              <a:defRPr sz="3750" b="1">
                <a:solidFill>
                  <a:srgbClr val="176B4D"/>
                </a:solidFill>
                <a:latin typeface="Malgun Gothic"/>
                <a:ea typeface="Malgun Gothic"/>
                <a:cs typeface="Malgun Gothic"/>
              </a:defRPr>
            </a:lvl7pPr>
            <a:lvl8pPr algn="l">
              <a:defRPr sz="3750" b="1">
                <a:solidFill>
                  <a:srgbClr val="176B4D"/>
                </a:solidFill>
                <a:latin typeface="Malgun Gothic"/>
                <a:ea typeface="Malgun Gothic"/>
                <a:cs typeface="Malgun Gothic"/>
              </a:defRPr>
            </a:lvl8pPr>
            <a:lvl9pPr algn="l">
              <a:defRPr sz="3750" b="1">
                <a:solidFill>
                  <a:srgbClr val="176B4D"/>
                </a:solidFill>
                <a:latin typeface="Malgun Gothic"/>
                <a:ea typeface="Malgun Gothic"/>
                <a:cs typeface="Malgun Gothic"/>
              </a:defRPr>
            </a:lvl9pPr>
          </a:lstStyle>
          <a:p xmlns:a="http://schemas.openxmlformats.org/drawingml/2006/main">
            <a:pPr algn="l">
              <a:defRPr sz="3750" b="1">
                <a:solidFill>
                  <a:srgbClr val="176B4D"/>
                </a:solidFill>
                <a:latin typeface="Malgun Gothic"/>
                <a:ea typeface="Malgun Gothic"/>
                <a:cs typeface="Malgun Gothic"/>
              </a:defRPr>
            </a:pPr>
            <a:r>
              <a:rPr sz="3750" b="1">
                <a:solidFill>
                  <a:srgbClr val="176B4D"/>
                </a:solidFill>
                <a:latin typeface="Malgun Gothic"/>
                <a:ea typeface="Malgun Gothic"/>
                <a:cs typeface="Malgun Gothic"/>
              </a:rPr>
              <a:t>11 / 11</a:t>
            </a:r>
          </a:p>
        </p:txBody>
      </p:sp>
      <p:sp>
        <p:nvSpPr>
          <p:cNvPr id="24" name="PASS">
            <a:extLst xmlns:a="http://schemas.openxmlformats.org/drawingml/2006/main">
              <a:ext uri="{FF2B5EF4-FFF2-40B4-BE49-F238E27FC236}">
                <a16:creationId xmlns:a16="http://schemas.microsoft.com/office/drawing/2014/main" id="{B88E114E-6AEF-47A8-B7D1-82B1F7DCB268}"/>
              </a:ext>
            </a:extLst>
          </p:cNvPr>
          <p:cNvSpPr>
            <a:spLocks xmlns:a="http://schemas.openxmlformats.org/drawingml/2006/main" noGrp="1"/>
          </p:cNvSpPr>
          <p:nvPr/>
        </p:nvSpPr>
        <p:spPr>
          <a:xfrm xmlns:a="http://schemas.openxmlformats.org/drawingml/2006/main">
            <a:off x="9220200" y="3943350"/>
            <a:ext cx="2362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6B4D"/>
                </a:solidFill>
                <a:latin typeface="Malgun Gothic"/>
                <a:ea typeface="Malgun Gothic"/>
                <a:cs typeface="Malgun Gothic"/>
              </a:defRPr>
            </a:defPPr>
            <a:lvl1pPr algn="l">
              <a:defRPr sz="2175" b="1">
                <a:solidFill>
                  <a:srgbClr val="176B4D"/>
                </a:solidFill>
                <a:latin typeface="Malgun Gothic"/>
                <a:ea typeface="Malgun Gothic"/>
                <a:cs typeface="Malgun Gothic"/>
              </a:defRPr>
            </a:lvl1pPr>
            <a:lvl2pPr algn="l">
              <a:defRPr sz="2175" b="1">
                <a:solidFill>
                  <a:srgbClr val="176B4D"/>
                </a:solidFill>
                <a:latin typeface="Malgun Gothic"/>
                <a:ea typeface="Malgun Gothic"/>
                <a:cs typeface="Malgun Gothic"/>
              </a:defRPr>
            </a:lvl2pPr>
            <a:lvl3pPr algn="l">
              <a:defRPr sz="2175" b="1">
                <a:solidFill>
                  <a:srgbClr val="176B4D"/>
                </a:solidFill>
                <a:latin typeface="Malgun Gothic"/>
                <a:ea typeface="Malgun Gothic"/>
                <a:cs typeface="Malgun Gothic"/>
              </a:defRPr>
            </a:lvl3pPr>
            <a:lvl4pPr algn="l">
              <a:defRPr sz="2175" b="1">
                <a:solidFill>
                  <a:srgbClr val="176B4D"/>
                </a:solidFill>
                <a:latin typeface="Malgun Gothic"/>
                <a:ea typeface="Malgun Gothic"/>
                <a:cs typeface="Malgun Gothic"/>
              </a:defRPr>
            </a:lvl4pPr>
            <a:lvl5pPr algn="l">
              <a:defRPr sz="2175" b="1">
                <a:solidFill>
                  <a:srgbClr val="176B4D"/>
                </a:solidFill>
                <a:latin typeface="Malgun Gothic"/>
                <a:ea typeface="Malgun Gothic"/>
                <a:cs typeface="Malgun Gothic"/>
              </a:defRPr>
            </a:lvl5pPr>
            <a:lvl6pPr algn="l">
              <a:defRPr sz="2175" b="1">
                <a:solidFill>
                  <a:srgbClr val="176B4D"/>
                </a:solidFill>
                <a:latin typeface="Malgun Gothic"/>
                <a:ea typeface="Malgun Gothic"/>
                <a:cs typeface="Malgun Gothic"/>
              </a:defRPr>
            </a:lvl6pPr>
            <a:lvl7pPr algn="l">
              <a:defRPr sz="2175" b="1">
                <a:solidFill>
                  <a:srgbClr val="176B4D"/>
                </a:solidFill>
                <a:latin typeface="Malgun Gothic"/>
                <a:ea typeface="Malgun Gothic"/>
                <a:cs typeface="Malgun Gothic"/>
              </a:defRPr>
            </a:lvl7pPr>
            <a:lvl8pPr algn="l">
              <a:defRPr sz="2175" b="1">
                <a:solidFill>
                  <a:srgbClr val="176B4D"/>
                </a:solidFill>
                <a:latin typeface="Malgun Gothic"/>
                <a:ea typeface="Malgun Gothic"/>
                <a:cs typeface="Malgun Gothic"/>
              </a:defRPr>
            </a:lvl8pPr>
            <a:lvl9pPr algn="l">
              <a:defRPr sz="2175" b="1">
                <a:solidFill>
                  <a:srgbClr val="176B4D"/>
                </a:solidFill>
                <a:latin typeface="Malgun Gothic"/>
                <a:ea typeface="Malgun Gothic"/>
                <a:cs typeface="Malgun Gothic"/>
              </a:defRPr>
            </a:lvl9pPr>
          </a:lstStyle>
          <a:p xmlns:a="http://schemas.openxmlformats.org/drawingml/2006/main">
            <a:pPr algn="l">
              <a:defRPr sz="2175" b="1">
                <a:solidFill>
                  <a:srgbClr val="176B4D"/>
                </a:solidFill>
                <a:latin typeface="Malgun Gothic"/>
                <a:ea typeface="Malgun Gothic"/>
                <a:cs typeface="Malgun Gothic"/>
              </a:defRPr>
            </a:pPr>
            <a:r>
              <a:rPr sz="2175" b="1">
                <a:solidFill>
                  <a:srgbClr val="176B4D"/>
                </a:solidFill>
                <a:latin typeface="Malgun Gothic"/>
                <a:ea typeface="Malgun Gothic"/>
                <a:cs typeface="Malgun Gothic"/>
              </a:rPr>
              <a:t>PASS</a:t>
            </a:r>
          </a:p>
        </p:txBody>
      </p:sp>
      <p:sp>
        <p:nvSpPr>
          <p:cNvPr id="25" name="">
            <a:extLst xmlns:a="http://schemas.openxmlformats.org/drawingml/2006/main">
              <a:ext uri="{FF2B5EF4-FFF2-40B4-BE49-F238E27FC236}">
                <a16:creationId xmlns:a16="http://schemas.microsoft.com/office/drawing/2014/main" id="{4D0A9C01-8F05-4D92-A464-4B76AC4E4E3C}"/>
              </a:ext>
            </a:extLst>
          </p:cNvPr>
          <p:cNvSpPr>
            <a:spLocks xmlns:a="http://schemas.openxmlformats.org/drawingml/2006/main" noGrp="1"/>
          </p:cNvSpPr>
          <p:nvPr/>
        </p:nvSpPr>
        <p:spPr>
          <a:xfrm xmlns:a="http://schemas.openxmlformats.org/drawingml/2006/main">
            <a:off x="5010150" y="3171825"/>
            <a:ext cx="228600" cy="2190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9FF9E4E-22B7-48F4-B2D7-98F9BC8E0EF0}"/>
              </a:ext>
            </a:extLst>
          </p:cNvPr>
          <p:cNvSpPr>
            <a:spLocks xmlns:a="http://schemas.openxmlformats.org/drawingml/2006/main" noGrp="1"/>
          </p:cNvSpPr>
          <p:nvPr/>
        </p:nvSpPr>
        <p:spPr>
          <a:xfrm xmlns:a="http://schemas.openxmlformats.org/drawingml/2006/main">
            <a:off x="8743950" y="3171825"/>
            <a:ext cx="228600" cy="2190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7" name="Prompt 밖의 테스트 지침을 실제 실행에 적용했다">
            <a:extLst xmlns:a="http://schemas.openxmlformats.org/drawingml/2006/main">
              <a:ext uri="{FF2B5EF4-FFF2-40B4-BE49-F238E27FC236}">
                <a16:creationId xmlns:a16="http://schemas.microsoft.com/office/drawing/2014/main" id="{260317BC-3638-4B36-8A6A-FB7841DDA89E}"/>
              </a:ext>
            </a:extLst>
          </p:cNvPr>
          <p:cNvSpPr>
            <a:spLocks xmlns:a="http://schemas.openxmlformats.org/drawingml/2006/main" noGrp="1"/>
          </p:cNvSpPr>
          <p:nvPr/>
        </p:nvSpPr>
        <p:spPr>
          <a:xfrm xmlns:a="http://schemas.openxmlformats.org/drawingml/2006/main">
            <a:off x="609600" y="53816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Prompt 밖의 테스트 지침을 실제 실행에 적용했다</a:t>
            </a:r>
          </a:p>
        </p:txBody>
      </p:sp>
      <p:sp>
        <p:nvSpPr>
          <p:cNvPr id="28" name="Legacy module connection">
            <a:extLst xmlns:a="http://schemas.openxmlformats.org/drawingml/2006/main">
              <a:ext uri="{FF2B5EF4-FFF2-40B4-BE49-F238E27FC236}">
                <a16:creationId xmlns:a16="http://schemas.microsoft.com/office/drawing/2014/main" id="{EC9AB310-E537-428F-AAA0-F2FAD735B28C}"/>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965810566"/>
      </p:ext>
    </p:extLst>
  </p:cSld>
</p:sld>
</file>

<file path=ppt/slides/slide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9" name="ACT 2 · 정보의 범위와 수명">
            <a:extLst xmlns:a="http://schemas.openxmlformats.org/drawingml/2006/main">
              <a:ext uri="{FF2B5EF4-FFF2-40B4-BE49-F238E27FC236}">
                <a16:creationId xmlns:a16="http://schemas.microsoft.com/office/drawing/2014/main" id="{C4015A03-33E1-4030-88BD-5AFB963AC780}"/>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정보의 범위와 수명</a:t>
            </a:r>
          </a:p>
        </p:txBody>
      </p:sp>
      <p:sp>
        <p:nvSpPr>
          <p:cNvPr id="2" name="S35">
            <a:extLst xmlns:a="http://schemas.openxmlformats.org/drawingml/2006/main">
              <a:ext uri="{FF2B5EF4-FFF2-40B4-BE49-F238E27FC236}">
                <a16:creationId xmlns:a16="http://schemas.microsoft.com/office/drawing/2014/main" id="{CB16F9E1-7742-4D58-9742-1C99F11C1D6C}"/>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S35</a:t>
            </a:r>
          </a:p>
        </p:txBody>
      </p:sp>
      <p:sp>
        <p:nvSpPr>
          <p:cNvPr id="3" name="Task Prompt와 Project Context">
            <a:extLst xmlns:a="http://schemas.openxmlformats.org/drawingml/2006/main">
              <a:ext uri="{FF2B5EF4-FFF2-40B4-BE49-F238E27FC236}">
                <a16:creationId xmlns:a16="http://schemas.microsoft.com/office/drawing/2014/main" id="{75E21F2E-72CF-4068-9649-0996CA39F13C}"/>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Task Prompt와 Project Context</a:t>
            </a:r>
          </a:p>
        </p:txBody>
      </p:sp>
      <p:sp>
        <p:nvSpPr>
          <p:cNvPr id="4" name="">
            <a:extLst xmlns:a="http://schemas.openxmlformats.org/drawingml/2006/main">
              <a:ext uri="{FF2B5EF4-FFF2-40B4-BE49-F238E27FC236}">
                <a16:creationId xmlns:a16="http://schemas.microsoft.com/office/drawing/2014/main" id="{0D299C01-5ADF-4078-AFAA-D0CD538E40ED}"/>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구분 · 창과 문서는 생성 도식이며 실제 제품 화면이 아님">
            <a:extLst xmlns:a="http://schemas.openxmlformats.org/drawingml/2006/main">
              <a:ext uri="{FF2B5EF4-FFF2-40B4-BE49-F238E27FC236}">
                <a16:creationId xmlns:a16="http://schemas.microsoft.com/office/drawing/2014/main" id="{31A43D71-5523-47FF-B01A-D255BA13761C}"/>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구분 · 창과 문서는 생성 도식이며 실제 제품 화면이 아님</a:t>
            </a:r>
          </a:p>
        </p:txBody>
      </p:sp>
      <p:sp>
        <p:nvSpPr>
          <p:cNvPr id="6" name="C++에서도 프로젝트 공통 제약과 이번 알고리즘 변경 조건은 범위가 다를 수 있다">
            <a:extLst xmlns:a="http://schemas.openxmlformats.org/drawingml/2006/main">
              <a:ext uri="{FF2B5EF4-FFF2-40B4-BE49-F238E27FC236}">
                <a16:creationId xmlns:a16="http://schemas.microsoft.com/office/drawing/2014/main" id="{3784FC09-044E-4A25-B8CC-FB2073041B61}"/>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C++에서도 프로젝트 공통 제약과 이번 알고리즘 변경 조건은 범위가 다를 수 있다</a:t>
            </a:r>
          </a:p>
        </p:txBody>
      </p:sp>
      <p:sp>
        <p:nvSpPr>
          <p:cNvPr id="7" name="방금 본 기록을 범위와 수명으로 읽어보면">
            <a:extLst xmlns:a="http://schemas.openxmlformats.org/drawingml/2006/main">
              <a:ext uri="{FF2B5EF4-FFF2-40B4-BE49-F238E27FC236}">
                <a16:creationId xmlns:a16="http://schemas.microsoft.com/office/drawing/2014/main" id="{ACCCB773-5672-4658-A314-B8F366AD5E63}"/>
              </a:ext>
            </a:extLst>
          </p:cNvPr>
          <p:cNvSpPr>
            <a:spLocks xmlns:a="http://schemas.openxmlformats.org/drawingml/2006/main" noGrp="1"/>
          </p:cNvSpPr>
          <p:nvPr/>
        </p:nvSpPr>
        <p:spPr>
          <a:xfrm xmlns:a="http://schemas.openxmlformats.org/drawingml/2006/main">
            <a:off x="609600" y="19812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방금 본 기록을 범위와 수명으로 읽어보면</a:t>
            </a:r>
          </a:p>
        </p:txBody>
      </p:sp>
      <p:sp>
        <p:nvSpPr>
          <p:cNvPr id="8" name="Task Prompt">
            <a:extLst xmlns:a="http://schemas.openxmlformats.org/drawingml/2006/main">
              <a:ext uri="{FF2B5EF4-FFF2-40B4-BE49-F238E27FC236}">
                <a16:creationId xmlns:a16="http://schemas.microsoft.com/office/drawing/2014/main" id="{07C074EB-C81F-4727-B334-1FDA20A1C81A}"/>
              </a:ext>
            </a:extLst>
          </p:cNvPr>
          <p:cNvSpPr>
            <a:spLocks xmlns:a="http://schemas.openxmlformats.org/drawingml/2006/main" noGrp="1"/>
          </p:cNvSpPr>
          <p:nvPr/>
        </p:nvSpPr>
        <p:spPr>
          <a:xfrm xmlns:a="http://schemas.openxmlformats.org/drawingml/2006/main">
            <a:off x="609600" y="26765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7212B"/>
                </a:solidFill>
                <a:latin typeface="Malgun Gothic"/>
                <a:ea typeface="Malgun Gothic"/>
                <a:cs typeface="Malgun Gothic"/>
              </a:defRPr>
            </a:defPPr>
            <a:lvl1pPr algn="l">
              <a:defRPr sz="2550" b="1">
                <a:solidFill>
                  <a:srgbClr val="17212B"/>
                </a:solidFill>
                <a:latin typeface="Malgun Gothic"/>
                <a:ea typeface="Malgun Gothic"/>
                <a:cs typeface="Malgun Gothic"/>
              </a:defRPr>
            </a:lvl1pPr>
            <a:lvl2pPr algn="l">
              <a:defRPr sz="2550" b="1">
                <a:solidFill>
                  <a:srgbClr val="17212B"/>
                </a:solidFill>
                <a:latin typeface="Malgun Gothic"/>
                <a:ea typeface="Malgun Gothic"/>
                <a:cs typeface="Malgun Gothic"/>
              </a:defRPr>
            </a:lvl2pPr>
            <a:lvl3pPr algn="l">
              <a:defRPr sz="2550" b="1">
                <a:solidFill>
                  <a:srgbClr val="17212B"/>
                </a:solidFill>
                <a:latin typeface="Malgun Gothic"/>
                <a:ea typeface="Malgun Gothic"/>
                <a:cs typeface="Malgun Gothic"/>
              </a:defRPr>
            </a:lvl3pPr>
            <a:lvl4pPr algn="l">
              <a:defRPr sz="2550" b="1">
                <a:solidFill>
                  <a:srgbClr val="17212B"/>
                </a:solidFill>
                <a:latin typeface="Malgun Gothic"/>
                <a:ea typeface="Malgun Gothic"/>
                <a:cs typeface="Malgun Gothic"/>
              </a:defRPr>
            </a:lvl4pPr>
            <a:lvl5pPr algn="l">
              <a:defRPr sz="2550" b="1">
                <a:solidFill>
                  <a:srgbClr val="17212B"/>
                </a:solidFill>
                <a:latin typeface="Malgun Gothic"/>
                <a:ea typeface="Malgun Gothic"/>
                <a:cs typeface="Malgun Gothic"/>
              </a:defRPr>
            </a:lvl5pPr>
            <a:lvl6pPr algn="l">
              <a:defRPr sz="2550" b="1">
                <a:solidFill>
                  <a:srgbClr val="17212B"/>
                </a:solidFill>
                <a:latin typeface="Malgun Gothic"/>
                <a:ea typeface="Malgun Gothic"/>
                <a:cs typeface="Malgun Gothic"/>
              </a:defRPr>
            </a:lvl6pPr>
            <a:lvl7pPr algn="l">
              <a:defRPr sz="2550" b="1">
                <a:solidFill>
                  <a:srgbClr val="17212B"/>
                </a:solidFill>
                <a:latin typeface="Malgun Gothic"/>
                <a:ea typeface="Malgun Gothic"/>
                <a:cs typeface="Malgun Gothic"/>
              </a:defRPr>
            </a:lvl7pPr>
            <a:lvl8pPr algn="l">
              <a:defRPr sz="2550" b="1">
                <a:solidFill>
                  <a:srgbClr val="17212B"/>
                </a:solidFill>
                <a:latin typeface="Malgun Gothic"/>
                <a:ea typeface="Malgun Gothic"/>
                <a:cs typeface="Malgun Gothic"/>
              </a:defRPr>
            </a:lvl8pPr>
            <a:lvl9pPr algn="l">
              <a:defRPr sz="2550" b="1">
                <a:solidFill>
                  <a:srgbClr val="17212B"/>
                </a:solidFill>
                <a:latin typeface="Malgun Gothic"/>
                <a:ea typeface="Malgun Gothic"/>
                <a:cs typeface="Malgun Gothic"/>
              </a:defRPr>
            </a:lvl9pPr>
          </a:lstStyle>
          <a:p xmlns:a="http://schemas.openxmlformats.org/drawingml/2006/main">
            <a:pPr algn="l">
              <a:defRPr sz="2550" b="1">
                <a:solidFill>
                  <a:srgbClr val="17212B"/>
                </a:solidFill>
                <a:latin typeface="Malgun Gothic"/>
                <a:ea typeface="Malgun Gothic"/>
                <a:cs typeface="Malgun Gothic"/>
              </a:defRPr>
            </a:pPr>
            <a:r>
              <a:rPr sz="2550" b="1">
                <a:solidFill>
                  <a:srgbClr val="17212B"/>
                </a:solidFill>
                <a:latin typeface="Malgun Gothic"/>
                <a:ea typeface="Malgun Gothic"/>
                <a:cs typeface="Malgun Gothic"/>
              </a:rPr>
              <a:t>Task Prompt</a:t>
            </a:r>
          </a:p>
        </p:txBody>
      </p:sp>
      <p:sp>
        <p:nvSpPr>
          <p:cNvPr id="9" name="Project Context">
            <a:extLst xmlns:a="http://schemas.openxmlformats.org/drawingml/2006/main">
              <a:ext uri="{FF2B5EF4-FFF2-40B4-BE49-F238E27FC236}">
                <a16:creationId xmlns:a16="http://schemas.microsoft.com/office/drawing/2014/main" id="{5963CE7E-3C76-4020-98C8-2E1B3F552DA5}"/>
              </a:ext>
            </a:extLst>
          </p:cNvPr>
          <p:cNvSpPr>
            <a:spLocks xmlns:a="http://schemas.openxmlformats.org/drawingml/2006/main" noGrp="1"/>
          </p:cNvSpPr>
          <p:nvPr/>
        </p:nvSpPr>
        <p:spPr>
          <a:xfrm xmlns:a="http://schemas.openxmlformats.org/drawingml/2006/main">
            <a:off x="6362700" y="26765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7212B"/>
                </a:solidFill>
                <a:latin typeface="Malgun Gothic"/>
                <a:ea typeface="Malgun Gothic"/>
                <a:cs typeface="Malgun Gothic"/>
              </a:defRPr>
            </a:defPPr>
            <a:lvl1pPr algn="l">
              <a:defRPr sz="2550" b="1">
                <a:solidFill>
                  <a:srgbClr val="17212B"/>
                </a:solidFill>
                <a:latin typeface="Malgun Gothic"/>
                <a:ea typeface="Malgun Gothic"/>
                <a:cs typeface="Malgun Gothic"/>
              </a:defRPr>
            </a:lvl1pPr>
            <a:lvl2pPr algn="l">
              <a:defRPr sz="2550" b="1">
                <a:solidFill>
                  <a:srgbClr val="17212B"/>
                </a:solidFill>
                <a:latin typeface="Malgun Gothic"/>
                <a:ea typeface="Malgun Gothic"/>
                <a:cs typeface="Malgun Gothic"/>
              </a:defRPr>
            </a:lvl2pPr>
            <a:lvl3pPr algn="l">
              <a:defRPr sz="2550" b="1">
                <a:solidFill>
                  <a:srgbClr val="17212B"/>
                </a:solidFill>
                <a:latin typeface="Malgun Gothic"/>
                <a:ea typeface="Malgun Gothic"/>
                <a:cs typeface="Malgun Gothic"/>
              </a:defRPr>
            </a:lvl3pPr>
            <a:lvl4pPr algn="l">
              <a:defRPr sz="2550" b="1">
                <a:solidFill>
                  <a:srgbClr val="17212B"/>
                </a:solidFill>
                <a:latin typeface="Malgun Gothic"/>
                <a:ea typeface="Malgun Gothic"/>
                <a:cs typeface="Malgun Gothic"/>
              </a:defRPr>
            </a:lvl4pPr>
            <a:lvl5pPr algn="l">
              <a:defRPr sz="2550" b="1">
                <a:solidFill>
                  <a:srgbClr val="17212B"/>
                </a:solidFill>
                <a:latin typeface="Malgun Gothic"/>
                <a:ea typeface="Malgun Gothic"/>
                <a:cs typeface="Malgun Gothic"/>
              </a:defRPr>
            </a:lvl5pPr>
            <a:lvl6pPr algn="l">
              <a:defRPr sz="2550" b="1">
                <a:solidFill>
                  <a:srgbClr val="17212B"/>
                </a:solidFill>
                <a:latin typeface="Malgun Gothic"/>
                <a:ea typeface="Malgun Gothic"/>
                <a:cs typeface="Malgun Gothic"/>
              </a:defRPr>
            </a:lvl6pPr>
            <a:lvl7pPr algn="l">
              <a:defRPr sz="2550" b="1">
                <a:solidFill>
                  <a:srgbClr val="17212B"/>
                </a:solidFill>
                <a:latin typeface="Malgun Gothic"/>
                <a:ea typeface="Malgun Gothic"/>
                <a:cs typeface="Malgun Gothic"/>
              </a:defRPr>
            </a:lvl7pPr>
            <a:lvl8pPr algn="l">
              <a:defRPr sz="2550" b="1">
                <a:solidFill>
                  <a:srgbClr val="17212B"/>
                </a:solidFill>
                <a:latin typeface="Malgun Gothic"/>
                <a:ea typeface="Malgun Gothic"/>
                <a:cs typeface="Malgun Gothic"/>
              </a:defRPr>
            </a:lvl8pPr>
            <a:lvl9pPr algn="l">
              <a:defRPr sz="2550" b="1">
                <a:solidFill>
                  <a:srgbClr val="17212B"/>
                </a:solidFill>
                <a:latin typeface="Malgun Gothic"/>
                <a:ea typeface="Malgun Gothic"/>
                <a:cs typeface="Malgun Gothic"/>
              </a:defRPr>
            </a:lvl9pPr>
          </a:lstStyle>
          <a:p xmlns:a="http://schemas.openxmlformats.org/drawingml/2006/main">
            <a:pPr algn="l">
              <a:defRPr sz="2550" b="1">
                <a:solidFill>
                  <a:srgbClr val="17212B"/>
                </a:solidFill>
                <a:latin typeface="Malgun Gothic"/>
                <a:ea typeface="Malgun Gothic"/>
                <a:cs typeface="Malgun Gothic"/>
              </a:defRPr>
            </a:pPr>
            <a:r>
              <a:rPr sz="2550" b="1">
                <a:solidFill>
                  <a:srgbClr val="17212B"/>
                </a:solidFill>
                <a:latin typeface="Malgun Gothic"/>
                <a:ea typeface="Malgun Gothic"/>
                <a:cs typeface="Malgun Gothic"/>
              </a:rPr>
              <a:t>Project Context</a:t>
            </a:r>
          </a:p>
        </p:txBody>
      </p:sp>
      <p:sp>
        <p:nvSpPr>
          <p:cNvPr id="10" name="지금 원하는 결과">
            <a:extLst xmlns:a="http://schemas.openxmlformats.org/drawingml/2006/main">
              <a:ext uri="{FF2B5EF4-FFF2-40B4-BE49-F238E27FC236}">
                <a16:creationId xmlns:a16="http://schemas.microsoft.com/office/drawing/2014/main" id="{F4F4341A-2087-4DBD-8CE3-6CCEC3D77A55}"/>
              </a:ext>
            </a:extLst>
          </p:cNvPr>
          <p:cNvSpPr>
            <a:spLocks xmlns:a="http://schemas.openxmlformats.org/drawingml/2006/main" noGrp="1"/>
          </p:cNvSpPr>
          <p:nvPr/>
        </p:nvSpPr>
        <p:spPr>
          <a:xfrm xmlns:a="http://schemas.openxmlformats.org/drawingml/2006/main">
            <a:off x="609600" y="3190875"/>
            <a:ext cx="521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4D5A68"/>
                </a:solidFill>
                <a:latin typeface="Malgun Gothic"/>
                <a:ea typeface="Malgun Gothic"/>
                <a:cs typeface="Malgun Gothic"/>
              </a:defRPr>
            </a:defPPr>
            <a:lvl1pPr algn="l">
              <a:defRPr sz="1950" b="1">
                <a:solidFill>
                  <a:srgbClr val="4D5A68"/>
                </a:solidFill>
                <a:latin typeface="Malgun Gothic"/>
                <a:ea typeface="Malgun Gothic"/>
                <a:cs typeface="Malgun Gothic"/>
              </a:defRPr>
            </a:lvl1pPr>
            <a:lvl2pPr algn="l">
              <a:defRPr sz="1950" b="1">
                <a:solidFill>
                  <a:srgbClr val="4D5A68"/>
                </a:solidFill>
                <a:latin typeface="Malgun Gothic"/>
                <a:ea typeface="Malgun Gothic"/>
                <a:cs typeface="Malgun Gothic"/>
              </a:defRPr>
            </a:lvl2pPr>
            <a:lvl3pPr algn="l">
              <a:defRPr sz="1950" b="1">
                <a:solidFill>
                  <a:srgbClr val="4D5A68"/>
                </a:solidFill>
                <a:latin typeface="Malgun Gothic"/>
                <a:ea typeface="Malgun Gothic"/>
                <a:cs typeface="Malgun Gothic"/>
              </a:defRPr>
            </a:lvl3pPr>
            <a:lvl4pPr algn="l">
              <a:defRPr sz="1950" b="1">
                <a:solidFill>
                  <a:srgbClr val="4D5A68"/>
                </a:solidFill>
                <a:latin typeface="Malgun Gothic"/>
                <a:ea typeface="Malgun Gothic"/>
                <a:cs typeface="Malgun Gothic"/>
              </a:defRPr>
            </a:lvl4pPr>
            <a:lvl5pPr algn="l">
              <a:defRPr sz="1950" b="1">
                <a:solidFill>
                  <a:srgbClr val="4D5A68"/>
                </a:solidFill>
                <a:latin typeface="Malgun Gothic"/>
                <a:ea typeface="Malgun Gothic"/>
                <a:cs typeface="Malgun Gothic"/>
              </a:defRPr>
            </a:lvl5pPr>
            <a:lvl6pPr algn="l">
              <a:defRPr sz="1950" b="1">
                <a:solidFill>
                  <a:srgbClr val="4D5A68"/>
                </a:solidFill>
                <a:latin typeface="Malgun Gothic"/>
                <a:ea typeface="Malgun Gothic"/>
                <a:cs typeface="Malgun Gothic"/>
              </a:defRPr>
            </a:lvl6pPr>
            <a:lvl7pPr algn="l">
              <a:defRPr sz="1950" b="1">
                <a:solidFill>
                  <a:srgbClr val="4D5A68"/>
                </a:solidFill>
                <a:latin typeface="Malgun Gothic"/>
                <a:ea typeface="Malgun Gothic"/>
                <a:cs typeface="Malgun Gothic"/>
              </a:defRPr>
            </a:lvl7pPr>
            <a:lvl8pPr algn="l">
              <a:defRPr sz="1950" b="1">
                <a:solidFill>
                  <a:srgbClr val="4D5A68"/>
                </a:solidFill>
                <a:latin typeface="Malgun Gothic"/>
                <a:ea typeface="Malgun Gothic"/>
                <a:cs typeface="Malgun Gothic"/>
              </a:defRPr>
            </a:lvl8pPr>
            <a:lvl9pPr algn="l">
              <a:defRPr sz="1950" b="1">
                <a:solidFill>
                  <a:srgbClr val="4D5A68"/>
                </a:solidFill>
                <a:latin typeface="Malgun Gothic"/>
                <a:ea typeface="Malgun Gothic"/>
                <a:cs typeface="Malgun Gothic"/>
              </a:defRPr>
            </a:lvl9pPr>
          </a:lstStyle>
          <a:p xmlns:a="http://schemas.openxmlformats.org/drawingml/2006/main">
            <a:pPr algn="l">
              <a:defRPr sz="1950" b="1">
                <a:solidFill>
                  <a:srgbClr val="4D5A68"/>
                </a:solidFill>
                <a:latin typeface="Malgun Gothic"/>
                <a:ea typeface="Malgun Gothic"/>
                <a:cs typeface="Malgun Gothic"/>
              </a:defRPr>
            </a:pPr>
            <a:r>
              <a:rPr sz="1950" b="1">
                <a:solidFill>
                  <a:srgbClr val="4D5A68"/>
                </a:solidFill>
                <a:latin typeface="Malgun Gothic"/>
                <a:ea typeface="Malgun Gothic"/>
                <a:cs typeface="Malgun Gothic"/>
              </a:rPr>
              <a:t>지금 원하는 결과</a:t>
            </a:r>
          </a:p>
        </p:txBody>
      </p:sp>
      <p:sp>
        <p:nvSpPr>
          <p:cNvPr id="11" name="계속 참이어야 할 사실">
            <a:extLst xmlns:a="http://schemas.openxmlformats.org/drawingml/2006/main">
              <a:ext uri="{FF2B5EF4-FFF2-40B4-BE49-F238E27FC236}">
                <a16:creationId xmlns:a16="http://schemas.microsoft.com/office/drawing/2014/main" id="{362BF943-5432-496A-97D5-7C8DC9198186}"/>
              </a:ext>
            </a:extLst>
          </p:cNvPr>
          <p:cNvSpPr>
            <a:spLocks xmlns:a="http://schemas.openxmlformats.org/drawingml/2006/main" noGrp="1"/>
          </p:cNvSpPr>
          <p:nvPr/>
        </p:nvSpPr>
        <p:spPr>
          <a:xfrm xmlns:a="http://schemas.openxmlformats.org/drawingml/2006/main">
            <a:off x="6362700" y="3190875"/>
            <a:ext cx="521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계속 참이어야 할 사실</a:t>
            </a:r>
          </a:p>
        </p:txBody>
      </p:sp>
      <p:sp>
        <p:nvSpPr>
          <p:cNvPr id="12" name="">
            <a:extLst xmlns:a="http://schemas.openxmlformats.org/drawingml/2006/main">
              <a:ext uri="{FF2B5EF4-FFF2-40B4-BE49-F238E27FC236}">
                <a16:creationId xmlns:a16="http://schemas.microsoft.com/office/drawing/2014/main" id="{A967D688-2373-4147-AFCC-2EB02D559BB1}"/>
              </a:ext>
            </a:extLst>
          </p:cNvPr>
          <p:cNvSpPr>
            <a:spLocks xmlns:a="http://schemas.openxmlformats.org/drawingml/2006/main" noGrp="1"/>
          </p:cNvSpPr>
          <p:nvPr/>
        </p:nvSpPr>
        <p:spPr>
          <a:xfrm xmlns:a="http://schemas.openxmlformats.org/drawingml/2006/main">
            <a:off x="609600" y="3638550"/>
            <a:ext cx="2857500" cy="139065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13" name="">
            <a:extLst xmlns:a="http://schemas.openxmlformats.org/drawingml/2006/main">
              <a:ext uri="{FF2B5EF4-FFF2-40B4-BE49-F238E27FC236}">
                <a16:creationId xmlns:a16="http://schemas.microsoft.com/office/drawing/2014/main" id="{7D0DD850-98CF-47BB-BF19-784FBD6C25E4}"/>
              </a:ext>
            </a:extLst>
          </p:cNvPr>
          <p:cNvSpPr>
            <a:spLocks xmlns:a="http://schemas.openxmlformats.org/drawingml/2006/main" noGrp="1"/>
          </p:cNvSpPr>
          <p:nvPr/>
        </p:nvSpPr>
        <p:spPr>
          <a:xfrm xmlns:a="http://schemas.openxmlformats.org/drawingml/2006/main">
            <a:off x="6362700" y="3638550"/>
            <a:ext cx="2933700" cy="1390650"/>
          </a:xfrm>
          <a:prstGeom xmlns:a="http://schemas.openxmlformats.org/drawingml/2006/main" prst="rect">
            <a:avLst/>
          </a:prstGeom>
          <a:solidFill xmlns:a="http://schemas.openxmlformats.org/drawingml/2006/main">
            <a:srgbClr val="FFFFFF"/>
          </a:solidFill>
          <a:ln xmlns:a="http://schemas.openxmlformats.org/drawingml/2006/main" w="14288">
            <a:solidFill>
              <a:srgbClr val="0B6172"/>
            </a:solidFill>
            <a:prstDash val="solid"/>
          </a:ln>
        </p:spPr>
      </p:sp>
      <p:sp>
        <p:nvSpPr>
          <p:cNvPr id="14" name="작업별 요청 예">
            <a:extLst xmlns:a="http://schemas.openxmlformats.org/drawingml/2006/main">
              <a:ext uri="{FF2B5EF4-FFF2-40B4-BE49-F238E27FC236}">
                <a16:creationId xmlns:a16="http://schemas.microsoft.com/office/drawing/2014/main" id="{D4599852-1D70-45E5-BF98-C0E8572ED4C3}"/>
              </a:ext>
            </a:extLst>
          </p:cNvPr>
          <p:cNvSpPr>
            <a:spLocks xmlns:a="http://schemas.openxmlformats.org/drawingml/2006/main" noGrp="1"/>
          </p:cNvSpPr>
          <p:nvPr/>
        </p:nvSpPr>
        <p:spPr>
          <a:xfrm xmlns:a="http://schemas.openxmlformats.org/drawingml/2006/main">
            <a:off x="762000" y="3724275"/>
            <a:ext cx="2552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4D5A68"/>
                </a:solidFill>
                <a:latin typeface="Malgun Gothic"/>
                <a:ea typeface="Malgun Gothic"/>
                <a:cs typeface="Malgun Gothic"/>
              </a:defRPr>
            </a:defPPr>
            <a:lvl1pPr algn="l">
              <a:defRPr sz="1575" b="1">
                <a:solidFill>
                  <a:srgbClr val="4D5A68"/>
                </a:solidFill>
                <a:latin typeface="Malgun Gothic"/>
                <a:ea typeface="Malgun Gothic"/>
                <a:cs typeface="Malgun Gothic"/>
              </a:defRPr>
            </a:lvl1pPr>
            <a:lvl2pPr algn="l">
              <a:defRPr sz="1575" b="1">
                <a:solidFill>
                  <a:srgbClr val="4D5A68"/>
                </a:solidFill>
                <a:latin typeface="Malgun Gothic"/>
                <a:ea typeface="Malgun Gothic"/>
                <a:cs typeface="Malgun Gothic"/>
              </a:defRPr>
            </a:lvl2pPr>
            <a:lvl3pPr algn="l">
              <a:defRPr sz="1575" b="1">
                <a:solidFill>
                  <a:srgbClr val="4D5A68"/>
                </a:solidFill>
                <a:latin typeface="Malgun Gothic"/>
                <a:ea typeface="Malgun Gothic"/>
                <a:cs typeface="Malgun Gothic"/>
              </a:defRPr>
            </a:lvl3pPr>
            <a:lvl4pPr algn="l">
              <a:defRPr sz="1575" b="1">
                <a:solidFill>
                  <a:srgbClr val="4D5A68"/>
                </a:solidFill>
                <a:latin typeface="Malgun Gothic"/>
                <a:ea typeface="Malgun Gothic"/>
                <a:cs typeface="Malgun Gothic"/>
              </a:defRPr>
            </a:lvl4pPr>
            <a:lvl5pPr algn="l">
              <a:defRPr sz="1575" b="1">
                <a:solidFill>
                  <a:srgbClr val="4D5A68"/>
                </a:solidFill>
                <a:latin typeface="Malgun Gothic"/>
                <a:ea typeface="Malgun Gothic"/>
                <a:cs typeface="Malgun Gothic"/>
              </a:defRPr>
            </a:lvl5pPr>
            <a:lvl6pPr algn="l">
              <a:defRPr sz="1575" b="1">
                <a:solidFill>
                  <a:srgbClr val="4D5A68"/>
                </a:solidFill>
                <a:latin typeface="Malgun Gothic"/>
                <a:ea typeface="Malgun Gothic"/>
                <a:cs typeface="Malgun Gothic"/>
              </a:defRPr>
            </a:lvl6pPr>
            <a:lvl7pPr algn="l">
              <a:defRPr sz="1575" b="1">
                <a:solidFill>
                  <a:srgbClr val="4D5A68"/>
                </a:solidFill>
                <a:latin typeface="Malgun Gothic"/>
                <a:ea typeface="Malgun Gothic"/>
                <a:cs typeface="Malgun Gothic"/>
              </a:defRPr>
            </a:lvl7pPr>
            <a:lvl8pPr algn="l">
              <a:defRPr sz="1575" b="1">
                <a:solidFill>
                  <a:srgbClr val="4D5A68"/>
                </a:solidFill>
                <a:latin typeface="Malgun Gothic"/>
                <a:ea typeface="Malgun Gothic"/>
                <a:cs typeface="Malgun Gothic"/>
              </a:defRPr>
            </a:lvl8pPr>
            <a:lvl9pPr algn="l">
              <a:defRPr sz="1575" b="1">
                <a:solidFill>
                  <a:srgbClr val="4D5A68"/>
                </a:solidFill>
                <a:latin typeface="Malgun Gothic"/>
                <a:ea typeface="Malgun Gothic"/>
                <a:cs typeface="Malgun Gothic"/>
              </a:defRPr>
            </a:lvl9pPr>
          </a:lstStyle>
          <a:p xmlns:a="http://schemas.openxmlformats.org/drawingml/2006/main">
            <a:pPr algn="l">
              <a:defRPr sz="1575" b="1">
                <a:solidFill>
                  <a:srgbClr val="4D5A68"/>
                </a:solidFill>
                <a:latin typeface="Malgun Gothic"/>
                <a:ea typeface="Malgun Gothic"/>
                <a:cs typeface="Malgun Gothic"/>
              </a:defRPr>
            </a:pPr>
            <a:r>
              <a:rPr sz="1575" b="1">
                <a:solidFill>
                  <a:srgbClr val="4D5A68"/>
                </a:solidFill>
                <a:latin typeface="Malgun Gothic"/>
                <a:ea typeface="Malgun Gothic"/>
                <a:cs typeface="Malgun Gothic"/>
              </a:rPr>
              <a:t>작업별 요청 예</a:t>
            </a:r>
          </a:p>
        </p:txBody>
      </p:sp>
      <p:sp>
        <p:nvSpPr>
          <p:cNvPr id="15" name="crop 경계 버그 수정&#10;이번에는 README만 변경">
            <a:extLst xmlns:a="http://schemas.openxmlformats.org/drawingml/2006/main">
              <a:ext uri="{FF2B5EF4-FFF2-40B4-BE49-F238E27FC236}">
                <a16:creationId xmlns:a16="http://schemas.microsoft.com/office/drawing/2014/main" id="{B6192EB6-BA4A-4D67-A4FE-416CEFCC910F}"/>
              </a:ext>
            </a:extLst>
          </p:cNvPr>
          <p:cNvSpPr>
            <a:spLocks xmlns:a="http://schemas.openxmlformats.org/drawingml/2006/main" noGrp="1"/>
          </p:cNvSpPr>
          <p:nvPr/>
        </p:nvSpPr>
        <p:spPr>
          <a:xfrm xmlns:a="http://schemas.openxmlformats.org/drawingml/2006/main">
            <a:off x="762000" y="4086225"/>
            <a:ext cx="25527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crop 경계 버그 수정</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이번에는 README만 변경</a:t>
            </a:r>
          </a:p>
        </p:txBody>
      </p:sp>
      <p:sp>
        <p:nvSpPr>
          <p:cNvPr id="16" name="프로젝트의 테스트 명령&#10;의존성 추가에는&#10;작업상 근거 필요">
            <a:extLst xmlns:a="http://schemas.openxmlformats.org/drawingml/2006/main">
              <a:ext uri="{FF2B5EF4-FFF2-40B4-BE49-F238E27FC236}">
                <a16:creationId xmlns:a16="http://schemas.microsoft.com/office/drawing/2014/main" id="{3C59A3E7-E66D-4978-9339-B0CD4A360953}"/>
              </a:ext>
            </a:extLst>
          </p:cNvPr>
          <p:cNvSpPr>
            <a:spLocks xmlns:a="http://schemas.openxmlformats.org/drawingml/2006/main" noGrp="1"/>
          </p:cNvSpPr>
          <p:nvPr/>
        </p:nvSpPr>
        <p:spPr>
          <a:xfrm xmlns:a="http://schemas.openxmlformats.org/drawingml/2006/main">
            <a:off x="6515100" y="3790950"/>
            <a:ext cx="26289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프로젝트의 테스트 명령</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의존성 추가에는</a:t>
            </a:r>
          </a:p>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작업상 근거 필요</a:t>
            </a:r>
          </a:p>
        </p:txBody>
      </p:sp>
      <p:sp>
        <p:nvSpPr>
          <p:cNvPr id="17" name="">
            <a:extLst xmlns:a="http://schemas.openxmlformats.org/drawingml/2006/main">
              <a:ext uri="{FF2B5EF4-FFF2-40B4-BE49-F238E27FC236}">
                <a16:creationId xmlns:a16="http://schemas.microsoft.com/office/drawing/2014/main" id="{469D7F7C-3EF6-4073-BE80-9ABF7268A95F}"/>
              </a:ext>
            </a:extLst>
          </p:cNvPr>
          <p:cNvSpPr>
            <a:spLocks xmlns:a="http://schemas.openxmlformats.org/drawingml/2006/main" noGrp="1"/>
          </p:cNvSpPr>
          <p:nvPr/>
        </p:nvSpPr>
        <p:spPr>
          <a:xfrm xmlns:a="http://schemas.openxmlformats.org/drawingml/2006/main">
            <a:off x="3629025" y="4191000"/>
            <a:ext cx="276225" cy="2190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AFE7271-10E2-4720-B3A4-375AF94B5FEA}"/>
              </a:ext>
            </a:extLst>
          </p:cNvPr>
          <p:cNvSpPr>
            <a:spLocks xmlns:a="http://schemas.openxmlformats.org/drawingml/2006/main" noGrp="1"/>
          </p:cNvSpPr>
          <p:nvPr/>
        </p:nvSpPr>
        <p:spPr>
          <a:xfrm xmlns:a="http://schemas.openxmlformats.org/drawingml/2006/main">
            <a:off x="9467850" y="4191000"/>
            <a:ext cx="276225" cy="219075"/>
          </a:xfrm>
          <a:prstGeom xmlns:a="http://schemas.openxmlformats.org/drawingml/2006/main" prst="rightArrow">
            <a:avLst/>
          </a:prstGeom>
          <a:solidFill xmlns:a="http://schemas.openxmlformats.org/drawingml/2006/main">
            <a:srgbClr val="0B6172"/>
          </a:solidFill>
          <a:ln xmlns:a="http://schemas.openxmlformats.org/drawingml/2006/main" w="0">
            <a:noFill/>
          </a:ln>
        </p:spPr>
      </p:sp>
      <p:pic>
        <p:nvPicPr>
          <p:cNvPr id="19" name="">
            <a:extLst xmlns:a="http://schemas.openxmlformats.org/drawingml/2006/main">
              <a:ext uri="{FF2B5EF4-FFF2-40B4-BE49-F238E27FC236}">
                <a16:creationId xmlns:a16="http://schemas.microsoft.com/office/drawing/2014/main" id="{315D96B4-64DB-479E-8C8D-893836AE2841}"/>
              </a:ext>
            </a:extLst>
          </p:cNvPr>
          <p:cNvPicPr>
            <a:picLocks xmlns:a="http://schemas.openxmlformats.org/drawingml/2006/main" noChangeAspect="1"/>
          </p:cNvPicPr>
          <p:nvPr/>
        </p:nvPicPr>
        <p:blipFill>
          <a:blip xmlns:r="http://schemas.openxmlformats.org/officeDocument/2006/relationships" xmlns:a="http://schemas.openxmlformats.org/drawingml/2006/main" r:embed="Rf999e7d10ec24ab0"/>
          <a:srcRect xmlns:a="http://schemas.openxmlformats.org/drawingml/2006/main" l="2903" t="12667" r="2841" b="12873"/>
          <a:stretch xmlns:a="http://schemas.openxmlformats.org/drawingml/2006/main"/>
        </p:blipFill>
        <p:spPr>
          <a:xfrm xmlns:a="http://schemas.openxmlformats.org/drawingml/2006/main">
            <a:off x="4057650" y="3848100"/>
            <a:ext cx="1771650" cy="847725"/>
          </a:xfrm>
          <a:prstGeom xmlns:a="http://schemas.openxmlformats.org/drawingml/2006/main" prst="rect">
            <a:avLst/>
          </a:prstGeom>
        </p:spPr>
      </p:pic>
      <p:sp>
        <p:nvSpPr>
          <p:cNvPr id="20" name="Prompt">
            <a:extLst xmlns:a="http://schemas.openxmlformats.org/drawingml/2006/main">
              <a:ext uri="{FF2B5EF4-FFF2-40B4-BE49-F238E27FC236}">
                <a16:creationId xmlns:a16="http://schemas.microsoft.com/office/drawing/2014/main" id="{2D68B123-88CA-4CCD-B93E-AA0E7F92AB2B}"/>
              </a:ext>
            </a:extLst>
          </p:cNvPr>
          <p:cNvSpPr>
            <a:spLocks xmlns:a="http://schemas.openxmlformats.org/drawingml/2006/main" noGrp="1"/>
          </p:cNvSpPr>
          <p:nvPr/>
        </p:nvSpPr>
        <p:spPr>
          <a:xfrm xmlns:a="http://schemas.openxmlformats.org/drawingml/2006/main">
            <a:off x="4229100" y="416242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0B6172"/>
                </a:solidFill>
                <a:latin typeface="Consolas"/>
                <a:ea typeface="Consolas"/>
                <a:cs typeface="Consolas"/>
              </a:defRPr>
            </a:defPPr>
            <a:lvl1pPr algn="ctr">
              <a:defRPr sz="1800" b="1">
                <a:solidFill>
                  <a:srgbClr val="0B6172"/>
                </a:solidFill>
                <a:latin typeface="Consolas"/>
                <a:ea typeface="Consolas"/>
                <a:cs typeface="Consolas"/>
              </a:defRPr>
            </a:lvl1pPr>
            <a:lvl2pPr algn="ctr">
              <a:defRPr sz="1800" b="1">
                <a:solidFill>
                  <a:srgbClr val="0B6172"/>
                </a:solidFill>
                <a:latin typeface="Consolas"/>
                <a:ea typeface="Consolas"/>
                <a:cs typeface="Consolas"/>
              </a:defRPr>
            </a:lvl2pPr>
            <a:lvl3pPr algn="ctr">
              <a:defRPr sz="1800" b="1">
                <a:solidFill>
                  <a:srgbClr val="0B6172"/>
                </a:solidFill>
                <a:latin typeface="Consolas"/>
                <a:ea typeface="Consolas"/>
                <a:cs typeface="Consolas"/>
              </a:defRPr>
            </a:lvl3pPr>
            <a:lvl4pPr algn="ctr">
              <a:defRPr sz="1800" b="1">
                <a:solidFill>
                  <a:srgbClr val="0B6172"/>
                </a:solidFill>
                <a:latin typeface="Consolas"/>
                <a:ea typeface="Consolas"/>
                <a:cs typeface="Consolas"/>
              </a:defRPr>
            </a:lvl4pPr>
            <a:lvl5pPr algn="ctr">
              <a:defRPr sz="1800" b="1">
                <a:solidFill>
                  <a:srgbClr val="0B6172"/>
                </a:solidFill>
                <a:latin typeface="Consolas"/>
                <a:ea typeface="Consolas"/>
                <a:cs typeface="Consolas"/>
              </a:defRPr>
            </a:lvl5pPr>
            <a:lvl6pPr algn="ctr">
              <a:defRPr sz="1800" b="1">
                <a:solidFill>
                  <a:srgbClr val="0B6172"/>
                </a:solidFill>
                <a:latin typeface="Consolas"/>
                <a:ea typeface="Consolas"/>
                <a:cs typeface="Consolas"/>
              </a:defRPr>
            </a:lvl6pPr>
            <a:lvl7pPr algn="ctr">
              <a:defRPr sz="1800" b="1">
                <a:solidFill>
                  <a:srgbClr val="0B6172"/>
                </a:solidFill>
                <a:latin typeface="Consolas"/>
                <a:ea typeface="Consolas"/>
                <a:cs typeface="Consolas"/>
              </a:defRPr>
            </a:lvl7pPr>
            <a:lvl8pPr algn="ctr">
              <a:defRPr sz="1800" b="1">
                <a:solidFill>
                  <a:srgbClr val="0B6172"/>
                </a:solidFill>
                <a:latin typeface="Consolas"/>
                <a:ea typeface="Consolas"/>
                <a:cs typeface="Consolas"/>
              </a:defRPr>
            </a:lvl8pPr>
            <a:lvl9pPr algn="ctr">
              <a:defRPr sz="1800" b="1">
                <a:solidFill>
                  <a:srgbClr val="0B6172"/>
                </a:solidFill>
                <a:latin typeface="Consolas"/>
                <a:ea typeface="Consolas"/>
                <a:cs typeface="Consolas"/>
              </a:defRPr>
            </a:lvl9pPr>
          </a:lstStyle>
          <a:p xmlns:a="http://schemas.openxmlformats.org/drawingml/2006/main">
            <a:pPr algn="ctr">
              <a:defRPr sz="1800" b="1">
                <a:solidFill>
                  <a:srgbClr val="0B6172"/>
                </a:solidFill>
                <a:latin typeface="Consolas"/>
                <a:ea typeface="Consolas"/>
                <a:cs typeface="Consolas"/>
              </a:defRPr>
            </a:pPr>
            <a:r>
              <a:rPr sz="1800" b="1">
                <a:solidFill>
                  <a:srgbClr val="0B6172"/>
                </a:solidFill>
                <a:latin typeface="Consolas"/>
                <a:ea typeface="Consolas"/>
                <a:cs typeface="Consolas"/>
              </a:rPr>
              <a:t>Prompt</a:t>
            </a:r>
          </a:p>
        </p:txBody>
      </p:sp>
      <p:sp>
        <p:nvSpPr>
          <p:cNvPr id="21" name="프롬프트창">
            <a:extLst xmlns:a="http://schemas.openxmlformats.org/drawingml/2006/main">
              <a:ext uri="{FF2B5EF4-FFF2-40B4-BE49-F238E27FC236}">
                <a16:creationId xmlns:a16="http://schemas.microsoft.com/office/drawing/2014/main" id="{436C7F5B-2B7F-4C79-8411-8D2C8E1F230A}"/>
              </a:ext>
            </a:extLst>
          </p:cNvPr>
          <p:cNvSpPr>
            <a:spLocks xmlns:a="http://schemas.openxmlformats.org/drawingml/2006/main" noGrp="1"/>
          </p:cNvSpPr>
          <p:nvPr/>
        </p:nvSpPr>
        <p:spPr>
          <a:xfrm xmlns:a="http://schemas.openxmlformats.org/drawingml/2006/main">
            <a:off x="4057650" y="4772025"/>
            <a:ext cx="1771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4D5A68"/>
                </a:solidFill>
                <a:latin typeface="Malgun Gothic"/>
                <a:ea typeface="Malgun Gothic"/>
                <a:cs typeface="Malgun Gothic"/>
              </a:defRPr>
            </a:defPPr>
            <a:lvl1pPr algn="ctr">
              <a:defRPr sz="1650" b="1">
                <a:solidFill>
                  <a:srgbClr val="4D5A68"/>
                </a:solidFill>
                <a:latin typeface="Malgun Gothic"/>
                <a:ea typeface="Malgun Gothic"/>
                <a:cs typeface="Malgun Gothic"/>
              </a:defRPr>
            </a:lvl1pPr>
            <a:lvl2pPr algn="ctr">
              <a:defRPr sz="1650" b="1">
                <a:solidFill>
                  <a:srgbClr val="4D5A68"/>
                </a:solidFill>
                <a:latin typeface="Malgun Gothic"/>
                <a:ea typeface="Malgun Gothic"/>
                <a:cs typeface="Malgun Gothic"/>
              </a:defRPr>
            </a:lvl2pPr>
            <a:lvl3pPr algn="ctr">
              <a:defRPr sz="1650" b="1">
                <a:solidFill>
                  <a:srgbClr val="4D5A68"/>
                </a:solidFill>
                <a:latin typeface="Malgun Gothic"/>
                <a:ea typeface="Malgun Gothic"/>
                <a:cs typeface="Malgun Gothic"/>
              </a:defRPr>
            </a:lvl3pPr>
            <a:lvl4pPr algn="ctr">
              <a:defRPr sz="1650" b="1">
                <a:solidFill>
                  <a:srgbClr val="4D5A68"/>
                </a:solidFill>
                <a:latin typeface="Malgun Gothic"/>
                <a:ea typeface="Malgun Gothic"/>
                <a:cs typeface="Malgun Gothic"/>
              </a:defRPr>
            </a:lvl4pPr>
            <a:lvl5pPr algn="ctr">
              <a:defRPr sz="1650" b="1">
                <a:solidFill>
                  <a:srgbClr val="4D5A68"/>
                </a:solidFill>
                <a:latin typeface="Malgun Gothic"/>
                <a:ea typeface="Malgun Gothic"/>
                <a:cs typeface="Malgun Gothic"/>
              </a:defRPr>
            </a:lvl5pPr>
            <a:lvl6pPr algn="ctr">
              <a:defRPr sz="1650" b="1">
                <a:solidFill>
                  <a:srgbClr val="4D5A68"/>
                </a:solidFill>
                <a:latin typeface="Malgun Gothic"/>
                <a:ea typeface="Malgun Gothic"/>
                <a:cs typeface="Malgun Gothic"/>
              </a:defRPr>
            </a:lvl6pPr>
            <a:lvl7pPr algn="ctr">
              <a:defRPr sz="1650" b="1">
                <a:solidFill>
                  <a:srgbClr val="4D5A68"/>
                </a:solidFill>
                <a:latin typeface="Malgun Gothic"/>
                <a:ea typeface="Malgun Gothic"/>
                <a:cs typeface="Malgun Gothic"/>
              </a:defRPr>
            </a:lvl7pPr>
            <a:lvl8pPr algn="ctr">
              <a:defRPr sz="1650" b="1">
                <a:solidFill>
                  <a:srgbClr val="4D5A68"/>
                </a:solidFill>
                <a:latin typeface="Malgun Gothic"/>
                <a:ea typeface="Malgun Gothic"/>
                <a:cs typeface="Malgun Gothic"/>
              </a:defRPr>
            </a:lvl8pPr>
            <a:lvl9pPr algn="ctr">
              <a:defRPr sz="1650" b="1">
                <a:solidFill>
                  <a:srgbClr val="4D5A68"/>
                </a:solidFill>
                <a:latin typeface="Malgun Gothic"/>
                <a:ea typeface="Malgun Gothic"/>
                <a:cs typeface="Malgun Gothic"/>
              </a:defRPr>
            </a:lvl9pPr>
          </a:lstStyle>
          <a:p xmlns:a="http://schemas.openxmlformats.org/drawingml/2006/main">
            <a:pPr algn="ctr">
              <a:defRPr sz="1650" b="1">
                <a:solidFill>
                  <a:srgbClr val="4D5A68"/>
                </a:solidFill>
                <a:latin typeface="Malgun Gothic"/>
                <a:ea typeface="Malgun Gothic"/>
                <a:cs typeface="Malgun Gothic"/>
              </a:defRPr>
            </a:pPr>
            <a:r>
              <a:rPr sz="1650" b="1">
                <a:solidFill>
                  <a:srgbClr val="4D5A68"/>
                </a:solidFill>
                <a:latin typeface="Malgun Gothic"/>
                <a:ea typeface="Malgun Gothic"/>
                <a:cs typeface="Malgun Gothic"/>
              </a:rPr>
              <a:t>프롬프트창</a:t>
            </a:r>
          </a:p>
        </p:txBody>
      </p:sp>
      <p:pic>
        <p:nvPicPr>
          <p:cNvPr id="22" name="">
            <a:extLst xmlns:a="http://schemas.openxmlformats.org/drawingml/2006/main">
              <a:ext uri="{FF2B5EF4-FFF2-40B4-BE49-F238E27FC236}">
                <a16:creationId xmlns:a16="http://schemas.microsoft.com/office/drawing/2014/main" id="{AB252479-8513-4EEF-975D-BE6AA148B0BF}"/>
              </a:ext>
            </a:extLst>
          </p:cNvPr>
          <p:cNvPicPr>
            <a:picLocks xmlns:a="http://schemas.openxmlformats.org/drawingml/2006/main" noChangeAspect="1"/>
          </p:cNvPicPr>
          <p:nvPr/>
        </p:nvPicPr>
        <p:blipFill>
          <a:blip xmlns:r="http://schemas.openxmlformats.org/officeDocument/2006/relationships" xmlns:a="http://schemas.openxmlformats.org/drawingml/2006/main" r:embed="Rf431b9e08c2542f2"/>
          <a:srcRect xmlns:a="http://schemas.openxmlformats.org/drawingml/2006/main" l="8467" t="7489" r="6952" b="6776"/>
          <a:stretch xmlns:a="http://schemas.openxmlformats.org/drawingml/2006/main"/>
        </p:blipFill>
        <p:spPr>
          <a:xfrm xmlns:a="http://schemas.openxmlformats.org/drawingml/2006/main">
            <a:off x="10039350" y="3324225"/>
            <a:ext cx="1485900" cy="1857375"/>
          </a:xfrm>
          <a:prstGeom xmlns:a="http://schemas.openxmlformats.org/drawingml/2006/main" prst="rect">
            <a:avLst/>
          </a:prstGeom>
        </p:spPr>
      </p:pic>
      <p:sp>
        <p:nvSpPr>
          <p:cNvPr id="23" name="AGENTS.md">
            <a:extLst xmlns:a="http://schemas.openxmlformats.org/drawingml/2006/main">
              <a:ext uri="{FF2B5EF4-FFF2-40B4-BE49-F238E27FC236}">
                <a16:creationId xmlns:a16="http://schemas.microsoft.com/office/drawing/2014/main" id="{84B5B363-FD3E-4D94-8B80-0362B53B6D02}"/>
              </a:ext>
            </a:extLst>
          </p:cNvPr>
          <p:cNvSpPr>
            <a:spLocks xmlns:a="http://schemas.openxmlformats.org/drawingml/2006/main" noGrp="1"/>
          </p:cNvSpPr>
          <p:nvPr/>
        </p:nvSpPr>
        <p:spPr>
          <a:xfrm xmlns:a="http://schemas.openxmlformats.org/drawingml/2006/main">
            <a:off x="10144125" y="4114800"/>
            <a:ext cx="1276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0B6172"/>
                </a:solidFill>
                <a:latin typeface="Consolas"/>
                <a:ea typeface="Consolas"/>
                <a:cs typeface="Consolas"/>
              </a:defRPr>
            </a:defPPr>
            <a:lvl1pPr algn="ctr">
              <a:defRPr sz="1650" b="1">
                <a:solidFill>
                  <a:srgbClr val="0B6172"/>
                </a:solidFill>
                <a:latin typeface="Consolas"/>
                <a:ea typeface="Consolas"/>
                <a:cs typeface="Consolas"/>
              </a:defRPr>
            </a:lvl1pPr>
            <a:lvl2pPr algn="ctr">
              <a:defRPr sz="1650" b="1">
                <a:solidFill>
                  <a:srgbClr val="0B6172"/>
                </a:solidFill>
                <a:latin typeface="Consolas"/>
                <a:ea typeface="Consolas"/>
                <a:cs typeface="Consolas"/>
              </a:defRPr>
            </a:lvl2pPr>
            <a:lvl3pPr algn="ctr">
              <a:defRPr sz="1650" b="1">
                <a:solidFill>
                  <a:srgbClr val="0B6172"/>
                </a:solidFill>
                <a:latin typeface="Consolas"/>
                <a:ea typeface="Consolas"/>
                <a:cs typeface="Consolas"/>
              </a:defRPr>
            </a:lvl3pPr>
            <a:lvl4pPr algn="ctr">
              <a:defRPr sz="1650" b="1">
                <a:solidFill>
                  <a:srgbClr val="0B6172"/>
                </a:solidFill>
                <a:latin typeface="Consolas"/>
                <a:ea typeface="Consolas"/>
                <a:cs typeface="Consolas"/>
              </a:defRPr>
            </a:lvl4pPr>
            <a:lvl5pPr algn="ctr">
              <a:defRPr sz="1650" b="1">
                <a:solidFill>
                  <a:srgbClr val="0B6172"/>
                </a:solidFill>
                <a:latin typeface="Consolas"/>
                <a:ea typeface="Consolas"/>
                <a:cs typeface="Consolas"/>
              </a:defRPr>
            </a:lvl5pPr>
            <a:lvl6pPr algn="ctr">
              <a:defRPr sz="1650" b="1">
                <a:solidFill>
                  <a:srgbClr val="0B6172"/>
                </a:solidFill>
                <a:latin typeface="Consolas"/>
                <a:ea typeface="Consolas"/>
                <a:cs typeface="Consolas"/>
              </a:defRPr>
            </a:lvl6pPr>
            <a:lvl7pPr algn="ctr">
              <a:defRPr sz="1650" b="1">
                <a:solidFill>
                  <a:srgbClr val="0B6172"/>
                </a:solidFill>
                <a:latin typeface="Consolas"/>
                <a:ea typeface="Consolas"/>
                <a:cs typeface="Consolas"/>
              </a:defRPr>
            </a:lvl7pPr>
            <a:lvl8pPr algn="ctr">
              <a:defRPr sz="1650" b="1">
                <a:solidFill>
                  <a:srgbClr val="0B6172"/>
                </a:solidFill>
                <a:latin typeface="Consolas"/>
                <a:ea typeface="Consolas"/>
                <a:cs typeface="Consolas"/>
              </a:defRPr>
            </a:lvl8pPr>
            <a:lvl9pPr algn="ctr">
              <a:defRPr sz="1650" b="1">
                <a:solidFill>
                  <a:srgbClr val="0B6172"/>
                </a:solidFill>
                <a:latin typeface="Consolas"/>
                <a:ea typeface="Consolas"/>
                <a:cs typeface="Consolas"/>
              </a:defRPr>
            </a:lvl9pPr>
          </a:lstStyle>
          <a:p xmlns:a="http://schemas.openxmlformats.org/drawingml/2006/main">
            <a:pPr algn="ctr">
              <a:defRPr sz="1650" b="1">
                <a:solidFill>
                  <a:srgbClr val="0B6172"/>
                </a:solidFill>
                <a:latin typeface="Consolas"/>
                <a:ea typeface="Consolas"/>
                <a:cs typeface="Consolas"/>
              </a:defRPr>
            </a:pPr>
            <a:r>
              <a:rPr sz="1650" b="1">
                <a:solidFill>
                  <a:srgbClr val="0B6172"/>
                </a:solidFill>
                <a:latin typeface="Consolas"/>
                <a:ea typeface="Consolas"/>
                <a:cs typeface="Consolas"/>
              </a:rPr>
              <a:t>AGENTS.md</a:t>
            </a:r>
          </a:p>
        </p:txBody>
      </p:sp>
      <p:sp>
        <p:nvSpPr>
          <p:cNvPr id="24" name="">
            <a:extLst xmlns:a="http://schemas.openxmlformats.org/drawingml/2006/main">
              <a:ext uri="{FF2B5EF4-FFF2-40B4-BE49-F238E27FC236}">
                <a16:creationId xmlns:a16="http://schemas.microsoft.com/office/drawing/2014/main" id="{7B57F0C2-7D82-434E-8ACF-D7FA24FE4D0C}"/>
              </a:ext>
            </a:extLst>
          </p:cNvPr>
          <p:cNvSpPr>
            <a:spLocks xmlns:a="http://schemas.openxmlformats.org/drawingml/2006/main" noGrp="1"/>
          </p:cNvSpPr>
          <p:nvPr/>
        </p:nvSpPr>
        <p:spPr>
          <a:xfrm xmlns:a="http://schemas.openxmlformats.org/drawingml/2006/main">
            <a:off x="609600" y="5257800"/>
            <a:ext cx="5219700" cy="390525"/>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5" name="">
            <a:extLst xmlns:a="http://schemas.openxmlformats.org/drawingml/2006/main">
              <a:ext uri="{FF2B5EF4-FFF2-40B4-BE49-F238E27FC236}">
                <a16:creationId xmlns:a16="http://schemas.microsoft.com/office/drawing/2014/main" id="{745EDBE6-FEFE-4917-9A79-31BA88CDFA16}"/>
              </a:ext>
            </a:extLst>
          </p:cNvPr>
          <p:cNvSpPr>
            <a:spLocks xmlns:a="http://schemas.openxmlformats.org/drawingml/2006/main" noGrp="1"/>
          </p:cNvSpPr>
          <p:nvPr/>
        </p:nvSpPr>
        <p:spPr>
          <a:xfrm xmlns:a="http://schemas.openxmlformats.org/drawingml/2006/main">
            <a:off x="6362700" y="5257800"/>
            <a:ext cx="5219700" cy="3905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6" name="다음 작업에서는 목표가 달라짐">
            <a:extLst xmlns:a="http://schemas.openxmlformats.org/drawingml/2006/main">
              <a:ext uri="{FF2B5EF4-FFF2-40B4-BE49-F238E27FC236}">
                <a16:creationId xmlns:a16="http://schemas.microsoft.com/office/drawing/2014/main" id="{041D94FA-8574-4750-BD6A-AFFAC7E17571}"/>
              </a:ext>
            </a:extLst>
          </p:cNvPr>
          <p:cNvSpPr>
            <a:spLocks xmlns:a="http://schemas.openxmlformats.org/drawingml/2006/main" noGrp="1"/>
          </p:cNvSpPr>
          <p:nvPr/>
        </p:nvSpPr>
        <p:spPr>
          <a:xfrm xmlns:a="http://schemas.openxmlformats.org/drawingml/2006/main">
            <a:off x="762000" y="5286375"/>
            <a:ext cx="491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다음 작업에서는 목표가 달라짐</a:t>
            </a:r>
          </a:p>
        </p:txBody>
      </p:sp>
      <p:sp>
        <p:nvSpPr>
          <p:cNvPr id="27" name="여러 작업에서 다시 참고">
            <a:extLst xmlns:a="http://schemas.openxmlformats.org/drawingml/2006/main">
              <a:ext uri="{FF2B5EF4-FFF2-40B4-BE49-F238E27FC236}">
                <a16:creationId xmlns:a16="http://schemas.microsoft.com/office/drawing/2014/main" id="{557990E2-C8FB-4CC7-AA65-295AC4D466CF}"/>
              </a:ext>
            </a:extLst>
          </p:cNvPr>
          <p:cNvSpPr>
            <a:spLocks xmlns:a="http://schemas.openxmlformats.org/drawingml/2006/main" noGrp="1"/>
          </p:cNvSpPr>
          <p:nvPr/>
        </p:nvSpPr>
        <p:spPr>
          <a:xfrm xmlns:a="http://schemas.openxmlformats.org/drawingml/2006/main">
            <a:off x="6515100" y="5286375"/>
            <a:ext cx="4914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여러 작업에서 다시 참고</a:t>
            </a:r>
          </a:p>
        </p:txBody>
      </p:sp>
      <p:sp>
        <p:nvSpPr>
          <p:cNvPr id="28" name="Legacy module connection">
            <a:extLst xmlns:a="http://schemas.openxmlformats.org/drawingml/2006/main">
              <a:ext uri="{FF2B5EF4-FFF2-40B4-BE49-F238E27FC236}">
                <a16:creationId xmlns:a16="http://schemas.microsoft.com/office/drawing/2014/main" id="{77AE1A61-13C1-4780-80B4-2B23A255EE61}"/>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097985798"/>
      </p:ext>
    </p:extLst>
  </p:cSld>
</p:sld>
</file>

<file path=ppt/slides/slide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0" name="ACT 2 · Context가 쌓이는 과정">
            <a:extLst xmlns:a="http://schemas.openxmlformats.org/drawingml/2006/main">
              <a:ext uri="{FF2B5EF4-FFF2-40B4-BE49-F238E27FC236}">
                <a16:creationId xmlns:a16="http://schemas.microsoft.com/office/drawing/2014/main" id="{EF00CE8D-FD61-40B4-81CE-F25990B2EC8A}"/>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Context가 쌓이는 과정</a:t>
            </a:r>
          </a:p>
        </p:txBody>
      </p:sp>
      <p:sp>
        <p:nvSpPr>
          <p:cNvPr id="2" name="S36">
            <a:extLst xmlns:a="http://schemas.openxmlformats.org/drawingml/2006/main">
              <a:ext uri="{FF2B5EF4-FFF2-40B4-BE49-F238E27FC236}">
                <a16:creationId xmlns:a16="http://schemas.microsoft.com/office/drawing/2014/main" id="{3ADE0FCD-4DC8-4A04-90C3-40CDF7AC3F5F}"/>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S36</a:t>
            </a:r>
          </a:p>
        </p:txBody>
      </p:sp>
      <p:sp>
        <p:nvSpPr>
          <p:cNvPr id="3" name="정확한 정보도 계속 늘어난다">
            <a:extLst xmlns:a="http://schemas.openxmlformats.org/drawingml/2006/main">
              <a:ext uri="{FF2B5EF4-FFF2-40B4-BE49-F238E27FC236}">
                <a16:creationId xmlns:a16="http://schemas.microsoft.com/office/drawing/2014/main" id="{227FEAA5-4958-4E2D-A12A-E0DAE138BBE8}"/>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정확한 정보도 계속 늘어난다</a:t>
            </a:r>
          </a:p>
        </p:txBody>
      </p:sp>
      <p:sp>
        <p:nvSpPr>
          <p:cNvPr id="4" name="">
            <a:extLst xmlns:a="http://schemas.openxmlformats.org/drawingml/2006/main">
              <a:ext uri="{FF2B5EF4-FFF2-40B4-BE49-F238E27FC236}">
                <a16:creationId xmlns:a16="http://schemas.microsoft.com/office/drawing/2014/main" id="{8C8A5F04-E070-4005-BF7A-92DA85CF3D2D}"/>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실제 AGENTS.md 전후 내용을 바탕으로 재구성 · 문서는 교육용 생성 도식">
            <a:extLst xmlns:a="http://schemas.openxmlformats.org/drawingml/2006/main">
              <a:ext uri="{FF2B5EF4-FFF2-40B4-BE49-F238E27FC236}">
                <a16:creationId xmlns:a16="http://schemas.microsoft.com/office/drawing/2014/main" id="{B0F9D562-1B1D-4CB1-B797-CB3DFE74A7E4}"/>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실제 AGENTS.md 전후 내용을 바탕으로 재구성 · 문서는 교육용 생성 도식</a:t>
            </a:r>
          </a:p>
        </p:txBody>
      </p:sp>
      <p:sp>
        <p:nvSpPr>
          <p:cNvPr id="6" name="이야기 속 두 시점 비교 · 정보 증가가 실패를 일으켰다는 관찰은 아님">
            <a:extLst xmlns:a="http://schemas.openxmlformats.org/drawingml/2006/main">
              <a:ext uri="{FF2B5EF4-FFF2-40B4-BE49-F238E27FC236}">
                <a16:creationId xmlns:a16="http://schemas.microsoft.com/office/drawing/2014/main" id="{BE6A3A41-1D82-4217-B47B-39F3F1462326}"/>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이야기 속 두 시점 비교 · 정보 증가가 실패를 일으켰다는 관찰은 아님</a:t>
            </a:r>
          </a:p>
        </p:txBody>
      </p:sp>
      <p:sp>
        <p:nvSpPr>
          <p:cNvPr id="7" name="프로젝트 초기">
            <a:extLst xmlns:a="http://schemas.openxmlformats.org/drawingml/2006/main">
              <a:ext uri="{FF2B5EF4-FFF2-40B4-BE49-F238E27FC236}">
                <a16:creationId xmlns:a16="http://schemas.microsoft.com/office/drawing/2014/main" id="{72703055-C6D4-4CCE-B96A-1D986513AF20}"/>
              </a:ext>
            </a:extLst>
          </p:cNvPr>
          <p:cNvSpPr>
            <a:spLocks xmlns:a="http://schemas.openxmlformats.org/drawingml/2006/main" noGrp="1"/>
          </p:cNvSpPr>
          <p:nvPr/>
        </p:nvSpPr>
        <p:spPr>
          <a:xfrm xmlns:a="http://schemas.openxmlformats.org/drawingml/2006/main">
            <a:off x="609600" y="1876425"/>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4D5A68"/>
                </a:solidFill>
                <a:latin typeface="Malgun Gothic"/>
                <a:ea typeface="Malgun Gothic"/>
                <a:cs typeface="Malgun Gothic"/>
              </a:defRPr>
            </a:defPPr>
            <a:lvl1pPr algn="l">
              <a:defRPr sz="2325" b="1">
                <a:solidFill>
                  <a:srgbClr val="4D5A68"/>
                </a:solidFill>
                <a:latin typeface="Malgun Gothic"/>
                <a:ea typeface="Malgun Gothic"/>
                <a:cs typeface="Malgun Gothic"/>
              </a:defRPr>
            </a:lvl1pPr>
            <a:lvl2pPr algn="l">
              <a:defRPr sz="2325" b="1">
                <a:solidFill>
                  <a:srgbClr val="4D5A68"/>
                </a:solidFill>
                <a:latin typeface="Malgun Gothic"/>
                <a:ea typeface="Malgun Gothic"/>
                <a:cs typeface="Malgun Gothic"/>
              </a:defRPr>
            </a:lvl2pPr>
            <a:lvl3pPr algn="l">
              <a:defRPr sz="2325" b="1">
                <a:solidFill>
                  <a:srgbClr val="4D5A68"/>
                </a:solidFill>
                <a:latin typeface="Malgun Gothic"/>
                <a:ea typeface="Malgun Gothic"/>
                <a:cs typeface="Malgun Gothic"/>
              </a:defRPr>
            </a:lvl3pPr>
            <a:lvl4pPr algn="l">
              <a:defRPr sz="2325" b="1">
                <a:solidFill>
                  <a:srgbClr val="4D5A68"/>
                </a:solidFill>
                <a:latin typeface="Malgun Gothic"/>
                <a:ea typeface="Malgun Gothic"/>
                <a:cs typeface="Malgun Gothic"/>
              </a:defRPr>
            </a:lvl4pPr>
            <a:lvl5pPr algn="l">
              <a:defRPr sz="2325" b="1">
                <a:solidFill>
                  <a:srgbClr val="4D5A68"/>
                </a:solidFill>
                <a:latin typeface="Malgun Gothic"/>
                <a:ea typeface="Malgun Gothic"/>
                <a:cs typeface="Malgun Gothic"/>
              </a:defRPr>
            </a:lvl5pPr>
            <a:lvl6pPr algn="l">
              <a:defRPr sz="2325" b="1">
                <a:solidFill>
                  <a:srgbClr val="4D5A68"/>
                </a:solidFill>
                <a:latin typeface="Malgun Gothic"/>
                <a:ea typeface="Malgun Gothic"/>
                <a:cs typeface="Malgun Gothic"/>
              </a:defRPr>
            </a:lvl6pPr>
            <a:lvl7pPr algn="l">
              <a:defRPr sz="2325" b="1">
                <a:solidFill>
                  <a:srgbClr val="4D5A68"/>
                </a:solidFill>
                <a:latin typeface="Malgun Gothic"/>
                <a:ea typeface="Malgun Gothic"/>
                <a:cs typeface="Malgun Gothic"/>
              </a:defRPr>
            </a:lvl7pPr>
            <a:lvl8pPr algn="l">
              <a:defRPr sz="2325" b="1">
                <a:solidFill>
                  <a:srgbClr val="4D5A68"/>
                </a:solidFill>
                <a:latin typeface="Malgun Gothic"/>
                <a:ea typeface="Malgun Gothic"/>
                <a:cs typeface="Malgun Gothic"/>
              </a:defRPr>
            </a:lvl8pPr>
            <a:lvl9pPr algn="l">
              <a:defRPr sz="2325" b="1">
                <a:solidFill>
                  <a:srgbClr val="4D5A68"/>
                </a:solidFill>
                <a:latin typeface="Malgun Gothic"/>
                <a:ea typeface="Malgun Gothic"/>
                <a:cs typeface="Malgun Gothic"/>
              </a:defRPr>
            </a:lvl9pPr>
          </a:lstStyle>
          <a:p xmlns:a="http://schemas.openxmlformats.org/drawingml/2006/main">
            <a:pPr algn="l">
              <a:defRPr sz="2325" b="1">
                <a:solidFill>
                  <a:srgbClr val="4D5A68"/>
                </a:solidFill>
                <a:latin typeface="Malgun Gothic"/>
                <a:ea typeface="Malgun Gothic"/>
                <a:cs typeface="Malgun Gothic"/>
              </a:defRPr>
            </a:pPr>
            <a:r>
              <a:rPr sz="2325" b="1">
                <a:solidFill>
                  <a:srgbClr val="4D5A68"/>
                </a:solidFill>
                <a:latin typeface="Malgun Gothic"/>
                <a:ea typeface="Malgun Gothic"/>
                <a:cs typeface="Malgun Gothic"/>
              </a:rPr>
              <a:t>프로젝트 초기</a:t>
            </a:r>
          </a:p>
        </p:txBody>
      </p:sp>
      <p:sp>
        <p:nvSpPr>
          <p:cNvPr id="8" name="현재 프로젝트">
            <a:extLst xmlns:a="http://schemas.openxmlformats.org/drawingml/2006/main">
              <a:ext uri="{FF2B5EF4-FFF2-40B4-BE49-F238E27FC236}">
                <a16:creationId xmlns:a16="http://schemas.microsoft.com/office/drawing/2014/main" id="{A33B1041-7179-40DD-A697-EC3972A6AB0C}"/>
              </a:ext>
            </a:extLst>
          </p:cNvPr>
          <p:cNvSpPr>
            <a:spLocks xmlns:a="http://schemas.openxmlformats.org/drawingml/2006/main" noGrp="1"/>
          </p:cNvSpPr>
          <p:nvPr/>
        </p:nvSpPr>
        <p:spPr>
          <a:xfrm xmlns:a="http://schemas.openxmlformats.org/drawingml/2006/main">
            <a:off x="4076700" y="18764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현재 프로젝트</a:t>
            </a:r>
          </a:p>
        </p:txBody>
      </p:sp>
      <p:pic>
        <p:nvPicPr>
          <p:cNvPr id="9" name="">
            <a:extLst xmlns:a="http://schemas.openxmlformats.org/drawingml/2006/main">
              <a:ext uri="{FF2B5EF4-FFF2-40B4-BE49-F238E27FC236}">
                <a16:creationId xmlns:a16="http://schemas.microsoft.com/office/drawing/2014/main" id="{89B46980-BD89-4F9E-90D4-A223EAB94C2F}"/>
              </a:ext>
            </a:extLst>
          </p:cNvPr>
          <p:cNvPicPr>
            <a:picLocks xmlns:a="http://schemas.openxmlformats.org/drawingml/2006/main" noChangeAspect="1"/>
          </p:cNvPicPr>
          <p:nvPr/>
        </p:nvPicPr>
        <p:blipFill>
          <a:blip xmlns:r="http://schemas.openxmlformats.org/officeDocument/2006/relationships" xmlns:a="http://schemas.openxmlformats.org/drawingml/2006/main" r:embed="R1c0ab4b61b79475d"/>
          <a:srcRect xmlns:a="http://schemas.openxmlformats.org/drawingml/2006/main" l="16323" t="0" r="16066" b="0"/>
          <a:stretch xmlns:a="http://schemas.openxmlformats.org/drawingml/2006/main"/>
        </p:blipFill>
        <p:spPr>
          <a:xfrm xmlns:a="http://schemas.openxmlformats.org/drawingml/2006/main">
            <a:off x="609600" y="2266950"/>
            <a:ext cx="5276850" cy="3257550"/>
          </a:xfrm>
          <a:prstGeom xmlns:a="http://schemas.openxmlformats.org/drawingml/2006/main" prst="rect">
            <a:avLst/>
          </a:prstGeom>
        </p:spPr>
      </p:pic>
      <p:sp>
        <p:nvSpPr>
          <p:cNvPr id="10" name="AGENTS.md">
            <a:extLst xmlns:a="http://schemas.openxmlformats.org/drawingml/2006/main">
              <a:ext uri="{FF2B5EF4-FFF2-40B4-BE49-F238E27FC236}">
                <a16:creationId xmlns:a16="http://schemas.microsoft.com/office/drawing/2014/main" id="{1D6D5503-BC8F-436F-BF63-208B86350F53}"/>
              </a:ext>
            </a:extLst>
          </p:cNvPr>
          <p:cNvSpPr>
            <a:spLocks xmlns:a="http://schemas.openxmlformats.org/drawingml/2006/main" noGrp="1"/>
          </p:cNvSpPr>
          <p:nvPr/>
        </p:nvSpPr>
        <p:spPr>
          <a:xfrm xmlns:a="http://schemas.openxmlformats.org/drawingml/2006/main">
            <a:off x="800100" y="2867025"/>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7212B"/>
                </a:solidFill>
                <a:latin typeface="Consolas"/>
                <a:ea typeface="Consolas"/>
                <a:cs typeface="Consolas"/>
              </a:defRPr>
            </a:defPPr>
            <a:lvl1pPr algn="ctr">
              <a:defRPr sz="1650" b="1">
                <a:solidFill>
                  <a:srgbClr val="17212B"/>
                </a:solidFill>
                <a:latin typeface="Consolas"/>
                <a:ea typeface="Consolas"/>
                <a:cs typeface="Consolas"/>
              </a:defRPr>
            </a:lvl1pPr>
            <a:lvl2pPr algn="ctr">
              <a:defRPr sz="1650" b="1">
                <a:solidFill>
                  <a:srgbClr val="17212B"/>
                </a:solidFill>
                <a:latin typeface="Consolas"/>
                <a:ea typeface="Consolas"/>
                <a:cs typeface="Consolas"/>
              </a:defRPr>
            </a:lvl2pPr>
            <a:lvl3pPr algn="ctr">
              <a:defRPr sz="1650" b="1">
                <a:solidFill>
                  <a:srgbClr val="17212B"/>
                </a:solidFill>
                <a:latin typeface="Consolas"/>
                <a:ea typeface="Consolas"/>
                <a:cs typeface="Consolas"/>
              </a:defRPr>
            </a:lvl3pPr>
            <a:lvl4pPr algn="ctr">
              <a:defRPr sz="1650" b="1">
                <a:solidFill>
                  <a:srgbClr val="17212B"/>
                </a:solidFill>
                <a:latin typeface="Consolas"/>
                <a:ea typeface="Consolas"/>
                <a:cs typeface="Consolas"/>
              </a:defRPr>
            </a:lvl4pPr>
            <a:lvl5pPr algn="ctr">
              <a:defRPr sz="1650" b="1">
                <a:solidFill>
                  <a:srgbClr val="17212B"/>
                </a:solidFill>
                <a:latin typeface="Consolas"/>
                <a:ea typeface="Consolas"/>
                <a:cs typeface="Consolas"/>
              </a:defRPr>
            </a:lvl5pPr>
            <a:lvl6pPr algn="ctr">
              <a:defRPr sz="1650" b="1">
                <a:solidFill>
                  <a:srgbClr val="17212B"/>
                </a:solidFill>
                <a:latin typeface="Consolas"/>
                <a:ea typeface="Consolas"/>
                <a:cs typeface="Consolas"/>
              </a:defRPr>
            </a:lvl6pPr>
            <a:lvl7pPr algn="ctr">
              <a:defRPr sz="1650" b="1">
                <a:solidFill>
                  <a:srgbClr val="17212B"/>
                </a:solidFill>
                <a:latin typeface="Consolas"/>
                <a:ea typeface="Consolas"/>
                <a:cs typeface="Consolas"/>
              </a:defRPr>
            </a:lvl7pPr>
            <a:lvl8pPr algn="ctr">
              <a:defRPr sz="1650" b="1">
                <a:solidFill>
                  <a:srgbClr val="17212B"/>
                </a:solidFill>
                <a:latin typeface="Consolas"/>
                <a:ea typeface="Consolas"/>
                <a:cs typeface="Consolas"/>
              </a:defRPr>
            </a:lvl8pPr>
            <a:lvl9pPr algn="ctr">
              <a:defRPr sz="1650" b="1">
                <a:solidFill>
                  <a:srgbClr val="17212B"/>
                </a:solidFill>
                <a:latin typeface="Consolas"/>
                <a:ea typeface="Consolas"/>
                <a:cs typeface="Consolas"/>
              </a:defRPr>
            </a:lvl9pPr>
          </a:lstStyle>
          <a:p xmlns:a="http://schemas.openxmlformats.org/drawingml/2006/main">
            <a:pPr algn="ctr">
              <a:defRPr sz="1650" b="1">
                <a:solidFill>
                  <a:srgbClr val="17212B"/>
                </a:solidFill>
                <a:latin typeface="Consolas"/>
                <a:ea typeface="Consolas"/>
                <a:cs typeface="Consolas"/>
              </a:defRPr>
            </a:pPr>
            <a:r>
              <a:rPr sz="1650" b="1">
                <a:solidFill>
                  <a:srgbClr val="17212B"/>
                </a:solidFill>
                <a:latin typeface="Consolas"/>
                <a:ea typeface="Consolas"/>
                <a:cs typeface="Consolas"/>
              </a:rPr>
              <a:t>AGENTS.md</a:t>
            </a:r>
          </a:p>
        </p:txBody>
      </p:sp>
      <p:sp>
        <p:nvSpPr>
          <p:cNvPr id="11" name="AGENTS.md">
            <a:extLst xmlns:a="http://schemas.openxmlformats.org/drawingml/2006/main">
              <a:ext uri="{FF2B5EF4-FFF2-40B4-BE49-F238E27FC236}">
                <a16:creationId xmlns:a16="http://schemas.microsoft.com/office/drawing/2014/main" id="{93B16A44-5097-4983-BD04-8C1344632F31}"/>
              </a:ext>
            </a:extLst>
          </p:cNvPr>
          <p:cNvSpPr>
            <a:spLocks xmlns:a="http://schemas.openxmlformats.org/drawingml/2006/main" noGrp="1"/>
          </p:cNvSpPr>
          <p:nvPr/>
        </p:nvSpPr>
        <p:spPr>
          <a:xfrm xmlns:a="http://schemas.openxmlformats.org/drawingml/2006/main">
            <a:off x="4276725" y="2867025"/>
            <a:ext cx="1476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17212B"/>
                </a:solidFill>
                <a:latin typeface="Consolas"/>
                <a:ea typeface="Consolas"/>
                <a:cs typeface="Consolas"/>
              </a:defRPr>
            </a:defPPr>
            <a:lvl1pPr algn="ctr">
              <a:defRPr sz="1650" b="1">
                <a:solidFill>
                  <a:srgbClr val="17212B"/>
                </a:solidFill>
                <a:latin typeface="Consolas"/>
                <a:ea typeface="Consolas"/>
                <a:cs typeface="Consolas"/>
              </a:defRPr>
            </a:lvl1pPr>
            <a:lvl2pPr algn="ctr">
              <a:defRPr sz="1650" b="1">
                <a:solidFill>
                  <a:srgbClr val="17212B"/>
                </a:solidFill>
                <a:latin typeface="Consolas"/>
                <a:ea typeface="Consolas"/>
                <a:cs typeface="Consolas"/>
              </a:defRPr>
            </a:lvl2pPr>
            <a:lvl3pPr algn="ctr">
              <a:defRPr sz="1650" b="1">
                <a:solidFill>
                  <a:srgbClr val="17212B"/>
                </a:solidFill>
                <a:latin typeface="Consolas"/>
                <a:ea typeface="Consolas"/>
                <a:cs typeface="Consolas"/>
              </a:defRPr>
            </a:lvl3pPr>
            <a:lvl4pPr algn="ctr">
              <a:defRPr sz="1650" b="1">
                <a:solidFill>
                  <a:srgbClr val="17212B"/>
                </a:solidFill>
                <a:latin typeface="Consolas"/>
                <a:ea typeface="Consolas"/>
                <a:cs typeface="Consolas"/>
              </a:defRPr>
            </a:lvl4pPr>
            <a:lvl5pPr algn="ctr">
              <a:defRPr sz="1650" b="1">
                <a:solidFill>
                  <a:srgbClr val="17212B"/>
                </a:solidFill>
                <a:latin typeface="Consolas"/>
                <a:ea typeface="Consolas"/>
                <a:cs typeface="Consolas"/>
              </a:defRPr>
            </a:lvl5pPr>
            <a:lvl6pPr algn="ctr">
              <a:defRPr sz="1650" b="1">
                <a:solidFill>
                  <a:srgbClr val="17212B"/>
                </a:solidFill>
                <a:latin typeface="Consolas"/>
                <a:ea typeface="Consolas"/>
                <a:cs typeface="Consolas"/>
              </a:defRPr>
            </a:lvl6pPr>
            <a:lvl7pPr algn="ctr">
              <a:defRPr sz="1650" b="1">
                <a:solidFill>
                  <a:srgbClr val="17212B"/>
                </a:solidFill>
                <a:latin typeface="Consolas"/>
                <a:ea typeface="Consolas"/>
                <a:cs typeface="Consolas"/>
              </a:defRPr>
            </a:lvl7pPr>
            <a:lvl8pPr algn="ctr">
              <a:defRPr sz="1650" b="1">
                <a:solidFill>
                  <a:srgbClr val="17212B"/>
                </a:solidFill>
                <a:latin typeface="Consolas"/>
                <a:ea typeface="Consolas"/>
                <a:cs typeface="Consolas"/>
              </a:defRPr>
            </a:lvl8pPr>
            <a:lvl9pPr algn="ctr">
              <a:defRPr sz="1650" b="1">
                <a:solidFill>
                  <a:srgbClr val="17212B"/>
                </a:solidFill>
                <a:latin typeface="Consolas"/>
                <a:ea typeface="Consolas"/>
                <a:cs typeface="Consolas"/>
              </a:defRPr>
            </a:lvl9pPr>
          </a:lstStyle>
          <a:p xmlns:a="http://schemas.openxmlformats.org/drawingml/2006/main">
            <a:pPr algn="ctr">
              <a:defRPr sz="1650" b="1">
                <a:solidFill>
                  <a:srgbClr val="17212B"/>
                </a:solidFill>
                <a:latin typeface="Consolas"/>
                <a:ea typeface="Consolas"/>
                <a:cs typeface="Consolas"/>
              </a:defRPr>
            </a:pPr>
            <a:r>
              <a:rPr sz="1650" b="1">
                <a:solidFill>
                  <a:srgbClr val="17212B"/>
                </a:solidFill>
                <a:latin typeface="Consolas"/>
                <a:ea typeface="Consolas"/>
                <a:cs typeface="Consolas"/>
              </a:rPr>
              <a:t>AGENTS.md</a:t>
            </a:r>
          </a:p>
        </p:txBody>
      </p:sp>
      <p:sp>
        <p:nvSpPr>
          <p:cNvPr id="12" name="프로젝트 진행">
            <a:extLst xmlns:a="http://schemas.openxmlformats.org/drawingml/2006/main">
              <a:ext uri="{FF2B5EF4-FFF2-40B4-BE49-F238E27FC236}">
                <a16:creationId xmlns:a16="http://schemas.microsoft.com/office/drawing/2014/main" id="{01F6B4D2-AAA5-4A26-816D-8C73B21AB8FB}"/>
              </a:ext>
            </a:extLst>
          </p:cNvPr>
          <p:cNvSpPr>
            <a:spLocks xmlns:a="http://schemas.openxmlformats.org/drawingml/2006/main" noGrp="1"/>
          </p:cNvSpPr>
          <p:nvPr/>
        </p:nvSpPr>
        <p:spPr>
          <a:xfrm xmlns:a="http://schemas.openxmlformats.org/drawingml/2006/main">
            <a:off x="2571750" y="32766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4D5A68"/>
                </a:solidFill>
                <a:latin typeface="Malgun Gothic"/>
                <a:ea typeface="Malgun Gothic"/>
                <a:cs typeface="Malgun Gothic"/>
              </a:defRPr>
            </a:defPPr>
            <a:lvl1pPr algn="ctr">
              <a:defRPr sz="1725" b="1">
                <a:solidFill>
                  <a:srgbClr val="4D5A68"/>
                </a:solidFill>
                <a:latin typeface="Malgun Gothic"/>
                <a:ea typeface="Malgun Gothic"/>
                <a:cs typeface="Malgun Gothic"/>
              </a:defRPr>
            </a:lvl1pPr>
            <a:lvl2pPr algn="ctr">
              <a:defRPr sz="1725" b="1">
                <a:solidFill>
                  <a:srgbClr val="4D5A68"/>
                </a:solidFill>
                <a:latin typeface="Malgun Gothic"/>
                <a:ea typeface="Malgun Gothic"/>
                <a:cs typeface="Malgun Gothic"/>
              </a:defRPr>
            </a:lvl2pPr>
            <a:lvl3pPr algn="ctr">
              <a:defRPr sz="1725" b="1">
                <a:solidFill>
                  <a:srgbClr val="4D5A68"/>
                </a:solidFill>
                <a:latin typeface="Malgun Gothic"/>
                <a:ea typeface="Malgun Gothic"/>
                <a:cs typeface="Malgun Gothic"/>
              </a:defRPr>
            </a:lvl3pPr>
            <a:lvl4pPr algn="ctr">
              <a:defRPr sz="1725" b="1">
                <a:solidFill>
                  <a:srgbClr val="4D5A68"/>
                </a:solidFill>
                <a:latin typeface="Malgun Gothic"/>
                <a:ea typeface="Malgun Gothic"/>
                <a:cs typeface="Malgun Gothic"/>
              </a:defRPr>
            </a:lvl4pPr>
            <a:lvl5pPr algn="ctr">
              <a:defRPr sz="1725" b="1">
                <a:solidFill>
                  <a:srgbClr val="4D5A68"/>
                </a:solidFill>
                <a:latin typeface="Malgun Gothic"/>
                <a:ea typeface="Malgun Gothic"/>
                <a:cs typeface="Malgun Gothic"/>
              </a:defRPr>
            </a:lvl5pPr>
            <a:lvl6pPr algn="ctr">
              <a:defRPr sz="1725" b="1">
                <a:solidFill>
                  <a:srgbClr val="4D5A68"/>
                </a:solidFill>
                <a:latin typeface="Malgun Gothic"/>
                <a:ea typeface="Malgun Gothic"/>
                <a:cs typeface="Malgun Gothic"/>
              </a:defRPr>
            </a:lvl6pPr>
            <a:lvl7pPr algn="ctr">
              <a:defRPr sz="1725" b="1">
                <a:solidFill>
                  <a:srgbClr val="4D5A68"/>
                </a:solidFill>
                <a:latin typeface="Malgun Gothic"/>
                <a:ea typeface="Malgun Gothic"/>
                <a:cs typeface="Malgun Gothic"/>
              </a:defRPr>
            </a:lvl7pPr>
            <a:lvl8pPr algn="ctr">
              <a:defRPr sz="1725" b="1">
                <a:solidFill>
                  <a:srgbClr val="4D5A68"/>
                </a:solidFill>
                <a:latin typeface="Malgun Gothic"/>
                <a:ea typeface="Malgun Gothic"/>
                <a:cs typeface="Malgun Gothic"/>
              </a:defRPr>
            </a:lvl8pPr>
            <a:lvl9pPr algn="ctr">
              <a:defRPr sz="1725" b="1">
                <a:solidFill>
                  <a:srgbClr val="4D5A68"/>
                </a:solidFill>
                <a:latin typeface="Malgun Gothic"/>
                <a:ea typeface="Malgun Gothic"/>
                <a:cs typeface="Malgun Gothic"/>
              </a:defRPr>
            </a:lvl9pPr>
          </a:lstStyle>
          <a:p xmlns:a="http://schemas.openxmlformats.org/drawingml/2006/main">
            <a:pPr algn="ctr">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프로젝트 진행</a:t>
            </a:r>
          </a:p>
        </p:txBody>
      </p:sp>
      <p:sp>
        <p:nvSpPr>
          <p:cNvPr id="13" name="">
            <a:extLst xmlns:a="http://schemas.openxmlformats.org/drawingml/2006/main">
              <a:ext uri="{FF2B5EF4-FFF2-40B4-BE49-F238E27FC236}">
                <a16:creationId xmlns:a16="http://schemas.microsoft.com/office/drawing/2014/main" id="{CD38DBC8-39E6-40E9-B5BC-D29C5BD1837B}"/>
              </a:ext>
            </a:extLst>
          </p:cNvPr>
          <p:cNvSpPr>
            <a:spLocks xmlns:a="http://schemas.openxmlformats.org/drawingml/2006/main" noGrp="1"/>
          </p:cNvSpPr>
          <p:nvPr/>
        </p:nvSpPr>
        <p:spPr>
          <a:xfrm xmlns:a="http://schemas.openxmlformats.org/drawingml/2006/main">
            <a:off x="2924175" y="3705225"/>
            <a:ext cx="647700" cy="2667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4" name="목적 · 실행 · 테스트&#10;기본 제약">
            <a:extLst xmlns:a="http://schemas.openxmlformats.org/drawingml/2006/main">
              <a:ext uri="{FF2B5EF4-FFF2-40B4-BE49-F238E27FC236}">
                <a16:creationId xmlns:a16="http://schemas.microsoft.com/office/drawing/2014/main" id="{EA27102A-C8BA-4C5D-AF59-E6E2DA17ACC3}"/>
              </a:ext>
            </a:extLst>
          </p:cNvPr>
          <p:cNvSpPr>
            <a:spLocks xmlns:a="http://schemas.openxmlformats.org/drawingml/2006/main" noGrp="1"/>
          </p:cNvSpPr>
          <p:nvPr/>
        </p:nvSpPr>
        <p:spPr>
          <a:xfrm xmlns:a="http://schemas.openxmlformats.org/drawingml/2006/main">
            <a:off x="609600" y="4524375"/>
            <a:ext cx="304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목적 · 실행 · 테스트</a:t>
            </a:r>
          </a:p>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기본 제약</a:t>
            </a:r>
          </a:p>
        </p:txBody>
      </p:sp>
      <p:sp>
        <p:nvSpPr>
          <p:cNvPr id="15" name="새로 기록한 정보">
            <a:extLst xmlns:a="http://schemas.openxmlformats.org/drawingml/2006/main">
              <a:ext uri="{FF2B5EF4-FFF2-40B4-BE49-F238E27FC236}">
                <a16:creationId xmlns:a16="http://schemas.microsoft.com/office/drawing/2014/main" id="{237F0846-70FC-49D3-B3B3-99360D59B875}"/>
              </a:ext>
            </a:extLst>
          </p:cNvPr>
          <p:cNvSpPr>
            <a:spLocks xmlns:a="http://schemas.openxmlformats.org/drawingml/2006/main" noGrp="1"/>
          </p:cNvSpPr>
          <p:nvPr/>
        </p:nvSpPr>
        <p:spPr>
          <a:xfrm xmlns:a="http://schemas.openxmlformats.org/drawingml/2006/main">
            <a:off x="7086600" y="2533650"/>
            <a:ext cx="4495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새로 기록한 정보</a:t>
            </a:r>
          </a:p>
        </p:txBody>
      </p:sp>
      <p:sp>
        <p:nvSpPr>
          <p:cNvPr id="16" name="">
            <a:extLst xmlns:a="http://schemas.openxmlformats.org/drawingml/2006/main">
              <a:ext uri="{FF2B5EF4-FFF2-40B4-BE49-F238E27FC236}">
                <a16:creationId xmlns:a16="http://schemas.microsoft.com/office/drawing/2014/main" id="{A2A29299-2429-4184-9886-EB6F38706235}"/>
              </a:ext>
            </a:extLst>
          </p:cNvPr>
          <p:cNvSpPr>
            <a:spLocks xmlns:a="http://schemas.openxmlformats.org/drawingml/2006/main" noGrp="1"/>
          </p:cNvSpPr>
          <p:nvPr/>
        </p:nvSpPr>
        <p:spPr>
          <a:xfrm xmlns:a="http://schemas.openxmlformats.org/drawingml/2006/main">
            <a:off x="7086600" y="3057525"/>
            <a:ext cx="4495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7" name="처리 순서">
            <a:extLst xmlns:a="http://schemas.openxmlformats.org/drawingml/2006/main">
              <a:ext uri="{FF2B5EF4-FFF2-40B4-BE49-F238E27FC236}">
                <a16:creationId xmlns:a16="http://schemas.microsoft.com/office/drawing/2014/main" id="{199B8493-2E34-49EA-9863-2E8170ABB7B1}"/>
              </a:ext>
            </a:extLst>
          </p:cNvPr>
          <p:cNvSpPr>
            <a:spLocks xmlns:a="http://schemas.openxmlformats.org/drawingml/2006/main" noGrp="1"/>
          </p:cNvSpPr>
          <p:nvPr/>
        </p:nvSpPr>
        <p:spPr>
          <a:xfrm xmlns:a="http://schemas.openxmlformats.org/drawingml/2006/main">
            <a:off x="7086600" y="3133725"/>
            <a:ext cx="1562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처리 순서</a:t>
            </a:r>
          </a:p>
        </p:txBody>
      </p:sp>
      <p:sp>
        <p:nvSpPr>
          <p:cNvPr id="18" name="load → … → write">
            <a:extLst xmlns:a="http://schemas.openxmlformats.org/drawingml/2006/main">
              <a:ext uri="{FF2B5EF4-FFF2-40B4-BE49-F238E27FC236}">
                <a16:creationId xmlns:a16="http://schemas.microsoft.com/office/drawing/2014/main" id="{A6D379EA-650E-4C2D-9D30-B9E268CB85C4}"/>
              </a:ext>
            </a:extLst>
          </p:cNvPr>
          <p:cNvSpPr>
            <a:spLocks xmlns:a="http://schemas.openxmlformats.org/drawingml/2006/main" noGrp="1"/>
          </p:cNvSpPr>
          <p:nvPr/>
        </p:nvSpPr>
        <p:spPr>
          <a:xfrm xmlns:a="http://schemas.openxmlformats.org/drawingml/2006/main">
            <a:off x="8820150" y="3133725"/>
            <a:ext cx="276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load → … → write</a:t>
            </a:r>
          </a:p>
        </p:txBody>
      </p:sp>
      <p:sp>
        <p:nvSpPr>
          <p:cNvPr id="19" name="">
            <a:extLst xmlns:a="http://schemas.openxmlformats.org/drawingml/2006/main">
              <a:ext uri="{FF2B5EF4-FFF2-40B4-BE49-F238E27FC236}">
                <a16:creationId xmlns:a16="http://schemas.microsoft.com/office/drawing/2014/main" id="{705F0EB8-82C7-4C94-AD21-459727F71D04}"/>
              </a:ext>
            </a:extLst>
          </p:cNvPr>
          <p:cNvSpPr>
            <a:spLocks xmlns:a="http://schemas.openxmlformats.org/drawingml/2006/main" noGrp="1"/>
          </p:cNvSpPr>
          <p:nvPr/>
        </p:nvSpPr>
        <p:spPr>
          <a:xfrm xmlns:a="http://schemas.openxmlformats.org/drawingml/2006/main">
            <a:off x="7086600" y="3581400"/>
            <a:ext cx="4495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이미지 명세">
            <a:extLst xmlns:a="http://schemas.openxmlformats.org/drawingml/2006/main">
              <a:ext uri="{FF2B5EF4-FFF2-40B4-BE49-F238E27FC236}">
                <a16:creationId xmlns:a16="http://schemas.microsoft.com/office/drawing/2014/main" id="{68CDC1ED-BD76-4167-B3AF-2348D75CC86A}"/>
              </a:ext>
            </a:extLst>
          </p:cNvPr>
          <p:cNvSpPr>
            <a:spLocks xmlns:a="http://schemas.openxmlformats.org/drawingml/2006/main" noGrp="1"/>
          </p:cNvSpPr>
          <p:nvPr/>
        </p:nvSpPr>
        <p:spPr>
          <a:xfrm xmlns:a="http://schemas.openxmlformats.org/drawingml/2006/main">
            <a:off x="7086600" y="3657600"/>
            <a:ext cx="1562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이미지 명세</a:t>
            </a:r>
          </a:p>
        </p:txBody>
      </p:sp>
      <p:sp>
        <p:nvSpPr>
          <p:cNvPr id="21" name="crop의 경계 규칙">
            <a:extLst xmlns:a="http://schemas.openxmlformats.org/drawingml/2006/main">
              <a:ext uri="{FF2B5EF4-FFF2-40B4-BE49-F238E27FC236}">
                <a16:creationId xmlns:a16="http://schemas.microsoft.com/office/drawing/2014/main" id="{EA9956B2-3B4B-48FA-B246-22C4B404C3CF}"/>
              </a:ext>
            </a:extLst>
          </p:cNvPr>
          <p:cNvSpPr>
            <a:spLocks xmlns:a="http://schemas.openxmlformats.org/drawingml/2006/main" noGrp="1"/>
          </p:cNvSpPr>
          <p:nvPr/>
        </p:nvSpPr>
        <p:spPr>
          <a:xfrm xmlns:a="http://schemas.openxmlformats.org/drawingml/2006/main">
            <a:off x="8820150" y="3657600"/>
            <a:ext cx="276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crop의 경계 규칙</a:t>
            </a:r>
          </a:p>
        </p:txBody>
      </p:sp>
      <p:sp>
        <p:nvSpPr>
          <p:cNvPr id="22" name="">
            <a:extLst xmlns:a="http://schemas.openxmlformats.org/drawingml/2006/main">
              <a:ext uri="{FF2B5EF4-FFF2-40B4-BE49-F238E27FC236}">
                <a16:creationId xmlns:a16="http://schemas.microsoft.com/office/drawing/2014/main" id="{65ED6F78-5641-4A4E-97FA-01ACC8C61907}"/>
              </a:ext>
            </a:extLst>
          </p:cNvPr>
          <p:cNvSpPr>
            <a:spLocks xmlns:a="http://schemas.openxmlformats.org/drawingml/2006/main" noGrp="1"/>
          </p:cNvSpPr>
          <p:nvPr/>
        </p:nvSpPr>
        <p:spPr>
          <a:xfrm xmlns:a="http://schemas.openxmlformats.org/drawingml/2006/main">
            <a:off x="7086600" y="4105275"/>
            <a:ext cx="4495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3" name="테스트 구조">
            <a:extLst xmlns:a="http://schemas.openxmlformats.org/drawingml/2006/main">
              <a:ext uri="{FF2B5EF4-FFF2-40B4-BE49-F238E27FC236}">
                <a16:creationId xmlns:a16="http://schemas.microsoft.com/office/drawing/2014/main" id="{13A47686-BAB6-4A4A-9F48-FD4B658BBE96}"/>
              </a:ext>
            </a:extLst>
          </p:cNvPr>
          <p:cNvSpPr>
            <a:spLocks xmlns:a="http://schemas.openxmlformats.org/drawingml/2006/main" noGrp="1"/>
          </p:cNvSpPr>
          <p:nvPr/>
        </p:nvSpPr>
        <p:spPr>
          <a:xfrm xmlns:a="http://schemas.openxmlformats.org/drawingml/2006/main">
            <a:off x="7086600" y="4181475"/>
            <a:ext cx="1562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테스트 구조</a:t>
            </a:r>
          </a:p>
        </p:txBody>
      </p:sp>
      <p:sp>
        <p:nvSpPr>
          <p:cNvPr id="24" name="모듈별 · 입출력 검사">
            <a:extLst xmlns:a="http://schemas.openxmlformats.org/drawingml/2006/main">
              <a:ext uri="{FF2B5EF4-FFF2-40B4-BE49-F238E27FC236}">
                <a16:creationId xmlns:a16="http://schemas.microsoft.com/office/drawing/2014/main" id="{CD86CAB3-6A58-46FD-9CB2-54777292AC70}"/>
              </a:ext>
            </a:extLst>
          </p:cNvPr>
          <p:cNvSpPr>
            <a:spLocks xmlns:a="http://schemas.openxmlformats.org/drawingml/2006/main" noGrp="1"/>
          </p:cNvSpPr>
          <p:nvPr/>
        </p:nvSpPr>
        <p:spPr>
          <a:xfrm xmlns:a="http://schemas.openxmlformats.org/drawingml/2006/main">
            <a:off x="8820150" y="4181475"/>
            <a:ext cx="276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모듈별 · 입출력 검사</a:t>
            </a:r>
          </a:p>
        </p:txBody>
      </p:sp>
      <p:sp>
        <p:nvSpPr>
          <p:cNvPr id="25" name="">
            <a:extLst xmlns:a="http://schemas.openxmlformats.org/drawingml/2006/main">
              <a:ext uri="{FF2B5EF4-FFF2-40B4-BE49-F238E27FC236}">
                <a16:creationId xmlns:a16="http://schemas.microsoft.com/office/drawing/2014/main" id="{DAB61E98-EFED-47A5-B9C4-B97FEDA9BDA9}"/>
              </a:ext>
            </a:extLst>
          </p:cNvPr>
          <p:cNvSpPr>
            <a:spLocks xmlns:a="http://schemas.openxmlformats.org/drawingml/2006/main" noGrp="1"/>
          </p:cNvSpPr>
          <p:nvPr/>
        </p:nvSpPr>
        <p:spPr>
          <a:xfrm xmlns:a="http://schemas.openxmlformats.org/drawingml/2006/main">
            <a:off x="7086600" y="4629150"/>
            <a:ext cx="4495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6" name="CLI 출력">
            <a:extLst xmlns:a="http://schemas.openxmlformats.org/drawingml/2006/main">
              <a:ext uri="{FF2B5EF4-FFF2-40B4-BE49-F238E27FC236}">
                <a16:creationId xmlns:a16="http://schemas.microsoft.com/office/drawing/2014/main" id="{4BD9F3A3-1E49-4A51-89AC-7B12E63DCA36}"/>
              </a:ext>
            </a:extLst>
          </p:cNvPr>
          <p:cNvSpPr>
            <a:spLocks xmlns:a="http://schemas.openxmlformats.org/drawingml/2006/main" noGrp="1"/>
          </p:cNvSpPr>
          <p:nvPr/>
        </p:nvSpPr>
        <p:spPr>
          <a:xfrm xmlns:a="http://schemas.openxmlformats.org/drawingml/2006/main">
            <a:off x="7086600" y="4705350"/>
            <a:ext cx="15621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CLI 출력</a:t>
            </a:r>
          </a:p>
        </p:txBody>
      </p:sp>
      <p:sp>
        <p:nvSpPr>
          <p:cNvPr id="27" name="크기 · 통계 필드">
            <a:extLst xmlns:a="http://schemas.openxmlformats.org/drawingml/2006/main">
              <a:ext uri="{FF2B5EF4-FFF2-40B4-BE49-F238E27FC236}">
                <a16:creationId xmlns:a16="http://schemas.microsoft.com/office/drawing/2014/main" id="{54F54421-6914-460C-AAEC-87AC7B09666A}"/>
              </a:ext>
            </a:extLst>
          </p:cNvPr>
          <p:cNvSpPr>
            <a:spLocks xmlns:a="http://schemas.openxmlformats.org/drawingml/2006/main" noGrp="1"/>
          </p:cNvSpPr>
          <p:nvPr/>
        </p:nvSpPr>
        <p:spPr>
          <a:xfrm xmlns:a="http://schemas.openxmlformats.org/drawingml/2006/main">
            <a:off x="8820150" y="4705350"/>
            <a:ext cx="276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크기 · 통계 필드</a:t>
            </a:r>
          </a:p>
        </p:txBody>
      </p:sp>
      <p:sp>
        <p:nvSpPr>
          <p:cNvPr id="28" name="이번 작업에도 모두 필요할까?">
            <a:extLst xmlns:a="http://schemas.openxmlformats.org/drawingml/2006/main">
              <a:ext uri="{FF2B5EF4-FFF2-40B4-BE49-F238E27FC236}">
                <a16:creationId xmlns:a16="http://schemas.microsoft.com/office/drawing/2014/main" id="{A84A5006-DD3C-4446-9071-4AF81C04316C}"/>
              </a:ext>
            </a:extLst>
          </p:cNvPr>
          <p:cNvSpPr>
            <a:spLocks xmlns:a="http://schemas.openxmlformats.org/drawingml/2006/main" noGrp="1"/>
          </p:cNvSpPr>
          <p:nvPr/>
        </p:nvSpPr>
        <p:spPr>
          <a:xfrm xmlns:a="http://schemas.openxmlformats.org/drawingml/2006/main">
            <a:off x="7086600" y="5267325"/>
            <a:ext cx="4495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이번 작업에도 모두 필요할까?</a:t>
            </a:r>
          </a:p>
        </p:txBody>
      </p:sp>
      <p:sp>
        <p:nvSpPr>
          <p:cNvPr id="29" name="Legacy module connection">
            <a:extLst xmlns:a="http://schemas.openxmlformats.org/drawingml/2006/main">
              <a:ext uri="{FF2B5EF4-FFF2-40B4-BE49-F238E27FC236}">
                <a16:creationId xmlns:a16="http://schemas.microsoft.com/office/drawing/2014/main" id="{C02B6904-DACE-4FB1-B7E1-06AC21D805D6}"/>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1249778276"/>
      </p:ext>
    </p:extLst>
  </p:cSld>
</p:sld>
</file>

<file path=ppt/slides/slide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2 · 관련성을 확인하기">
            <a:extLst xmlns:a="http://schemas.openxmlformats.org/drawingml/2006/main">
              <a:ext uri="{FF2B5EF4-FFF2-40B4-BE49-F238E27FC236}">
                <a16:creationId xmlns:a16="http://schemas.microsoft.com/office/drawing/2014/main" id="{41DC774E-2B56-4413-9D61-17DA50CB20FA}"/>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관련성을 확인하기</a:t>
            </a:r>
          </a:p>
        </p:txBody>
      </p:sp>
      <p:sp>
        <p:nvSpPr>
          <p:cNvPr id="2" name="S37">
            <a:extLst xmlns:a="http://schemas.openxmlformats.org/drawingml/2006/main">
              <a:ext uri="{FF2B5EF4-FFF2-40B4-BE49-F238E27FC236}">
                <a16:creationId xmlns:a16="http://schemas.microsoft.com/office/drawing/2014/main" id="{FE9A4EC0-2E2F-4EBC-9D5F-FCDCFA3702BF}"/>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S37</a:t>
            </a:r>
          </a:p>
        </p:txBody>
      </p:sp>
      <p:sp>
        <p:nvSpPr>
          <p:cNvPr id="3" name="정확하지만 이번 작업에는 불필요한 정보">
            <a:extLst xmlns:a="http://schemas.openxmlformats.org/drawingml/2006/main">
              <a:ext uri="{FF2B5EF4-FFF2-40B4-BE49-F238E27FC236}">
                <a16:creationId xmlns:a16="http://schemas.microsoft.com/office/drawing/2014/main" id="{BA392C4D-AA5E-419F-BB48-0984BF03A6C1}"/>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정확하지만 이번 작업에는 불필요한 정보</a:t>
            </a:r>
          </a:p>
        </p:txBody>
      </p:sp>
      <p:sp>
        <p:nvSpPr>
          <p:cNvPr id="4" name="">
            <a:extLst xmlns:a="http://schemas.openxmlformats.org/drawingml/2006/main">
              <a:ext uri="{FF2B5EF4-FFF2-40B4-BE49-F238E27FC236}">
                <a16:creationId xmlns:a16="http://schemas.microsoft.com/office/drawing/2014/main" id="{426E4728-9F4D-45DE-9A0E-41CC638CED49}"/>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4 · Codex CLI 0.154.0 · 실제 요청 / AGENTS.md 지침 발췌·번역">
            <a:extLst xmlns:a="http://schemas.openxmlformats.org/drawingml/2006/main">
              <a:ext uri="{FF2B5EF4-FFF2-40B4-BE49-F238E27FC236}">
                <a16:creationId xmlns:a16="http://schemas.microsoft.com/office/drawing/2014/main" id="{E8095FEF-5AB3-40CA-B01E-3DEDBA308DDF}"/>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TRIAL-004 · Codex CLI 0.154.0 · 실제 요청 / AGENTS.md 지침 발췌·번역</a:t>
            </a:r>
          </a:p>
        </p:txBody>
      </p:sp>
      <p:sp>
        <p:nvSpPr>
          <p:cNvPr id="6" name="AGENTS.md도 읽음 · 혼란·Context 관련 실패는 관찰되지 않음 · 성능 효과 미측정">
            <a:extLst xmlns:a="http://schemas.openxmlformats.org/drawingml/2006/main">
              <a:ext uri="{FF2B5EF4-FFF2-40B4-BE49-F238E27FC236}">
                <a16:creationId xmlns:a16="http://schemas.microsoft.com/office/drawing/2014/main" id="{65D54975-EE44-4C25-AAF0-396258B67FAC}"/>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AGENTS.md도 읽음 · 혼란·Context 관련 실패는 관찰되지 않음 · 성능 효과 미측정</a:t>
            </a:r>
          </a:p>
        </p:txBody>
      </p:sp>
      <p:sp>
        <p:nvSpPr>
          <p:cNvPr id="7" name="README 수정 요청">
            <a:extLst xmlns:a="http://schemas.openxmlformats.org/drawingml/2006/main">
              <a:ext uri="{FF2B5EF4-FFF2-40B4-BE49-F238E27FC236}">
                <a16:creationId xmlns:a16="http://schemas.microsoft.com/office/drawing/2014/main" id="{C08A2F47-94CB-4C05-8F96-F6DEA531CBA0}"/>
              </a:ext>
            </a:extLst>
          </p:cNvPr>
          <p:cNvSpPr>
            <a:spLocks xmlns:a="http://schemas.openxmlformats.org/drawingml/2006/main" noGrp="1"/>
          </p:cNvSpPr>
          <p:nvPr/>
        </p:nvSpPr>
        <p:spPr>
          <a:xfrm xmlns:a="http://schemas.openxmlformats.org/drawingml/2006/main">
            <a:off x="609600" y="1704975"/>
            <a:ext cx="4419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README 수정 요청</a:t>
            </a:r>
          </a:p>
        </p:txBody>
      </p:sp>
      <p:sp>
        <p:nvSpPr>
          <p:cNvPr id="8" name="AGENTS.md에 적힌 내용">
            <a:extLst xmlns:a="http://schemas.openxmlformats.org/drawingml/2006/main">
              <a:ext uri="{FF2B5EF4-FFF2-40B4-BE49-F238E27FC236}">
                <a16:creationId xmlns:a16="http://schemas.microsoft.com/office/drawing/2014/main" id="{D0124E92-E3CA-4919-83E9-11ED0097E38E}"/>
              </a:ext>
            </a:extLst>
          </p:cNvPr>
          <p:cNvSpPr>
            <a:spLocks xmlns:a="http://schemas.openxmlformats.org/drawingml/2006/main" noGrp="1"/>
          </p:cNvSpPr>
          <p:nvPr/>
        </p:nvSpPr>
        <p:spPr>
          <a:xfrm xmlns:a="http://schemas.openxmlformats.org/drawingml/2006/main">
            <a:off x="5829300" y="1704975"/>
            <a:ext cx="5753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AGENTS.md에 적힌 내용</a:t>
            </a:r>
          </a:p>
        </p:txBody>
      </p:sp>
      <p:sp>
        <p:nvSpPr>
          <p:cNvPr id="9" name="">
            <a:extLst xmlns:a="http://schemas.openxmlformats.org/drawingml/2006/main">
              <a:ext uri="{FF2B5EF4-FFF2-40B4-BE49-F238E27FC236}">
                <a16:creationId xmlns:a16="http://schemas.microsoft.com/office/drawing/2014/main" id="{B0EFE845-9070-4DBC-8717-4E5CC8450C0E}"/>
              </a:ext>
            </a:extLst>
          </p:cNvPr>
          <p:cNvSpPr>
            <a:spLocks xmlns:a="http://schemas.openxmlformats.org/drawingml/2006/main" noGrp="1"/>
          </p:cNvSpPr>
          <p:nvPr/>
        </p:nvSpPr>
        <p:spPr>
          <a:xfrm xmlns:a="http://schemas.openxmlformats.org/drawingml/2006/main">
            <a:off x="609600" y="2171700"/>
            <a:ext cx="44196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14288">
            <a:solidFill>
              <a:srgbClr val="C7D0DA"/>
            </a:solidFill>
            <a:prstDash val="solid"/>
          </a:ln>
        </p:spPr>
      </p:sp>
      <p:sp>
        <p:nvSpPr>
          <p:cNvPr id="10" name="Prompt · 실제 요청 발췌·번역">
            <a:extLst xmlns:a="http://schemas.openxmlformats.org/drawingml/2006/main">
              <a:ext uri="{FF2B5EF4-FFF2-40B4-BE49-F238E27FC236}">
                <a16:creationId xmlns:a16="http://schemas.microsoft.com/office/drawing/2014/main" id="{7247FBFD-E652-434D-8F47-07618E55730A}"/>
              </a:ext>
            </a:extLst>
          </p:cNvPr>
          <p:cNvSpPr>
            <a:spLocks xmlns:a="http://schemas.openxmlformats.org/drawingml/2006/main" noGrp="1"/>
          </p:cNvSpPr>
          <p:nvPr/>
        </p:nvSpPr>
        <p:spPr>
          <a:xfrm xmlns:a="http://schemas.openxmlformats.org/drawingml/2006/main">
            <a:off x="800100" y="2276475"/>
            <a:ext cx="4038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4D5A68"/>
                </a:solidFill>
                <a:latin typeface="Malgun Gothic"/>
                <a:ea typeface="Malgun Gothic"/>
                <a:cs typeface="Malgun Gothic"/>
              </a:defRPr>
            </a:defPPr>
            <a:lvl1pPr algn="l">
              <a:defRPr sz="1650" b="1">
                <a:solidFill>
                  <a:srgbClr val="4D5A68"/>
                </a:solidFill>
                <a:latin typeface="Malgun Gothic"/>
                <a:ea typeface="Malgun Gothic"/>
                <a:cs typeface="Malgun Gothic"/>
              </a:defRPr>
            </a:lvl1pPr>
            <a:lvl2pPr algn="l">
              <a:defRPr sz="1650" b="1">
                <a:solidFill>
                  <a:srgbClr val="4D5A68"/>
                </a:solidFill>
                <a:latin typeface="Malgun Gothic"/>
                <a:ea typeface="Malgun Gothic"/>
                <a:cs typeface="Malgun Gothic"/>
              </a:defRPr>
            </a:lvl2pPr>
            <a:lvl3pPr algn="l">
              <a:defRPr sz="1650" b="1">
                <a:solidFill>
                  <a:srgbClr val="4D5A68"/>
                </a:solidFill>
                <a:latin typeface="Malgun Gothic"/>
                <a:ea typeface="Malgun Gothic"/>
                <a:cs typeface="Malgun Gothic"/>
              </a:defRPr>
            </a:lvl3pPr>
            <a:lvl4pPr algn="l">
              <a:defRPr sz="1650" b="1">
                <a:solidFill>
                  <a:srgbClr val="4D5A68"/>
                </a:solidFill>
                <a:latin typeface="Malgun Gothic"/>
                <a:ea typeface="Malgun Gothic"/>
                <a:cs typeface="Malgun Gothic"/>
              </a:defRPr>
            </a:lvl4pPr>
            <a:lvl5pPr algn="l">
              <a:defRPr sz="1650" b="1">
                <a:solidFill>
                  <a:srgbClr val="4D5A68"/>
                </a:solidFill>
                <a:latin typeface="Malgun Gothic"/>
                <a:ea typeface="Malgun Gothic"/>
                <a:cs typeface="Malgun Gothic"/>
              </a:defRPr>
            </a:lvl5pPr>
            <a:lvl6pPr algn="l">
              <a:defRPr sz="1650" b="1">
                <a:solidFill>
                  <a:srgbClr val="4D5A68"/>
                </a:solidFill>
                <a:latin typeface="Malgun Gothic"/>
                <a:ea typeface="Malgun Gothic"/>
                <a:cs typeface="Malgun Gothic"/>
              </a:defRPr>
            </a:lvl6pPr>
            <a:lvl7pPr algn="l">
              <a:defRPr sz="1650" b="1">
                <a:solidFill>
                  <a:srgbClr val="4D5A68"/>
                </a:solidFill>
                <a:latin typeface="Malgun Gothic"/>
                <a:ea typeface="Malgun Gothic"/>
                <a:cs typeface="Malgun Gothic"/>
              </a:defRPr>
            </a:lvl7pPr>
            <a:lvl8pPr algn="l">
              <a:defRPr sz="1650" b="1">
                <a:solidFill>
                  <a:srgbClr val="4D5A68"/>
                </a:solidFill>
                <a:latin typeface="Malgun Gothic"/>
                <a:ea typeface="Malgun Gothic"/>
                <a:cs typeface="Malgun Gothic"/>
              </a:defRPr>
            </a:lvl8pPr>
            <a:lvl9pPr algn="l">
              <a:defRPr sz="1650" b="1">
                <a:solidFill>
                  <a:srgbClr val="4D5A68"/>
                </a:solidFill>
                <a:latin typeface="Malgun Gothic"/>
                <a:ea typeface="Malgun Gothic"/>
                <a:cs typeface="Malgun Gothic"/>
              </a:defRPr>
            </a:lvl9pPr>
          </a:lstStyle>
          <a:p xmlns:a="http://schemas.openxmlformats.org/drawingml/2006/main">
            <a:pPr algn="l">
              <a:defRPr sz="1650" b="1">
                <a:solidFill>
                  <a:srgbClr val="4D5A68"/>
                </a:solidFill>
                <a:latin typeface="Malgun Gothic"/>
                <a:ea typeface="Malgun Gothic"/>
                <a:cs typeface="Malgun Gothic"/>
              </a:defRPr>
            </a:pPr>
            <a:r>
              <a:rPr sz="1650" b="1">
                <a:solidFill>
                  <a:srgbClr val="4D5A68"/>
                </a:solidFill>
                <a:latin typeface="Malgun Gothic"/>
                <a:ea typeface="Malgun Gothic"/>
                <a:cs typeface="Malgun Gothic"/>
              </a:rPr>
              <a:t>Prompt · 실제 요청 발췌·번역</a:t>
            </a:r>
          </a:p>
        </p:txBody>
      </p:sp>
      <p:sp>
        <p:nvSpPr>
          <p:cNvPr id="11" name="">
            <a:extLst xmlns:a="http://schemas.openxmlformats.org/drawingml/2006/main">
              <a:ext uri="{FF2B5EF4-FFF2-40B4-BE49-F238E27FC236}">
                <a16:creationId xmlns:a16="http://schemas.microsoft.com/office/drawing/2014/main" id="{77F19161-36BB-4F94-9B33-3FB2A9EDEDE5}"/>
              </a:ext>
            </a:extLst>
          </p:cNvPr>
          <p:cNvSpPr>
            <a:spLocks xmlns:a="http://schemas.openxmlformats.org/drawingml/2006/main" noGrp="1"/>
          </p:cNvSpPr>
          <p:nvPr/>
        </p:nvSpPr>
        <p:spPr>
          <a:xfrm xmlns:a="http://schemas.openxmlformats.org/drawingml/2006/main">
            <a:off x="800100" y="2647950"/>
            <a:ext cx="40386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2" name="README의 Build 안내에&#10;빌드 도구·고정 버전을 적어줘.&#10;pyproject.toml을 기준으로&#10;REA">
            <a:extLst xmlns:a="http://schemas.openxmlformats.org/drawingml/2006/main">
              <a:ext uri="{FF2B5EF4-FFF2-40B4-BE49-F238E27FC236}">
                <a16:creationId xmlns:a16="http://schemas.microsoft.com/office/drawing/2014/main" id="{8F684FD1-E455-4C22-BC2C-7C1C5B3D9644}"/>
              </a:ext>
            </a:extLst>
          </p:cNvPr>
          <p:cNvSpPr>
            <a:spLocks xmlns:a="http://schemas.openxmlformats.org/drawingml/2006/main" noGrp="1"/>
          </p:cNvSpPr>
          <p:nvPr/>
        </p:nvSpPr>
        <p:spPr>
          <a:xfrm xmlns:a="http://schemas.openxmlformats.org/drawingml/2006/main">
            <a:off x="800100" y="2733675"/>
            <a:ext cx="403860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README의 Build 안내에</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빌드 도구·고정 버전을 적어줘.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pyproject.toml을 기준으로</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README.md만 바꿔줘.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기존 명령은 유지하고</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패키지 설치·설정 변경은 하지 마.</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관련 검증 결과를 보고해줘.</a:t>
            </a:r>
          </a:p>
        </p:txBody>
      </p:sp>
      <p:sp>
        <p:nvSpPr>
          <p:cNvPr id="13" name="">
            <a:extLst xmlns:a="http://schemas.openxmlformats.org/drawingml/2006/main">
              <a:ext uri="{FF2B5EF4-FFF2-40B4-BE49-F238E27FC236}">
                <a16:creationId xmlns:a16="http://schemas.microsoft.com/office/drawing/2014/main" id="{711B7DF9-162E-4C23-9CFB-ED1A40D2D3EE}"/>
              </a:ext>
            </a:extLst>
          </p:cNvPr>
          <p:cNvSpPr>
            <a:spLocks xmlns:a="http://schemas.openxmlformats.org/drawingml/2006/main" noGrp="1"/>
          </p:cNvSpPr>
          <p:nvPr/>
        </p:nvSpPr>
        <p:spPr>
          <a:xfrm xmlns:a="http://schemas.openxmlformats.org/drawingml/2006/main">
            <a:off x="5257800" y="2800350"/>
            <a:ext cx="342900" cy="23812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4376964-F631-46B3-B405-508B1D772229}"/>
              </a:ext>
            </a:extLst>
          </p:cNvPr>
          <p:cNvSpPr>
            <a:spLocks xmlns:a="http://schemas.openxmlformats.org/drawingml/2006/main" noGrp="1"/>
          </p:cNvSpPr>
          <p:nvPr/>
        </p:nvSpPr>
        <p:spPr>
          <a:xfrm xmlns:a="http://schemas.openxmlformats.org/drawingml/2006/main">
            <a:off x="5829300" y="2171700"/>
            <a:ext cx="5753100" cy="1438275"/>
          </a:xfrm>
          <a:prstGeom xmlns:a="http://schemas.openxmlformats.org/drawingml/2006/main" prst="rect">
            <a:avLst/>
          </a:prstGeom>
          <a:solidFill xmlns:a="http://schemas.openxmlformats.org/drawingml/2006/main">
            <a:srgbClr val="E0EFF0"/>
          </a:solidFill>
          <a:ln xmlns:a="http://schemas.openxmlformats.org/drawingml/2006/main" w="19050">
            <a:solidFill>
              <a:srgbClr val="0B6172"/>
            </a:solidFill>
            <a:prstDash val="solid"/>
          </a:ln>
        </p:spPr>
      </p:sp>
      <p:sp>
        <p:nvSpPr>
          <p:cNvPr id="15" name="이번 수정에 필요한 지침">
            <a:extLst xmlns:a="http://schemas.openxmlformats.org/drawingml/2006/main">
              <a:ext uri="{FF2B5EF4-FFF2-40B4-BE49-F238E27FC236}">
                <a16:creationId xmlns:a16="http://schemas.microsoft.com/office/drawing/2014/main" id="{C718C5B2-7D4D-4030-8B37-16866E0BA563}"/>
              </a:ext>
            </a:extLst>
          </p:cNvPr>
          <p:cNvSpPr>
            <a:spLocks xmlns:a="http://schemas.openxmlformats.org/drawingml/2006/main" noGrp="1"/>
          </p:cNvSpPr>
          <p:nvPr/>
        </p:nvSpPr>
        <p:spPr>
          <a:xfrm xmlns:a="http://schemas.openxmlformats.org/drawingml/2006/main">
            <a:off x="6038850" y="2286000"/>
            <a:ext cx="5334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이번 수정에 필요한 지침</a:t>
            </a:r>
          </a:p>
        </p:txBody>
      </p:sp>
      <p:sp>
        <p:nvSpPr>
          <p:cNvPr id="16" name="README의 빌드·실행 안내 참조&#10;변경 범위 제한 · 관련 동작 검증">
            <a:extLst xmlns:a="http://schemas.openxmlformats.org/drawingml/2006/main">
              <a:ext uri="{FF2B5EF4-FFF2-40B4-BE49-F238E27FC236}">
                <a16:creationId xmlns:a16="http://schemas.microsoft.com/office/drawing/2014/main" id="{0DC1FC15-1218-47A6-9983-013E957A32B2}"/>
              </a:ext>
            </a:extLst>
          </p:cNvPr>
          <p:cNvSpPr>
            <a:spLocks xmlns:a="http://schemas.openxmlformats.org/drawingml/2006/main" noGrp="1"/>
          </p:cNvSpPr>
          <p:nvPr/>
        </p:nvSpPr>
        <p:spPr>
          <a:xfrm xmlns:a="http://schemas.openxmlformats.org/drawingml/2006/main">
            <a:off x="6038850" y="2714625"/>
            <a:ext cx="533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README의 빌드·실행 안내 참조</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변경 범위 제한 · 관련 동작 검증</a:t>
            </a:r>
          </a:p>
        </p:txBody>
      </p:sp>
      <p:sp>
        <p:nvSpPr>
          <p:cNvPr id="17" name="Build / Run · Core Constraints">
            <a:extLst xmlns:a="http://schemas.openxmlformats.org/drawingml/2006/main">
              <a:ext uri="{FF2B5EF4-FFF2-40B4-BE49-F238E27FC236}">
                <a16:creationId xmlns:a16="http://schemas.microsoft.com/office/drawing/2014/main" id="{11EE6F1B-1414-4148-8164-BBC82F715DD8}"/>
              </a:ext>
            </a:extLst>
          </p:cNvPr>
          <p:cNvSpPr>
            <a:spLocks xmlns:a="http://schemas.openxmlformats.org/drawingml/2006/main" noGrp="1"/>
          </p:cNvSpPr>
          <p:nvPr/>
        </p:nvSpPr>
        <p:spPr>
          <a:xfrm xmlns:a="http://schemas.openxmlformats.org/drawingml/2006/main">
            <a:off x="6038850" y="3352800"/>
            <a:ext cx="5334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0B6172"/>
                </a:solidFill>
                <a:latin typeface="Consolas"/>
                <a:ea typeface="Consolas"/>
                <a:cs typeface="Consolas"/>
              </a:defRPr>
            </a:defPPr>
            <a:lvl1pPr algn="l">
              <a:defRPr sz="1500" b="0">
                <a:solidFill>
                  <a:srgbClr val="0B6172"/>
                </a:solidFill>
                <a:latin typeface="Consolas"/>
                <a:ea typeface="Consolas"/>
                <a:cs typeface="Consolas"/>
              </a:defRPr>
            </a:lvl1pPr>
            <a:lvl2pPr algn="l">
              <a:defRPr sz="1500" b="0">
                <a:solidFill>
                  <a:srgbClr val="0B6172"/>
                </a:solidFill>
                <a:latin typeface="Consolas"/>
                <a:ea typeface="Consolas"/>
                <a:cs typeface="Consolas"/>
              </a:defRPr>
            </a:lvl2pPr>
            <a:lvl3pPr algn="l">
              <a:defRPr sz="1500" b="0">
                <a:solidFill>
                  <a:srgbClr val="0B6172"/>
                </a:solidFill>
                <a:latin typeface="Consolas"/>
                <a:ea typeface="Consolas"/>
                <a:cs typeface="Consolas"/>
              </a:defRPr>
            </a:lvl3pPr>
            <a:lvl4pPr algn="l">
              <a:defRPr sz="1500" b="0">
                <a:solidFill>
                  <a:srgbClr val="0B6172"/>
                </a:solidFill>
                <a:latin typeface="Consolas"/>
                <a:ea typeface="Consolas"/>
                <a:cs typeface="Consolas"/>
              </a:defRPr>
            </a:lvl4pPr>
            <a:lvl5pPr algn="l">
              <a:defRPr sz="1500" b="0">
                <a:solidFill>
                  <a:srgbClr val="0B6172"/>
                </a:solidFill>
                <a:latin typeface="Consolas"/>
                <a:ea typeface="Consolas"/>
                <a:cs typeface="Consolas"/>
              </a:defRPr>
            </a:lvl5pPr>
            <a:lvl6pPr algn="l">
              <a:defRPr sz="1500" b="0">
                <a:solidFill>
                  <a:srgbClr val="0B6172"/>
                </a:solidFill>
                <a:latin typeface="Consolas"/>
                <a:ea typeface="Consolas"/>
                <a:cs typeface="Consolas"/>
              </a:defRPr>
            </a:lvl6pPr>
            <a:lvl7pPr algn="l">
              <a:defRPr sz="1500" b="0">
                <a:solidFill>
                  <a:srgbClr val="0B6172"/>
                </a:solidFill>
                <a:latin typeface="Consolas"/>
                <a:ea typeface="Consolas"/>
                <a:cs typeface="Consolas"/>
              </a:defRPr>
            </a:lvl7pPr>
            <a:lvl8pPr algn="l">
              <a:defRPr sz="1500" b="0">
                <a:solidFill>
                  <a:srgbClr val="0B6172"/>
                </a:solidFill>
                <a:latin typeface="Consolas"/>
                <a:ea typeface="Consolas"/>
                <a:cs typeface="Consolas"/>
              </a:defRPr>
            </a:lvl8pPr>
            <a:lvl9pPr algn="l">
              <a:defRPr sz="1500" b="0">
                <a:solidFill>
                  <a:srgbClr val="0B6172"/>
                </a:solidFill>
                <a:latin typeface="Consolas"/>
                <a:ea typeface="Consolas"/>
                <a:cs typeface="Consolas"/>
              </a:defRPr>
            </a:lvl9pPr>
          </a:lstStyle>
          <a:p xmlns:a="http://schemas.openxmlformats.org/drawingml/2006/main">
            <a:pPr algn="l">
              <a:defRPr sz="1500" b="0">
                <a:solidFill>
                  <a:srgbClr val="0B6172"/>
                </a:solidFill>
                <a:latin typeface="Consolas"/>
                <a:ea typeface="Consolas"/>
                <a:cs typeface="Consolas"/>
              </a:defRPr>
            </a:pPr>
            <a:r>
              <a:rPr sz="1500" b="0">
                <a:solidFill>
                  <a:srgbClr val="0B6172"/>
                </a:solidFill>
                <a:latin typeface="Consolas"/>
                <a:ea typeface="Consolas"/>
                <a:cs typeface="Consolas"/>
              </a:rPr>
              <a:t>Build / Run · Core Constraints</a:t>
            </a:r>
          </a:p>
        </p:txBody>
      </p:sp>
      <p:sp>
        <p:nvSpPr>
          <p:cNvPr id="18" name="">
            <a:extLst xmlns:a="http://schemas.openxmlformats.org/drawingml/2006/main">
              <a:ext uri="{FF2B5EF4-FFF2-40B4-BE49-F238E27FC236}">
                <a16:creationId xmlns:a16="http://schemas.microsoft.com/office/drawing/2014/main" id="{E08FCFED-F33A-4E5E-8C0E-5212C18E8D91}"/>
              </a:ext>
            </a:extLst>
          </p:cNvPr>
          <p:cNvSpPr>
            <a:spLocks xmlns:a="http://schemas.openxmlformats.org/drawingml/2006/main" noGrp="1"/>
          </p:cNvSpPr>
          <p:nvPr/>
        </p:nvSpPr>
        <p:spPr>
          <a:xfrm xmlns:a="http://schemas.openxmlformats.org/drawingml/2006/main">
            <a:off x="5829300" y="3810000"/>
            <a:ext cx="5753100" cy="1314450"/>
          </a:xfrm>
          <a:prstGeom xmlns:a="http://schemas.openxmlformats.org/drawingml/2006/main" prst="rect">
            <a:avLst/>
          </a:prstGeom>
          <a:solidFill xmlns:a="http://schemas.openxmlformats.org/drawingml/2006/main">
            <a:srgbClr val="F4F6F8"/>
          </a:solidFill>
          <a:ln xmlns:a="http://schemas.openxmlformats.org/drawingml/2006/main" w="14288">
            <a:solidFill>
              <a:srgbClr val="4D5A68"/>
            </a:solidFill>
            <a:prstDash val="dash"/>
          </a:ln>
        </p:spPr>
      </p:sp>
      <p:sp>
        <p:nvSpPr>
          <p:cNvPr id="19" name="정확하지만, 이번 수정에는 불필요">
            <a:extLst xmlns:a="http://schemas.openxmlformats.org/drawingml/2006/main">
              <a:ext uri="{FF2B5EF4-FFF2-40B4-BE49-F238E27FC236}">
                <a16:creationId xmlns:a16="http://schemas.microsoft.com/office/drawing/2014/main" id="{495A1EC4-637F-4EB1-8EBF-06E0488229E7}"/>
              </a:ext>
            </a:extLst>
          </p:cNvPr>
          <p:cNvSpPr>
            <a:spLocks xmlns:a="http://schemas.openxmlformats.org/drawingml/2006/main" noGrp="1"/>
          </p:cNvSpPr>
          <p:nvPr/>
        </p:nvSpPr>
        <p:spPr>
          <a:xfrm xmlns:a="http://schemas.openxmlformats.org/drawingml/2006/main">
            <a:off x="6038850" y="3905250"/>
            <a:ext cx="5334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4D5A68"/>
                </a:solidFill>
                <a:latin typeface="Malgun Gothic"/>
                <a:ea typeface="Malgun Gothic"/>
                <a:cs typeface="Malgun Gothic"/>
              </a:defRPr>
            </a:defPPr>
            <a:lvl1pPr algn="l">
              <a:defRPr sz="1950" b="1">
                <a:solidFill>
                  <a:srgbClr val="4D5A68"/>
                </a:solidFill>
                <a:latin typeface="Malgun Gothic"/>
                <a:ea typeface="Malgun Gothic"/>
                <a:cs typeface="Malgun Gothic"/>
              </a:defRPr>
            </a:lvl1pPr>
            <a:lvl2pPr algn="l">
              <a:defRPr sz="1950" b="1">
                <a:solidFill>
                  <a:srgbClr val="4D5A68"/>
                </a:solidFill>
                <a:latin typeface="Malgun Gothic"/>
                <a:ea typeface="Malgun Gothic"/>
                <a:cs typeface="Malgun Gothic"/>
              </a:defRPr>
            </a:lvl2pPr>
            <a:lvl3pPr algn="l">
              <a:defRPr sz="1950" b="1">
                <a:solidFill>
                  <a:srgbClr val="4D5A68"/>
                </a:solidFill>
                <a:latin typeface="Malgun Gothic"/>
                <a:ea typeface="Malgun Gothic"/>
                <a:cs typeface="Malgun Gothic"/>
              </a:defRPr>
            </a:lvl3pPr>
            <a:lvl4pPr algn="l">
              <a:defRPr sz="1950" b="1">
                <a:solidFill>
                  <a:srgbClr val="4D5A68"/>
                </a:solidFill>
                <a:latin typeface="Malgun Gothic"/>
                <a:ea typeface="Malgun Gothic"/>
                <a:cs typeface="Malgun Gothic"/>
              </a:defRPr>
            </a:lvl4pPr>
            <a:lvl5pPr algn="l">
              <a:defRPr sz="1950" b="1">
                <a:solidFill>
                  <a:srgbClr val="4D5A68"/>
                </a:solidFill>
                <a:latin typeface="Malgun Gothic"/>
                <a:ea typeface="Malgun Gothic"/>
                <a:cs typeface="Malgun Gothic"/>
              </a:defRPr>
            </a:lvl5pPr>
            <a:lvl6pPr algn="l">
              <a:defRPr sz="1950" b="1">
                <a:solidFill>
                  <a:srgbClr val="4D5A68"/>
                </a:solidFill>
                <a:latin typeface="Malgun Gothic"/>
                <a:ea typeface="Malgun Gothic"/>
                <a:cs typeface="Malgun Gothic"/>
              </a:defRPr>
            </a:lvl6pPr>
            <a:lvl7pPr algn="l">
              <a:defRPr sz="1950" b="1">
                <a:solidFill>
                  <a:srgbClr val="4D5A68"/>
                </a:solidFill>
                <a:latin typeface="Malgun Gothic"/>
                <a:ea typeface="Malgun Gothic"/>
                <a:cs typeface="Malgun Gothic"/>
              </a:defRPr>
            </a:lvl7pPr>
            <a:lvl8pPr algn="l">
              <a:defRPr sz="1950" b="1">
                <a:solidFill>
                  <a:srgbClr val="4D5A68"/>
                </a:solidFill>
                <a:latin typeface="Malgun Gothic"/>
                <a:ea typeface="Malgun Gothic"/>
                <a:cs typeface="Malgun Gothic"/>
              </a:defRPr>
            </a:lvl8pPr>
            <a:lvl9pPr algn="l">
              <a:defRPr sz="1950" b="1">
                <a:solidFill>
                  <a:srgbClr val="4D5A68"/>
                </a:solidFill>
                <a:latin typeface="Malgun Gothic"/>
                <a:ea typeface="Malgun Gothic"/>
                <a:cs typeface="Malgun Gothic"/>
              </a:defRPr>
            </a:lvl9pPr>
          </a:lstStyle>
          <a:p xmlns:a="http://schemas.openxmlformats.org/drawingml/2006/main">
            <a:pPr algn="l">
              <a:defRPr sz="1950" b="1">
                <a:solidFill>
                  <a:srgbClr val="4D5A68"/>
                </a:solidFill>
                <a:latin typeface="Malgun Gothic"/>
                <a:ea typeface="Malgun Gothic"/>
                <a:cs typeface="Malgun Gothic"/>
              </a:defRPr>
            </a:pPr>
            <a:r>
              <a:rPr sz="1950" b="1">
                <a:solidFill>
                  <a:srgbClr val="4D5A68"/>
                </a:solidFill>
                <a:latin typeface="Malgun Gothic"/>
                <a:ea typeface="Malgun Gothic"/>
                <a:cs typeface="Malgun Gothic"/>
              </a:rPr>
              <a:t>정확하지만, 이번 수정에는 불필요</a:t>
            </a:r>
          </a:p>
        </p:txBody>
      </p:sp>
      <p:sp>
        <p:nvSpPr>
          <p:cNvPr id="20" name="crop · resize의 이미지 명세&#10;처리 순서 · 테스트 구조 · CLI 필드">
            <a:extLst xmlns:a="http://schemas.openxmlformats.org/drawingml/2006/main">
              <a:ext uri="{FF2B5EF4-FFF2-40B4-BE49-F238E27FC236}">
                <a16:creationId xmlns:a16="http://schemas.microsoft.com/office/drawing/2014/main" id="{7A307EE1-B4B0-4A71-8BFB-A32CDCB48205}"/>
              </a:ext>
            </a:extLst>
          </p:cNvPr>
          <p:cNvSpPr>
            <a:spLocks xmlns:a="http://schemas.openxmlformats.org/drawingml/2006/main" noGrp="1"/>
          </p:cNvSpPr>
          <p:nvPr/>
        </p:nvSpPr>
        <p:spPr>
          <a:xfrm xmlns:a="http://schemas.openxmlformats.org/drawingml/2006/main">
            <a:off x="6038850" y="4295775"/>
            <a:ext cx="5334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4D5A68"/>
                </a:solidFill>
                <a:latin typeface="Malgun Gothic"/>
                <a:ea typeface="Malgun Gothic"/>
                <a:cs typeface="Malgun Gothic"/>
              </a:defRPr>
            </a:defPPr>
            <a:lvl1pPr algn="l">
              <a:defRPr sz="1875" b="0">
                <a:solidFill>
                  <a:srgbClr val="4D5A68"/>
                </a:solidFill>
                <a:latin typeface="Malgun Gothic"/>
                <a:ea typeface="Malgun Gothic"/>
                <a:cs typeface="Malgun Gothic"/>
              </a:defRPr>
            </a:lvl1pPr>
            <a:lvl2pPr algn="l">
              <a:defRPr sz="1875" b="0">
                <a:solidFill>
                  <a:srgbClr val="4D5A68"/>
                </a:solidFill>
                <a:latin typeface="Malgun Gothic"/>
                <a:ea typeface="Malgun Gothic"/>
                <a:cs typeface="Malgun Gothic"/>
              </a:defRPr>
            </a:lvl2pPr>
            <a:lvl3pPr algn="l">
              <a:defRPr sz="1875" b="0">
                <a:solidFill>
                  <a:srgbClr val="4D5A68"/>
                </a:solidFill>
                <a:latin typeface="Malgun Gothic"/>
                <a:ea typeface="Malgun Gothic"/>
                <a:cs typeface="Malgun Gothic"/>
              </a:defRPr>
            </a:lvl3pPr>
            <a:lvl4pPr algn="l">
              <a:defRPr sz="1875" b="0">
                <a:solidFill>
                  <a:srgbClr val="4D5A68"/>
                </a:solidFill>
                <a:latin typeface="Malgun Gothic"/>
                <a:ea typeface="Malgun Gothic"/>
                <a:cs typeface="Malgun Gothic"/>
              </a:defRPr>
            </a:lvl4pPr>
            <a:lvl5pPr algn="l">
              <a:defRPr sz="1875" b="0">
                <a:solidFill>
                  <a:srgbClr val="4D5A68"/>
                </a:solidFill>
                <a:latin typeface="Malgun Gothic"/>
                <a:ea typeface="Malgun Gothic"/>
                <a:cs typeface="Malgun Gothic"/>
              </a:defRPr>
            </a:lvl5pPr>
            <a:lvl6pPr algn="l">
              <a:defRPr sz="1875" b="0">
                <a:solidFill>
                  <a:srgbClr val="4D5A68"/>
                </a:solidFill>
                <a:latin typeface="Malgun Gothic"/>
                <a:ea typeface="Malgun Gothic"/>
                <a:cs typeface="Malgun Gothic"/>
              </a:defRPr>
            </a:lvl6pPr>
            <a:lvl7pPr algn="l">
              <a:defRPr sz="1875" b="0">
                <a:solidFill>
                  <a:srgbClr val="4D5A68"/>
                </a:solidFill>
                <a:latin typeface="Malgun Gothic"/>
                <a:ea typeface="Malgun Gothic"/>
                <a:cs typeface="Malgun Gothic"/>
              </a:defRPr>
            </a:lvl7pPr>
            <a:lvl8pPr algn="l">
              <a:defRPr sz="1875" b="0">
                <a:solidFill>
                  <a:srgbClr val="4D5A68"/>
                </a:solidFill>
                <a:latin typeface="Malgun Gothic"/>
                <a:ea typeface="Malgun Gothic"/>
                <a:cs typeface="Malgun Gothic"/>
              </a:defRPr>
            </a:lvl8pPr>
            <a:lvl9pPr algn="l">
              <a:defRPr sz="1875" b="0">
                <a:solidFill>
                  <a:srgbClr val="4D5A68"/>
                </a:solidFill>
                <a:latin typeface="Malgun Gothic"/>
                <a:ea typeface="Malgun Gothic"/>
                <a:cs typeface="Malgun Gothic"/>
              </a:defRPr>
            </a:lvl9pPr>
          </a:lstStyle>
          <a:p xmlns:a="http://schemas.openxmlformats.org/drawingml/2006/main">
            <a:pPr algn="l">
              <a:defRPr sz="1875" b="0">
                <a:solidFill>
                  <a:srgbClr val="4D5A68"/>
                </a:solidFill>
                <a:latin typeface="Malgun Gothic"/>
                <a:ea typeface="Malgun Gothic"/>
                <a:cs typeface="Malgun Gothic"/>
              </a:defRPr>
            </a:pPr>
            <a:r>
              <a:rPr sz="1875" b="0">
                <a:solidFill>
                  <a:srgbClr val="4D5A68"/>
                </a:solidFill>
                <a:latin typeface="Malgun Gothic"/>
                <a:ea typeface="Malgun Gothic"/>
                <a:cs typeface="Malgun Gothic"/>
              </a:rPr>
              <a:t>crop · resize의 이미지 명세</a:t>
            </a:r>
          </a:p>
          <a:p xmlns:a="http://schemas.openxmlformats.org/drawingml/2006/main">
            <a:pPr algn="l">
              <a:defRPr sz="1875" b="0">
                <a:solidFill>
                  <a:srgbClr val="4D5A68"/>
                </a:solidFill>
                <a:latin typeface="Malgun Gothic"/>
                <a:ea typeface="Malgun Gothic"/>
                <a:cs typeface="Malgun Gothic"/>
              </a:defRPr>
            </a:pPr>
            <a:r>
              <a:rPr sz="1875" b="0">
                <a:solidFill>
                  <a:srgbClr val="4D5A68"/>
                </a:solidFill>
                <a:latin typeface="Malgun Gothic"/>
                <a:ea typeface="Malgun Gothic"/>
                <a:cs typeface="Malgun Gothic"/>
              </a:rPr>
              <a:t>처리 순서 · 테스트 구조 · CLI 필드</a:t>
            </a:r>
          </a:p>
        </p:txBody>
      </p:sp>
      <p:sp>
        <p:nvSpPr>
          <p:cNvPr id="21" name="Architecture · Image Contract · Test 구조 · CLI Summary">
            <a:extLst xmlns:a="http://schemas.openxmlformats.org/drawingml/2006/main">
              <a:ext uri="{FF2B5EF4-FFF2-40B4-BE49-F238E27FC236}">
                <a16:creationId xmlns:a16="http://schemas.microsoft.com/office/drawing/2014/main" id="{5B142A42-B1D5-4ADA-B096-22A0853F34CA}"/>
              </a:ext>
            </a:extLst>
          </p:cNvPr>
          <p:cNvSpPr>
            <a:spLocks xmlns:a="http://schemas.openxmlformats.org/drawingml/2006/main" noGrp="1"/>
          </p:cNvSpPr>
          <p:nvPr/>
        </p:nvSpPr>
        <p:spPr>
          <a:xfrm xmlns:a="http://schemas.openxmlformats.org/drawingml/2006/main">
            <a:off x="6038850" y="4867275"/>
            <a:ext cx="5334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Architecture · Image Contract · Test 구조 · CLI Summary</a:t>
            </a:r>
          </a:p>
        </p:txBody>
      </p:sp>
      <p:sp>
        <p:nvSpPr>
          <p:cNvPr id="22" name="필요한 Context는 이번 작업의 질문에 따라 달라진다">
            <a:extLst xmlns:a="http://schemas.openxmlformats.org/drawingml/2006/main">
              <a:ext uri="{FF2B5EF4-FFF2-40B4-BE49-F238E27FC236}">
                <a16:creationId xmlns:a16="http://schemas.microsoft.com/office/drawing/2014/main" id="{B62F19A5-2208-4FAF-BF29-93AF7AF089F2}"/>
              </a:ext>
            </a:extLst>
          </p:cNvPr>
          <p:cNvSpPr>
            <a:spLocks xmlns:a="http://schemas.openxmlformats.org/drawingml/2006/main" noGrp="1"/>
          </p:cNvSpPr>
          <p:nvPr/>
        </p:nvSpPr>
        <p:spPr>
          <a:xfrm xmlns:a="http://schemas.openxmlformats.org/drawingml/2006/main">
            <a:off x="609600" y="53244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필요한 Context는 이번 작업의 질문에 따라 달라진다</a:t>
            </a:r>
          </a:p>
        </p:txBody>
      </p:sp>
      <p:sp>
        <p:nvSpPr>
          <p:cNvPr id="23" name="Legacy module connection">
            <a:extLst xmlns:a="http://schemas.openxmlformats.org/drawingml/2006/main">
              <a:ext uri="{FF2B5EF4-FFF2-40B4-BE49-F238E27FC236}">
                <a16:creationId xmlns:a16="http://schemas.microsoft.com/office/drawing/2014/main" id="{D042474E-99C0-4413-A6EE-B3479B882E80}"/>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1259466367"/>
      </p:ext>
    </p:extLst>
  </p:cSld>
</p:sld>
</file>

<file path=ppt/slides/slide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5" name="ACT 2 · 언제 필요한 정보인가">
            <a:extLst xmlns:a="http://schemas.openxmlformats.org/drawingml/2006/main">
              <a:ext uri="{FF2B5EF4-FFF2-40B4-BE49-F238E27FC236}">
                <a16:creationId xmlns:a16="http://schemas.microsoft.com/office/drawing/2014/main" id="{C55833FB-5123-405A-830F-67F2FC248055}"/>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언제 필요한 정보인가</a:t>
            </a:r>
          </a:p>
        </p:txBody>
      </p:sp>
      <p:sp>
        <p:nvSpPr>
          <p:cNvPr id="2" name="S38">
            <a:extLst xmlns:a="http://schemas.openxmlformats.org/drawingml/2006/main">
              <a:ext uri="{FF2B5EF4-FFF2-40B4-BE49-F238E27FC236}">
                <a16:creationId xmlns:a16="http://schemas.microsoft.com/office/drawing/2014/main" id="{E830A16B-760B-42CD-B4D2-74A865BA33C0}"/>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S38</a:t>
            </a:r>
          </a:p>
        </p:txBody>
      </p:sp>
      <p:sp>
        <p:nvSpPr>
          <p:cNvPr id="3" name="정보의 범위와 제공 시점">
            <a:extLst xmlns:a="http://schemas.openxmlformats.org/drawingml/2006/main">
              <a:ext uri="{FF2B5EF4-FFF2-40B4-BE49-F238E27FC236}">
                <a16:creationId xmlns:a16="http://schemas.microsoft.com/office/drawing/2014/main" id="{9CB7CB51-5C8E-4348-B822-4E8FFB0462BA}"/>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정보의 범위와 제공 시점</a:t>
            </a:r>
          </a:p>
        </p:txBody>
      </p:sp>
      <p:sp>
        <p:nvSpPr>
          <p:cNvPr id="4" name="">
            <a:extLst xmlns:a="http://schemas.openxmlformats.org/drawingml/2006/main">
              <a:ext uri="{FF2B5EF4-FFF2-40B4-BE49-F238E27FC236}">
                <a16:creationId xmlns:a16="http://schemas.microsoft.com/office/drawing/2014/main" id="{2936DD10-4A2B-4A84-8839-48A882EF35C3}"/>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정보 설계 모델 · OpenAI의 공식 분류·제품 기능이 아님">
            <a:extLst xmlns:a="http://schemas.openxmlformats.org/drawingml/2006/main">
              <a:ext uri="{FF2B5EF4-FFF2-40B4-BE49-F238E27FC236}">
                <a16:creationId xmlns:a16="http://schemas.microsoft.com/office/drawing/2014/main" id="{5E1B4120-5282-4612-B06A-892782E25DE5}"/>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정보 설계 모델 · OpenAI의 공식 분류·제품 기능이 아님</a:t>
            </a:r>
          </a:p>
        </p:txBody>
      </p:sp>
      <p:sp>
        <p:nvSpPr>
          <p:cNvPr id="6" name="성능 조사 절차는 설명용 예시 · 실제 저장·실행 기록이나 성능 효과를 뜻하지 않음">
            <a:extLst xmlns:a="http://schemas.openxmlformats.org/drawingml/2006/main">
              <a:ext uri="{FF2B5EF4-FFF2-40B4-BE49-F238E27FC236}">
                <a16:creationId xmlns:a16="http://schemas.microsoft.com/office/drawing/2014/main" id="{5D25FB28-75AC-4A8B-BDFB-DA41E7BA10A8}"/>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성능 조사 절차는 설명용 예시 · 실제 저장·실행 기록이나 성능 효과를 뜻하지 않음</a:t>
            </a:r>
          </a:p>
        </p:txBody>
      </p:sp>
      <p:sp>
        <p:nvSpPr>
          <p:cNvPr id="7" name="정보는 언제 필요하고, 작업은 어떤 절차로 수행할까?">
            <a:extLst xmlns:a="http://schemas.openxmlformats.org/drawingml/2006/main">
              <a:ext uri="{FF2B5EF4-FFF2-40B4-BE49-F238E27FC236}">
                <a16:creationId xmlns:a16="http://schemas.microsoft.com/office/drawing/2014/main" id="{B340E373-C6C9-4812-97F0-102F67AB26C9}"/>
              </a:ext>
            </a:extLst>
          </p:cNvPr>
          <p:cNvSpPr>
            <a:spLocks xmlns:a="http://schemas.openxmlformats.org/drawingml/2006/main" noGrp="1"/>
          </p:cNvSpPr>
          <p:nvPr/>
        </p:nvSpPr>
        <p:spPr>
          <a:xfrm xmlns:a="http://schemas.openxmlformats.org/drawingml/2006/main">
            <a:off x="609600" y="1714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정보는 언제 필요하고, 작업은 어떤 절차로 수행할까?</a:t>
            </a:r>
          </a:p>
        </p:txBody>
      </p:sp>
      <p:sp>
        <p:nvSpPr>
          <p:cNvPr id="8" name="항상 필요한 정보">
            <a:extLst xmlns:a="http://schemas.openxmlformats.org/drawingml/2006/main">
              <a:ext uri="{FF2B5EF4-FFF2-40B4-BE49-F238E27FC236}">
                <a16:creationId xmlns:a16="http://schemas.microsoft.com/office/drawing/2014/main" id="{0C948ED1-702C-43ED-920D-94FAFA727F41}"/>
              </a:ext>
            </a:extLst>
          </p:cNvPr>
          <p:cNvSpPr>
            <a:spLocks xmlns:a="http://schemas.openxmlformats.org/drawingml/2006/main" noGrp="1"/>
          </p:cNvSpPr>
          <p:nvPr/>
        </p:nvSpPr>
        <p:spPr>
          <a:xfrm xmlns:a="http://schemas.openxmlformats.org/drawingml/2006/main">
            <a:off x="609600" y="2409825"/>
            <a:ext cx="335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항상 필요한 정보</a:t>
            </a:r>
          </a:p>
        </p:txBody>
      </p:sp>
      <p:sp>
        <p:nvSpPr>
          <p:cNvPr id="9" name="">
            <a:extLst xmlns:a="http://schemas.openxmlformats.org/drawingml/2006/main">
              <a:ext uri="{FF2B5EF4-FFF2-40B4-BE49-F238E27FC236}">
                <a16:creationId xmlns:a16="http://schemas.microsoft.com/office/drawing/2014/main" id="{D92D9D75-CA30-4E5E-BEDD-6288420BC6F9}"/>
              </a:ext>
            </a:extLst>
          </p:cNvPr>
          <p:cNvSpPr>
            <a:spLocks xmlns:a="http://schemas.openxmlformats.org/drawingml/2006/main" noGrp="1"/>
          </p:cNvSpPr>
          <p:nvPr/>
        </p:nvSpPr>
        <p:spPr>
          <a:xfrm xmlns:a="http://schemas.openxmlformats.org/drawingml/2006/main">
            <a:off x="609600" y="29432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0" name="작업에 따라 찾아볼 상세">
            <a:extLst xmlns:a="http://schemas.openxmlformats.org/drawingml/2006/main">
              <a:ext uri="{FF2B5EF4-FFF2-40B4-BE49-F238E27FC236}">
                <a16:creationId xmlns:a16="http://schemas.microsoft.com/office/drawing/2014/main" id="{C61025D8-5674-416B-8C07-B2F43D6EA760}"/>
              </a:ext>
            </a:extLst>
          </p:cNvPr>
          <p:cNvSpPr>
            <a:spLocks xmlns:a="http://schemas.openxmlformats.org/drawingml/2006/main" noGrp="1"/>
          </p:cNvSpPr>
          <p:nvPr/>
        </p:nvSpPr>
        <p:spPr>
          <a:xfrm xmlns:a="http://schemas.openxmlformats.org/drawingml/2006/main">
            <a:off x="4419600" y="2409825"/>
            <a:ext cx="335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작업에 따라 찾아볼 상세</a:t>
            </a:r>
          </a:p>
        </p:txBody>
      </p:sp>
      <p:sp>
        <p:nvSpPr>
          <p:cNvPr id="11" name="">
            <a:extLst xmlns:a="http://schemas.openxmlformats.org/drawingml/2006/main">
              <a:ext uri="{FF2B5EF4-FFF2-40B4-BE49-F238E27FC236}">
                <a16:creationId xmlns:a16="http://schemas.microsoft.com/office/drawing/2014/main" id="{408C238E-9432-4E1B-B243-168A10D5E096}"/>
              </a:ext>
            </a:extLst>
          </p:cNvPr>
          <p:cNvSpPr>
            <a:spLocks xmlns:a="http://schemas.openxmlformats.org/drawingml/2006/main" noGrp="1"/>
          </p:cNvSpPr>
          <p:nvPr/>
        </p:nvSpPr>
        <p:spPr>
          <a:xfrm xmlns:a="http://schemas.openxmlformats.org/drawingml/2006/main">
            <a:off x="4419600" y="29432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2" name="반복되는 작업 절차">
            <a:extLst xmlns:a="http://schemas.openxmlformats.org/drawingml/2006/main">
              <a:ext uri="{FF2B5EF4-FFF2-40B4-BE49-F238E27FC236}">
                <a16:creationId xmlns:a16="http://schemas.microsoft.com/office/drawing/2014/main" id="{D6C7AC3C-1369-409A-9376-4B897800CF65}"/>
              </a:ext>
            </a:extLst>
          </p:cNvPr>
          <p:cNvSpPr>
            <a:spLocks xmlns:a="http://schemas.openxmlformats.org/drawingml/2006/main" noGrp="1"/>
          </p:cNvSpPr>
          <p:nvPr/>
        </p:nvSpPr>
        <p:spPr>
          <a:xfrm xmlns:a="http://schemas.openxmlformats.org/drawingml/2006/main">
            <a:off x="8229600" y="2409825"/>
            <a:ext cx="335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반복되는 작업 절차</a:t>
            </a:r>
          </a:p>
        </p:txBody>
      </p:sp>
      <p:sp>
        <p:nvSpPr>
          <p:cNvPr id="13" name="">
            <a:extLst xmlns:a="http://schemas.openxmlformats.org/drawingml/2006/main">
              <a:ext uri="{FF2B5EF4-FFF2-40B4-BE49-F238E27FC236}">
                <a16:creationId xmlns:a16="http://schemas.microsoft.com/office/drawing/2014/main" id="{672BA6E0-AE60-468A-B166-45C8489677E2}"/>
              </a:ext>
            </a:extLst>
          </p:cNvPr>
          <p:cNvSpPr>
            <a:spLocks xmlns:a="http://schemas.openxmlformats.org/drawingml/2006/main" noGrp="1"/>
          </p:cNvSpPr>
          <p:nvPr/>
        </p:nvSpPr>
        <p:spPr>
          <a:xfrm xmlns:a="http://schemas.openxmlformats.org/drawingml/2006/main">
            <a:off x="8229600" y="29432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4" name="">
            <a:extLst xmlns:a="http://schemas.openxmlformats.org/drawingml/2006/main">
              <a:ext uri="{FF2B5EF4-FFF2-40B4-BE49-F238E27FC236}">
                <a16:creationId xmlns:a16="http://schemas.microsoft.com/office/drawing/2014/main" id="{FDBB95FC-CFA1-4D57-9327-409D5600F2C1}"/>
              </a:ext>
            </a:extLst>
          </p:cNvPr>
          <p:cNvSpPr>
            <a:spLocks xmlns:a="http://schemas.openxmlformats.org/drawingml/2006/main" noGrp="1"/>
          </p:cNvSpPr>
          <p:nvPr/>
        </p:nvSpPr>
        <p:spPr>
          <a:xfrm xmlns:a="http://schemas.openxmlformats.org/drawingml/2006/main">
            <a:off x="609600" y="3286125"/>
            <a:ext cx="990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5" name="README&#10;수정">
            <a:extLst xmlns:a="http://schemas.openxmlformats.org/drawingml/2006/main">
              <a:ext uri="{FF2B5EF4-FFF2-40B4-BE49-F238E27FC236}">
                <a16:creationId xmlns:a16="http://schemas.microsoft.com/office/drawing/2014/main" id="{90A069A3-EFC8-4C12-AD3A-2CEFF95944B4}"/>
              </a:ext>
            </a:extLst>
          </p:cNvPr>
          <p:cNvSpPr>
            <a:spLocks xmlns:a="http://schemas.openxmlformats.org/drawingml/2006/main" noGrp="1"/>
          </p:cNvSpPr>
          <p:nvPr/>
        </p:nvSpPr>
        <p:spPr>
          <a:xfrm xmlns:a="http://schemas.openxmlformats.org/drawingml/2006/main">
            <a:off x="609600" y="3343275"/>
            <a:ext cx="990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7212B"/>
                </a:solidFill>
                <a:latin typeface="Malgun Gothic"/>
                <a:ea typeface="Malgun Gothic"/>
                <a:cs typeface="Malgun Gothic"/>
              </a:defRPr>
            </a:defPPr>
            <a:lvl1pPr algn="ctr">
              <a:defRPr sz="1575" b="1">
                <a:solidFill>
                  <a:srgbClr val="17212B"/>
                </a:solidFill>
                <a:latin typeface="Malgun Gothic"/>
                <a:ea typeface="Malgun Gothic"/>
                <a:cs typeface="Malgun Gothic"/>
              </a:defRPr>
            </a:lvl1pPr>
            <a:lvl2pPr algn="ctr">
              <a:defRPr sz="1575" b="1">
                <a:solidFill>
                  <a:srgbClr val="17212B"/>
                </a:solidFill>
                <a:latin typeface="Malgun Gothic"/>
                <a:ea typeface="Malgun Gothic"/>
                <a:cs typeface="Malgun Gothic"/>
              </a:defRPr>
            </a:lvl2pPr>
            <a:lvl3pPr algn="ctr">
              <a:defRPr sz="1575" b="1">
                <a:solidFill>
                  <a:srgbClr val="17212B"/>
                </a:solidFill>
                <a:latin typeface="Malgun Gothic"/>
                <a:ea typeface="Malgun Gothic"/>
                <a:cs typeface="Malgun Gothic"/>
              </a:defRPr>
            </a:lvl3pPr>
            <a:lvl4pPr algn="ctr">
              <a:defRPr sz="1575" b="1">
                <a:solidFill>
                  <a:srgbClr val="17212B"/>
                </a:solidFill>
                <a:latin typeface="Malgun Gothic"/>
                <a:ea typeface="Malgun Gothic"/>
                <a:cs typeface="Malgun Gothic"/>
              </a:defRPr>
            </a:lvl4pPr>
            <a:lvl5pPr algn="ctr">
              <a:defRPr sz="1575" b="1">
                <a:solidFill>
                  <a:srgbClr val="17212B"/>
                </a:solidFill>
                <a:latin typeface="Malgun Gothic"/>
                <a:ea typeface="Malgun Gothic"/>
                <a:cs typeface="Malgun Gothic"/>
              </a:defRPr>
            </a:lvl5pPr>
            <a:lvl6pPr algn="ctr">
              <a:defRPr sz="1575" b="1">
                <a:solidFill>
                  <a:srgbClr val="17212B"/>
                </a:solidFill>
                <a:latin typeface="Malgun Gothic"/>
                <a:ea typeface="Malgun Gothic"/>
                <a:cs typeface="Malgun Gothic"/>
              </a:defRPr>
            </a:lvl6pPr>
            <a:lvl7pPr algn="ctr">
              <a:defRPr sz="1575" b="1">
                <a:solidFill>
                  <a:srgbClr val="17212B"/>
                </a:solidFill>
                <a:latin typeface="Malgun Gothic"/>
                <a:ea typeface="Malgun Gothic"/>
                <a:cs typeface="Malgun Gothic"/>
              </a:defRPr>
            </a:lvl7pPr>
            <a:lvl8pPr algn="ctr">
              <a:defRPr sz="1575" b="1">
                <a:solidFill>
                  <a:srgbClr val="17212B"/>
                </a:solidFill>
                <a:latin typeface="Malgun Gothic"/>
                <a:ea typeface="Malgun Gothic"/>
                <a:cs typeface="Malgun Gothic"/>
              </a:defRPr>
            </a:lvl8pPr>
            <a:lvl9pPr algn="ctr">
              <a:defRPr sz="1575" b="1">
                <a:solidFill>
                  <a:srgbClr val="17212B"/>
                </a:solidFill>
                <a:latin typeface="Malgun Gothic"/>
                <a:ea typeface="Malgun Gothic"/>
                <a:cs typeface="Malgun Gothic"/>
              </a:defRPr>
            </a:lvl9pPr>
          </a:lstStyle>
          <a:p xmlns:a="http://schemas.openxmlformats.org/drawingml/2006/main">
            <a:pPr algn="ctr">
              <a:defRPr sz="1575" b="1">
                <a:solidFill>
                  <a:srgbClr val="17212B"/>
                </a:solidFill>
                <a:latin typeface="Malgun Gothic"/>
                <a:ea typeface="Malgun Gothic"/>
                <a:cs typeface="Malgun Gothic"/>
              </a:defRPr>
            </a:pPr>
            <a:r>
              <a:rPr sz="1575" b="1">
                <a:solidFill>
                  <a:srgbClr val="17212B"/>
                </a:solidFill>
                <a:latin typeface="Malgun Gothic"/>
                <a:ea typeface="Malgun Gothic"/>
                <a:cs typeface="Malgun Gothic"/>
              </a:rPr>
              <a:t>README</a:t>
            </a:r>
          </a:p>
          <a:p xmlns:a="http://schemas.openxmlformats.org/drawingml/2006/main">
            <a:pPr algn="ctr">
              <a:defRPr sz="1575" b="1">
                <a:solidFill>
                  <a:srgbClr val="17212B"/>
                </a:solidFill>
                <a:latin typeface="Malgun Gothic"/>
                <a:ea typeface="Malgun Gothic"/>
                <a:cs typeface="Malgun Gothic"/>
              </a:defRPr>
            </a:pPr>
            <a:r>
              <a:rPr sz="1575" b="1">
                <a:solidFill>
                  <a:srgbClr val="17212B"/>
                </a:solidFill>
                <a:latin typeface="Malgun Gothic"/>
                <a:ea typeface="Malgun Gothic"/>
                <a:cs typeface="Malgun Gothic"/>
              </a:rPr>
              <a:t>수정</a:t>
            </a:r>
          </a:p>
        </p:txBody>
      </p:sp>
      <p:sp>
        <p:nvSpPr>
          <p:cNvPr id="16" name="">
            <a:extLst xmlns:a="http://schemas.openxmlformats.org/drawingml/2006/main">
              <a:ext uri="{FF2B5EF4-FFF2-40B4-BE49-F238E27FC236}">
                <a16:creationId xmlns:a16="http://schemas.microsoft.com/office/drawing/2014/main" id="{A4308EEF-37D4-4C24-A6B3-EAA1DC13280C}"/>
              </a:ext>
            </a:extLst>
          </p:cNvPr>
          <p:cNvSpPr>
            <a:spLocks xmlns:a="http://schemas.openxmlformats.org/drawingml/2006/main" noGrp="1"/>
          </p:cNvSpPr>
          <p:nvPr/>
        </p:nvSpPr>
        <p:spPr>
          <a:xfrm xmlns:a="http://schemas.openxmlformats.org/drawingml/2006/main">
            <a:off x="1104900" y="3819525"/>
            <a:ext cx="0" cy="133350"/>
          </a:xfrm>
          <a:prstGeom xmlns:a="http://schemas.openxmlformats.org/drawingml/2006/main" prst="line">
            <a:avLst/>
          </a:prstGeom>
          <a:noFill xmlns:a="http://schemas.openxmlformats.org/drawingml/2006/main"/>
          <a:ln xmlns:a="http://schemas.openxmlformats.org/drawingml/2006/main" w="19050">
            <a:solidFill>
              <a:srgbClr val="0B6172"/>
            </a:solidFill>
          </a:ln>
        </p:spPr>
      </p:sp>
      <p:sp>
        <p:nvSpPr>
          <p:cNvPr id="17" name="">
            <a:extLst xmlns:a="http://schemas.openxmlformats.org/drawingml/2006/main">
              <a:ext uri="{FF2B5EF4-FFF2-40B4-BE49-F238E27FC236}">
                <a16:creationId xmlns:a16="http://schemas.microsoft.com/office/drawing/2014/main" id="{62BB7663-8127-4326-9176-CA1F76ACD834}"/>
              </a:ext>
            </a:extLst>
          </p:cNvPr>
          <p:cNvSpPr>
            <a:spLocks xmlns:a="http://schemas.openxmlformats.org/drawingml/2006/main" noGrp="1"/>
          </p:cNvSpPr>
          <p:nvPr/>
        </p:nvSpPr>
        <p:spPr>
          <a:xfrm xmlns:a="http://schemas.openxmlformats.org/drawingml/2006/main">
            <a:off x="1790700" y="3286125"/>
            <a:ext cx="990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8" name="crop&#10;수정">
            <a:extLst xmlns:a="http://schemas.openxmlformats.org/drawingml/2006/main">
              <a:ext uri="{FF2B5EF4-FFF2-40B4-BE49-F238E27FC236}">
                <a16:creationId xmlns:a16="http://schemas.microsoft.com/office/drawing/2014/main" id="{97F49C59-1A0C-42FD-A742-09A9841AA196}"/>
              </a:ext>
            </a:extLst>
          </p:cNvPr>
          <p:cNvSpPr>
            <a:spLocks xmlns:a="http://schemas.openxmlformats.org/drawingml/2006/main" noGrp="1"/>
          </p:cNvSpPr>
          <p:nvPr/>
        </p:nvSpPr>
        <p:spPr>
          <a:xfrm xmlns:a="http://schemas.openxmlformats.org/drawingml/2006/main">
            <a:off x="1790700" y="3343275"/>
            <a:ext cx="990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7212B"/>
                </a:solidFill>
                <a:latin typeface="Malgun Gothic"/>
                <a:ea typeface="Malgun Gothic"/>
                <a:cs typeface="Malgun Gothic"/>
              </a:defRPr>
            </a:defPPr>
            <a:lvl1pPr algn="ctr">
              <a:defRPr sz="1575" b="1">
                <a:solidFill>
                  <a:srgbClr val="17212B"/>
                </a:solidFill>
                <a:latin typeface="Malgun Gothic"/>
                <a:ea typeface="Malgun Gothic"/>
                <a:cs typeface="Malgun Gothic"/>
              </a:defRPr>
            </a:lvl1pPr>
            <a:lvl2pPr algn="ctr">
              <a:defRPr sz="1575" b="1">
                <a:solidFill>
                  <a:srgbClr val="17212B"/>
                </a:solidFill>
                <a:latin typeface="Malgun Gothic"/>
                <a:ea typeface="Malgun Gothic"/>
                <a:cs typeface="Malgun Gothic"/>
              </a:defRPr>
            </a:lvl2pPr>
            <a:lvl3pPr algn="ctr">
              <a:defRPr sz="1575" b="1">
                <a:solidFill>
                  <a:srgbClr val="17212B"/>
                </a:solidFill>
                <a:latin typeface="Malgun Gothic"/>
                <a:ea typeface="Malgun Gothic"/>
                <a:cs typeface="Malgun Gothic"/>
              </a:defRPr>
            </a:lvl3pPr>
            <a:lvl4pPr algn="ctr">
              <a:defRPr sz="1575" b="1">
                <a:solidFill>
                  <a:srgbClr val="17212B"/>
                </a:solidFill>
                <a:latin typeface="Malgun Gothic"/>
                <a:ea typeface="Malgun Gothic"/>
                <a:cs typeface="Malgun Gothic"/>
              </a:defRPr>
            </a:lvl4pPr>
            <a:lvl5pPr algn="ctr">
              <a:defRPr sz="1575" b="1">
                <a:solidFill>
                  <a:srgbClr val="17212B"/>
                </a:solidFill>
                <a:latin typeface="Malgun Gothic"/>
                <a:ea typeface="Malgun Gothic"/>
                <a:cs typeface="Malgun Gothic"/>
              </a:defRPr>
            </a:lvl5pPr>
            <a:lvl6pPr algn="ctr">
              <a:defRPr sz="1575" b="1">
                <a:solidFill>
                  <a:srgbClr val="17212B"/>
                </a:solidFill>
                <a:latin typeface="Malgun Gothic"/>
                <a:ea typeface="Malgun Gothic"/>
                <a:cs typeface="Malgun Gothic"/>
              </a:defRPr>
            </a:lvl6pPr>
            <a:lvl7pPr algn="ctr">
              <a:defRPr sz="1575" b="1">
                <a:solidFill>
                  <a:srgbClr val="17212B"/>
                </a:solidFill>
                <a:latin typeface="Malgun Gothic"/>
                <a:ea typeface="Malgun Gothic"/>
                <a:cs typeface="Malgun Gothic"/>
              </a:defRPr>
            </a:lvl7pPr>
            <a:lvl8pPr algn="ctr">
              <a:defRPr sz="1575" b="1">
                <a:solidFill>
                  <a:srgbClr val="17212B"/>
                </a:solidFill>
                <a:latin typeface="Malgun Gothic"/>
                <a:ea typeface="Malgun Gothic"/>
                <a:cs typeface="Malgun Gothic"/>
              </a:defRPr>
            </a:lvl8pPr>
            <a:lvl9pPr algn="ctr">
              <a:defRPr sz="1575" b="1">
                <a:solidFill>
                  <a:srgbClr val="17212B"/>
                </a:solidFill>
                <a:latin typeface="Malgun Gothic"/>
                <a:ea typeface="Malgun Gothic"/>
                <a:cs typeface="Malgun Gothic"/>
              </a:defRPr>
            </a:lvl9pPr>
          </a:lstStyle>
          <a:p xmlns:a="http://schemas.openxmlformats.org/drawingml/2006/main">
            <a:pPr algn="ctr">
              <a:defRPr sz="1575" b="1">
                <a:solidFill>
                  <a:srgbClr val="17212B"/>
                </a:solidFill>
                <a:latin typeface="Malgun Gothic"/>
                <a:ea typeface="Malgun Gothic"/>
                <a:cs typeface="Malgun Gothic"/>
              </a:defRPr>
            </a:pPr>
            <a:r>
              <a:rPr sz="1575" b="1">
                <a:solidFill>
                  <a:srgbClr val="17212B"/>
                </a:solidFill>
                <a:latin typeface="Malgun Gothic"/>
                <a:ea typeface="Malgun Gothic"/>
                <a:cs typeface="Malgun Gothic"/>
              </a:rPr>
              <a:t>crop</a:t>
            </a:r>
          </a:p>
          <a:p xmlns:a="http://schemas.openxmlformats.org/drawingml/2006/main">
            <a:pPr algn="ctr">
              <a:defRPr sz="1575" b="1">
                <a:solidFill>
                  <a:srgbClr val="17212B"/>
                </a:solidFill>
                <a:latin typeface="Malgun Gothic"/>
                <a:ea typeface="Malgun Gothic"/>
                <a:cs typeface="Malgun Gothic"/>
              </a:defRPr>
            </a:pPr>
            <a:r>
              <a:rPr sz="1575" b="1">
                <a:solidFill>
                  <a:srgbClr val="17212B"/>
                </a:solidFill>
                <a:latin typeface="Malgun Gothic"/>
                <a:ea typeface="Malgun Gothic"/>
                <a:cs typeface="Malgun Gothic"/>
              </a:rPr>
              <a:t>수정</a:t>
            </a:r>
          </a:p>
        </p:txBody>
      </p:sp>
      <p:sp>
        <p:nvSpPr>
          <p:cNvPr id="19" name="">
            <a:extLst xmlns:a="http://schemas.openxmlformats.org/drawingml/2006/main">
              <a:ext uri="{FF2B5EF4-FFF2-40B4-BE49-F238E27FC236}">
                <a16:creationId xmlns:a16="http://schemas.microsoft.com/office/drawing/2014/main" id="{05110EB7-6A7A-437A-9C7D-35D76EFFCF10}"/>
              </a:ext>
            </a:extLst>
          </p:cNvPr>
          <p:cNvSpPr>
            <a:spLocks xmlns:a="http://schemas.openxmlformats.org/drawingml/2006/main" noGrp="1"/>
          </p:cNvSpPr>
          <p:nvPr/>
        </p:nvSpPr>
        <p:spPr>
          <a:xfrm xmlns:a="http://schemas.openxmlformats.org/drawingml/2006/main">
            <a:off x="2286000" y="3819525"/>
            <a:ext cx="0" cy="133350"/>
          </a:xfrm>
          <a:prstGeom xmlns:a="http://schemas.openxmlformats.org/drawingml/2006/main" prst="line">
            <a:avLst/>
          </a:prstGeom>
          <a:noFill xmlns:a="http://schemas.openxmlformats.org/drawingml/2006/main"/>
          <a:ln xmlns:a="http://schemas.openxmlformats.org/drawingml/2006/main" w="19050">
            <a:solidFill>
              <a:srgbClr val="0B6172"/>
            </a:solidFill>
          </a:ln>
        </p:spPr>
      </p:sp>
      <p:sp>
        <p:nvSpPr>
          <p:cNvPr id="20" name="">
            <a:extLst xmlns:a="http://schemas.openxmlformats.org/drawingml/2006/main">
              <a:ext uri="{FF2B5EF4-FFF2-40B4-BE49-F238E27FC236}">
                <a16:creationId xmlns:a16="http://schemas.microsoft.com/office/drawing/2014/main" id="{BA747A06-175E-46CA-A797-AAB03A7B6B7D}"/>
              </a:ext>
            </a:extLst>
          </p:cNvPr>
          <p:cNvSpPr>
            <a:spLocks xmlns:a="http://schemas.openxmlformats.org/drawingml/2006/main" noGrp="1"/>
          </p:cNvSpPr>
          <p:nvPr/>
        </p:nvSpPr>
        <p:spPr>
          <a:xfrm xmlns:a="http://schemas.openxmlformats.org/drawingml/2006/main">
            <a:off x="2971800" y="3286125"/>
            <a:ext cx="990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1" name="성능&#10;조사">
            <a:extLst xmlns:a="http://schemas.openxmlformats.org/drawingml/2006/main">
              <a:ext uri="{FF2B5EF4-FFF2-40B4-BE49-F238E27FC236}">
                <a16:creationId xmlns:a16="http://schemas.microsoft.com/office/drawing/2014/main" id="{4B49854E-7F8D-479F-81C2-7384224163AF}"/>
              </a:ext>
            </a:extLst>
          </p:cNvPr>
          <p:cNvSpPr>
            <a:spLocks xmlns:a="http://schemas.openxmlformats.org/drawingml/2006/main" noGrp="1"/>
          </p:cNvSpPr>
          <p:nvPr/>
        </p:nvSpPr>
        <p:spPr>
          <a:xfrm xmlns:a="http://schemas.openxmlformats.org/drawingml/2006/main">
            <a:off x="2971800" y="3343275"/>
            <a:ext cx="990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7212B"/>
                </a:solidFill>
                <a:latin typeface="Malgun Gothic"/>
                <a:ea typeface="Malgun Gothic"/>
                <a:cs typeface="Malgun Gothic"/>
              </a:defRPr>
            </a:defPPr>
            <a:lvl1pPr algn="ctr">
              <a:defRPr sz="1575" b="1">
                <a:solidFill>
                  <a:srgbClr val="17212B"/>
                </a:solidFill>
                <a:latin typeface="Malgun Gothic"/>
                <a:ea typeface="Malgun Gothic"/>
                <a:cs typeface="Malgun Gothic"/>
              </a:defRPr>
            </a:lvl1pPr>
            <a:lvl2pPr algn="ctr">
              <a:defRPr sz="1575" b="1">
                <a:solidFill>
                  <a:srgbClr val="17212B"/>
                </a:solidFill>
                <a:latin typeface="Malgun Gothic"/>
                <a:ea typeface="Malgun Gothic"/>
                <a:cs typeface="Malgun Gothic"/>
              </a:defRPr>
            </a:lvl2pPr>
            <a:lvl3pPr algn="ctr">
              <a:defRPr sz="1575" b="1">
                <a:solidFill>
                  <a:srgbClr val="17212B"/>
                </a:solidFill>
                <a:latin typeface="Malgun Gothic"/>
                <a:ea typeface="Malgun Gothic"/>
                <a:cs typeface="Malgun Gothic"/>
              </a:defRPr>
            </a:lvl3pPr>
            <a:lvl4pPr algn="ctr">
              <a:defRPr sz="1575" b="1">
                <a:solidFill>
                  <a:srgbClr val="17212B"/>
                </a:solidFill>
                <a:latin typeface="Malgun Gothic"/>
                <a:ea typeface="Malgun Gothic"/>
                <a:cs typeface="Malgun Gothic"/>
              </a:defRPr>
            </a:lvl4pPr>
            <a:lvl5pPr algn="ctr">
              <a:defRPr sz="1575" b="1">
                <a:solidFill>
                  <a:srgbClr val="17212B"/>
                </a:solidFill>
                <a:latin typeface="Malgun Gothic"/>
                <a:ea typeface="Malgun Gothic"/>
                <a:cs typeface="Malgun Gothic"/>
              </a:defRPr>
            </a:lvl5pPr>
            <a:lvl6pPr algn="ctr">
              <a:defRPr sz="1575" b="1">
                <a:solidFill>
                  <a:srgbClr val="17212B"/>
                </a:solidFill>
                <a:latin typeface="Malgun Gothic"/>
                <a:ea typeface="Malgun Gothic"/>
                <a:cs typeface="Malgun Gothic"/>
              </a:defRPr>
            </a:lvl6pPr>
            <a:lvl7pPr algn="ctr">
              <a:defRPr sz="1575" b="1">
                <a:solidFill>
                  <a:srgbClr val="17212B"/>
                </a:solidFill>
                <a:latin typeface="Malgun Gothic"/>
                <a:ea typeface="Malgun Gothic"/>
                <a:cs typeface="Malgun Gothic"/>
              </a:defRPr>
            </a:lvl7pPr>
            <a:lvl8pPr algn="ctr">
              <a:defRPr sz="1575" b="1">
                <a:solidFill>
                  <a:srgbClr val="17212B"/>
                </a:solidFill>
                <a:latin typeface="Malgun Gothic"/>
                <a:ea typeface="Malgun Gothic"/>
                <a:cs typeface="Malgun Gothic"/>
              </a:defRPr>
            </a:lvl8pPr>
            <a:lvl9pPr algn="ctr">
              <a:defRPr sz="1575" b="1">
                <a:solidFill>
                  <a:srgbClr val="17212B"/>
                </a:solidFill>
                <a:latin typeface="Malgun Gothic"/>
                <a:ea typeface="Malgun Gothic"/>
                <a:cs typeface="Malgun Gothic"/>
              </a:defRPr>
            </a:lvl9pPr>
          </a:lstStyle>
          <a:p xmlns:a="http://schemas.openxmlformats.org/drawingml/2006/main">
            <a:pPr algn="ctr">
              <a:defRPr sz="1575" b="1">
                <a:solidFill>
                  <a:srgbClr val="17212B"/>
                </a:solidFill>
                <a:latin typeface="Malgun Gothic"/>
                <a:ea typeface="Malgun Gothic"/>
                <a:cs typeface="Malgun Gothic"/>
              </a:defRPr>
            </a:pPr>
            <a:r>
              <a:rPr sz="1575" b="1">
                <a:solidFill>
                  <a:srgbClr val="17212B"/>
                </a:solidFill>
                <a:latin typeface="Malgun Gothic"/>
                <a:ea typeface="Malgun Gothic"/>
                <a:cs typeface="Malgun Gothic"/>
              </a:rPr>
              <a:t>성능</a:t>
            </a:r>
          </a:p>
          <a:p xmlns:a="http://schemas.openxmlformats.org/drawingml/2006/main">
            <a:pPr algn="ctr">
              <a:defRPr sz="1575" b="1">
                <a:solidFill>
                  <a:srgbClr val="17212B"/>
                </a:solidFill>
                <a:latin typeface="Malgun Gothic"/>
                <a:ea typeface="Malgun Gothic"/>
                <a:cs typeface="Malgun Gothic"/>
              </a:defRPr>
            </a:pPr>
            <a:r>
              <a:rPr sz="1575" b="1">
                <a:solidFill>
                  <a:srgbClr val="17212B"/>
                </a:solidFill>
                <a:latin typeface="Malgun Gothic"/>
                <a:ea typeface="Malgun Gothic"/>
                <a:cs typeface="Malgun Gothic"/>
              </a:rPr>
              <a:t>조사</a:t>
            </a:r>
          </a:p>
        </p:txBody>
      </p:sp>
      <p:sp>
        <p:nvSpPr>
          <p:cNvPr id="22" name="">
            <a:extLst xmlns:a="http://schemas.openxmlformats.org/drawingml/2006/main">
              <a:ext uri="{FF2B5EF4-FFF2-40B4-BE49-F238E27FC236}">
                <a16:creationId xmlns:a16="http://schemas.microsoft.com/office/drawing/2014/main" id="{68A865CA-AB96-4F56-B726-994F9FC8FCC5}"/>
              </a:ext>
            </a:extLst>
          </p:cNvPr>
          <p:cNvSpPr>
            <a:spLocks xmlns:a="http://schemas.openxmlformats.org/drawingml/2006/main" noGrp="1"/>
          </p:cNvSpPr>
          <p:nvPr/>
        </p:nvSpPr>
        <p:spPr>
          <a:xfrm xmlns:a="http://schemas.openxmlformats.org/drawingml/2006/main">
            <a:off x="3467100" y="3819525"/>
            <a:ext cx="0" cy="133350"/>
          </a:xfrm>
          <a:prstGeom xmlns:a="http://schemas.openxmlformats.org/drawingml/2006/main" prst="line">
            <a:avLst/>
          </a:prstGeom>
          <a:noFill xmlns:a="http://schemas.openxmlformats.org/drawingml/2006/main"/>
          <a:ln xmlns:a="http://schemas.openxmlformats.org/drawingml/2006/main" w="19050">
            <a:solidFill>
              <a:srgbClr val="0B6172"/>
            </a:solidFill>
          </a:ln>
        </p:spPr>
      </p:sp>
      <p:sp>
        <p:nvSpPr>
          <p:cNvPr id="23" name="">
            <a:extLst xmlns:a="http://schemas.openxmlformats.org/drawingml/2006/main">
              <a:ext uri="{FF2B5EF4-FFF2-40B4-BE49-F238E27FC236}">
                <a16:creationId xmlns:a16="http://schemas.microsoft.com/office/drawing/2014/main" id="{68C3B045-2C2C-4F3B-B49A-937AF3BCABB1}"/>
              </a:ext>
            </a:extLst>
          </p:cNvPr>
          <p:cNvSpPr>
            <a:spLocks xmlns:a="http://schemas.openxmlformats.org/drawingml/2006/main" noGrp="1"/>
          </p:cNvSpPr>
          <p:nvPr/>
        </p:nvSpPr>
        <p:spPr>
          <a:xfrm xmlns:a="http://schemas.openxmlformats.org/drawingml/2006/main">
            <a:off x="1104900" y="3952875"/>
            <a:ext cx="23622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24" name="">
            <a:extLst xmlns:a="http://schemas.openxmlformats.org/drawingml/2006/main">
              <a:ext uri="{FF2B5EF4-FFF2-40B4-BE49-F238E27FC236}">
                <a16:creationId xmlns:a16="http://schemas.microsoft.com/office/drawing/2014/main" id="{99BD30FC-B0FB-4966-B555-2C3270CBAD1E}"/>
              </a:ext>
            </a:extLst>
          </p:cNvPr>
          <p:cNvSpPr>
            <a:spLocks xmlns:a="http://schemas.openxmlformats.org/drawingml/2006/main" noGrp="1"/>
          </p:cNvSpPr>
          <p:nvPr/>
        </p:nvSpPr>
        <p:spPr>
          <a:xfrm xmlns:a="http://schemas.openxmlformats.org/drawingml/2006/main">
            <a:off x="2286000" y="3952875"/>
            <a:ext cx="0" cy="209550"/>
          </a:xfrm>
          <a:prstGeom xmlns:a="http://schemas.openxmlformats.org/drawingml/2006/main" prst="line">
            <a:avLst/>
          </a:prstGeom>
          <a:noFill xmlns:a="http://schemas.openxmlformats.org/drawingml/2006/main"/>
          <a:ln xmlns:a="http://schemas.openxmlformats.org/drawingml/2006/main" w="19050">
            <a:solidFill>
              <a:srgbClr val="0B6172"/>
            </a:solidFill>
          </a:ln>
        </p:spPr>
      </p:sp>
      <p:sp>
        <p:nvSpPr>
          <p:cNvPr id="25" name="">
            <a:extLst xmlns:a="http://schemas.openxmlformats.org/drawingml/2006/main">
              <a:ext uri="{FF2B5EF4-FFF2-40B4-BE49-F238E27FC236}">
                <a16:creationId xmlns:a16="http://schemas.microsoft.com/office/drawing/2014/main" id="{58DCF739-907E-4572-BC61-A5CD527996DB}"/>
              </a:ext>
            </a:extLst>
          </p:cNvPr>
          <p:cNvSpPr>
            <a:spLocks xmlns:a="http://schemas.openxmlformats.org/drawingml/2006/main" noGrp="1"/>
          </p:cNvSpPr>
          <p:nvPr/>
        </p:nvSpPr>
        <p:spPr>
          <a:xfrm xmlns:a="http://schemas.openxmlformats.org/drawingml/2006/main">
            <a:off x="609600" y="4162425"/>
            <a:ext cx="3352800" cy="876300"/>
          </a:xfrm>
          <a:prstGeom xmlns:a="http://schemas.openxmlformats.org/drawingml/2006/main" prst="rect">
            <a:avLst/>
          </a:prstGeom>
          <a:solidFill xmlns:a="http://schemas.openxmlformats.org/drawingml/2006/main">
            <a:srgbClr val="E0EFF0"/>
          </a:solidFill>
          <a:ln xmlns:a="http://schemas.openxmlformats.org/drawingml/2006/main" w="14288">
            <a:solidFill>
              <a:srgbClr val="0B6172"/>
            </a:solidFill>
            <a:prstDash val="solid"/>
          </a:ln>
        </p:spPr>
      </p:sp>
      <p:sp>
        <p:nvSpPr>
          <p:cNvPr id="26" name="목적 · 기본 제약&#10;범위 준수 · 관련 검증">
            <a:extLst xmlns:a="http://schemas.openxmlformats.org/drawingml/2006/main">
              <a:ext uri="{FF2B5EF4-FFF2-40B4-BE49-F238E27FC236}">
                <a16:creationId xmlns:a16="http://schemas.microsoft.com/office/drawing/2014/main" id="{34DC2850-5088-42A8-9B30-96426A7AF5F4}"/>
              </a:ext>
            </a:extLst>
          </p:cNvPr>
          <p:cNvSpPr>
            <a:spLocks xmlns:a="http://schemas.openxmlformats.org/drawingml/2006/main" noGrp="1"/>
          </p:cNvSpPr>
          <p:nvPr/>
        </p:nvSpPr>
        <p:spPr>
          <a:xfrm xmlns:a="http://schemas.openxmlformats.org/drawingml/2006/main">
            <a:off x="800100" y="4238625"/>
            <a:ext cx="2971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7212B"/>
                </a:solidFill>
                <a:latin typeface="Malgun Gothic"/>
                <a:ea typeface="Malgun Gothic"/>
                <a:cs typeface="Malgun Gothic"/>
              </a:defRPr>
            </a:defPPr>
            <a:lvl1pPr algn="ctr">
              <a:defRPr sz="1875" b="1">
                <a:solidFill>
                  <a:srgbClr val="17212B"/>
                </a:solidFill>
                <a:latin typeface="Malgun Gothic"/>
                <a:ea typeface="Malgun Gothic"/>
                <a:cs typeface="Malgun Gothic"/>
              </a:defRPr>
            </a:lvl1pPr>
            <a:lvl2pPr algn="ctr">
              <a:defRPr sz="1875" b="1">
                <a:solidFill>
                  <a:srgbClr val="17212B"/>
                </a:solidFill>
                <a:latin typeface="Malgun Gothic"/>
                <a:ea typeface="Malgun Gothic"/>
                <a:cs typeface="Malgun Gothic"/>
              </a:defRPr>
            </a:lvl2pPr>
            <a:lvl3pPr algn="ctr">
              <a:defRPr sz="1875" b="1">
                <a:solidFill>
                  <a:srgbClr val="17212B"/>
                </a:solidFill>
                <a:latin typeface="Malgun Gothic"/>
                <a:ea typeface="Malgun Gothic"/>
                <a:cs typeface="Malgun Gothic"/>
              </a:defRPr>
            </a:lvl3pPr>
            <a:lvl4pPr algn="ctr">
              <a:defRPr sz="1875" b="1">
                <a:solidFill>
                  <a:srgbClr val="17212B"/>
                </a:solidFill>
                <a:latin typeface="Malgun Gothic"/>
                <a:ea typeface="Malgun Gothic"/>
                <a:cs typeface="Malgun Gothic"/>
              </a:defRPr>
            </a:lvl4pPr>
            <a:lvl5pPr algn="ctr">
              <a:defRPr sz="1875" b="1">
                <a:solidFill>
                  <a:srgbClr val="17212B"/>
                </a:solidFill>
                <a:latin typeface="Malgun Gothic"/>
                <a:ea typeface="Malgun Gothic"/>
                <a:cs typeface="Malgun Gothic"/>
              </a:defRPr>
            </a:lvl5pPr>
            <a:lvl6pPr algn="ctr">
              <a:defRPr sz="1875" b="1">
                <a:solidFill>
                  <a:srgbClr val="17212B"/>
                </a:solidFill>
                <a:latin typeface="Malgun Gothic"/>
                <a:ea typeface="Malgun Gothic"/>
                <a:cs typeface="Malgun Gothic"/>
              </a:defRPr>
            </a:lvl6pPr>
            <a:lvl7pPr algn="ctr">
              <a:defRPr sz="1875" b="1">
                <a:solidFill>
                  <a:srgbClr val="17212B"/>
                </a:solidFill>
                <a:latin typeface="Malgun Gothic"/>
                <a:ea typeface="Malgun Gothic"/>
                <a:cs typeface="Malgun Gothic"/>
              </a:defRPr>
            </a:lvl7pPr>
            <a:lvl8pPr algn="ctr">
              <a:defRPr sz="1875" b="1">
                <a:solidFill>
                  <a:srgbClr val="17212B"/>
                </a:solidFill>
                <a:latin typeface="Malgun Gothic"/>
                <a:ea typeface="Malgun Gothic"/>
                <a:cs typeface="Malgun Gothic"/>
              </a:defRPr>
            </a:lvl8pPr>
            <a:lvl9pPr algn="ctr">
              <a:defRPr sz="1875" b="1">
                <a:solidFill>
                  <a:srgbClr val="17212B"/>
                </a:solidFill>
                <a:latin typeface="Malgun Gothic"/>
                <a:ea typeface="Malgun Gothic"/>
                <a:cs typeface="Malgun Gothic"/>
              </a:defRPr>
            </a:lvl9pPr>
          </a:lstStyle>
          <a:p xmlns:a="http://schemas.openxmlformats.org/drawingml/2006/main">
            <a:pPr algn="ctr">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목적 · 기본 제약</a:t>
            </a:r>
          </a:p>
          <a:p xmlns:a="http://schemas.openxmlformats.org/drawingml/2006/main">
            <a:pPr algn="ctr">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범위 준수 · 관련 검증</a:t>
            </a:r>
          </a:p>
        </p:txBody>
      </p:sp>
      <p:sp>
        <p:nvSpPr>
          <p:cNvPr id="27" name="">
            <a:extLst xmlns:a="http://schemas.openxmlformats.org/drawingml/2006/main">
              <a:ext uri="{FF2B5EF4-FFF2-40B4-BE49-F238E27FC236}">
                <a16:creationId xmlns:a16="http://schemas.microsoft.com/office/drawing/2014/main" id="{6057987B-81AB-4D32-88E7-6C3813D19FB9}"/>
              </a:ext>
            </a:extLst>
          </p:cNvPr>
          <p:cNvSpPr>
            <a:spLocks xmlns:a="http://schemas.openxmlformats.org/drawingml/2006/main" noGrp="1"/>
          </p:cNvSpPr>
          <p:nvPr/>
        </p:nvSpPr>
        <p:spPr>
          <a:xfrm xmlns:a="http://schemas.openxmlformats.org/drawingml/2006/main">
            <a:off x="4419600" y="3286125"/>
            <a:ext cx="990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8" name="README&#10;수정">
            <a:extLst xmlns:a="http://schemas.openxmlformats.org/drawingml/2006/main">
              <a:ext uri="{FF2B5EF4-FFF2-40B4-BE49-F238E27FC236}">
                <a16:creationId xmlns:a16="http://schemas.microsoft.com/office/drawing/2014/main" id="{050B30AE-A4AF-433A-AF3E-6A120E5A0359}"/>
              </a:ext>
            </a:extLst>
          </p:cNvPr>
          <p:cNvSpPr>
            <a:spLocks xmlns:a="http://schemas.openxmlformats.org/drawingml/2006/main" noGrp="1"/>
          </p:cNvSpPr>
          <p:nvPr/>
        </p:nvSpPr>
        <p:spPr>
          <a:xfrm xmlns:a="http://schemas.openxmlformats.org/drawingml/2006/main">
            <a:off x="4419600" y="3343275"/>
            <a:ext cx="990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7212B"/>
                </a:solidFill>
                <a:latin typeface="Malgun Gothic"/>
                <a:ea typeface="Malgun Gothic"/>
                <a:cs typeface="Malgun Gothic"/>
              </a:defRPr>
            </a:defPPr>
            <a:lvl1pPr algn="ctr">
              <a:defRPr sz="1575" b="1">
                <a:solidFill>
                  <a:srgbClr val="17212B"/>
                </a:solidFill>
                <a:latin typeface="Malgun Gothic"/>
                <a:ea typeface="Malgun Gothic"/>
                <a:cs typeface="Malgun Gothic"/>
              </a:defRPr>
            </a:lvl1pPr>
            <a:lvl2pPr algn="ctr">
              <a:defRPr sz="1575" b="1">
                <a:solidFill>
                  <a:srgbClr val="17212B"/>
                </a:solidFill>
                <a:latin typeface="Malgun Gothic"/>
                <a:ea typeface="Malgun Gothic"/>
                <a:cs typeface="Malgun Gothic"/>
              </a:defRPr>
            </a:lvl2pPr>
            <a:lvl3pPr algn="ctr">
              <a:defRPr sz="1575" b="1">
                <a:solidFill>
                  <a:srgbClr val="17212B"/>
                </a:solidFill>
                <a:latin typeface="Malgun Gothic"/>
                <a:ea typeface="Malgun Gothic"/>
                <a:cs typeface="Malgun Gothic"/>
              </a:defRPr>
            </a:lvl3pPr>
            <a:lvl4pPr algn="ctr">
              <a:defRPr sz="1575" b="1">
                <a:solidFill>
                  <a:srgbClr val="17212B"/>
                </a:solidFill>
                <a:latin typeface="Malgun Gothic"/>
                <a:ea typeface="Malgun Gothic"/>
                <a:cs typeface="Malgun Gothic"/>
              </a:defRPr>
            </a:lvl4pPr>
            <a:lvl5pPr algn="ctr">
              <a:defRPr sz="1575" b="1">
                <a:solidFill>
                  <a:srgbClr val="17212B"/>
                </a:solidFill>
                <a:latin typeface="Malgun Gothic"/>
                <a:ea typeface="Malgun Gothic"/>
                <a:cs typeface="Malgun Gothic"/>
              </a:defRPr>
            </a:lvl5pPr>
            <a:lvl6pPr algn="ctr">
              <a:defRPr sz="1575" b="1">
                <a:solidFill>
                  <a:srgbClr val="17212B"/>
                </a:solidFill>
                <a:latin typeface="Malgun Gothic"/>
                <a:ea typeface="Malgun Gothic"/>
                <a:cs typeface="Malgun Gothic"/>
              </a:defRPr>
            </a:lvl6pPr>
            <a:lvl7pPr algn="ctr">
              <a:defRPr sz="1575" b="1">
                <a:solidFill>
                  <a:srgbClr val="17212B"/>
                </a:solidFill>
                <a:latin typeface="Malgun Gothic"/>
                <a:ea typeface="Malgun Gothic"/>
                <a:cs typeface="Malgun Gothic"/>
              </a:defRPr>
            </a:lvl7pPr>
            <a:lvl8pPr algn="ctr">
              <a:defRPr sz="1575" b="1">
                <a:solidFill>
                  <a:srgbClr val="17212B"/>
                </a:solidFill>
                <a:latin typeface="Malgun Gothic"/>
                <a:ea typeface="Malgun Gothic"/>
                <a:cs typeface="Malgun Gothic"/>
              </a:defRPr>
            </a:lvl8pPr>
            <a:lvl9pPr algn="ctr">
              <a:defRPr sz="1575" b="1">
                <a:solidFill>
                  <a:srgbClr val="17212B"/>
                </a:solidFill>
                <a:latin typeface="Malgun Gothic"/>
                <a:ea typeface="Malgun Gothic"/>
                <a:cs typeface="Malgun Gothic"/>
              </a:defRPr>
            </a:lvl9pPr>
          </a:lstStyle>
          <a:p xmlns:a="http://schemas.openxmlformats.org/drawingml/2006/main">
            <a:pPr algn="ctr">
              <a:defRPr sz="1575" b="1">
                <a:solidFill>
                  <a:srgbClr val="17212B"/>
                </a:solidFill>
                <a:latin typeface="Malgun Gothic"/>
                <a:ea typeface="Malgun Gothic"/>
                <a:cs typeface="Malgun Gothic"/>
              </a:defRPr>
            </a:pPr>
            <a:r>
              <a:rPr sz="1575" b="1">
                <a:solidFill>
                  <a:srgbClr val="17212B"/>
                </a:solidFill>
                <a:latin typeface="Malgun Gothic"/>
                <a:ea typeface="Malgun Gothic"/>
                <a:cs typeface="Malgun Gothic"/>
              </a:rPr>
              <a:t>README</a:t>
            </a:r>
          </a:p>
          <a:p xmlns:a="http://schemas.openxmlformats.org/drawingml/2006/main">
            <a:pPr algn="ctr">
              <a:defRPr sz="1575" b="1">
                <a:solidFill>
                  <a:srgbClr val="17212B"/>
                </a:solidFill>
                <a:latin typeface="Malgun Gothic"/>
                <a:ea typeface="Malgun Gothic"/>
                <a:cs typeface="Malgun Gothic"/>
              </a:defRPr>
            </a:pPr>
            <a:r>
              <a:rPr sz="1575" b="1">
                <a:solidFill>
                  <a:srgbClr val="17212B"/>
                </a:solidFill>
                <a:latin typeface="Malgun Gothic"/>
                <a:ea typeface="Malgun Gothic"/>
                <a:cs typeface="Malgun Gothic"/>
              </a:rPr>
              <a:t>수정</a:t>
            </a:r>
          </a:p>
        </p:txBody>
      </p:sp>
      <p:sp>
        <p:nvSpPr>
          <p:cNvPr id="29" name="">
            <a:extLst xmlns:a="http://schemas.openxmlformats.org/drawingml/2006/main">
              <a:ext uri="{FF2B5EF4-FFF2-40B4-BE49-F238E27FC236}">
                <a16:creationId xmlns:a16="http://schemas.microsoft.com/office/drawing/2014/main" id="{0B3025F6-7BE6-4706-BFE8-5F3A37A139FA}"/>
              </a:ext>
            </a:extLst>
          </p:cNvPr>
          <p:cNvSpPr>
            <a:spLocks xmlns:a="http://schemas.openxmlformats.org/drawingml/2006/main" noGrp="1"/>
          </p:cNvSpPr>
          <p:nvPr/>
        </p:nvSpPr>
        <p:spPr>
          <a:xfrm xmlns:a="http://schemas.openxmlformats.org/drawingml/2006/main">
            <a:off x="5543550" y="3467100"/>
            <a:ext cx="266700" cy="1809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51AEE03A-8CA7-4868-BE7F-B235A9D0343B}"/>
              </a:ext>
            </a:extLst>
          </p:cNvPr>
          <p:cNvSpPr>
            <a:spLocks xmlns:a="http://schemas.openxmlformats.org/drawingml/2006/main" noGrp="1"/>
          </p:cNvSpPr>
          <p:nvPr/>
        </p:nvSpPr>
        <p:spPr>
          <a:xfrm xmlns:a="http://schemas.openxmlformats.org/drawingml/2006/main">
            <a:off x="5943600" y="3324225"/>
            <a:ext cx="1828800" cy="457200"/>
          </a:xfrm>
          <a:prstGeom xmlns:a="http://schemas.openxmlformats.org/drawingml/2006/main" prst="rect">
            <a:avLst/>
          </a:prstGeom>
          <a:solidFill xmlns:a="http://schemas.openxmlformats.org/drawingml/2006/main">
            <a:srgbClr val="E0EFF0"/>
          </a:solidFill>
          <a:ln xmlns:a="http://schemas.openxmlformats.org/drawingml/2006/main" w="14288">
            <a:solidFill>
              <a:srgbClr val="0B6172"/>
            </a:solidFill>
            <a:prstDash val="solid"/>
          </a:ln>
        </p:spPr>
      </p:sp>
      <p:sp>
        <p:nvSpPr>
          <p:cNvPr id="31" name="빌드 안내">
            <a:extLst xmlns:a="http://schemas.openxmlformats.org/drawingml/2006/main">
              <a:ext uri="{FF2B5EF4-FFF2-40B4-BE49-F238E27FC236}">
                <a16:creationId xmlns:a16="http://schemas.microsoft.com/office/drawing/2014/main" id="{A91B410D-AD1B-4441-A4EC-76AAA9CC320E}"/>
              </a:ext>
            </a:extLst>
          </p:cNvPr>
          <p:cNvSpPr>
            <a:spLocks xmlns:a="http://schemas.openxmlformats.org/drawingml/2006/main" noGrp="1"/>
          </p:cNvSpPr>
          <p:nvPr/>
        </p:nvSpPr>
        <p:spPr>
          <a:xfrm xmlns:a="http://schemas.openxmlformats.org/drawingml/2006/main">
            <a:off x="5943600" y="3381375"/>
            <a:ext cx="182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0B6172"/>
                </a:solidFill>
                <a:latin typeface="Malgun Gothic"/>
                <a:ea typeface="Malgun Gothic"/>
                <a:cs typeface="Malgun Gothic"/>
              </a:defRPr>
            </a:defPPr>
            <a:lvl1pPr algn="ctr">
              <a:defRPr sz="1875" b="1">
                <a:solidFill>
                  <a:srgbClr val="0B6172"/>
                </a:solidFill>
                <a:latin typeface="Malgun Gothic"/>
                <a:ea typeface="Malgun Gothic"/>
                <a:cs typeface="Malgun Gothic"/>
              </a:defRPr>
            </a:lvl1pPr>
            <a:lvl2pPr algn="ctr">
              <a:defRPr sz="1875" b="1">
                <a:solidFill>
                  <a:srgbClr val="0B6172"/>
                </a:solidFill>
                <a:latin typeface="Malgun Gothic"/>
                <a:ea typeface="Malgun Gothic"/>
                <a:cs typeface="Malgun Gothic"/>
              </a:defRPr>
            </a:lvl2pPr>
            <a:lvl3pPr algn="ctr">
              <a:defRPr sz="1875" b="1">
                <a:solidFill>
                  <a:srgbClr val="0B6172"/>
                </a:solidFill>
                <a:latin typeface="Malgun Gothic"/>
                <a:ea typeface="Malgun Gothic"/>
                <a:cs typeface="Malgun Gothic"/>
              </a:defRPr>
            </a:lvl3pPr>
            <a:lvl4pPr algn="ctr">
              <a:defRPr sz="1875" b="1">
                <a:solidFill>
                  <a:srgbClr val="0B6172"/>
                </a:solidFill>
                <a:latin typeface="Malgun Gothic"/>
                <a:ea typeface="Malgun Gothic"/>
                <a:cs typeface="Malgun Gothic"/>
              </a:defRPr>
            </a:lvl4pPr>
            <a:lvl5pPr algn="ctr">
              <a:defRPr sz="1875" b="1">
                <a:solidFill>
                  <a:srgbClr val="0B6172"/>
                </a:solidFill>
                <a:latin typeface="Malgun Gothic"/>
                <a:ea typeface="Malgun Gothic"/>
                <a:cs typeface="Malgun Gothic"/>
              </a:defRPr>
            </a:lvl5pPr>
            <a:lvl6pPr algn="ctr">
              <a:defRPr sz="1875" b="1">
                <a:solidFill>
                  <a:srgbClr val="0B6172"/>
                </a:solidFill>
                <a:latin typeface="Malgun Gothic"/>
                <a:ea typeface="Malgun Gothic"/>
                <a:cs typeface="Malgun Gothic"/>
              </a:defRPr>
            </a:lvl6pPr>
            <a:lvl7pPr algn="ctr">
              <a:defRPr sz="1875" b="1">
                <a:solidFill>
                  <a:srgbClr val="0B6172"/>
                </a:solidFill>
                <a:latin typeface="Malgun Gothic"/>
                <a:ea typeface="Malgun Gothic"/>
                <a:cs typeface="Malgun Gothic"/>
              </a:defRPr>
            </a:lvl7pPr>
            <a:lvl8pPr algn="ctr">
              <a:defRPr sz="1875" b="1">
                <a:solidFill>
                  <a:srgbClr val="0B6172"/>
                </a:solidFill>
                <a:latin typeface="Malgun Gothic"/>
                <a:ea typeface="Malgun Gothic"/>
                <a:cs typeface="Malgun Gothic"/>
              </a:defRPr>
            </a:lvl8pPr>
            <a:lvl9pPr algn="ctr">
              <a:defRPr sz="1875" b="1">
                <a:solidFill>
                  <a:srgbClr val="0B6172"/>
                </a:solidFill>
                <a:latin typeface="Malgun Gothic"/>
                <a:ea typeface="Malgun Gothic"/>
                <a:cs typeface="Malgun Gothic"/>
              </a:defRPr>
            </a:lvl9pPr>
          </a:lstStyle>
          <a:p xmlns:a="http://schemas.openxmlformats.org/drawingml/2006/main">
            <a:pPr algn="ctr">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빌드 안내</a:t>
            </a:r>
          </a:p>
        </p:txBody>
      </p:sp>
      <p:sp>
        <p:nvSpPr>
          <p:cNvPr id="32" name="">
            <a:extLst xmlns:a="http://schemas.openxmlformats.org/drawingml/2006/main">
              <a:ext uri="{FF2B5EF4-FFF2-40B4-BE49-F238E27FC236}">
                <a16:creationId xmlns:a16="http://schemas.microsoft.com/office/drawing/2014/main" id="{71EDC10B-E727-449C-B23C-7B7C0B233FEC}"/>
              </a:ext>
            </a:extLst>
          </p:cNvPr>
          <p:cNvSpPr>
            <a:spLocks xmlns:a="http://schemas.openxmlformats.org/drawingml/2006/main" noGrp="1"/>
          </p:cNvSpPr>
          <p:nvPr/>
        </p:nvSpPr>
        <p:spPr>
          <a:xfrm xmlns:a="http://schemas.openxmlformats.org/drawingml/2006/main">
            <a:off x="4419600" y="4286250"/>
            <a:ext cx="9906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33" name="crop&#10;수정">
            <a:extLst xmlns:a="http://schemas.openxmlformats.org/drawingml/2006/main">
              <a:ext uri="{FF2B5EF4-FFF2-40B4-BE49-F238E27FC236}">
                <a16:creationId xmlns:a16="http://schemas.microsoft.com/office/drawing/2014/main" id="{A818855F-AC11-4274-B36E-6DF29DFCDD26}"/>
              </a:ext>
            </a:extLst>
          </p:cNvPr>
          <p:cNvSpPr>
            <a:spLocks xmlns:a="http://schemas.openxmlformats.org/drawingml/2006/main" noGrp="1"/>
          </p:cNvSpPr>
          <p:nvPr/>
        </p:nvSpPr>
        <p:spPr>
          <a:xfrm xmlns:a="http://schemas.openxmlformats.org/drawingml/2006/main">
            <a:off x="4419600" y="4343400"/>
            <a:ext cx="990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75" b="1">
                <a:solidFill>
                  <a:srgbClr val="17212B"/>
                </a:solidFill>
                <a:latin typeface="Malgun Gothic"/>
                <a:ea typeface="Malgun Gothic"/>
                <a:cs typeface="Malgun Gothic"/>
              </a:defRPr>
            </a:defPPr>
            <a:lvl1pPr algn="ctr">
              <a:defRPr sz="1575" b="1">
                <a:solidFill>
                  <a:srgbClr val="17212B"/>
                </a:solidFill>
                <a:latin typeface="Malgun Gothic"/>
                <a:ea typeface="Malgun Gothic"/>
                <a:cs typeface="Malgun Gothic"/>
              </a:defRPr>
            </a:lvl1pPr>
            <a:lvl2pPr algn="ctr">
              <a:defRPr sz="1575" b="1">
                <a:solidFill>
                  <a:srgbClr val="17212B"/>
                </a:solidFill>
                <a:latin typeface="Malgun Gothic"/>
                <a:ea typeface="Malgun Gothic"/>
                <a:cs typeface="Malgun Gothic"/>
              </a:defRPr>
            </a:lvl2pPr>
            <a:lvl3pPr algn="ctr">
              <a:defRPr sz="1575" b="1">
                <a:solidFill>
                  <a:srgbClr val="17212B"/>
                </a:solidFill>
                <a:latin typeface="Malgun Gothic"/>
                <a:ea typeface="Malgun Gothic"/>
                <a:cs typeface="Malgun Gothic"/>
              </a:defRPr>
            </a:lvl3pPr>
            <a:lvl4pPr algn="ctr">
              <a:defRPr sz="1575" b="1">
                <a:solidFill>
                  <a:srgbClr val="17212B"/>
                </a:solidFill>
                <a:latin typeface="Malgun Gothic"/>
                <a:ea typeface="Malgun Gothic"/>
                <a:cs typeface="Malgun Gothic"/>
              </a:defRPr>
            </a:lvl4pPr>
            <a:lvl5pPr algn="ctr">
              <a:defRPr sz="1575" b="1">
                <a:solidFill>
                  <a:srgbClr val="17212B"/>
                </a:solidFill>
                <a:latin typeface="Malgun Gothic"/>
                <a:ea typeface="Malgun Gothic"/>
                <a:cs typeface="Malgun Gothic"/>
              </a:defRPr>
            </a:lvl5pPr>
            <a:lvl6pPr algn="ctr">
              <a:defRPr sz="1575" b="1">
                <a:solidFill>
                  <a:srgbClr val="17212B"/>
                </a:solidFill>
                <a:latin typeface="Malgun Gothic"/>
                <a:ea typeface="Malgun Gothic"/>
                <a:cs typeface="Malgun Gothic"/>
              </a:defRPr>
            </a:lvl6pPr>
            <a:lvl7pPr algn="ctr">
              <a:defRPr sz="1575" b="1">
                <a:solidFill>
                  <a:srgbClr val="17212B"/>
                </a:solidFill>
                <a:latin typeface="Malgun Gothic"/>
                <a:ea typeface="Malgun Gothic"/>
                <a:cs typeface="Malgun Gothic"/>
              </a:defRPr>
            </a:lvl7pPr>
            <a:lvl8pPr algn="ctr">
              <a:defRPr sz="1575" b="1">
                <a:solidFill>
                  <a:srgbClr val="17212B"/>
                </a:solidFill>
                <a:latin typeface="Malgun Gothic"/>
                <a:ea typeface="Malgun Gothic"/>
                <a:cs typeface="Malgun Gothic"/>
              </a:defRPr>
            </a:lvl8pPr>
            <a:lvl9pPr algn="ctr">
              <a:defRPr sz="1575" b="1">
                <a:solidFill>
                  <a:srgbClr val="17212B"/>
                </a:solidFill>
                <a:latin typeface="Malgun Gothic"/>
                <a:ea typeface="Malgun Gothic"/>
                <a:cs typeface="Malgun Gothic"/>
              </a:defRPr>
            </a:lvl9pPr>
          </a:lstStyle>
          <a:p xmlns:a="http://schemas.openxmlformats.org/drawingml/2006/main">
            <a:pPr algn="ctr">
              <a:defRPr sz="1575" b="1">
                <a:solidFill>
                  <a:srgbClr val="17212B"/>
                </a:solidFill>
                <a:latin typeface="Malgun Gothic"/>
                <a:ea typeface="Malgun Gothic"/>
                <a:cs typeface="Malgun Gothic"/>
              </a:defRPr>
            </a:pPr>
            <a:r>
              <a:rPr sz="1575" b="1">
                <a:solidFill>
                  <a:srgbClr val="17212B"/>
                </a:solidFill>
                <a:latin typeface="Malgun Gothic"/>
                <a:ea typeface="Malgun Gothic"/>
                <a:cs typeface="Malgun Gothic"/>
              </a:rPr>
              <a:t>crop</a:t>
            </a:r>
          </a:p>
          <a:p xmlns:a="http://schemas.openxmlformats.org/drawingml/2006/main">
            <a:pPr algn="ctr">
              <a:defRPr sz="1575" b="1">
                <a:solidFill>
                  <a:srgbClr val="17212B"/>
                </a:solidFill>
                <a:latin typeface="Malgun Gothic"/>
                <a:ea typeface="Malgun Gothic"/>
                <a:cs typeface="Malgun Gothic"/>
              </a:defRPr>
            </a:pPr>
            <a:r>
              <a:rPr sz="1575" b="1">
                <a:solidFill>
                  <a:srgbClr val="17212B"/>
                </a:solidFill>
                <a:latin typeface="Malgun Gothic"/>
                <a:ea typeface="Malgun Gothic"/>
                <a:cs typeface="Malgun Gothic"/>
              </a:rPr>
              <a:t>수정</a:t>
            </a:r>
          </a:p>
        </p:txBody>
      </p:sp>
      <p:sp>
        <p:nvSpPr>
          <p:cNvPr id="34" name="">
            <a:extLst xmlns:a="http://schemas.openxmlformats.org/drawingml/2006/main">
              <a:ext uri="{FF2B5EF4-FFF2-40B4-BE49-F238E27FC236}">
                <a16:creationId xmlns:a16="http://schemas.microsoft.com/office/drawing/2014/main" id="{4F61485C-4625-4A29-BC3A-E2B23B797133}"/>
              </a:ext>
            </a:extLst>
          </p:cNvPr>
          <p:cNvSpPr>
            <a:spLocks xmlns:a="http://schemas.openxmlformats.org/drawingml/2006/main" noGrp="1"/>
          </p:cNvSpPr>
          <p:nvPr/>
        </p:nvSpPr>
        <p:spPr>
          <a:xfrm xmlns:a="http://schemas.openxmlformats.org/drawingml/2006/main">
            <a:off x="5543550" y="4467225"/>
            <a:ext cx="266700" cy="1809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67F8F7A-6CBD-43EA-88D5-8212E08B1742}"/>
              </a:ext>
            </a:extLst>
          </p:cNvPr>
          <p:cNvSpPr>
            <a:spLocks xmlns:a="http://schemas.openxmlformats.org/drawingml/2006/main" noGrp="1"/>
          </p:cNvSpPr>
          <p:nvPr/>
        </p:nvSpPr>
        <p:spPr>
          <a:xfrm xmlns:a="http://schemas.openxmlformats.org/drawingml/2006/main">
            <a:off x="5943600" y="4324350"/>
            <a:ext cx="1828800" cy="45720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36" name="이미지 명세">
            <a:extLst xmlns:a="http://schemas.openxmlformats.org/drawingml/2006/main">
              <a:ext uri="{FF2B5EF4-FFF2-40B4-BE49-F238E27FC236}">
                <a16:creationId xmlns:a16="http://schemas.microsoft.com/office/drawing/2014/main" id="{493F54A2-4729-4A8F-A5C4-CD33A777B157}"/>
              </a:ext>
            </a:extLst>
          </p:cNvPr>
          <p:cNvSpPr>
            <a:spLocks xmlns:a="http://schemas.openxmlformats.org/drawingml/2006/main" noGrp="1"/>
          </p:cNvSpPr>
          <p:nvPr/>
        </p:nvSpPr>
        <p:spPr>
          <a:xfrm xmlns:a="http://schemas.openxmlformats.org/drawingml/2006/main">
            <a:off x="5943600" y="4381500"/>
            <a:ext cx="182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7212B"/>
                </a:solidFill>
                <a:latin typeface="Malgun Gothic"/>
                <a:ea typeface="Malgun Gothic"/>
                <a:cs typeface="Malgun Gothic"/>
              </a:defRPr>
            </a:defPPr>
            <a:lvl1pPr algn="ctr">
              <a:defRPr sz="1875" b="1">
                <a:solidFill>
                  <a:srgbClr val="17212B"/>
                </a:solidFill>
                <a:latin typeface="Malgun Gothic"/>
                <a:ea typeface="Malgun Gothic"/>
                <a:cs typeface="Malgun Gothic"/>
              </a:defRPr>
            </a:lvl1pPr>
            <a:lvl2pPr algn="ctr">
              <a:defRPr sz="1875" b="1">
                <a:solidFill>
                  <a:srgbClr val="17212B"/>
                </a:solidFill>
                <a:latin typeface="Malgun Gothic"/>
                <a:ea typeface="Malgun Gothic"/>
                <a:cs typeface="Malgun Gothic"/>
              </a:defRPr>
            </a:lvl2pPr>
            <a:lvl3pPr algn="ctr">
              <a:defRPr sz="1875" b="1">
                <a:solidFill>
                  <a:srgbClr val="17212B"/>
                </a:solidFill>
                <a:latin typeface="Malgun Gothic"/>
                <a:ea typeface="Malgun Gothic"/>
                <a:cs typeface="Malgun Gothic"/>
              </a:defRPr>
            </a:lvl3pPr>
            <a:lvl4pPr algn="ctr">
              <a:defRPr sz="1875" b="1">
                <a:solidFill>
                  <a:srgbClr val="17212B"/>
                </a:solidFill>
                <a:latin typeface="Malgun Gothic"/>
                <a:ea typeface="Malgun Gothic"/>
                <a:cs typeface="Malgun Gothic"/>
              </a:defRPr>
            </a:lvl4pPr>
            <a:lvl5pPr algn="ctr">
              <a:defRPr sz="1875" b="1">
                <a:solidFill>
                  <a:srgbClr val="17212B"/>
                </a:solidFill>
                <a:latin typeface="Malgun Gothic"/>
                <a:ea typeface="Malgun Gothic"/>
                <a:cs typeface="Malgun Gothic"/>
              </a:defRPr>
            </a:lvl5pPr>
            <a:lvl6pPr algn="ctr">
              <a:defRPr sz="1875" b="1">
                <a:solidFill>
                  <a:srgbClr val="17212B"/>
                </a:solidFill>
                <a:latin typeface="Malgun Gothic"/>
                <a:ea typeface="Malgun Gothic"/>
                <a:cs typeface="Malgun Gothic"/>
              </a:defRPr>
            </a:lvl6pPr>
            <a:lvl7pPr algn="ctr">
              <a:defRPr sz="1875" b="1">
                <a:solidFill>
                  <a:srgbClr val="17212B"/>
                </a:solidFill>
                <a:latin typeface="Malgun Gothic"/>
                <a:ea typeface="Malgun Gothic"/>
                <a:cs typeface="Malgun Gothic"/>
              </a:defRPr>
            </a:lvl7pPr>
            <a:lvl8pPr algn="ctr">
              <a:defRPr sz="1875" b="1">
                <a:solidFill>
                  <a:srgbClr val="17212B"/>
                </a:solidFill>
                <a:latin typeface="Malgun Gothic"/>
                <a:ea typeface="Malgun Gothic"/>
                <a:cs typeface="Malgun Gothic"/>
              </a:defRPr>
            </a:lvl8pPr>
            <a:lvl9pPr algn="ctr">
              <a:defRPr sz="1875" b="1">
                <a:solidFill>
                  <a:srgbClr val="17212B"/>
                </a:solidFill>
                <a:latin typeface="Malgun Gothic"/>
                <a:ea typeface="Malgun Gothic"/>
                <a:cs typeface="Malgun Gothic"/>
              </a:defRPr>
            </a:lvl9pPr>
          </a:lstStyle>
          <a:p xmlns:a="http://schemas.openxmlformats.org/drawingml/2006/main">
            <a:pPr algn="ctr">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이미지 명세</a:t>
            </a:r>
          </a:p>
        </p:txBody>
      </p:sp>
      <p:sp>
        <p:nvSpPr>
          <p:cNvPr id="37" name="">
            <a:extLst xmlns:a="http://schemas.openxmlformats.org/drawingml/2006/main">
              <a:ext uri="{FF2B5EF4-FFF2-40B4-BE49-F238E27FC236}">
                <a16:creationId xmlns:a16="http://schemas.microsoft.com/office/drawing/2014/main" id="{7AEFF632-7D20-488B-B7E0-778F222E6418}"/>
              </a:ext>
            </a:extLst>
          </p:cNvPr>
          <p:cNvSpPr>
            <a:spLocks xmlns:a="http://schemas.openxmlformats.org/drawingml/2006/main" noGrp="1"/>
          </p:cNvSpPr>
          <p:nvPr/>
        </p:nvSpPr>
        <p:spPr>
          <a:xfrm xmlns:a="http://schemas.openxmlformats.org/drawingml/2006/main">
            <a:off x="8229600" y="3286125"/>
            <a:ext cx="15621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38" name="성능 조사 A">
            <a:extLst xmlns:a="http://schemas.openxmlformats.org/drawingml/2006/main">
              <a:ext uri="{FF2B5EF4-FFF2-40B4-BE49-F238E27FC236}">
                <a16:creationId xmlns:a16="http://schemas.microsoft.com/office/drawing/2014/main" id="{A45DC016-1779-4EC6-8E7C-CAD1769B0292}"/>
              </a:ext>
            </a:extLst>
          </p:cNvPr>
          <p:cNvSpPr>
            <a:spLocks xmlns:a="http://schemas.openxmlformats.org/drawingml/2006/main" noGrp="1"/>
          </p:cNvSpPr>
          <p:nvPr/>
        </p:nvSpPr>
        <p:spPr>
          <a:xfrm xmlns:a="http://schemas.openxmlformats.org/drawingml/2006/main">
            <a:off x="8229600" y="3343275"/>
            <a:ext cx="1562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17212B"/>
                </a:solidFill>
                <a:latin typeface="Malgun Gothic"/>
                <a:ea typeface="Malgun Gothic"/>
                <a:cs typeface="Malgun Gothic"/>
              </a:defRPr>
            </a:defPPr>
            <a:lvl1pPr algn="ctr">
              <a:defRPr sz="1725" b="1">
                <a:solidFill>
                  <a:srgbClr val="17212B"/>
                </a:solidFill>
                <a:latin typeface="Malgun Gothic"/>
                <a:ea typeface="Malgun Gothic"/>
                <a:cs typeface="Malgun Gothic"/>
              </a:defRPr>
            </a:lvl1pPr>
            <a:lvl2pPr algn="ctr">
              <a:defRPr sz="1725" b="1">
                <a:solidFill>
                  <a:srgbClr val="17212B"/>
                </a:solidFill>
                <a:latin typeface="Malgun Gothic"/>
                <a:ea typeface="Malgun Gothic"/>
                <a:cs typeface="Malgun Gothic"/>
              </a:defRPr>
            </a:lvl2pPr>
            <a:lvl3pPr algn="ctr">
              <a:defRPr sz="1725" b="1">
                <a:solidFill>
                  <a:srgbClr val="17212B"/>
                </a:solidFill>
                <a:latin typeface="Malgun Gothic"/>
                <a:ea typeface="Malgun Gothic"/>
                <a:cs typeface="Malgun Gothic"/>
              </a:defRPr>
            </a:lvl3pPr>
            <a:lvl4pPr algn="ctr">
              <a:defRPr sz="1725" b="1">
                <a:solidFill>
                  <a:srgbClr val="17212B"/>
                </a:solidFill>
                <a:latin typeface="Malgun Gothic"/>
                <a:ea typeface="Malgun Gothic"/>
                <a:cs typeface="Malgun Gothic"/>
              </a:defRPr>
            </a:lvl4pPr>
            <a:lvl5pPr algn="ctr">
              <a:defRPr sz="1725" b="1">
                <a:solidFill>
                  <a:srgbClr val="17212B"/>
                </a:solidFill>
                <a:latin typeface="Malgun Gothic"/>
                <a:ea typeface="Malgun Gothic"/>
                <a:cs typeface="Malgun Gothic"/>
              </a:defRPr>
            </a:lvl5pPr>
            <a:lvl6pPr algn="ctr">
              <a:defRPr sz="1725" b="1">
                <a:solidFill>
                  <a:srgbClr val="17212B"/>
                </a:solidFill>
                <a:latin typeface="Malgun Gothic"/>
                <a:ea typeface="Malgun Gothic"/>
                <a:cs typeface="Malgun Gothic"/>
              </a:defRPr>
            </a:lvl6pPr>
            <a:lvl7pPr algn="ctr">
              <a:defRPr sz="1725" b="1">
                <a:solidFill>
                  <a:srgbClr val="17212B"/>
                </a:solidFill>
                <a:latin typeface="Malgun Gothic"/>
                <a:ea typeface="Malgun Gothic"/>
                <a:cs typeface="Malgun Gothic"/>
              </a:defRPr>
            </a:lvl7pPr>
            <a:lvl8pPr algn="ctr">
              <a:defRPr sz="1725" b="1">
                <a:solidFill>
                  <a:srgbClr val="17212B"/>
                </a:solidFill>
                <a:latin typeface="Malgun Gothic"/>
                <a:ea typeface="Malgun Gothic"/>
                <a:cs typeface="Malgun Gothic"/>
              </a:defRPr>
            </a:lvl8pPr>
            <a:lvl9pPr algn="ctr">
              <a:defRPr sz="1725" b="1">
                <a:solidFill>
                  <a:srgbClr val="17212B"/>
                </a:solidFill>
                <a:latin typeface="Malgun Gothic"/>
                <a:ea typeface="Malgun Gothic"/>
                <a:cs typeface="Malgun Gothic"/>
              </a:defRPr>
            </a:lvl9pPr>
          </a:lstStyle>
          <a:p xmlns:a="http://schemas.openxmlformats.org/drawingml/2006/main">
            <a:pPr algn="ctr">
              <a:defRPr sz="1725" b="1">
                <a:solidFill>
                  <a:srgbClr val="17212B"/>
                </a:solidFill>
                <a:latin typeface="Malgun Gothic"/>
                <a:ea typeface="Malgun Gothic"/>
                <a:cs typeface="Malgun Gothic"/>
              </a:defRPr>
            </a:pPr>
            <a:r>
              <a:rPr sz="1725" b="1">
                <a:solidFill>
                  <a:srgbClr val="17212B"/>
                </a:solidFill>
                <a:latin typeface="Malgun Gothic"/>
                <a:ea typeface="Malgun Gothic"/>
                <a:cs typeface="Malgun Gothic"/>
              </a:rPr>
              <a:t>성능 조사 A</a:t>
            </a:r>
          </a:p>
        </p:txBody>
      </p:sp>
      <p:sp>
        <p:nvSpPr>
          <p:cNvPr id="39" name="">
            <a:extLst xmlns:a="http://schemas.openxmlformats.org/drawingml/2006/main">
              <a:ext uri="{FF2B5EF4-FFF2-40B4-BE49-F238E27FC236}">
                <a16:creationId xmlns:a16="http://schemas.microsoft.com/office/drawing/2014/main" id="{95BBCEB4-E9B0-4424-9127-70EC51E9B2FB}"/>
              </a:ext>
            </a:extLst>
          </p:cNvPr>
          <p:cNvSpPr>
            <a:spLocks xmlns:a="http://schemas.openxmlformats.org/drawingml/2006/main" noGrp="1"/>
          </p:cNvSpPr>
          <p:nvPr/>
        </p:nvSpPr>
        <p:spPr>
          <a:xfrm xmlns:a="http://schemas.openxmlformats.org/drawingml/2006/main">
            <a:off x="10020300" y="3286125"/>
            <a:ext cx="15621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40" name="성능 조사 B">
            <a:extLst xmlns:a="http://schemas.openxmlformats.org/drawingml/2006/main">
              <a:ext uri="{FF2B5EF4-FFF2-40B4-BE49-F238E27FC236}">
                <a16:creationId xmlns:a16="http://schemas.microsoft.com/office/drawing/2014/main" id="{BC69226C-7C3D-4108-98B5-A9305385DE0E}"/>
              </a:ext>
            </a:extLst>
          </p:cNvPr>
          <p:cNvSpPr>
            <a:spLocks xmlns:a="http://schemas.openxmlformats.org/drawingml/2006/main" noGrp="1"/>
          </p:cNvSpPr>
          <p:nvPr/>
        </p:nvSpPr>
        <p:spPr>
          <a:xfrm xmlns:a="http://schemas.openxmlformats.org/drawingml/2006/main">
            <a:off x="10020300" y="3343275"/>
            <a:ext cx="1562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17212B"/>
                </a:solidFill>
                <a:latin typeface="Malgun Gothic"/>
                <a:ea typeface="Malgun Gothic"/>
                <a:cs typeface="Malgun Gothic"/>
              </a:defRPr>
            </a:defPPr>
            <a:lvl1pPr algn="ctr">
              <a:defRPr sz="1725" b="1">
                <a:solidFill>
                  <a:srgbClr val="17212B"/>
                </a:solidFill>
                <a:latin typeface="Malgun Gothic"/>
                <a:ea typeface="Malgun Gothic"/>
                <a:cs typeface="Malgun Gothic"/>
              </a:defRPr>
            </a:lvl1pPr>
            <a:lvl2pPr algn="ctr">
              <a:defRPr sz="1725" b="1">
                <a:solidFill>
                  <a:srgbClr val="17212B"/>
                </a:solidFill>
                <a:latin typeface="Malgun Gothic"/>
                <a:ea typeface="Malgun Gothic"/>
                <a:cs typeface="Malgun Gothic"/>
              </a:defRPr>
            </a:lvl2pPr>
            <a:lvl3pPr algn="ctr">
              <a:defRPr sz="1725" b="1">
                <a:solidFill>
                  <a:srgbClr val="17212B"/>
                </a:solidFill>
                <a:latin typeface="Malgun Gothic"/>
                <a:ea typeface="Malgun Gothic"/>
                <a:cs typeface="Malgun Gothic"/>
              </a:defRPr>
            </a:lvl3pPr>
            <a:lvl4pPr algn="ctr">
              <a:defRPr sz="1725" b="1">
                <a:solidFill>
                  <a:srgbClr val="17212B"/>
                </a:solidFill>
                <a:latin typeface="Malgun Gothic"/>
                <a:ea typeface="Malgun Gothic"/>
                <a:cs typeface="Malgun Gothic"/>
              </a:defRPr>
            </a:lvl4pPr>
            <a:lvl5pPr algn="ctr">
              <a:defRPr sz="1725" b="1">
                <a:solidFill>
                  <a:srgbClr val="17212B"/>
                </a:solidFill>
                <a:latin typeface="Malgun Gothic"/>
                <a:ea typeface="Malgun Gothic"/>
                <a:cs typeface="Malgun Gothic"/>
              </a:defRPr>
            </a:lvl5pPr>
            <a:lvl6pPr algn="ctr">
              <a:defRPr sz="1725" b="1">
                <a:solidFill>
                  <a:srgbClr val="17212B"/>
                </a:solidFill>
                <a:latin typeface="Malgun Gothic"/>
                <a:ea typeface="Malgun Gothic"/>
                <a:cs typeface="Malgun Gothic"/>
              </a:defRPr>
            </a:lvl6pPr>
            <a:lvl7pPr algn="ctr">
              <a:defRPr sz="1725" b="1">
                <a:solidFill>
                  <a:srgbClr val="17212B"/>
                </a:solidFill>
                <a:latin typeface="Malgun Gothic"/>
                <a:ea typeface="Malgun Gothic"/>
                <a:cs typeface="Malgun Gothic"/>
              </a:defRPr>
            </a:lvl7pPr>
            <a:lvl8pPr algn="ctr">
              <a:defRPr sz="1725" b="1">
                <a:solidFill>
                  <a:srgbClr val="17212B"/>
                </a:solidFill>
                <a:latin typeface="Malgun Gothic"/>
                <a:ea typeface="Malgun Gothic"/>
                <a:cs typeface="Malgun Gothic"/>
              </a:defRPr>
            </a:lvl8pPr>
            <a:lvl9pPr algn="ctr">
              <a:defRPr sz="1725" b="1">
                <a:solidFill>
                  <a:srgbClr val="17212B"/>
                </a:solidFill>
                <a:latin typeface="Malgun Gothic"/>
                <a:ea typeface="Malgun Gothic"/>
                <a:cs typeface="Malgun Gothic"/>
              </a:defRPr>
            </a:lvl9pPr>
          </a:lstStyle>
          <a:p xmlns:a="http://schemas.openxmlformats.org/drawingml/2006/main">
            <a:pPr algn="ctr">
              <a:defRPr sz="1725" b="1">
                <a:solidFill>
                  <a:srgbClr val="17212B"/>
                </a:solidFill>
                <a:latin typeface="Malgun Gothic"/>
                <a:ea typeface="Malgun Gothic"/>
                <a:cs typeface="Malgun Gothic"/>
              </a:defRPr>
            </a:pPr>
            <a:r>
              <a:rPr sz="1725" b="1">
                <a:solidFill>
                  <a:srgbClr val="17212B"/>
                </a:solidFill>
                <a:latin typeface="Malgun Gothic"/>
                <a:ea typeface="Malgun Gothic"/>
                <a:cs typeface="Malgun Gothic"/>
              </a:rPr>
              <a:t>성능 조사 B</a:t>
            </a:r>
          </a:p>
        </p:txBody>
      </p:sp>
      <p:sp>
        <p:nvSpPr>
          <p:cNvPr id="41" name="">
            <a:extLst xmlns:a="http://schemas.openxmlformats.org/drawingml/2006/main">
              <a:ext uri="{FF2B5EF4-FFF2-40B4-BE49-F238E27FC236}">
                <a16:creationId xmlns:a16="http://schemas.microsoft.com/office/drawing/2014/main" id="{732EFCA2-11C4-4C94-9834-3662A5D766F4}"/>
              </a:ext>
            </a:extLst>
          </p:cNvPr>
          <p:cNvSpPr>
            <a:spLocks xmlns:a="http://schemas.openxmlformats.org/drawingml/2006/main" noGrp="1"/>
          </p:cNvSpPr>
          <p:nvPr/>
        </p:nvSpPr>
        <p:spPr>
          <a:xfrm xmlns:a="http://schemas.openxmlformats.org/drawingml/2006/main">
            <a:off x="9010650" y="3743325"/>
            <a:ext cx="0" cy="209550"/>
          </a:xfrm>
          <a:prstGeom xmlns:a="http://schemas.openxmlformats.org/drawingml/2006/main" prst="line">
            <a:avLst/>
          </a:prstGeom>
          <a:noFill xmlns:a="http://schemas.openxmlformats.org/drawingml/2006/main"/>
          <a:ln xmlns:a="http://schemas.openxmlformats.org/drawingml/2006/main" w="19050">
            <a:solidFill>
              <a:srgbClr val="0B6172"/>
            </a:solidFill>
          </a:ln>
        </p:spPr>
      </p:sp>
      <p:sp>
        <p:nvSpPr>
          <p:cNvPr id="42" name="">
            <a:extLst xmlns:a="http://schemas.openxmlformats.org/drawingml/2006/main">
              <a:ext uri="{FF2B5EF4-FFF2-40B4-BE49-F238E27FC236}">
                <a16:creationId xmlns:a16="http://schemas.microsoft.com/office/drawing/2014/main" id="{C6BF9E0C-E4C5-4B18-9B9E-0D8BE933139F}"/>
              </a:ext>
            </a:extLst>
          </p:cNvPr>
          <p:cNvSpPr>
            <a:spLocks xmlns:a="http://schemas.openxmlformats.org/drawingml/2006/main" noGrp="1"/>
          </p:cNvSpPr>
          <p:nvPr/>
        </p:nvSpPr>
        <p:spPr>
          <a:xfrm xmlns:a="http://schemas.openxmlformats.org/drawingml/2006/main">
            <a:off x="10801350" y="3743325"/>
            <a:ext cx="0" cy="209550"/>
          </a:xfrm>
          <a:prstGeom xmlns:a="http://schemas.openxmlformats.org/drawingml/2006/main" prst="line">
            <a:avLst/>
          </a:prstGeom>
          <a:noFill xmlns:a="http://schemas.openxmlformats.org/drawingml/2006/main"/>
          <a:ln xmlns:a="http://schemas.openxmlformats.org/drawingml/2006/main" w="19050">
            <a:solidFill>
              <a:srgbClr val="0B6172"/>
            </a:solidFill>
          </a:ln>
        </p:spPr>
      </p:sp>
      <p:sp>
        <p:nvSpPr>
          <p:cNvPr id="43" name="">
            <a:extLst xmlns:a="http://schemas.openxmlformats.org/drawingml/2006/main">
              <a:ext uri="{FF2B5EF4-FFF2-40B4-BE49-F238E27FC236}">
                <a16:creationId xmlns:a16="http://schemas.microsoft.com/office/drawing/2014/main" id="{791E16E1-0156-4AA5-9824-396CE47FF505}"/>
              </a:ext>
            </a:extLst>
          </p:cNvPr>
          <p:cNvSpPr>
            <a:spLocks xmlns:a="http://schemas.openxmlformats.org/drawingml/2006/main" noGrp="1"/>
          </p:cNvSpPr>
          <p:nvPr/>
        </p:nvSpPr>
        <p:spPr>
          <a:xfrm xmlns:a="http://schemas.openxmlformats.org/drawingml/2006/main">
            <a:off x="9010650" y="3952875"/>
            <a:ext cx="1790700" cy="0"/>
          </a:xfrm>
          <a:prstGeom xmlns:a="http://schemas.openxmlformats.org/drawingml/2006/main" prst="line">
            <a:avLst/>
          </a:prstGeom>
          <a:noFill xmlns:a="http://schemas.openxmlformats.org/drawingml/2006/main"/>
          <a:ln xmlns:a="http://schemas.openxmlformats.org/drawingml/2006/main" w="19050">
            <a:solidFill>
              <a:srgbClr val="0B6172"/>
            </a:solidFill>
            <a:prstDash val="solid"/>
          </a:ln>
        </p:spPr>
      </p:sp>
      <p:sp>
        <p:nvSpPr>
          <p:cNvPr id="44" name="">
            <a:extLst xmlns:a="http://schemas.openxmlformats.org/drawingml/2006/main">
              <a:ext uri="{FF2B5EF4-FFF2-40B4-BE49-F238E27FC236}">
                <a16:creationId xmlns:a16="http://schemas.microsoft.com/office/drawing/2014/main" id="{6A5A3C46-483D-41F0-B7A5-3739F86398A3}"/>
              </a:ext>
            </a:extLst>
          </p:cNvPr>
          <p:cNvSpPr>
            <a:spLocks xmlns:a="http://schemas.openxmlformats.org/drawingml/2006/main" noGrp="1"/>
          </p:cNvSpPr>
          <p:nvPr/>
        </p:nvSpPr>
        <p:spPr>
          <a:xfrm xmlns:a="http://schemas.openxmlformats.org/drawingml/2006/main">
            <a:off x="9906000" y="3952875"/>
            <a:ext cx="0" cy="209550"/>
          </a:xfrm>
          <a:prstGeom xmlns:a="http://schemas.openxmlformats.org/drawingml/2006/main" prst="line">
            <a:avLst/>
          </a:prstGeom>
          <a:noFill xmlns:a="http://schemas.openxmlformats.org/drawingml/2006/main"/>
          <a:ln xmlns:a="http://schemas.openxmlformats.org/drawingml/2006/main" w="19050">
            <a:solidFill>
              <a:srgbClr val="0B6172"/>
            </a:solidFill>
          </a:ln>
        </p:spPr>
      </p:sp>
      <p:sp>
        <p:nvSpPr>
          <p:cNvPr id="45" name="">
            <a:extLst xmlns:a="http://schemas.openxmlformats.org/drawingml/2006/main">
              <a:ext uri="{FF2B5EF4-FFF2-40B4-BE49-F238E27FC236}">
                <a16:creationId xmlns:a16="http://schemas.microsoft.com/office/drawing/2014/main" id="{45965458-BFFD-45C4-8196-7DA248CE6FFB}"/>
              </a:ext>
            </a:extLst>
          </p:cNvPr>
          <p:cNvSpPr>
            <a:spLocks xmlns:a="http://schemas.openxmlformats.org/drawingml/2006/main" noGrp="1"/>
          </p:cNvSpPr>
          <p:nvPr/>
        </p:nvSpPr>
        <p:spPr>
          <a:xfrm xmlns:a="http://schemas.openxmlformats.org/drawingml/2006/main">
            <a:off x="8229600" y="4162425"/>
            <a:ext cx="3352800"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0B6172"/>
            </a:solidFill>
            <a:prstDash val="solid"/>
          </a:ln>
        </p:spPr>
      </p:sp>
      <p:sp>
        <p:nvSpPr>
          <p:cNvPr id="46" name="변경 전&#10;측정">
            <a:extLst xmlns:a="http://schemas.openxmlformats.org/drawingml/2006/main">
              <a:ext uri="{FF2B5EF4-FFF2-40B4-BE49-F238E27FC236}">
                <a16:creationId xmlns:a16="http://schemas.microsoft.com/office/drawing/2014/main" id="{02B7C007-71FA-4EF0-ABDE-48556449F0AA}"/>
              </a:ext>
            </a:extLst>
          </p:cNvPr>
          <p:cNvSpPr>
            <a:spLocks xmlns:a="http://schemas.openxmlformats.org/drawingml/2006/main" noGrp="1"/>
          </p:cNvSpPr>
          <p:nvPr/>
        </p:nvSpPr>
        <p:spPr>
          <a:xfrm xmlns:a="http://schemas.openxmlformats.org/drawingml/2006/main">
            <a:off x="8382000" y="4257675"/>
            <a:ext cx="8953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17212B"/>
                </a:solidFill>
                <a:latin typeface="Malgun Gothic"/>
                <a:ea typeface="Malgun Gothic"/>
                <a:cs typeface="Malgun Gothic"/>
              </a:defRPr>
            </a:defPPr>
            <a:lvl1pPr algn="ctr">
              <a:defRPr sz="1800" b="1">
                <a:solidFill>
                  <a:srgbClr val="17212B"/>
                </a:solidFill>
                <a:latin typeface="Malgun Gothic"/>
                <a:ea typeface="Malgun Gothic"/>
                <a:cs typeface="Malgun Gothic"/>
              </a:defRPr>
            </a:lvl1pPr>
            <a:lvl2pPr algn="ctr">
              <a:defRPr sz="1800" b="1">
                <a:solidFill>
                  <a:srgbClr val="17212B"/>
                </a:solidFill>
                <a:latin typeface="Malgun Gothic"/>
                <a:ea typeface="Malgun Gothic"/>
                <a:cs typeface="Malgun Gothic"/>
              </a:defRPr>
            </a:lvl2pPr>
            <a:lvl3pPr algn="ctr">
              <a:defRPr sz="1800" b="1">
                <a:solidFill>
                  <a:srgbClr val="17212B"/>
                </a:solidFill>
                <a:latin typeface="Malgun Gothic"/>
                <a:ea typeface="Malgun Gothic"/>
                <a:cs typeface="Malgun Gothic"/>
              </a:defRPr>
            </a:lvl3pPr>
            <a:lvl4pPr algn="ctr">
              <a:defRPr sz="1800" b="1">
                <a:solidFill>
                  <a:srgbClr val="17212B"/>
                </a:solidFill>
                <a:latin typeface="Malgun Gothic"/>
                <a:ea typeface="Malgun Gothic"/>
                <a:cs typeface="Malgun Gothic"/>
              </a:defRPr>
            </a:lvl4pPr>
            <a:lvl5pPr algn="ctr">
              <a:defRPr sz="1800" b="1">
                <a:solidFill>
                  <a:srgbClr val="17212B"/>
                </a:solidFill>
                <a:latin typeface="Malgun Gothic"/>
                <a:ea typeface="Malgun Gothic"/>
                <a:cs typeface="Malgun Gothic"/>
              </a:defRPr>
            </a:lvl5pPr>
            <a:lvl6pPr algn="ctr">
              <a:defRPr sz="1800" b="1">
                <a:solidFill>
                  <a:srgbClr val="17212B"/>
                </a:solidFill>
                <a:latin typeface="Malgun Gothic"/>
                <a:ea typeface="Malgun Gothic"/>
                <a:cs typeface="Malgun Gothic"/>
              </a:defRPr>
            </a:lvl6pPr>
            <a:lvl7pPr algn="ctr">
              <a:defRPr sz="1800" b="1">
                <a:solidFill>
                  <a:srgbClr val="17212B"/>
                </a:solidFill>
                <a:latin typeface="Malgun Gothic"/>
                <a:ea typeface="Malgun Gothic"/>
                <a:cs typeface="Malgun Gothic"/>
              </a:defRPr>
            </a:lvl7pPr>
            <a:lvl8pPr algn="ctr">
              <a:defRPr sz="1800" b="1">
                <a:solidFill>
                  <a:srgbClr val="17212B"/>
                </a:solidFill>
                <a:latin typeface="Malgun Gothic"/>
                <a:ea typeface="Malgun Gothic"/>
                <a:cs typeface="Malgun Gothic"/>
              </a:defRPr>
            </a:lvl8pPr>
            <a:lvl9pPr algn="ctr">
              <a:defRPr sz="1800" b="1">
                <a:solidFill>
                  <a:srgbClr val="17212B"/>
                </a:solidFill>
                <a:latin typeface="Malgun Gothic"/>
                <a:ea typeface="Malgun Gothic"/>
                <a:cs typeface="Malgun Gothic"/>
              </a:defRPr>
            </a:lvl9pPr>
          </a:lstStyle>
          <a:p xmlns:a="http://schemas.openxmlformats.org/drawingml/2006/main">
            <a:pPr algn="ctr">
              <a:defRPr sz="1800" b="1">
                <a:solidFill>
                  <a:srgbClr val="17212B"/>
                </a:solidFill>
                <a:latin typeface="Malgun Gothic"/>
                <a:ea typeface="Malgun Gothic"/>
                <a:cs typeface="Malgun Gothic"/>
              </a:defRPr>
            </a:pPr>
            <a:r>
              <a:rPr sz="1800" b="1">
                <a:solidFill>
                  <a:srgbClr val="17212B"/>
                </a:solidFill>
                <a:latin typeface="Malgun Gothic"/>
                <a:ea typeface="Malgun Gothic"/>
                <a:cs typeface="Malgun Gothic"/>
              </a:rPr>
              <a:t>변경 전</a:t>
            </a:r>
          </a:p>
          <a:p xmlns:a="http://schemas.openxmlformats.org/drawingml/2006/main">
            <a:pPr algn="ctr">
              <a:defRPr sz="1800" b="1">
                <a:solidFill>
                  <a:srgbClr val="17212B"/>
                </a:solidFill>
                <a:latin typeface="Malgun Gothic"/>
                <a:ea typeface="Malgun Gothic"/>
                <a:cs typeface="Malgun Gothic"/>
              </a:defRPr>
            </a:pPr>
            <a:r>
              <a:rPr sz="1800" b="1">
                <a:solidFill>
                  <a:srgbClr val="17212B"/>
                </a:solidFill>
                <a:latin typeface="Malgun Gothic"/>
                <a:ea typeface="Malgun Gothic"/>
                <a:cs typeface="Malgun Gothic"/>
              </a:rPr>
              <a:t>측정</a:t>
            </a:r>
          </a:p>
        </p:txBody>
      </p:sp>
      <p:sp>
        <p:nvSpPr>
          <p:cNvPr id="47" name="">
            <a:extLst xmlns:a="http://schemas.openxmlformats.org/drawingml/2006/main">
              <a:ext uri="{FF2B5EF4-FFF2-40B4-BE49-F238E27FC236}">
                <a16:creationId xmlns:a16="http://schemas.microsoft.com/office/drawing/2014/main" id="{542FCECD-24D4-42C4-9C87-742A842193CB}"/>
              </a:ext>
            </a:extLst>
          </p:cNvPr>
          <p:cNvSpPr>
            <a:spLocks xmlns:a="http://schemas.openxmlformats.org/drawingml/2006/main" noGrp="1"/>
          </p:cNvSpPr>
          <p:nvPr/>
        </p:nvSpPr>
        <p:spPr>
          <a:xfrm xmlns:a="http://schemas.openxmlformats.org/drawingml/2006/main">
            <a:off x="9391650" y="4524375"/>
            <a:ext cx="190500" cy="1524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48" name="조사">
            <a:extLst xmlns:a="http://schemas.openxmlformats.org/drawingml/2006/main">
              <a:ext uri="{FF2B5EF4-FFF2-40B4-BE49-F238E27FC236}">
                <a16:creationId xmlns:a16="http://schemas.microsoft.com/office/drawing/2014/main" id="{2F2E8ABE-4BD7-4204-9B60-D8A31AD98872}"/>
              </a:ext>
            </a:extLst>
          </p:cNvPr>
          <p:cNvSpPr>
            <a:spLocks xmlns:a="http://schemas.openxmlformats.org/drawingml/2006/main" noGrp="1"/>
          </p:cNvSpPr>
          <p:nvPr/>
        </p:nvSpPr>
        <p:spPr>
          <a:xfrm xmlns:a="http://schemas.openxmlformats.org/drawingml/2006/main">
            <a:off x="9677400" y="4410075"/>
            <a:ext cx="685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0B6172"/>
                </a:solidFill>
                <a:latin typeface="Malgun Gothic"/>
                <a:ea typeface="Malgun Gothic"/>
                <a:cs typeface="Malgun Gothic"/>
              </a:defRPr>
            </a:defPPr>
            <a:lvl1pPr algn="ctr">
              <a:defRPr sz="1875" b="1">
                <a:solidFill>
                  <a:srgbClr val="0B6172"/>
                </a:solidFill>
                <a:latin typeface="Malgun Gothic"/>
                <a:ea typeface="Malgun Gothic"/>
                <a:cs typeface="Malgun Gothic"/>
              </a:defRPr>
            </a:lvl1pPr>
            <a:lvl2pPr algn="ctr">
              <a:defRPr sz="1875" b="1">
                <a:solidFill>
                  <a:srgbClr val="0B6172"/>
                </a:solidFill>
                <a:latin typeface="Malgun Gothic"/>
                <a:ea typeface="Malgun Gothic"/>
                <a:cs typeface="Malgun Gothic"/>
              </a:defRPr>
            </a:lvl2pPr>
            <a:lvl3pPr algn="ctr">
              <a:defRPr sz="1875" b="1">
                <a:solidFill>
                  <a:srgbClr val="0B6172"/>
                </a:solidFill>
                <a:latin typeface="Malgun Gothic"/>
                <a:ea typeface="Malgun Gothic"/>
                <a:cs typeface="Malgun Gothic"/>
              </a:defRPr>
            </a:lvl3pPr>
            <a:lvl4pPr algn="ctr">
              <a:defRPr sz="1875" b="1">
                <a:solidFill>
                  <a:srgbClr val="0B6172"/>
                </a:solidFill>
                <a:latin typeface="Malgun Gothic"/>
                <a:ea typeface="Malgun Gothic"/>
                <a:cs typeface="Malgun Gothic"/>
              </a:defRPr>
            </a:lvl4pPr>
            <a:lvl5pPr algn="ctr">
              <a:defRPr sz="1875" b="1">
                <a:solidFill>
                  <a:srgbClr val="0B6172"/>
                </a:solidFill>
                <a:latin typeface="Malgun Gothic"/>
                <a:ea typeface="Malgun Gothic"/>
                <a:cs typeface="Malgun Gothic"/>
              </a:defRPr>
            </a:lvl5pPr>
            <a:lvl6pPr algn="ctr">
              <a:defRPr sz="1875" b="1">
                <a:solidFill>
                  <a:srgbClr val="0B6172"/>
                </a:solidFill>
                <a:latin typeface="Malgun Gothic"/>
                <a:ea typeface="Malgun Gothic"/>
                <a:cs typeface="Malgun Gothic"/>
              </a:defRPr>
            </a:lvl6pPr>
            <a:lvl7pPr algn="ctr">
              <a:defRPr sz="1875" b="1">
                <a:solidFill>
                  <a:srgbClr val="0B6172"/>
                </a:solidFill>
                <a:latin typeface="Malgun Gothic"/>
                <a:ea typeface="Malgun Gothic"/>
                <a:cs typeface="Malgun Gothic"/>
              </a:defRPr>
            </a:lvl7pPr>
            <a:lvl8pPr algn="ctr">
              <a:defRPr sz="1875" b="1">
                <a:solidFill>
                  <a:srgbClr val="0B6172"/>
                </a:solidFill>
                <a:latin typeface="Malgun Gothic"/>
                <a:ea typeface="Malgun Gothic"/>
                <a:cs typeface="Malgun Gothic"/>
              </a:defRPr>
            </a:lvl8pPr>
            <a:lvl9pPr algn="ctr">
              <a:defRPr sz="1875" b="1">
                <a:solidFill>
                  <a:srgbClr val="0B6172"/>
                </a:solidFill>
                <a:latin typeface="Malgun Gothic"/>
                <a:ea typeface="Malgun Gothic"/>
                <a:cs typeface="Malgun Gothic"/>
              </a:defRPr>
            </a:lvl9pPr>
          </a:lstStyle>
          <a:p xmlns:a="http://schemas.openxmlformats.org/drawingml/2006/main">
            <a:pPr algn="ctr">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조사</a:t>
            </a:r>
          </a:p>
        </p:txBody>
      </p:sp>
      <p:sp>
        <p:nvSpPr>
          <p:cNvPr id="49" name="">
            <a:extLst xmlns:a="http://schemas.openxmlformats.org/drawingml/2006/main">
              <a:ext uri="{FF2B5EF4-FFF2-40B4-BE49-F238E27FC236}">
                <a16:creationId xmlns:a16="http://schemas.microsoft.com/office/drawing/2014/main" id="{28281997-C7B8-4CEA-B3B3-536A21B69ABD}"/>
              </a:ext>
            </a:extLst>
          </p:cNvPr>
          <p:cNvSpPr>
            <a:spLocks xmlns:a="http://schemas.openxmlformats.org/drawingml/2006/main" noGrp="1"/>
          </p:cNvSpPr>
          <p:nvPr/>
        </p:nvSpPr>
        <p:spPr>
          <a:xfrm xmlns:a="http://schemas.openxmlformats.org/drawingml/2006/main">
            <a:off x="10439400" y="4524375"/>
            <a:ext cx="190500" cy="1524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50" name="검증">
            <a:extLst xmlns:a="http://schemas.openxmlformats.org/drawingml/2006/main">
              <a:ext uri="{FF2B5EF4-FFF2-40B4-BE49-F238E27FC236}">
                <a16:creationId xmlns:a16="http://schemas.microsoft.com/office/drawing/2014/main" id="{734B5793-1796-4E91-92FC-F80C697F41C7}"/>
              </a:ext>
            </a:extLst>
          </p:cNvPr>
          <p:cNvSpPr>
            <a:spLocks xmlns:a="http://schemas.openxmlformats.org/drawingml/2006/main" noGrp="1"/>
          </p:cNvSpPr>
          <p:nvPr/>
        </p:nvSpPr>
        <p:spPr>
          <a:xfrm xmlns:a="http://schemas.openxmlformats.org/drawingml/2006/main">
            <a:off x="10744200" y="4410075"/>
            <a:ext cx="685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0B6172"/>
                </a:solidFill>
                <a:latin typeface="Malgun Gothic"/>
                <a:ea typeface="Malgun Gothic"/>
                <a:cs typeface="Malgun Gothic"/>
              </a:defRPr>
            </a:defPPr>
            <a:lvl1pPr algn="ctr">
              <a:defRPr sz="1875" b="1">
                <a:solidFill>
                  <a:srgbClr val="0B6172"/>
                </a:solidFill>
                <a:latin typeface="Malgun Gothic"/>
                <a:ea typeface="Malgun Gothic"/>
                <a:cs typeface="Malgun Gothic"/>
              </a:defRPr>
            </a:lvl1pPr>
            <a:lvl2pPr algn="ctr">
              <a:defRPr sz="1875" b="1">
                <a:solidFill>
                  <a:srgbClr val="0B6172"/>
                </a:solidFill>
                <a:latin typeface="Malgun Gothic"/>
                <a:ea typeface="Malgun Gothic"/>
                <a:cs typeface="Malgun Gothic"/>
              </a:defRPr>
            </a:lvl2pPr>
            <a:lvl3pPr algn="ctr">
              <a:defRPr sz="1875" b="1">
                <a:solidFill>
                  <a:srgbClr val="0B6172"/>
                </a:solidFill>
                <a:latin typeface="Malgun Gothic"/>
                <a:ea typeface="Malgun Gothic"/>
                <a:cs typeface="Malgun Gothic"/>
              </a:defRPr>
            </a:lvl3pPr>
            <a:lvl4pPr algn="ctr">
              <a:defRPr sz="1875" b="1">
                <a:solidFill>
                  <a:srgbClr val="0B6172"/>
                </a:solidFill>
                <a:latin typeface="Malgun Gothic"/>
                <a:ea typeface="Malgun Gothic"/>
                <a:cs typeface="Malgun Gothic"/>
              </a:defRPr>
            </a:lvl4pPr>
            <a:lvl5pPr algn="ctr">
              <a:defRPr sz="1875" b="1">
                <a:solidFill>
                  <a:srgbClr val="0B6172"/>
                </a:solidFill>
                <a:latin typeface="Malgun Gothic"/>
                <a:ea typeface="Malgun Gothic"/>
                <a:cs typeface="Malgun Gothic"/>
              </a:defRPr>
            </a:lvl5pPr>
            <a:lvl6pPr algn="ctr">
              <a:defRPr sz="1875" b="1">
                <a:solidFill>
                  <a:srgbClr val="0B6172"/>
                </a:solidFill>
                <a:latin typeface="Malgun Gothic"/>
                <a:ea typeface="Malgun Gothic"/>
                <a:cs typeface="Malgun Gothic"/>
              </a:defRPr>
            </a:lvl6pPr>
            <a:lvl7pPr algn="ctr">
              <a:defRPr sz="1875" b="1">
                <a:solidFill>
                  <a:srgbClr val="0B6172"/>
                </a:solidFill>
                <a:latin typeface="Malgun Gothic"/>
                <a:ea typeface="Malgun Gothic"/>
                <a:cs typeface="Malgun Gothic"/>
              </a:defRPr>
            </a:lvl7pPr>
            <a:lvl8pPr algn="ctr">
              <a:defRPr sz="1875" b="1">
                <a:solidFill>
                  <a:srgbClr val="0B6172"/>
                </a:solidFill>
                <a:latin typeface="Malgun Gothic"/>
                <a:ea typeface="Malgun Gothic"/>
                <a:cs typeface="Malgun Gothic"/>
              </a:defRPr>
            </a:lvl8pPr>
            <a:lvl9pPr algn="ctr">
              <a:defRPr sz="1875" b="1">
                <a:solidFill>
                  <a:srgbClr val="0B6172"/>
                </a:solidFill>
                <a:latin typeface="Malgun Gothic"/>
                <a:ea typeface="Malgun Gothic"/>
                <a:cs typeface="Malgun Gothic"/>
              </a:defRPr>
            </a:lvl9pPr>
          </a:lstStyle>
          <a:p xmlns:a="http://schemas.openxmlformats.org/drawingml/2006/main">
            <a:pPr algn="ctr">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검증</a:t>
            </a:r>
          </a:p>
        </p:txBody>
      </p:sp>
      <p:sp>
        <p:nvSpPr>
          <p:cNvPr id="51" name="여러 작업에 공통 적용">
            <a:extLst xmlns:a="http://schemas.openxmlformats.org/drawingml/2006/main">
              <a:ext uri="{FF2B5EF4-FFF2-40B4-BE49-F238E27FC236}">
                <a16:creationId xmlns:a16="http://schemas.microsoft.com/office/drawing/2014/main" id="{A1CEBB71-67AF-4D7F-A82C-AA68072EAD99}"/>
              </a:ext>
            </a:extLst>
          </p:cNvPr>
          <p:cNvSpPr>
            <a:spLocks xmlns:a="http://schemas.openxmlformats.org/drawingml/2006/main" noGrp="1"/>
          </p:cNvSpPr>
          <p:nvPr/>
        </p:nvSpPr>
        <p:spPr>
          <a:xfrm xmlns:a="http://schemas.openxmlformats.org/drawingml/2006/main">
            <a:off x="609600" y="5286375"/>
            <a:ext cx="335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여러 작업에 공통 적용</a:t>
            </a:r>
          </a:p>
        </p:txBody>
      </p:sp>
      <p:sp>
        <p:nvSpPr>
          <p:cNvPr id="52" name="해당 작업에 맞춰 상세 확인">
            <a:extLst xmlns:a="http://schemas.openxmlformats.org/drawingml/2006/main">
              <a:ext uri="{FF2B5EF4-FFF2-40B4-BE49-F238E27FC236}">
                <a16:creationId xmlns:a16="http://schemas.microsoft.com/office/drawing/2014/main" id="{48615501-E79B-496F-9DCB-868403B832C9}"/>
              </a:ext>
            </a:extLst>
          </p:cNvPr>
          <p:cNvSpPr>
            <a:spLocks xmlns:a="http://schemas.openxmlformats.org/drawingml/2006/main" noGrp="1"/>
          </p:cNvSpPr>
          <p:nvPr/>
        </p:nvSpPr>
        <p:spPr>
          <a:xfrm xmlns:a="http://schemas.openxmlformats.org/drawingml/2006/main">
            <a:off x="4419600" y="5286375"/>
            <a:ext cx="335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해당 작업에 맞춰 상세 확인</a:t>
            </a:r>
          </a:p>
        </p:txBody>
      </p:sp>
      <p:sp>
        <p:nvSpPr>
          <p:cNvPr id="53" name="같은 종류의 작업마다 재사용">
            <a:extLst xmlns:a="http://schemas.openxmlformats.org/drawingml/2006/main">
              <a:ext uri="{FF2B5EF4-FFF2-40B4-BE49-F238E27FC236}">
                <a16:creationId xmlns:a16="http://schemas.microsoft.com/office/drawing/2014/main" id="{C19BBBBF-E6AE-452A-BA26-E41F458F28F5}"/>
              </a:ext>
            </a:extLst>
          </p:cNvPr>
          <p:cNvSpPr>
            <a:spLocks xmlns:a="http://schemas.openxmlformats.org/drawingml/2006/main" noGrp="1"/>
          </p:cNvSpPr>
          <p:nvPr/>
        </p:nvSpPr>
        <p:spPr>
          <a:xfrm xmlns:a="http://schemas.openxmlformats.org/drawingml/2006/main">
            <a:off x="8229600" y="5286375"/>
            <a:ext cx="335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같은 종류의 작업마다 재사용</a:t>
            </a:r>
          </a:p>
        </p:txBody>
      </p:sp>
      <p:sp>
        <p:nvSpPr>
          <p:cNvPr id="54" name="Legacy module connection">
            <a:extLst xmlns:a="http://schemas.openxmlformats.org/drawingml/2006/main">
              <a:ext uri="{FF2B5EF4-FFF2-40B4-BE49-F238E27FC236}">
                <a16:creationId xmlns:a16="http://schemas.microsoft.com/office/drawing/2014/main" id="{6D7CBFC1-47E4-4B5C-BB12-CDBFC554FDBE}"/>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934238061"/>
      </p:ext>
    </p:extLst>
  </p:cSld>
</p:sld>
</file>

<file path=ppt/slides/slide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50" name="ACT 2 · 정보의 양을 다시 묻는 연구">
            <a:extLst xmlns:a="http://schemas.openxmlformats.org/drawingml/2006/main">
              <a:ext uri="{FF2B5EF4-FFF2-40B4-BE49-F238E27FC236}">
                <a16:creationId xmlns:a16="http://schemas.microsoft.com/office/drawing/2014/main" id="{0F986B10-96F5-41D4-B0A5-DD8FC45EF706}"/>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정보의 양을 다시 묻는 연구</a:t>
            </a:r>
          </a:p>
        </p:txBody>
      </p:sp>
      <p:sp>
        <p:nvSpPr>
          <p:cNvPr id="2" name="S39">
            <a:extLst xmlns:a="http://schemas.openxmlformats.org/drawingml/2006/main">
              <a:ext uri="{FF2B5EF4-FFF2-40B4-BE49-F238E27FC236}">
                <a16:creationId xmlns:a16="http://schemas.microsoft.com/office/drawing/2014/main" id="{420D2664-4B9C-4866-90C2-870F404EC92E}"/>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S39</a:t>
            </a:r>
          </a:p>
        </p:txBody>
      </p:sp>
      <p:sp>
        <p:nvSpPr>
          <p:cNvPr id="3" name="Long Context 연구가 말해주는 범위">
            <a:extLst xmlns:a="http://schemas.openxmlformats.org/drawingml/2006/main">
              <a:ext uri="{FF2B5EF4-FFF2-40B4-BE49-F238E27FC236}">
                <a16:creationId xmlns:a16="http://schemas.microsoft.com/office/drawing/2014/main" id="{89BD4927-2A55-416F-9F93-300C4FDEDE29}"/>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Long Context 연구가 말해주는 범위</a:t>
            </a:r>
          </a:p>
        </p:txBody>
      </p:sp>
      <p:sp>
        <p:nvSpPr>
          <p:cNvPr id="4" name="">
            <a:extLst xmlns:a="http://schemas.openxmlformats.org/drawingml/2006/main">
              <a:ext uri="{FF2B5EF4-FFF2-40B4-BE49-F238E27FC236}">
                <a16:creationId xmlns:a16="http://schemas.microsoft.com/office/drawing/2014/main" id="{5D05A4A3-3405-4F9D-B115-DBF351A5DCE1}"/>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Liu et al., TACL 2024: aclanthology.org/2024.tacl-1.9/ · Rep">
            <a:extLst xmlns:a="http://schemas.openxmlformats.org/drawingml/2006/main">
              <a:ext uri="{FF2B5EF4-FFF2-40B4-BE49-F238E27FC236}">
                <a16:creationId xmlns:a16="http://schemas.microsoft.com/office/drawing/2014/main" id="{6394187A-A7D7-4D98-BFB0-C85C635DC0C3}"/>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Liu et al., TACL 2024: aclanthology.org/2024.tacl-1.9/ · RepoQA 2024: arxiv.org/abs/2406.06025</a:t>
            </a:r>
          </a:p>
        </p:txBody>
      </p:sp>
      <p:sp>
        <p:nvSpPr>
          <p:cNvPr id="6" name="연구 과제의 재구성 · 현재 Codex의 Repository 작업을 직접 평가한 근거가 아님">
            <a:extLst xmlns:a="http://schemas.openxmlformats.org/drawingml/2006/main">
              <a:ext uri="{FF2B5EF4-FFF2-40B4-BE49-F238E27FC236}">
                <a16:creationId xmlns:a16="http://schemas.microsoft.com/office/drawing/2014/main" id="{755364C5-5BC0-4177-A4C8-C20D51C0E23D}"/>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연구 과제의 재구성 · 현재 Codex의 Repository 작업을 직접 평가한 근거가 아님</a:t>
            </a:r>
          </a:p>
        </p:txBody>
      </p:sp>
      <p:sp>
        <p:nvSpPr>
          <p:cNvPr id="7" name="많은 정보를 넣으면, 필요한 근거도 잘 찾아 쓸까?">
            <a:extLst xmlns:a="http://schemas.openxmlformats.org/drawingml/2006/main">
              <a:ext uri="{FF2B5EF4-FFF2-40B4-BE49-F238E27FC236}">
                <a16:creationId xmlns:a16="http://schemas.microsoft.com/office/drawing/2014/main" id="{254236A4-4C6E-4495-8AA7-C69A87025A6A}"/>
              </a:ext>
            </a:extLst>
          </p:cNvPr>
          <p:cNvSpPr>
            <a:spLocks xmlns:a="http://schemas.openxmlformats.org/drawingml/2006/main" noGrp="1"/>
          </p:cNvSpPr>
          <p:nvPr/>
        </p:nvSpPr>
        <p:spPr>
          <a:xfrm xmlns:a="http://schemas.openxmlformats.org/drawingml/2006/main">
            <a:off x="609600" y="16764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많은 정보를 넣으면, 필요한 근거도 잘 찾아 쓸까?</a:t>
            </a:r>
          </a:p>
        </p:txBody>
      </p:sp>
      <p:sp>
        <p:nvSpPr>
          <p:cNvPr id="8" name="Lost in the Middle">
            <a:extLst xmlns:a="http://schemas.openxmlformats.org/drawingml/2006/main">
              <a:ext uri="{FF2B5EF4-FFF2-40B4-BE49-F238E27FC236}">
                <a16:creationId xmlns:a16="http://schemas.microsoft.com/office/drawing/2014/main" id="{0EAFF1D5-3233-4006-A102-85A2A54A2BA3}"/>
              </a:ext>
            </a:extLst>
          </p:cNvPr>
          <p:cNvSpPr>
            <a:spLocks xmlns:a="http://schemas.openxmlformats.org/drawingml/2006/main" noGrp="1"/>
          </p:cNvSpPr>
          <p:nvPr/>
        </p:nvSpPr>
        <p:spPr>
          <a:xfrm xmlns:a="http://schemas.openxmlformats.org/drawingml/2006/main">
            <a:off x="609600" y="2257425"/>
            <a:ext cx="523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Lost in the Middle</a:t>
            </a:r>
          </a:p>
        </p:txBody>
      </p:sp>
      <p:sp>
        <p:nvSpPr>
          <p:cNvPr id="9" name="RepoQA">
            <a:extLst xmlns:a="http://schemas.openxmlformats.org/drawingml/2006/main">
              <a:ext uri="{FF2B5EF4-FFF2-40B4-BE49-F238E27FC236}">
                <a16:creationId xmlns:a16="http://schemas.microsoft.com/office/drawing/2014/main" id="{7F0E99EC-862F-4D84-AFB2-9F1D32B8E1DF}"/>
              </a:ext>
            </a:extLst>
          </p:cNvPr>
          <p:cNvSpPr>
            <a:spLocks xmlns:a="http://schemas.openxmlformats.org/drawingml/2006/main" noGrp="1"/>
          </p:cNvSpPr>
          <p:nvPr/>
        </p:nvSpPr>
        <p:spPr>
          <a:xfrm xmlns:a="http://schemas.openxmlformats.org/drawingml/2006/main">
            <a:off x="6705600" y="2257425"/>
            <a:ext cx="4876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RepoQA</a:t>
            </a:r>
          </a:p>
        </p:txBody>
      </p:sp>
      <p:sp>
        <p:nvSpPr>
          <p:cNvPr id="10" name="문서 질문 답변 · 합성 key-value 검색">
            <a:extLst xmlns:a="http://schemas.openxmlformats.org/drawingml/2006/main">
              <a:ext uri="{FF2B5EF4-FFF2-40B4-BE49-F238E27FC236}">
                <a16:creationId xmlns:a16="http://schemas.microsoft.com/office/drawing/2014/main" id="{1A2797B5-E1F5-49DD-84F7-134AB1D5B0AA}"/>
              </a:ext>
            </a:extLst>
          </p:cNvPr>
          <p:cNvSpPr>
            <a:spLocks xmlns:a="http://schemas.openxmlformats.org/drawingml/2006/main" noGrp="1"/>
          </p:cNvSpPr>
          <p:nvPr/>
        </p:nvSpPr>
        <p:spPr>
          <a:xfrm xmlns:a="http://schemas.openxmlformats.org/drawingml/2006/main">
            <a:off x="609600" y="26670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문서 질문 답변 · 합성 key-value 검색</a:t>
            </a:r>
          </a:p>
        </p:txBody>
      </p:sp>
      <p:sp>
        <p:nvSpPr>
          <p:cNvPr id="11" name="정답 근거의 위치만 바꿔 비교">
            <a:extLst xmlns:a="http://schemas.openxmlformats.org/drawingml/2006/main">
              <a:ext uri="{FF2B5EF4-FFF2-40B4-BE49-F238E27FC236}">
                <a16:creationId xmlns:a16="http://schemas.microsoft.com/office/drawing/2014/main" id="{D1EC8316-B894-4394-B009-6C0D2395BBDB}"/>
              </a:ext>
            </a:extLst>
          </p:cNvPr>
          <p:cNvSpPr>
            <a:spLocks xmlns:a="http://schemas.openxmlformats.org/drawingml/2006/main" noGrp="1"/>
          </p:cNvSpPr>
          <p:nvPr/>
        </p:nvSpPr>
        <p:spPr>
          <a:xfrm xmlns:a="http://schemas.openxmlformats.org/drawingml/2006/main">
            <a:off x="609600" y="3009900"/>
            <a:ext cx="523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4D5A68"/>
                </a:solidFill>
                <a:latin typeface="Malgun Gothic"/>
                <a:ea typeface="Malgun Gothic"/>
                <a:cs typeface="Malgun Gothic"/>
              </a:defRPr>
            </a:defPPr>
            <a:lvl1pPr algn="l">
              <a:defRPr sz="1650" b="1">
                <a:solidFill>
                  <a:srgbClr val="4D5A68"/>
                </a:solidFill>
                <a:latin typeface="Malgun Gothic"/>
                <a:ea typeface="Malgun Gothic"/>
                <a:cs typeface="Malgun Gothic"/>
              </a:defRPr>
            </a:lvl1pPr>
            <a:lvl2pPr algn="l">
              <a:defRPr sz="1650" b="1">
                <a:solidFill>
                  <a:srgbClr val="4D5A68"/>
                </a:solidFill>
                <a:latin typeface="Malgun Gothic"/>
                <a:ea typeface="Malgun Gothic"/>
                <a:cs typeface="Malgun Gothic"/>
              </a:defRPr>
            </a:lvl2pPr>
            <a:lvl3pPr algn="l">
              <a:defRPr sz="1650" b="1">
                <a:solidFill>
                  <a:srgbClr val="4D5A68"/>
                </a:solidFill>
                <a:latin typeface="Malgun Gothic"/>
                <a:ea typeface="Malgun Gothic"/>
                <a:cs typeface="Malgun Gothic"/>
              </a:defRPr>
            </a:lvl3pPr>
            <a:lvl4pPr algn="l">
              <a:defRPr sz="1650" b="1">
                <a:solidFill>
                  <a:srgbClr val="4D5A68"/>
                </a:solidFill>
                <a:latin typeface="Malgun Gothic"/>
                <a:ea typeface="Malgun Gothic"/>
                <a:cs typeface="Malgun Gothic"/>
              </a:defRPr>
            </a:lvl4pPr>
            <a:lvl5pPr algn="l">
              <a:defRPr sz="1650" b="1">
                <a:solidFill>
                  <a:srgbClr val="4D5A68"/>
                </a:solidFill>
                <a:latin typeface="Malgun Gothic"/>
                <a:ea typeface="Malgun Gothic"/>
                <a:cs typeface="Malgun Gothic"/>
              </a:defRPr>
            </a:lvl5pPr>
            <a:lvl6pPr algn="l">
              <a:defRPr sz="1650" b="1">
                <a:solidFill>
                  <a:srgbClr val="4D5A68"/>
                </a:solidFill>
                <a:latin typeface="Malgun Gothic"/>
                <a:ea typeface="Malgun Gothic"/>
                <a:cs typeface="Malgun Gothic"/>
              </a:defRPr>
            </a:lvl6pPr>
            <a:lvl7pPr algn="l">
              <a:defRPr sz="1650" b="1">
                <a:solidFill>
                  <a:srgbClr val="4D5A68"/>
                </a:solidFill>
                <a:latin typeface="Malgun Gothic"/>
                <a:ea typeface="Malgun Gothic"/>
                <a:cs typeface="Malgun Gothic"/>
              </a:defRPr>
            </a:lvl7pPr>
            <a:lvl8pPr algn="l">
              <a:defRPr sz="1650" b="1">
                <a:solidFill>
                  <a:srgbClr val="4D5A68"/>
                </a:solidFill>
                <a:latin typeface="Malgun Gothic"/>
                <a:ea typeface="Malgun Gothic"/>
                <a:cs typeface="Malgun Gothic"/>
              </a:defRPr>
            </a:lvl8pPr>
            <a:lvl9pPr algn="l">
              <a:defRPr sz="1650" b="1">
                <a:solidFill>
                  <a:srgbClr val="4D5A68"/>
                </a:solidFill>
                <a:latin typeface="Malgun Gothic"/>
                <a:ea typeface="Malgun Gothic"/>
                <a:cs typeface="Malgun Gothic"/>
              </a:defRPr>
            </a:lvl9pPr>
          </a:lstStyle>
          <a:p xmlns:a="http://schemas.openxmlformats.org/drawingml/2006/main">
            <a:pPr algn="l">
              <a:defRPr sz="1650" b="1">
                <a:solidFill>
                  <a:srgbClr val="4D5A68"/>
                </a:solidFill>
                <a:latin typeface="Malgun Gothic"/>
                <a:ea typeface="Malgun Gothic"/>
                <a:cs typeface="Malgun Gothic"/>
              </a:defRPr>
            </a:pPr>
            <a:r>
              <a:rPr sz="1650" b="1">
                <a:solidFill>
                  <a:srgbClr val="4D5A68"/>
                </a:solidFill>
                <a:latin typeface="Malgun Gothic"/>
                <a:ea typeface="Malgun Gothic"/>
                <a:cs typeface="Malgun Gothic"/>
              </a:rPr>
              <a:t>정답 근거의 위치만 바꿔 비교</a:t>
            </a:r>
          </a:p>
        </p:txBody>
      </p:sp>
      <p:sp>
        <p:nvSpPr>
          <p:cNvPr id="12" name="앞">
            <a:extLst xmlns:a="http://schemas.openxmlformats.org/drawingml/2006/main">
              <a:ext uri="{FF2B5EF4-FFF2-40B4-BE49-F238E27FC236}">
                <a16:creationId xmlns:a16="http://schemas.microsoft.com/office/drawing/2014/main" id="{30CEE7D6-150C-4D92-A49D-22D11DCED4D9}"/>
              </a:ext>
            </a:extLst>
          </p:cNvPr>
          <p:cNvSpPr>
            <a:spLocks xmlns:a="http://schemas.openxmlformats.org/drawingml/2006/main" noGrp="1"/>
          </p:cNvSpPr>
          <p:nvPr/>
        </p:nvSpPr>
        <p:spPr>
          <a:xfrm xmlns:a="http://schemas.openxmlformats.org/drawingml/2006/main">
            <a:off x="609600" y="33242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4D5A68"/>
                </a:solidFill>
                <a:latin typeface="Malgun Gothic"/>
                <a:ea typeface="Malgun Gothic"/>
                <a:cs typeface="Malgun Gothic"/>
              </a:defRPr>
            </a:defPPr>
            <a:lvl1pPr algn="l">
              <a:defRPr sz="1650" b="1">
                <a:solidFill>
                  <a:srgbClr val="4D5A68"/>
                </a:solidFill>
                <a:latin typeface="Malgun Gothic"/>
                <a:ea typeface="Malgun Gothic"/>
                <a:cs typeface="Malgun Gothic"/>
              </a:defRPr>
            </a:lvl1pPr>
            <a:lvl2pPr algn="l">
              <a:defRPr sz="1650" b="1">
                <a:solidFill>
                  <a:srgbClr val="4D5A68"/>
                </a:solidFill>
                <a:latin typeface="Malgun Gothic"/>
                <a:ea typeface="Malgun Gothic"/>
                <a:cs typeface="Malgun Gothic"/>
              </a:defRPr>
            </a:lvl2pPr>
            <a:lvl3pPr algn="l">
              <a:defRPr sz="1650" b="1">
                <a:solidFill>
                  <a:srgbClr val="4D5A68"/>
                </a:solidFill>
                <a:latin typeface="Malgun Gothic"/>
                <a:ea typeface="Malgun Gothic"/>
                <a:cs typeface="Malgun Gothic"/>
              </a:defRPr>
            </a:lvl3pPr>
            <a:lvl4pPr algn="l">
              <a:defRPr sz="1650" b="1">
                <a:solidFill>
                  <a:srgbClr val="4D5A68"/>
                </a:solidFill>
                <a:latin typeface="Malgun Gothic"/>
                <a:ea typeface="Malgun Gothic"/>
                <a:cs typeface="Malgun Gothic"/>
              </a:defRPr>
            </a:lvl4pPr>
            <a:lvl5pPr algn="l">
              <a:defRPr sz="1650" b="1">
                <a:solidFill>
                  <a:srgbClr val="4D5A68"/>
                </a:solidFill>
                <a:latin typeface="Malgun Gothic"/>
                <a:ea typeface="Malgun Gothic"/>
                <a:cs typeface="Malgun Gothic"/>
              </a:defRPr>
            </a:lvl5pPr>
            <a:lvl6pPr algn="l">
              <a:defRPr sz="1650" b="1">
                <a:solidFill>
                  <a:srgbClr val="4D5A68"/>
                </a:solidFill>
                <a:latin typeface="Malgun Gothic"/>
                <a:ea typeface="Malgun Gothic"/>
                <a:cs typeface="Malgun Gothic"/>
              </a:defRPr>
            </a:lvl6pPr>
            <a:lvl7pPr algn="l">
              <a:defRPr sz="1650" b="1">
                <a:solidFill>
                  <a:srgbClr val="4D5A68"/>
                </a:solidFill>
                <a:latin typeface="Malgun Gothic"/>
                <a:ea typeface="Malgun Gothic"/>
                <a:cs typeface="Malgun Gothic"/>
              </a:defRPr>
            </a:lvl7pPr>
            <a:lvl8pPr algn="l">
              <a:defRPr sz="1650" b="1">
                <a:solidFill>
                  <a:srgbClr val="4D5A68"/>
                </a:solidFill>
                <a:latin typeface="Malgun Gothic"/>
                <a:ea typeface="Malgun Gothic"/>
                <a:cs typeface="Malgun Gothic"/>
              </a:defRPr>
            </a:lvl8pPr>
            <a:lvl9pPr algn="l">
              <a:defRPr sz="1650" b="1">
                <a:solidFill>
                  <a:srgbClr val="4D5A68"/>
                </a:solidFill>
                <a:latin typeface="Malgun Gothic"/>
                <a:ea typeface="Malgun Gothic"/>
                <a:cs typeface="Malgun Gothic"/>
              </a:defRPr>
            </a:lvl9pPr>
          </a:lstStyle>
          <a:p xmlns:a="http://schemas.openxmlformats.org/drawingml/2006/main">
            <a:pPr algn="l">
              <a:defRPr sz="1650" b="1">
                <a:solidFill>
                  <a:srgbClr val="4D5A68"/>
                </a:solidFill>
                <a:latin typeface="Malgun Gothic"/>
                <a:ea typeface="Malgun Gothic"/>
                <a:cs typeface="Malgun Gothic"/>
              </a:defRPr>
            </a:pPr>
            <a:r>
              <a:rPr sz="1650" b="1">
                <a:solidFill>
                  <a:srgbClr val="4D5A68"/>
                </a:solidFill>
                <a:latin typeface="Malgun Gothic"/>
                <a:ea typeface="Malgun Gothic"/>
                <a:cs typeface="Malgun Gothic"/>
              </a:rPr>
              <a:t>앞</a:t>
            </a:r>
          </a:p>
        </p:txBody>
      </p:sp>
      <p:sp>
        <p:nvSpPr>
          <p:cNvPr id="13" name="">
            <a:extLst xmlns:a="http://schemas.openxmlformats.org/drawingml/2006/main">
              <a:ext uri="{FF2B5EF4-FFF2-40B4-BE49-F238E27FC236}">
                <a16:creationId xmlns:a16="http://schemas.microsoft.com/office/drawing/2014/main" id="{9D50C6E6-BEA4-4E76-AFA5-2E89E74DB8AC}"/>
              </a:ext>
            </a:extLst>
          </p:cNvPr>
          <p:cNvSpPr>
            <a:spLocks xmlns:a="http://schemas.openxmlformats.org/drawingml/2006/main" noGrp="1"/>
          </p:cNvSpPr>
          <p:nvPr/>
        </p:nvSpPr>
        <p:spPr>
          <a:xfrm xmlns:a="http://schemas.openxmlformats.org/drawingml/2006/main">
            <a:off x="1352550" y="3343275"/>
            <a:ext cx="742950" cy="228600"/>
          </a:xfrm>
          <a:prstGeom xmlns:a="http://schemas.openxmlformats.org/drawingml/2006/main" prst="rect">
            <a:avLst/>
          </a:prstGeom>
          <a:solidFill xmlns:a="http://schemas.openxmlformats.org/drawingml/2006/main">
            <a:srgbClr val="E0EFF0"/>
          </a:solidFill>
          <a:ln xmlns:a="http://schemas.openxmlformats.org/drawingml/2006/main" w="14288">
            <a:solidFill>
              <a:srgbClr val="0B6172"/>
            </a:solidFill>
            <a:prstDash val="solid"/>
          </a:ln>
        </p:spPr>
      </p:sp>
      <p:sp>
        <p:nvSpPr>
          <p:cNvPr id="14" name="근거">
            <a:extLst xmlns:a="http://schemas.openxmlformats.org/drawingml/2006/main">
              <a:ext uri="{FF2B5EF4-FFF2-40B4-BE49-F238E27FC236}">
                <a16:creationId xmlns:a16="http://schemas.microsoft.com/office/drawing/2014/main" id="{3D495025-FB81-41BE-9F78-01EB9651CE06}"/>
              </a:ext>
            </a:extLst>
          </p:cNvPr>
          <p:cNvSpPr>
            <a:spLocks xmlns:a="http://schemas.openxmlformats.org/drawingml/2006/main" noGrp="1"/>
          </p:cNvSpPr>
          <p:nvPr/>
        </p:nvSpPr>
        <p:spPr>
          <a:xfrm xmlns:a="http://schemas.openxmlformats.org/drawingml/2006/main">
            <a:off x="1352550" y="3343275"/>
            <a:ext cx="742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0B6172"/>
                </a:solidFill>
                <a:latin typeface="Malgun Gothic"/>
                <a:ea typeface="Malgun Gothic"/>
                <a:cs typeface="Malgun Gothic"/>
              </a:defRPr>
            </a:defPPr>
            <a:lvl1pPr algn="ctr">
              <a:defRPr sz="1425" b="1">
                <a:solidFill>
                  <a:srgbClr val="0B6172"/>
                </a:solidFill>
                <a:latin typeface="Malgun Gothic"/>
                <a:ea typeface="Malgun Gothic"/>
                <a:cs typeface="Malgun Gothic"/>
              </a:defRPr>
            </a:lvl1pPr>
            <a:lvl2pPr algn="ctr">
              <a:defRPr sz="1425" b="1">
                <a:solidFill>
                  <a:srgbClr val="0B6172"/>
                </a:solidFill>
                <a:latin typeface="Malgun Gothic"/>
                <a:ea typeface="Malgun Gothic"/>
                <a:cs typeface="Malgun Gothic"/>
              </a:defRPr>
            </a:lvl2pPr>
            <a:lvl3pPr algn="ctr">
              <a:defRPr sz="1425" b="1">
                <a:solidFill>
                  <a:srgbClr val="0B6172"/>
                </a:solidFill>
                <a:latin typeface="Malgun Gothic"/>
                <a:ea typeface="Malgun Gothic"/>
                <a:cs typeface="Malgun Gothic"/>
              </a:defRPr>
            </a:lvl3pPr>
            <a:lvl4pPr algn="ctr">
              <a:defRPr sz="1425" b="1">
                <a:solidFill>
                  <a:srgbClr val="0B6172"/>
                </a:solidFill>
                <a:latin typeface="Malgun Gothic"/>
                <a:ea typeface="Malgun Gothic"/>
                <a:cs typeface="Malgun Gothic"/>
              </a:defRPr>
            </a:lvl4pPr>
            <a:lvl5pPr algn="ctr">
              <a:defRPr sz="1425" b="1">
                <a:solidFill>
                  <a:srgbClr val="0B6172"/>
                </a:solidFill>
                <a:latin typeface="Malgun Gothic"/>
                <a:ea typeface="Malgun Gothic"/>
                <a:cs typeface="Malgun Gothic"/>
              </a:defRPr>
            </a:lvl5pPr>
            <a:lvl6pPr algn="ctr">
              <a:defRPr sz="1425" b="1">
                <a:solidFill>
                  <a:srgbClr val="0B6172"/>
                </a:solidFill>
                <a:latin typeface="Malgun Gothic"/>
                <a:ea typeface="Malgun Gothic"/>
                <a:cs typeface="Malgun Gothic"/>
              </a:defRPr>
            </a:lvl6pPr>
            <a:lvl7pPr algn="ctr">
              <a:defRPr sz="1425" b="1">
                <a:solidFill>
                  <a:srgbClr val="0B6172"/>
                </a:solidFill>
                <a:latin typeface="Malgun Gothic"/>
                <a:ea typeface="Malgun Gothic"/>
                <a:cs typeface="Malgun Gothic"/>
              </a:defRPr>
            </a:lvl7pPr>
            <a:lvl8pPr algn="ctr">
              <a:defRPr sz="1425" b="1">
                <a:solidFill>
                  <a:srgbClr val="0B6172"/>
                </a:solidFill>
                <a:latin typeface="Malgun Gothic"/>
                <a:ea typeface="Malgun Gothic"/>
                <a:cs typeface="Malgun Gothic"/>
              </a:defRPr>
            </a:lvl8pPr>
            <a:lvl9pPr algn="ctr">
              <a:defRPr sz="1425" b="1">
                <a:solidFill>
                  <a:srgbClr val="0B6172"/>
                </a:solidFill>
                <a:latin typeface="Malgun Gothic"/>
                <a:ea typeface="Malgun Gothic"/>
                <a:cs typeface="Malgun Gothic"/>
              </a:defRPr>
            </a:lvl9pPr>
          </a:lstStyle>
          <a:p xmlns:a="http://schemas.openxmlformats.org/drawingml/2006/main">
            <a:pPr algn="ctr">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근거</a:t>
            </a:r>
          </a:p>
        </p:txBody>
      </p:sp>
      <p:sp>
        <p:nvSpPr>
          <p:cNvPr id="15" name="">
            <a:extLst xmlns:a="http://schemas.openxmlformats.org/drawingml/2006/main">
              <a:ext uri="{FF2B5EF4-FFF2-40B4-BE49-F238E27FC236}">
                <a16:creationId xmlns:a16="http://schemas.microsoft.com/office/drawing/2014/main" id="{4A02FCE2-A32E-4223-9F95-6053A21CA730}"/>
              </a:ext>
            </a:extLst>
          </p:cNvPr>
          <p:cNvSpPr>
            <a:spLocks xmlns:a="http://schemas.openxmlformats.org/drawingml/2006/main" noGrp="1"/>
          </p:cNvSpPr>
          <p:nvPr/>
        </p:nvSpPr>
        <p:spPr>
          <a:xfrm xmlns:a="http://schemas.openxmlformats.org/drawingml/2006/main">
            <a:off x="2171700" y="3343275"/>
            <a:ext cx="74295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6" name="">
            <a:extLst xmlns:a="http://schemas.openxmlformats.org/drawingml/2006/main">
              <a:ext uri="{FF2B5EF4-FFF2-40B4-BE49-F238E27FC236}">
                <a16:creationId xmlns:a16="http://schemas.microsoft.com/office/drawing/2014/main" id="{F25C3D18-9140-40B8-8624-11C2288A0896}"/>
              </a:ext>
            </a:extLst>
          </p:cNvPr>
          <p:cNvSpPr>
            <a:spLocks xmlns:a="http://schemas.openxmlformats.org/drawingml/2006/main" noGrp="1"/>
          </p:cNvSpPr>
          <p:nvPr/>
        </p:nvSpPr>
        <p:spPr>
          <a:xfrm xmlns:a="http://schemas.openxmlformats.org/drawingml/2006/main">
            <a:off x="2990850" y="3343275"/>
            <a:ext cx="74295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7" name="">
            <a:extLst xmlns:a="http://schemas.openxmlformats.org/drawingml/2006/main">
              <a:ext uri="{FF2B5EF4-FFF2-40B4-BE49-F238E27FC236}">
                <a16:creationId xmlns:a16="http://schemas.microsoft.com/office/drawing/2014/main" id="{9B9A12A0-5C67-47B2-A98E-00FD36CADA51}"/>
              </a:ext>
            </a:extLst>
          </p:cNvPr>
          <p:cNvSpPr>
            <a:spLocks xmlns:a="http://schemas.openxmlformats.org/drawingml/2006/main" noGrp="1"/>
          </p:cNvSpPr>
          <p:nvPr/>
        </p:nvSpPr>
        <p:spPr>
          <a:xfrm xmlns:a="http://schemas.openxmlformats.org/drawingml/2006/main">
            <a:off x="3810000" y="3343275"/>
            <a:ext cx="74295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8" name="">
            <a:extLst xmlns:a="http://schemas.openxmlformats.org/drawingml/2006/main">
              <a:ext uri="{FF2B5EF4-FFF2-40B4-BE49-F238E27FC236}">
                <a16:creationId xmlns:a16="http://schemas.microsoft.com/office/drawing/2014/main" id="{8412700D-C756-48DB-91C6-913FFE06D16A}"/>
              </a:ext>
            </a:extLst>
          </p:cNvPr>
          <p:cNvSpPr>
            <a:spLocks xmlns:a="http://schemas.openxmlformats.org/drawingml/2006/main" noGrp="1"/>
          </p:cNvSpPr>
          <p:nvPr/>
        </p:nvSpPr>
        <p:spPr>
          <a:xfrm xmlns:a="http://schemas.openxmlformats.org/drawingml/2006/main">
            <a:off x="4629150" y="3343275"/>
            <a:ext cx="74295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9" name="중간">
            <a:extLst xmlns:a="http://schemas.openxmlformats.org/drawingml/2006/main">
              <a:ext uri="{FF2B5EF4-FFF2-40B4-BE49-F238E27FC236}">
                <a16:creationId xmlns:a16="http://schemas.microsoft.com/office/drawing/2014/main" id="{6AD26FEB-0293-4C6B-80AD-E6F9DFD3F16D}"/>
              </a:ext>
            </a:extLst>
          </p:cNvPr>
          <p:cNvSpPr>
            <a:spLocks xmlns:a="http://schemas.openxmlformats.org/drawingml/2006/main" noGrp="1"/>
          </p:cNvSpPr>
          <p:nvPr/>
        </p:nvSpPr>
        <p:spPr>
          <a:xfrm xmlns:a="http://schemas.openxmlformats.org/drawingml/2006/main">
            <a:off x="609600" y="360997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4D5A68"/>
                </a:solidFill>
                <a:latin typeface="Malgun Gothic"/>
                <a:ea typeface="Malgun Gothic"/>
                <a:cs typeface="Malgun Gothic"/>
              </a:defRPr>
            </a:defPPr>
            <a:lvl1pPr algn="l">
              <a:defRPr sz="1650" b="1">
                <a:solidFill>
                  <a:srgbClr val="4D5A68"/>
                </a:solidFill>
                <a:latin typeface="Malgun Gothic"/>
                <a:ea typeface="Malgun Gothic"/>
                <a:cs typeface="Malgun Gothic"/>
              </a:defRPr>
            </a:lvl1pPr>
            <a:lvl2pPr algn="l">
              <a:defRPr sz="1650" b="1">
                <a:solidFill>
                  <a:srgbClr val="4D5A68"/>
                </a:solidFill>
                <a:latin typeface="Malgun Gothic"/>
                <a:ea typeface="Malgun Gothic"/>
                <a:cs typeface="Malgun Gothic"/>
              </a:defRPr>
            </a:lvl2pPr>
            <a:lvl3pPr algn="l">
              <a:defRPr sz="1650" b="1">
                <a:solidFill>
                  <a:srgbClr val="4D5A68"/>
                </a:solidFill>
                <a:latin typeface="Malgun Gothic"/>
                <a:ea typeface="Malgun Gothic"/>
                <a:cs typeface="Malgun Gothic"/>
              </a:defRPr>
            </a:lvl3pPr>
            <a:lvl4pPr algn="l">
              <a:defRPr sz="1650" b="1">
                <a:solidFill>
                  <a:srgbClr val="4D5A68"/>
                </a:solidFill>
                <a:latin typeface="Malgun Gothic"/>
                <a:ea typeface="Malgun Gothic"/>
                <a:cs typeface="Malgun Gothic"/>
              </a:defRPr>
            </a:lvl4pPr>
            <a:lvl5pPr algn="l">
              <a:defRPr sz="1650" b="1">
                <a:solidFill>
                  <a:srgbClr val="4D5A68"/>
                </a:solidFill>
                <a:latin typeface="Malgun Gothic"/>
                <a:ea typeface="Malgun Gothic"/>
                <a:cs typeface="Malgun Gothic"/>
              </a:defRPr>
            </a:lvl5pPr>
            <a:lvl6pPr algn="l">
              <a:defRPr sz="1650" b="1">
                <a:solidFill>
                  <a:srgbClr val="4D5A68"/>
                </a:solidFill>
                <a:latin typeface="Malgun Gothic"/>
                <a:ea typeface="Malgun Gothic"/>
                <a:cs typeface="Malgun Gothic"/>
              </a:defRPr>
            </a:lvl6pPr>
            <a:lvl7pPr algn="l">
              <a:defRPr sz="1650" b="1">
                <a:solidFill>
                  <a:srgbClr val="4D5A68"/>
                </a:solidFill>
                <a:latin typeface="Malgun Gothic"/>
                <a:ea typeface="Malgun Gothic"/>
                <a:cs typeface="Malgun Gothic"/>
              </a:defRPr>
            </a:lvl7pPr>
            <a:lvl8pPr algn="l">
              <a:defRPr sz="1650" b="1">
                <a:solidFill>
                  <a:srgbClr val="4D5A68"/>
                </a:solidFill>
                <a:latin typeface="Malgun Gothic"/>
                <a:ea typeface="Malgun Gothic"/>
                <a:cs typeface="Malgun Gothic"/>
              </a:defRPr>
            </a:lvl8pPr>
            <a:lvl9pPr algn="l">
              <a:defRPr sz="1650" b="1">
                <a:solidFill>
                  <a:srgbClr val="4D5A68"/>
                </a:solidFill>
                <a:latin typeface="Malgun Gothic"/>
                <a:ea typeface="Malgun Gothic"/>
                <a:cs typeface="Malgun Gothic"/>
              </a:defRPr>
            </a:lvl9pPr>
          </a:lstStyle>
          <a:p xmlns:a="http://schemas.openxmlformats.org/drawingml/2006/main">
            <a:pPr algn="l">
              <a:defRPr sz="1650" b="1">
                <a:solidFill>
                  <a:srgbClr val="4D5A68"/>
                </a:solidFill>
                <a:latin typeface="Malgun Gothic"/>
                <a:ea typeface="Malgun Gothic"/>
                <a:cs typeface="Malgun Gothic"/>
              </a:defRPr>
            </a:pPr>
            <a:r>
              <a:rPr sz="1650" b="1">
                <a:solidFill>
                  <a:srgbClr val="4D5A68"/>
                </a:solidFill>
                <a:latin typeface="Malgun Gothic"/>
                <a:ea typeface="Malgun Gothic"/>
                <a:cs typeface="Malgun Gothic"/>
              </a:rPr>
              <a:t>중간</a:t>
            </a:r>
          </a:p>
        </p:txBody>
      </p:sp>
      <p:sp>
        <p:nvSpPr>
          <p:cNvPr id="20" name="">
            <a:extLst xmlns:a="http://schemas.openxmlformats.org/drawingml/2006/main">
              <a:ext uri="{FF2B5EF4-FFF2-40B4-BE49-F238E27FC236}">
                <a16:creationId xmlns:a16="http://schemas.microsoft.com/office/drawing/2014/main" id="{E454E43E-3F3A-4493-AF10-3231DBD5B5BC}"/>
              </a:ext>
            </a:extLst>
          </p:cNvPr>
          <p:cNvSpPr>
            <a:spLocks xmlns:a="http://schemas.openxmlformats.org/drawingml/2006/main" noGrp="1"/>
          </p:cNvSpPr>
          <p:nvPr/>
        </p:nvSpPr>
        <p:spPr>
          <a:xfrm xmlns:a="http://schemas.openxmlformats.org/drawingml/2006/main">
            <a:off x="1352550" y="3629025"/>
            <a:ext cx="74295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1" name="">
            <a:extLst xmlns:a="http://schemas.openxmlformats.org/drawingml/2006/main">
              <a:ext uri="{FF2B5EF4-FFF2-40B4-BE49-F238E27FC236}">
                <a16:creationId xmlns:a16="http://schemas.microsoft.com/office/drawing/2014/main" id="{514E6EE4-2043-48BA-A2B2-C1FEE9D16285}"/>
              </a:ext>
            </a:extLst>
          </p:cNvPr>
          <p:cNvSpPr>
            <a:spLocks xmlns:a="http://schemas.openxmlformats.org/drawingml/2006/main" noGrp="1"/>
          </p:cNvSpPr>
          <p:nvPr/>
        </p:nvSpPr>
        <p:spPr>
          <a:xfrm xmlns:a="http://schemas.openxmlformats.org/drawingml/2006/main">
            <a:off x="2171700" y="3629025"/>
            <a:ext cx="74295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2" name="">
            <a:extLst xmlns:a="http://schemas.openxmlformats.org/drawingml/2006/main">
              <a:ext uri="{FF2B5EF4-FFF2-40B4-BE49-F238E27FC236}">
                <a16:creationId xmlns:a16="http://schemas.microsoft.com/office/drawing/2014/main" id="{A2BD1231-2F6C-445B-B9EA-765DCB5EBA69}"/>
              </a:ext>
            </a:extLst>
          </p:cNvPr>
          <p:cNvSpPr>
            <a:spLocks xmlns:a="http://schemas.openxmlformats.org/drawingml/2006/main" noGrp="1"/>
          </p:cNvSpPr>
          <p:nvPr/>
        </p:nvSpPr>
        <p:spPr>
          <a:xfrm xmlns:a="http://schemas.openxmlformats.org/drawingml/2006/main">
            <a:off x="2990850" y="3629025"/>
            <a:ext cx="742950" cy="228600"/>
          </a:xfrm>
          <a:prstGeom xmlns:a="http://schemas.openxmlformats.org/drawingml/2006/main" prst="rect">
            <a:avLst/>
          </a:prstGeom>
          <a:solidFill xmlns:a="http://schemas.openxmlformats.org/drawingml/2006/main">
            <a:srgbClr val="E0EFF0"/>
          </a:solidFill>
          <a:ln xmlns:a="http://schemas.openxmlformats.org/drawingml/2006/main" w="14288">
            <a:solidFill>
              <a:srgbClr val="0B6172"/>
            </a:solidFill>
            <a:prstDash val="solid"/>
          </a:ln>
        </p:spPr>
      </p:sp>
      <p:sp>
        <p:nvSpPr>
          <p:cNvPr id="23" name="근거">
            <a:extLst xmlns:a="http://schemas.openxmlformats.org/drawingml/2006/main">
              <a:ext uri="{FF2B5EF4-FFF2-40B4-BE49-F238E27FC236}">
                <a16:creationId xmlns:a16="http://schemas.microsoft.com/office/drawing/2014/main" id="{EBADA5BC-C054-4B48-8C89-C1BE20C6C8F4}"/>
              </a:ext>
            </a:extLst>
          </p:cNvPr>
          <p:cNvSpPr>
            <a:spLocks xmlns:a="http://schemas.openxmlformats.org/drawingml/2006/main" noGrp="1"/>
          </p:cNvSpPr>
          <p:nvPr/>
        </p:nvSpPr>
        <p:spPr>
          <a:xfrm xmlns:a="http://schemas.openxmlformats.org/drawingml/2006/main">
            <a:off x="2990850" y="3629025"/>
            <a:ext cx="742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0B6172"/>
                </a:solidFill>
                <a:latin typeface="Malgun Gothic"/>
                <a:ea typeface="Malgun Gothic"/>
                <a:cs typeface="Malgun Gothic"/>
              </a:defRPr>
            </a:defPPr>
            <a:lvl1pPr algn="ctr">
              <a:defRPr sz="1425" b="1">
                <a:solidFill>
                  <a:srgbClr val="0B6172"/>
                </a:solidFill>
                <a:latin typeface="Malgun Gothic"/>
                <a:ea typeface="Malgun Gothic"/>
                <a:cs typeface="Malgun Gothic"/>
              </a:defRPr>
            </a:lvl1pPr>
            <a:lvl2pPr algn="ctr">
              <a:defRPr sz="1425" b="1">
                <a:solidFill>
                  <a:srgbClr val="0B6172"/>
                </a:solidFill>
                <a:latin typeface="Malgun Gothic"/>
                <a:ea typeface="Malgun Gothic"/>
                <a:cs typeface="Malgun Gothic"/>
              </a:defRPr>
            </a:lvl2pPr>
            <a:lvl3pPr algn="ctr">
              <a:defRPr sz="1425" b="1">
                <a:solidFill>
                  <a:srgbClr val="0B6172"/>
                </a:solidFill>
                <a:latin typeface="Malgun Gothic"/>
                <a:ea typeface="Malgun Gothic"/>
                <a:cs typeface="Malgun Gothic"/>
              </a:defRPr>
            </a:lvl3pPr>
            <a:lvl4pPr algn="ctr">
              <a:defRPr sz="1425" b="1">
                <a:solidFill>
                  <a:srgbClr val="0B6172"/>
                </a:solidFill>
                <a:latin typeface="Malgun Gothic"/>
                <a:ea typeface="Malgun Gothic"/>
                <a:cs typeface="Malgun Gothic"/>
              </a:defRPr>
            </a:lvl4pPr>
            <a:lvl5pPr algn="ctr">
              <a:defRPr sz="1425" b="1">
                <a:solidFill>
                  <a:srgbClr val="0B6172"/>
                </a:solidFill>
                <a:latin typeface="Malgun Gothic"/>
                <a:ea typeface="Malgun Gothic"/>
                <a:cs typeface="Malgun Gothic"/>
              </a:defRPr>
            </a:lvl5pPr>
            <a:lvl6pPr algn="ctr">
              <a:defRPr sz="1425" b="1">
                <a:solidFill>
                  <a:srgbClr val="0B6172"/>
                </a:solidFill>
                <a:latin typeface="Malgun Gothic"/>
                <a:ea typeface="Malgun Gothic"/>
                <a:cs typeface="Malgun Gothic"/>
              </a:defRPr>
            </a:lvl6pPr>
            <a:lvl7pPr algn="ctr">
              <a:defRPr sz="1425" b="1">
                <a:solidFill>
                  <a:srgbClr val="0B6172"/>
                </a:solidFill>
                <a:latin typeface="Malgun Gothic"/>
                <a:ea typeface="Malgun Gothic"/>
                <a:cs typeface="Malgun Gothic"/>
              </a:defRPr>
            </a:lvl7pPr>
            <a:lvl8pPr algn="ctr">
              <a:defRPr sz="1425" b="1">
                <a:solidFill>
                  <a:srgbClr val="0B6172"/>
                </a:solidFill>
                <a:latin typeface="Malgun Gothic"/>
                <a:ea typeface="Malgun Gothic"/>
                <a:cs typeface="Malgun Gothic"/>
              </a:defRPr>
            </a:lvl8pPr>
            <a:lvl9pPr algn="ctr">
              <a:defRPr sz="1425" b="1">
                <a:solidFill>
                  <a:srgbClr val="0B6172"/>
                </a:solidFill>
                <a:latin typeface="Malgun Gothic"/>
                <a:ea typeface="Malgun Gothic"/>
                <a:cs typeface="Malgun Gothic"/>
              </a:defRPr>
            </a:lvl9pPr>
          </a:lstStyle>
          <a:p xmlns:a="http://schemas.openxmlformats.org/drawingml/2006/main">
            <a:pPr algn="ctr">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근거</a:t>
            </a:r>
          </a:p>
        </p:txBody>
      </p:sp>
      <p:sp>
        <p:nvSpPr>
          <p:cNvPr id="24" name="">
            <a:extLst xmlns:a="http://schemas.openxmlformats.org/drawingml/2006/main">
              <a:ext uri="{FF2B5EF4-FFF2-40B4-BE49-F238E27FC236}">
                <a16:creationId xmlns:a16="http://schemas.microsoft.com/office/drawing/2014/main" id="{2670988A-577F-4041-BAFC-47216A8BB442}"/>
              </a:ext>
            </a:extLst>
          </p:cNvPr>
          <p:cNvSpPr>
            <a:spLocks xmlns:a="http://schemas.openxmlformats.org/drawingml/2006/main" noGrp="1"/>
          </p:cNvSpPr>
          <p:nvPr/>
        </p:nvSpPr>
        <p:spPr>
          <a:xfrm xmlns:a="http://schemas.openxmlformats.org/drawingml/2006/main">
            <a:off x="3810000" y="3629025"/>
            <a:ext cx="74295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5" name="">
            <a:extLst xmlns:a="http://schemas.openxmlformats.org/drawingml/2006/main">
              <a:ext uri="{FF2B5EF4-FFF2-40B4-BE49-F238E27FC236}">
                <a16:creationId xmlns:a16="http://schemas.microsoft.com/office/drawing/2014/main" id="{6F9A09D0-31B7-445F-90FD-88A447CD07D8}"/>
              </a:ext>
            </a:extLst>
          </p:cNvPr>
          <p:cNvSpPr>
            <a:spLocks xmlns:a="http://schemas.openxmlformats.org/drawingml/2006/main" noGrp="1"/>
          </p:cNvSpPr>
          <p:nvPr/>
        </p:nvSpPr>
        <p:spPr>
          <a:xfrm xmlns:a="http://schemas.openxmlformats.org/drawingml/2006/main">
            <a:off x="4629150" y="3629025"/>
            <a:ext cx="74295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6" name="뒤">
            <a:extLst xmlns:a="http://schemas.openxmlformats.org/drawingml/2006/main">
              <a:ext uri="{FF2B5EF4-FFF2-40B4-BE49-F238E27FC236}">
                <a16:creationId xmlns:a16="http://schemas.microsoft.com/office/drawing/2014/main" id="{485FC4B4-47F3-4A02-BA5F-9E7F943136EB}"/>
              </a:ext>
            </a:extLst>
          </p:cNvPr>
          <p:cNvSpPr>
            <a:spLocks xmlns:a="http://schemas.openxmlformats.org/drawingml/2006/main" noGrp="1"/>
          </p:cNvSpPr>
          <p:nvPr/>
        </p:nvSpPr>
        <p:spPr>
          <a:xfrm xmlns:a="http://schemas.openxmlformats.org/drawingml/2006/main">
            <a:off x="609600" y="3895725"/>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4D5A68"/>
                </a:solidFill>
                <a:latin typeface="Malgun Gothic"/>
                <a:ea typeface="Malgun Gothic"/>
                <a:cs typeface="Malgun Gothic"/>
              </a:defRPr>
            </a:defPPr>
            <a:lvl1pPr algn="l">
              <a:defRPr sz="1650" b="1">
                <a:solidFill>
                  <a:srgbClr val="4D5A68"/>
                </a:solidFill>
                <a:latin typeface="Malgun Gothic"/>
                <a:ea typeface="Malgun Gothic"/>
                <a:cs typeface="Malgun Gothic"/>
              </a:defRPr>
            </a:lvl1pPr>
            <a:lvl2pPr algn="l">
              <a:defRPr sz="1650" b="1">
                <a:solidFill>
                  <a:srgbClr val="4D5A68"/>
                </a:solidFill>
                <a:latin typeface="Malgun Gothic"/>
                <a:ea typeface="Malgun Gothic"/>
                <a:cs typeface="Malgun Gothic"/>
              </a:defRPr>
            </a:lvl2pPr>
            <a:lvl3pPr algn="l">
              <a:defRPr sz="1650" b="1">
                <a:solidFill>
                  <a:srgbClr val="4D5A68"/>
                </a:solidFill>
                <a:latin typeface="Malgun Gothic"/>
                <a:ea typeface="Malgun Gothic"/>
                <a:cs typeface="Malgun Gothic"/>
              </a:defRPr>
            </a:lvl3pPr>
            <a:lvl4pPr algn="l">
              <a:defRPr sz="1650" b="1">
                <a:solidFill>
                  <a:srgbClr val="4D5A68"/>
                </a:solidFill>
                <a:latin typeface="Malgun Gothic"/>
                <a:ea typeface="Malgun Gothic"/>
                <a:cs typeface="Malgun Gothic"/>
              </a:defRPr>
            </a:lvl4pPr>
            <a:lvl5pPr algn="l">
              <a:defRPr sz="1650" b="1">
                <a:solidFill>
                  <a:srgbClr val="4D5A68"/>
                </a:solidFill>
                <a:latin typeface="Malgun Gothic"/>
                <a:ea typeface="Malgun Gothic"/>
                <a:cs typeface="Malgun Gothic"/>
              </a:defRPr>
            </a:lvl5pPr>
            <a:lvl6pPr algn="l">
              <a:defRPr sz="1650" b="1">
                <a:solidFill>
                  <a:srgbClr val="4D5A68"/>
                </a:solidFill>
                <a:latin typeface="Malgun Gothic"/>
                <a:ea typeface="Malgun Gothic"/>
                <a:cs typeface="Malgun Gothic"/>
              </a:defRPr>
            </a:lvl6pPr>
            <a:lvl7pPr algn="l">
              <a:defRPr sz="1650" b="1">
                <a:solidFill>
                  <a:srgbClr val="4D5A68"/>
                </a:solidFill>
                <a:latin typeface="Malgun Gothic"/>
                <a:ea typeface="Malgun Gothic"/>
                <a:cs typeface="Malgun Gothic"/>
              </a:defRPr>
            </a:lvl7pPr>
            <a:lvl8pPr algn="l">
              <a:defRPr sz="1650" b="1">
                <a:solidFill>
                  <a:srgbClr val="4D5A68"/>
                </a:solidFill>
                <a:latin typeface="Malgun Gothic"/>
                <a:ea typeface="Malgun Gothic"/>
                <a:cs typeface="Malgun Gothic"/>
              </a:defRPr>
            </a:lvl8pPr>
            <a:lvl9pPr algn="l">
              <a:defRPr sz="1650" b="1">
                <a:solidFill>
                  <a:srgbClr val="4D5A68"/>
                </a:solidFill>
                <a:latin typeface="Malgun Gothic"/>
                <a:ea typeface="Malgun Gothic"/>
                <a:cs typeface="Malgun Gothic"/>
              </a:defRPr>
            </a:lvl9pPr>
          </a:lstStyle>
          <a:p xmlns:a="http://schemas.openxmlformats.org/drawingml/2006/main">
            <a:pPr algn="l">
              <a:defRPr sz="1650" b="1">
                <a:solidFill>
                  <a:srgbClr val="4D5A68"/>
                </a:solidFill>
                <a:latin typeface="Malgun Gothic"/>
                <a:ea typeface="Malgun Gothic"/>
                <a:cs typeface="Malgun Gothic"/>
              </a:defRPr>
            </a:pPr>
            <a:r>
              <a:rPr sz="1650" b="1">
                <a:solidFill>
                  <a:srgbClr val="4D5A68"/>
                </a:solidFill>
                <a:latin typeface="Malgun Gothic"/>
                <a:ea typeface="Malgun Gothic"/>
                <a:cs typeface="Malgun Gothic"/>
              </a:rPr>
              <a:t>뒤</a:t>
            </a:r>
          </a:p>
        </p:txBody>
      </p:sp>
      <p:sp>
        <p:nvSpPr>
          <p:cNvPr id="27" name="">
            <a:extLst xmlns:a="http://schemas.openxmlformats.org/drawingml/2006/main">
              <a:ext uri="{FF2B5EF4-FFF2-40B4-BE49-F238E27FC236}">
                <a16:creationId xmlns:a16="http://schemas.microsoft.com/office/drawing/2014/main" id="{32B62B17-AB99-40BE-9F3F-E49A683D09ED}"/>
              </a:ext>
            </a:extLst>
          </p:cNvPr>
          <p:cNvSpPr>
            <a:spLocks xmlns:a="http://schemas.openxmlformats.org/drawingml/2006/main" noGrp="1"/>
          </p:cNvSpPr>
          <p:nvPr/>
        </p:nvSpPr>
        <p:spPr>
          <a:xfrm xmlns:a="http://schemas.openxmlformats.org/drawingml/2006/main">
            <a:off x="1352550" y="3914775"/>
            <a:ext cx="74295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8" name="">
            <a:extLst xmlns:a="http://schemas.openxmlformats.org/drawingml/2006/main">
              <a:ext uri="{FF2B5EF4-FFF2-40B4-BE49-F238E27FC236}">
                <a16:creationId xmlns:a16="http://schemas.microsoft.com/office/drawing/2014/main" id="{C5801699-B86B-4143-81CC-8A543394224F}"/>
              </a:ext>
            </a:extLst>
          </p:cNvPr>
          <p:cNvSpPr>
            <a:spLocks xmlns:a="http://schemas.openxmlformats.org/drawingml/2006/main" noGrp="1"/>
          </p:cNvSpPr>
          <p:nvPr/>
        </p:nvSpPr>
        <p:spPr>
          <a:xfrm xmlns:a="http://schemas.openxmlformats.org/drawingml/2006/main">
            <a:off x="2171700" y="3914775"/>
            <a:ext cx="74295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9" name="">
            <a:extLst xmlns:a="http://schemas.openxmlformats.org/drawingml/2006/main">
              <a:ext uri="{FF2B5EF4-FFF2-40B4-BE49-F238E27FC236}">
                <a16:creationId xmlns:a16="http://schemas.microsoft.com/office/drawing/2014/main" id="{D455C6DE-A07B-4628-8953-2D82A837D35B}"/>
              </a:ext>
            </a:extLst>
          </p:cNvPr>
          <p:cNvSpPr>
            <a:spLocks xmlns:a="http://schemas.openxmlformats.org/drawingml/2006/main" noGrp="1"/>
          </p:cNvSpPr>
          <p:nvPr/>
        </p:nvSpPr>
        <p:spPr>
          <a:xfrm xmlns:a="http://schemas.openxmlformats.org/drawingml/2006/main">
            <a:off x="2990850" y="3914775"/>
            <a:ext cx="74295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30" name="">
            <a:extLst xmlns:a="http://schemas.openxmlformats.org/drawingml/2006/main">
              <a:ext uri="{FF2B5EF4-FFF2-40B4-BE49-F238E27FC236}">
                <a16:creationId xmlns:a16="http://schemas.microsoft.com/office/drawing/2014/main" id="{B6B51C7F-3A17-4CD0-B16E-52A73F484172}"/>
              </a:ext>
            </a:extLst>
          </p:cNvPr>
          <p:cNvSpPr>
            <a:spLocks xmlns:a="http://schemas.openxmlformats.org/drawingml/2006/main" noGrp="1"/>
          </p:cNvSpPr>
          <p:nvPr/>
        </p:nvSpPr>
        <p:spPr>
          <a:xfrm xmlns:a="http://schemas.openxmlformats.org/drawingml/2006/main">
            <a:off x="3810000" y="3914775"/>
            <a:ext cx="742950" cy="2286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31" name="">
            <a:extLst xmlns:a="http://schemas.openxmlformats.org/drawingml/2006/main">
              <a:ext uri="{FF2B5EF4-FFF2-40B4-BE49-F238E27FC236}">
                <a16:creationId xmlns:a16="http://schemas.microsoft.com/office/drawing/2014/main" id="{C4E9B39E-97AB-476A-9D77-618021FFFF7C}"/>
              </a:ext>
            </a:extLst>
          </p:cNvPr>
          <p:cNvSpPr>
            <a:spLocks xmlns:a="http://schemas.openxmlformats.org/drawingml/2006/main" noGrp="1"/>
          </p:cNvSpPr>
          <p:nvPr/>
        </p:nvSpPr>
        <p:spPr>
          <a:xfrm xmlns:a="http://schemas.openxmlformats.org/drawingml/2006/main">
            <a:off x="4629150" y="3914775"/>
            <a:ext cx="742950" cy="228600"/>
          </a:xfrm>
          <a:prstGeom xmlns:a="http://schemas.openxmlformats.org/drawingml/2006/main" prst="rect">
            <a:avLst/>
          </a:prstGeom>
          <a:solidFill xmlns:a="http://schemas.openxmlformats.org/drawingml/2006/main">
            <a:srgbClr val="E0EFF0"/>
          </a:solidFill>
          <a:ln xmlns:a="http://schemas.openxmlformats.org/drawingml/2006/main" w="14288">
            <a:solidFill>
              <a:srgbClr val="0B6172"/>
            </a:solidFill>
            <a:prstDash val="solid"/>
          </a:ln>
        </p:spPr>
      </p:sp>
      <p:sp>
        <p:nvSpPr>
          <p:cNvPr id="32" name="근거">
            <a:extLst xmlns:a="http://schemas.openxmlformats.org/drawingml/2006/main">
              <a:ext uri="{FF2B5EF4-FFF2-40B4-BE49-F238E27FC236}">
                <a16:creationId xmlns:a16="http://schemas.microsoft.com/office/drawing/2014/main" id="{F1A0CE9D-B014-416D-A977-6AAF4B27D84F}"/>
              </a:ext>
            </a:extLst>
          </p:cNvPr>
          <p:cNvSpPr>
            <a:spLocks xmlns:a="http://schemas.openxmlformats.org/drawingml/2006/main" noGrp="1"/>
          </p:cNvSpPr>
          <p:nvPr/>
        </p:nvSpPr>
        <p:spPr>
          <a:xfrm xmlns:a="http://schemas.openxmlformats.org/drawingml/2006/main">
            <a:off x="4629150" y="3914775"/>
            <a:ext cx="742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425" b="1">
                <a:solidFill>
                  <a:srgbClr val="0B6172"/>
                </a:solidFill>
                <a:latin typeface="Malgun Gothic"/>
                <a:ea typeface="Malgun Gothic"/>
                <a:cs typeface="Malgun Gothic"/>
              </a:defRPr>
            </a:defPPr>
            <a:lvl1pPr algn="ctr">
              <a:defRPr sz="1425" b="1">
                <a:solidFill>
                  <a:srgbClr val="0B6172"/>
                </a:solidFill>
                <a:latin typeface="Malgun Gothic"/>
                <a:ea typeface="Malgun Gothic"/>
                <a:cs typeface="Malgun Gothic"/>
              </a:defRPr>
            </a:lvl1pPr>
            <a:lvl2pPr algn="ctr">
              <a:defRPr sz="1425" b="1">
                <a:solidFill>
                  <a:srgbClr val="0B6172"/>
                </a:solidFill>
                <a:latin typeface="Malgun Gothic"/>
                <a:ea typeface="Malgun Gothic"/>
                <a:cs typeface="Malgun Gothic"/>
              </a:defRPr>
            </a:lvl2pPr>
            <a:lvl3pPr algn="ctr">
              <a:defRPr sz="1425" b="1">
                <a:solidFill>
                  <a:srgbClr val="0B6172"/>
                </a:solidFill>
                <a:latin typeface="Malgun Gothic"/>
                <a:ea typeface="Malgun Gothic"/>
                <a:cs typeface="Malgun Gothic"/>
              </a:defRPr>
            </a:lvl3pPr>
            <a:lvl4pPr algn="ctr">
              <a:defRPr sz="1425" b="1">
                <a:solidFill>
                  <a:srgbClr val="0B6172"/>
                </a:solidFill>
                <a:latin typeface="Malgun Gothic"/>
                <a:ea typeface="Malgun Gothic"/>
                <a:cs typeface="Malgun Gothic"/>
              </a:defRPr>
            </a:lvl4pPr>
            <a:lvl5pPr algn="ctr">
              <a:defRPr sz="1425" b="1">
                <a:solidFill>
                  <a:srgbClr val="0B6172"/>
                </a:solidFill>
                <a:latin typeface="Malgun Gothic"/>
                <a:ea typeface="Malgun Gothic"/>
                <a:cs typeface="Malgun Gothic"/>
              </a:defRPr>
            </a:lvl5pPr>
            <a:lvl6pPr algn="ctr">
              <a:defRPr sz="1425" b="1">
                <a:solidFill>
                  <a:srgbClr val="0B6172"/>
                </a:solidFill>
                <a:latin typeface="Malgun Gothic"/>
                <a:ea typeface="Malgun Gothic"/>
                <a:cs typeface="Malgun Gothic"/>
              </a:defRPr>
            </a:lvl6pPr>
            <a:lvl7pPr algn="ctr">
              <a:defRPr sz="1425" b="1">
                <a:solidFill>
                  <a:srgbClr val="0B6172"/>
                </a:solidFill>
                <a:latin typeface="Malgun Gothic"/>
                <a:ea typeface="Malgun Gothic"/>
                <a:cs typeface="Malgun Gothic"/>
              </a:defRPr>
            </a:lvl7pPr>
            <a:lvl8pPr algn="ctr">
              <a:defRPr sz="1425" b="1">
                <a:solidFill>
                  <a:srgbClr val="0B6172"/>
                </a:solidFill>
                <a:latin typeface="Malgun Gothic"/>
                <a:ea typeface="Malgun Gothic"/>
                <a:cs typeface="Malgun Gothic"/>
              </a:defRPr>
            </a:lvl8pPr>
            <a:lvl9pPr algn="ctr">
              <a:defRPr sz="1425" b="1">
                <a:solidFill>
                  <a:srgbClr val="0B6172"/>
                </a:solidFill>
                <a:latin typeface="Malgun Gothic"/>
                <a:ea typeface="Malgun Gothic"/>
                <a:cs typeface="Malgun Gothic"/>
              </a:defRPr>
            </a:lvl9pPr>
          </a:lstStyle>
          <a:p xmlns:a="http://schemas.openxmlformats.org/drawingml/2006/main">
            <a:pPr algn="ctr">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근거</a:t>
            </a:r>
          </a:p>
        </p:txBody>
      </p:sp>
      <p:sp>
        <p:nvSpPr>
          <p:cNvPr id="33" name="50개 저장소 · 설명에 맞는 함수 찾기&#10;주 평가: 코드 입력 16K 토큰">
            <a:extLst xmlns:a="http://schemas.openxmlformats.org/drawingml/2006/main">
              <a:ext uri="{FF2B5EF4-FFF2-40B4-BE49-F238E27FC236}">
                <a16:creationId xmlns:a16="http://schemas.microsoft.com/office/drawing/2014/main" id="{11AB171D-F9A2-4065-AB1F-742A2550D528}"/>
              </a:ext>
            </a:extLst>
          </p:cNvPr>
          <p:cNvSpPr>
            <a:spLocks xmlns:a="http://schemas.openxmlformats.org/drawingml/2006/main" noGrp="1"/>
          </p:cNvSpPr>
          <p:nvPr/>
        </p:nvSpPr>
        <p:spPr>
          <a:xfrm xmlns:a="http://schemas.openxmlformats.org/drawingml/2006/main">
            <a:off x="6705600" y="2667000"/>
            <a:ext cx="4876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50개 저장소 · 설명에 맞는 함수 찾기</a:t>
            </a:r>
          </a:p>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주 평가: 코드 입력 16K 토큰</a:t>
            </a:r>
          </a:p>
        </p:txBody>
      </p:sp>
      <p:sp>
        <p:nvSpPr>
          <p:cNvPr id="34" name="">
            <a:extLst xmlns:a="http://schemas.openxmlformats.org/drawingml/2006/main">
              <a:ext uri="{FF2B5EF4-FFF2-40B4-BE49-F238E27FC236}">
                <a16:creationId xmlns:a16="http://schemas.microsoft.com/office/drawing/2014/main" id="{AE4943A1-5B46-4089-BFF6-6221C26AB53E}"/>
              </a:ext>
            </a:extLst>
          </p:cNvPr>
          <p:cNvSpPr>
            <a:spLocks xmlns:a="http://schemas.openxmlformats.org/drawingml/2006/main" noGrp="1"/>
          </p:cNvSpPr>
          <p:nvPr/>
        </p:nvSpPr>
        <p:spPr>
          <a:xfrm xmlns:a="http://schemas.openxmlformats.org/drawingml/2006/main">
            <a:off x="6705600" y="3295650"/>
            <a:ext cx="1390650" cy="83820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35" name="기능 설명&#10;+ 코드 입력">
            <a:extLst xmlns:a="http://schemas.openxmlformats.org/drawingml/2006/main">
              <a:ext uri="{FF2B5EF4-FFF2-40B4-BE49-F238E27FC236}">
                <a16:creationId xmlns:a16="http://schemas.microsoft.com/office/drawing/2014/main" id="{0E3A1B38-4383-49F0-A4BD-B71C5EE0BDD8}"/>
              </a:ext>
            </a:extLst>
          </p:cNvPr>
          <p:cNvSpPr>
            <a:spLocks xmlns:a="http://schemas.openxmlformats.org/drawingml/2006/main" noGrp="1"/>
          </p:cNvSpPr>
          <p:nvPr/>
        </p:nvSpPr>
        <p:spPr>
          <a:xfrm xmlns:a="http://schemas.openxmlformats.org/drawingml/2006/main">
            <a:off x="6781800" y="3419475"/>
            <a:ext cx="1238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17212B"/>
                </a:solidFill>
                <a:latin typeface="Malgun Gothic"/>
                <a:ea typeface="Malgun Gothic"/>
                <a:cs typeface="Malgun Gothic"/>
              </a:defRPr>
            </a:defPPr>
            <a:lvl1pPr algn="ctr">
              <a:defRPr sz="1725" b="1">
                <a:solidFill>
                  <a:srgbClr val="17212B"/>
                </a:solidFill>
                <a:latin typeface="Malgun Gothic"/>
                <a:ea typeface="Malgun Gothic"/>
                <a:cs typeface="Malgun Gothic"/>
              </a:defRPr>
            </a:lvl1pPr>
            <a:lvl2pPr algn="ctr">
              <a:defRPr sz="1725" b="1">
                <a:solidFill>
                  <a:srgbClr val="17212B"/>
                </a:solidFill>
                <a:latin typeface="Malgun Gothic"/>
                <a:ea typeface="Malgun Gothic"/>
                <a:cs typeface="Malgun Gothic"/>
              </a:defRPr>
            </a:lvl2pPr>
            <a:lvl3pPr algn="ctr">
              <a:defRPr sz="1725" b="1">
                <a:solidFill>
                  <a:srgbClr val="17212B"/>
                </a:solidFill>
                <a:latin typeface="Malgun Gothic"/>
                <a:ea typeface="Malgun Gothic"/>
                <a:cs typeface="Malgun Gothic"/>
              </a:defRPr>
            </a:lvl3pPr>
            <a:lvl4pPr algn="ctr">
              <a:defRPr sz="1725" b="1">
                <a:solidFill>
                  <a:srgbClr val="17212B"/>
                </a:solidFill>
                <a:latin typeface="Malgun Gothic"/>
                <a:ea typeface="Malgun Gothic"/>
                <a:cs typeface="Malgun Gothic"/>
              </a:defRPr>
            </a:lvl4pPr>
            <a:lvl5pPr algn="ctr">
              <a:defRPr sz="1725" b="1">
                <a:solidFill>
                  <a:srgbClr val="17212B"/>
                </a:solidFill>
                <a:latin typeface="Malgun Gothic"/>
                <a:ea typeface="Malgun Gothic"/>
                <a:cs typeface="Malgun Gothic"/>
              </a:defRPr>
            </a:lvl5pPr>
            <a:lvl6pPr algn="ctr">
              <a:defRPr sz="1725" b="1">
                <a:solidFill>
                  <a:srgbClr val="17212B"/>
                </a:solidFill>
                <a:latin typeface="Malgun Gothic"/>
                <a:ea typeface="Malgun Gothic"/>
                <a:cs typeface="Malgun Gothic"/>
              </a:defRPr>
            </a:lvl6pPr>
            <a:lvl7pPr algn="ctr">
              <a:defRPr sz="1725" b="1">
                <a:solidFill>
                  <a:srgbClr val="17212B"/>
                </a:solidFill>
                <a:latin typeface="Malgun Gothic"/>
                <a:ea typeface="Malgun Gothic"/>
                <a:cs typeface="Malgun Gothic"/>
              </a:defRPr>
            </a:lvl7pPr>
            <a:lvl8pPr algn="ctr">
              <a:defRPr sz="1725" b="1">
                <a:solidFill>
                  <a:srgbClr val="17212B"/>
                </a:solidFill>
                <a:latin typeface="Malgun Gothic"/>
                <a:ea typeface="Malgun Gothic"/>
                <a:cs typeface="Malgun Gothic"/>
              </a:defRPr>
            </a:lvl8pPr>
            <a:lvl9pPr algn="ctr">
              <a:defRPr sz="1725" b="1">
                <a:solidFill>
                  <a:srgbClr val="17212B"/>
                </a:solidFill>
                <a:latin typeface="Malgun Gothic"/>
                <a:ea typeface="Malgun Gothic"/>
                <a:cs typeface="Malgun Gothic"/>
              </a:defRPr>
            </a:lvl9pPr>
          </a:lstStyle>
          <a:p xmlns:a="http://schemas.openxmlformats.org/drawingml/2006/main">
            <a:pPr algn="ctr">
              <a:defRPr sz="1725" b="1">
                <a:solidFill>
                  <a:srgbClr val="17212B"/>
                </a:solidFill>
                <a:latin typeface="Malgun Gothic"/>
                <a:ea typeface="Malgun Gothic"/>
                <a:cs typeface="Malgun Gothic"/>
              </a:defRPr>
            </a:pPr>
            <a:r>
              <a:rPr sz="1725" b="1">
                <a:solidFill>
                  <a:srgbClr val="17212B"/>
                </a:solidFill>
                <a:latin typeface="Malgun Gothic"/>
                <a:ea typeface="Malgun Gothic"/>
                <a:cs typeface="Malgun Gothic"/>
              </a:rPr>
              <a:t>기능 설명</a:t>
            </a:r>
          </a:p>
          <a:p xmlns:a="http://schemas.openxmlformats.org/drawingml/2006/main">
            <a:pPr algn="ctr">
              <a:defRPr sz="1725" b="1">
                <a:solidFill>
                  <a:srgbClr val="17212B"/>
                </a:solidFill>
                <a:latin typeface="Malgun Gothic"/>
                <a:ea typeface="Malgun Gothic"/>
                <a:cs typeface="Malgun Gothic"/>
              </a:defRPr>
            </a:pPr>
            <a:r>
              <a:rPr sz="1725" b="1">
                <a:solidFill>
                  <a:srgbClr val="17212B"/>
                </a:solidFill>
                <a:latin typeface="Malgun Gothic"/>
                <a:ea typeface="Malgun Gothic"/>
                <a:cs typeface="Malgun Gothic"/>
              </a:rPr>
              <a:t>+ 코드 입력</a:t>
            </a:r>
          </a:p>
        </p:txBody>
      </p:sp>
      <p:sp>
        <p:nvSpPr>
          <p:cNvPr id="36" name="">
            <a:extLst xmlns:a="http://schemas.openxmlformats.org/drawingml/2006/main">
              <a:ext uri="{FF2B5EF4-FFF2-40B4-BE49-F238E27FC236}">
                <a16:creationId xmlns:a16="http://schemas.microsoft.com/office/drawing/2014/main" id="{13B495ED-8314-41D9-B05A-95A369426831}"/>
              </a:ext>
            </a:extLst>
          </p:cNvPr>
          <p:cNvSpPr>
            <a:spLocks xmlns:a="http://schemas.openxmlformats.org/drawingml/2006/main" noGrp="1"/>
          </p:cNvSpPr>
          <p:nvPr/>
        </p:nvSpPr>
        <p:spPr>
          <a:xfrm xmlns:a="http://schemas.openxmlformats.org/drawingml/2006/main">
            <a:off x="8229600" y="3619500"/>
            <a:ext cx="209550" cy="1714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CBA6D4DC-7E59-46EF-B893-932AB86AF812}"/>
              </a:ext>
            </a:extLst>
          </p:cNvPr>
          <p:cNvSpPr>
            <a:spLocks xmlns:a="http://schemas.openxmlformats.org/drawingml/2006/main" noGrp="1"/>
          </p:cNvSpPr>
          <p:nvPr/>
        </p:nvSpPr>
        <p:spPr>
          <a:xfrm xmlns:a="http://schemas.openxmlformats.org/drawingml/2006/main">
            <a:off x="8553450" y="3295650"/>
            <a:ext cx="1276350" cy="838200"/>
          </a:xfrm>
          <a:prstGeom xmlns:a="http://schemas.openxmlformats.org/drawingml/2006/main" prst="rect">
            <a:avLst/>
          </a:prstGeom>
          <a:solidFill xmlns:a="http://schemas.openxmlformats.org/drawingml/2006/main">
            <a:srgbClr val="E0EFF0"/>
          </a:solidFill>
          <a:ln xmlns:a="http://schemas.openxmlformats.org/drawingml/2006/main" w="14288">
            <a:solidFill>
              <a:srgbClr val="0B6172"/>
            </a:solidFill>
            <a:prstDash val="solid"/>
          </a:ln>
        </p:spPr>
      </p:sp>
      <p:sp>
        <p:nvSpPr>
          <p:cNvPr id="38" name="함수 코드&#10;반환">
            <a:extLst xmlns:a="http://schemas.openxmlformats.org/drawingml/2006/main">
              <a:ext uri="{FF2B5EF4-FFF2-40B4-BE49-F238E27FC236}">
                <a16:creationId xmlns:a16="http://schemas.microsoft.com/office/drawing/2014/main" id="{5549D362-EB69-447F-B2F7-7F00AD9F5740}"/>
              </a:ext>
            </a:extLst>
          </p:cNvPr>
          <p:cNvSpPr>
            <a:spLocks xmlns:a="http://schemas.openxmlformats.org/drawingml/2006/main" noGrp="1"/>
          </p:cNvSpPr>
          <p:nvPr/>
        </p:nvSpPr>
        <p:spPr>
          <a:xfrm xmlns:a="http://schemas.openxmlformats.org/drawingml/2006/main">
            <a:off x="8610600" y="3419475"/>
            <a:ext cx="1162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00" b="1">
                <a:solidFill>
                  <a:srgbClr val="0B6172"/>
                </a:solidFill>
                <a:latin typeface="Malgun Gothic"/>
                <a:ea typeface="Malgun Gothic"/>
                <a:cs typeface="Malgun Gothic"/>
              </a:defRPr>
            </a:defPPr>
            <a:lvl1pPr algn="ctr">
              <a:defRPr sz="1800" b="1">
                <a:solidFill>
                  <a:srgbClr val="0B6172"/>
                </a:solidFill>
                <a:latin typeface="Malgun Gothic"/>
                <a:ea typeface="Malgun Gothic"/>
                <a:cs typeface="Malgun Gothic"/>
              </a:defRPr>
            </a:lvl1pPr>
            <a:lvl2pPr algn="ctr">
              <a:defRPr sz="1800" b="1">
                <a:solidFill>
                  <a:srgbClr val="0B6172"/>
                </a:solidFill>
                <a:latin typeface="Malgun Gothic"/>
                <a:ea typeface="Malgun Gothic"/>
                <a:cs typeface="Malgun Gothic"/>
              </a:defRPr>
            </a:lvl2pPr>
            <a:lvl3pPr algn="ctr">
              <a:defRPr sz="1800" b="1">
                <a:solidFill>
                  <a:srgbClr val="0B6172"/>
                </a:solidFill>
                <a:latin typeface="Malgun Gothic"/>
                <a:ea typeface="Malgun Gothic"/>
                <a:cs typeface="Malgun Gothic"/>
              </a:defRPr>
            </a:lvl3pPr>
            <a:lvl4pPr algn="ctr">
              <a:defRPr sz="1800" b="1">
                <a:solidFill>
                  <a:srgbClr val="0B6172"/>
                </a:solidFill>
                <a:latin typeface="Malgun Gothic"/>
                <a:ea typeface="Malgun Gothic"/>
                <a:cs typeface="Malgun Gothic"/>
              </a:defRPr>
            </a:lvl4pPr>
            <a:lvl5pPr algn="ctr">
              <a:defRPr sz="1800" b="1">
                <a:solidFill>
                  <a:srgbClr val="0B6172"/>
                </a:solidFill>
                <a:latin typeface="Malgun Gothic"/>
                <a:ea typeface="Malgun Gothic"/>
                <a:cs typeface="Malgun Gothic"/>
              </a:defRPr>
            </a:lvl5pPr>
            <a:lvl6pPr algn="ctr">
              <a:defRPr sz="1800" b="1">
                <a:solidFill>
                  <a:srgbClr val="0B6172"/>
                </a:solidFill>
                <a:latin typeface="Malgun Gothic"/>
                <a:ea typeface="Malgun Gothic"/>
                <a:cs typeface="Malgun Gothic"/>
              </a:defRPr>
            </a:lvl6pPr>
            <a:lvl7pPr algn="ctr">
              <a:defRPr sz="1800" b="1">
                <a:solidFill>
                  <a:srgbClr val="0B6172"/>
                </a:solidFill>
                <a:latin typeface="Malgun Gothic"/>
                <a:ea typeface="Malgun Gothic"/>
                <a:cs typeface="Malgun Gothic"/>
              </a:defRPr>
            </a:lvl7pPr>
            <a:lvl8pPr algn="ctr">
              <a:defRPr sz="1800" b="1">
                <a:solidFill>
                  <a:srgbClr val="0B6172"/>
                </a:solidFill>
                <a:latin typeface="Malgun Gothic"/>
                <a:ea typeface="Malgun Gothic"/>
                <a:cs typeface="Malgun Gothic"/>
              </a:defRPr>
            </a:lvl8pPr>
            <a:lvl9pPr algn="ctr">
              <a:defRPr sz="1800" b="1">
                <a:solidFill>
                  <a:srgbClr val="0B6172"/>
                </a:solidFill>
                <a:latin typeface="Malgun Gothic"/>
                <a:ea typeface="Malgun Gothic"/>
                <a:cs typeface="Malgun Gothic"/>
              </a:defRPr>
            </a:lvl9pPr>
          </a:lstStyle>
          <a:p xmlns:a="http://schemas.openxmlformats.org/drawingml/2006/main">
            <a:pPr algn="ctr">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함수 코드</a:t>
            </a:r>
          </a:p>
          <a:p xmlns:a="http://schemas.openxmlformats.org/drawingml/2006/main">
            <a:pPr algn="ctr">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반환</a:t>
            </a:r>
          </a:p>
        </p:txBody>
      </p:sp>
      <p:sp>
        <p:nvSpPr>
          <p:cNvPr id="39" name="">
            <a:extLst xmlns:a="http://schemas.openxmlformats.org/drawingml/2006/main">
              <a:ext uri="{FF2B5EF4-FFF2-40B4-BE49-F238E27FC236}">
                <a16:creationId xmlns:a16="http://schemas.microsoft.com/office/drawing/2014/main" id="{6871E4E3-41F5-4EBB-B4A1-4D0C45B054FD}"/>
              </a:ext>
            </a:extLst>
          </p:cNvPr>
          <p:cNvSpPr>
            <a:spLocks xmlns:a="http://schemas.openxmlformats.org/drawingml/2006/main" noGrp="1"/>
          </p:cNvSpPr>
          <p:nvPr/>
        </p:nvSpPr>
        <p:spPr>
          <a:xfrm xmlns:a="http://schemas.openxmlformats.org/drawingml/2006/main">
            <a:off x="9982200" y="3619500"/>
            <a:ext cx="209550" cy="1714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1275B2ED-95EA-4E6F-9C15-CD70A13DEF87}"/>
              </a:ext>
            </a:extLst>
          </p:cNvPr>
          <p:cNvSpPr>
            <a:spLocks xmlns:a="http://schemas.openxmlformats.org/drawingml/2006/main" noGrp="1"/>
          </p:cNvSpPr>
          <p:nvPr/>
        </p:nvSpPr>
        <p:spPr>
          <a:xfrm xmlns:a="http://schemas.openxmlformats.org/drawingml/2006/main">
            <a:off x="10306050" y="3295650"/>
            <a:ext cx="1276350" cy="83820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41" name="정답 함수와&#10;유사도 비교">
            <a:extLst xmlns:a="http://schemas.openxmlformats.org/drawingml/2006/main">
              <a:ext uri="{FF2B5EF4-FFF2-40B4-BE49-F238E27FC236}">
                <a16:creationId xmlns:a16="http://schemas.microsoft.com/office/drawing/2014/main" id="{2CB72DA9-81B5-4DF0-AA43-9F64FC922D33}"/>
              </a:ext>
            </a:extLst>
          </p:cNvPr>
          <p:cNvSpPr>
            <a:spLocks xmlns:a="http://schemas.openxmlformats.org/drawingml/2006/main" noGrp="1"/>
          </p:cNvSpPr>
          <p:nvPr/>
        </p:nvSpPr>
        <p:spPr>
          <a:xfrm xmlns:a="http://schemas.openxmlformats.org/drawingml/2006/main">
            <a:off x="10363200" y="3419475"/>
            <a:ext cx="1162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725" b="1">
                <a:solidFill>
                  <a:srgbClr val="17212B"/>
                </a:solidFill>
                <a:latin typeface="Malgun Gothic"/>
                <a:ea typeface="Malgun Gothic"/>
                <a:cs typeface="Malgun Gothic"/>
              </a:defRPr>
            </a:defPPr>
            <a:lvl1pPr algn="ctr">
              <a:defRPr sz="1725" b="1">
                <a:solidFill>
                  <a:srgbClr val="17212B"/>
                </a:solidFill>
                <a:latin typeface="Malgun Gothic"/>
                <a:ea typeface="Malgun Gothic"/>
                <a:cs typeface="Malgun Gothic"/>
              </a:defRPr>
            </a:lvl1pPr>
            <a:lvl2pPr algn="ctr">
              <a:defRPr sz="1725" b="1">
                <a:solidFill>
                  <a:srgbClr val="17212B"/>
                </a:solidFill>
                <a:latin typeface="Malgun Gothic"/>
                <a:ea typeface="Malgun Gothic"/>
                <a:cs typeface="Malgun Gothic"/>
              </a:defRPr>
            </a:lvl2pPr>
            <a:lvl3pPr algn="ctr">
              <a:defRPr sz="1725" b="1">
                <a:solidFill>
                  <a:srgbClr val="17212B"/>
                </a:solidFill>
                <a:latin typeface="Malgun Gothic"/>
                <a:ea typeface="Malgun Gothic"/>
                <a:cs typeface="Malgun Gothic"/>
              </a:defRPr>
            </a:lvl3pPr>
            <a:lvl4pPr algn="ctr">
              <a:defRPr sz="1725" b="1">
                <a:solidFill>
                  <a:srgbClr val="17212B"/>
                </a:solidFill>
                <a:latin typeface="Malgun Gothic"/>
                <a:ea typeface="Malgun Gothic"/>
                <a:cs typeface="Malgun Gothic"/>
              </a:defRPr>
            </a:lvl4pPr>
            <a:lvl5pPr algn="ctr">
              <a:defRPr sz="1725" b="1">
                <a:solidFill>
                  <a:srgbClr val="17212B"/>
                </a:solidFill>
                <a:latin typeface="Malgun Gothic"/>
                <a:ea typeface="Malgun Gothic"/>
                <a:cs typeface="Malgun Gothic"/>
              </a:defRPr>
            </a:lvl5pPr>
            <a:lvl6pPr algn="ctr">
              <a:defRPr sz="1725" b="1">
                <a:solidFill>
                  <a:srgbClr val="17212B"/>
                </a:solidFill>
                <a:latin typeface="Malgun Gothic"/>
                <a:ea typeface="Malgun Gothic"/>
                <a:cs typeface="Malgun Gothic"/>
              </a:defRPr>
            </a:lvl6pPr>
            <a:lvl7pPr algn="ctr">
              <a:defRPr sz="1725" b="1">
                <a:solidFill>
                  <a:srgbClr val="17212B"/>
                </a:solidFill>
                <a:latin typeface="Malgun Gothic"/>
                <a:ea typeface="Malgun Gothic"/>
                <a:cs typeface="Malgun Gothic"/>
              </a:defRPr>
            </a:lvl7pPr>
            <a:lvl8pPr algn="ctr">
              <a:defRPr sz="1725" b="1">
                <a:solidFill>
                  <a:srgbClr val="17212B"/>
                </a:solidFill>
                <a:latin typeface="Malgun Gothic"/>
                <a:ea typeface="Malgun Gothic"/>
                <a:cs typeface="Malgun Gothic"/>
              </a:defRPr>
            </a:lvl8pPr>
            <a:lvl9pPr algn="ctr">
              <a:defRPr sz="1725" b="1">
                <a:solidFill>
                  <a:srgbClr val="17212B"/>
                </a:solidFill>
                <a:latin typeface="Malgun Gothic"/>
                <a:ea typeface="Malgun Gothic"/>
                <a:cs typeface="Malgun Gothic"/>
              </a:defRPr>
            </a:lvl9pPr>
          </a:lstStyle>
          <a:p xmlns:a="http://schemas.openxmlformats.org/drawingml/2006/main">
            <a:pPr algn="ctr">
              <a:defRPr sz="1725" b="1">
                <a:solidFill>
                  <a:srgbClr val="17212B"/>
                </a:solidFill>
                <a:latin typeface="Malgun Gothic"/>
                <a:ea typeface="Malgun Gothic"/>
                <a:cs typeface="Malgun Gothic"/>
              </a:defRPr>
            </a:pPr>
            <a:r>
              <a:rPr sz="1725" b="1">
                <a:solidFill>
                  <a:srgbClr val="17212B"/>
                </a:solidFill>
                <a:latin typeface="Malgun Gothic"/>
                <a:ea typeface="Malgun Gothic"/>
                <a:cs typeface="Malgun Gothic"/>
              </a:rPr>
              <a:t>정답 함수와</a:t>
            </a:r>
          </a:p>
          <a:p xmlns:a="http://schemas.openxmlformats.org/drawingml/2006/main">
            <a:pPr algn="ctr">
              <a:defRPr sz="1725" b="1">
                <a:solidFill>
                  <a:srgbClr val="17212B"/>
                </a:solidFill>
                <a:latin typeface="Malgun Gothic"/>
                <a:ea typeface="Malgun Gothic"/>
                <a:cs typeface="Malgun Gothic"/>
              </a:defRPr>
            </a:pPr>
            <a:r>
              <a:rPr sz="1725" b="1">
                <a:solidFill>
                  <a:srgbClr val="17212B"/>
                </a:solidFill>
                <a:latin typeface="Malgun Gothic"/>
                <a:ea typeface="Malgun Gothic"/>
                <a:cs typeface="Malgun Gothic"/>
              </a:rPr>
              <a:t>유사도 비교</a:t>
            </a:r>
          </a:p>
        </p:txBody>
      </p:sp>
      <p:sp>
        <p:nvSpPr>
          <p:cNvPr id="42" name="일부 당시 모델·과제에서&#10;중간 근거에 대한 정답률 저하">
            <a:extLst xmlns:a="http://schemas.openxmlformats.org/drawingml/2006/main">
              <a:ext uri="{FF2B5EF4-FFF2-40B4-BE49-F238E27FC236}">
                <a16:creationId xmlns:a16="http://schemas.microsoft.com/office/drawing/2014/main" id="{F03E244C-73C4-4D6E-8A2C-0B17D8BD4DB9}"/>
              </a:ext>
            </a:extLst>
          </p:cNvPr>
          <p:cNvSpPr>
            <a:spLocks xmlns:a="http://schemas.openxmlformats.org/drawingml/2006/main" noGrp="1"/>
          </p:cNvSpPr>
          <p:nvPr/>
        </p:nvSpPr>
        <p:spPr>
          <a:xfrm xmlns:a="http://schemas.openxmlformats.org/drawingml/2006/main">
            <a:off x="609600" y="4267200"/>
            <a:ext cx="523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일부 당시 모델·과제에서</a:t>
            </a:r>
          </a:p>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중간 근거에 대한 정답률 저하</a:t>
            </a:r>
          </a:p>
        </p:txBody>
      </p:sp>
      <p:sp>
        <p:nvSpPr>
          <p:cNvPr id="43" name="모델·언어별로&#10;함수 찾기 성능이 달랐음">
            <a:extLst xmlns:a="http://schemas.openxmlformats.org/drawingml/2006/main">
              <a:ext uri="{FF2B5EF4-FFF2-40B4-BE49-F238E27FC236}">
                <a16:creationId xmlns:a16="http://schemas.microsoft.com/office/drawing/2014/main" id="{4E40DA21-7698-4617-80C4-D13BBFEB7A47}"/>
              </a:ext>
            </a:extLst>
          </p:cNvPr>
          <p:cNvSpPr>
            <a:spLocks xmlns:a="http://schemas.openxmlformats.org/drawingml/2006/main" noGrp="1"/>
          </p:cNvSpPr>
          <p:nvPr/>
        </p:nvSpPr>
        <p:spPr>
          <a:xfrm xmlns:a="http://schemas.openxmlformats.org/drawingml/2006/main">
            <a:off x="6705600" y="4267200"/>
            <a:ext cx="4876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모델·언어별로</a:t>
            </a:r>
          </a:p>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함수 찾기 성능이 달랐음</a:t>
            </a:r>
          </a:p>
        </p:txBody>
      </p:sp>
      <p:sp>
        <p:nvSpPr>
          <p:cNvPr id="44" name="">
            <a:extLst xmlns:a="http://schemas.openxmlformats.org/drawingml/2006/main">
              <a:ext uri="{FF2B5EF4-FFF2-40B4-BE49-F238E27FC236}">
                <a16:creationId xmlns:a16="http://schemas.microsoft.com/office/drawing/2014/main" id="{795CF059-6586-40CE-8177-6352C731A4D7}"/>
              </a:ext>
            </a:extLst>
          </p:cNvPr>
          <p:cNvSpPr>
            <a:spLocks xmlns:a="http://schemas.openxmlformats.org/drawingml/2006/main" noGrp="1"/>
          </p:cNvSpPr>
          <p:nvPr/>
        </p:nvSpPr>
        <p:spPr>
          <a:xfrm xmlns:a="http://schemas.openxmlformats.org/drawingml/2006/main">
            <a:off x="609600" y="496252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45" name="업무에 적용할 질문">
            <a:extLst xmlns:a="http://schemas.openxmlformats.org/drawingml/2006/main">
              <a:ext uri="{FF2B5EF4-FFF2-40B4-BE49-F238E27FC236}">
                <a16:creationId xmlns:a16="http://schemas.microsoft.com/office/drawing/2014/main" id="{E106724D-4A7A-427B-BBE3-A20835555375}"/>
              </a:ext>
            </a:extLst>
          </p:cNvPr>
          <p:cNvSpPr>
            <a:spLocks xmlns:a="http://schemas.openxmlformats.org/drawingml/2006/main" noGrp="1"/>
          </p:cNvSpPr>
          <p:nvPr/>
        </p:nvSpPr>
        <p:spPr>
          <a:xfrm xmlns:a="http://schemas.openxmlformats.org/drawingml/2006/main">
            <a:off x="609600" y="5038725"/>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0B6172"/>
                </a:solidFill>
                <a:latin typeface="Malgun Gothic"/>
                <a:ea typeface="Malgun Gothic"/>
                <a:cs typeface="Malgun Gothic"/>
              </a:defRPr>
            </a:defPPr>
            <a:lvl1pPr algn="l">
              <a:defRPr sz="1650" b="1">
                <a:solidFill>
                  <a:srgbClr val="0B6172"/>
                </a:solidFill>
                <a:latin typeface="Malgun Gothic"/>
                <a:ea typeface="Malgun Gothic"/>
                <a:cs typeface="Malgun Gothic"/>
              </a:defRPr>
            </a:lvl1pPr>
            <a:lvl2pPr algn="l">
              <a:defRPr sz="1650" b="1">
                <a:solidFill>
                  <a:srgbClr val="0B6172"/>
                </a:solidFill>
                <a:latin typeface="Malgun Gothic"/>
                <a:ea typeface="Malgun Gothic"/>
                <a:cs typeface="Malgun Gothic"/>
              </a:defRPr>
            </a:lvl2pPr>
            <a:lvl3pPr algn="l">
              <a:defRPr sz="1650" b="1">
                <a:solidFill>
                  <a:srgbClr val="0B6172"/>
                </a:solidFill>
                <a:latin typeface="Malgun Gothic"/>
                <a:ea typeface="Malgun Gothic"/>
                <a:cs typeface="Malgun Gothic"/>
              </a:defRPr>
            </a:lvl3pPr>
            <a:lvl4pPr algn="l">
              <a:defRPr sz="1650" b="1">
                <a:solidFill>
                  <a:srgbClr val="0B6172"/>
                </a:solidFill>
                <a:latin typeface="Malgun Gothic"/>
                <a:ea typeface="Malgun Gothic"/>
                <a:cs typeface="Malgun Gothic"/>
              </a:defRPr>
            </a:lvl4pPr>
            <a:lvl5pPr algn="l">
              <a:defRPr sz="1650" b="1">
                <a:solidFill>
                  <a:srgbClr val="0B6172"/>
                </a:solidFill>
                <a:latin typeface="Malgun Gothic"/>
                <a:ea typeface="Malgun Gothic"/>
                <a:cs typeface="Malgun Gothic"/>
              </a:defRPr>
            </a:lvl5pPr>
            <a:lvl6pPr algn="l">
              <a:defRPr sz="1650" b="1">
                <a:solidFill>
                  <a:srgbClr val="0B6172"/>
                </a:solidFill>
                <a:latin typeface="Malgun Gothic"/>
                <a:ea typeface="Malgun Gothic"/>
                <a:cs typeface="Malgun Gothic"/>
              </a:defRPr>
            </a:lvl6pPr>
            <a:lvl7pPr algn="l">
              <a:defRPr sz="1650" b="1">
                <a:solidFill>
                  <a:srgbClr val="0B6172"/>
                </a:solidFill>
                <a:latin typeface="Malgun Gothic"/>
                <a:ea typeface="Malgun Gothic"/>
                <a:cs typeface="Malgun Gothic"/>
              </a:defRPr>
            </a:lvl7pPr>
            <a:lvl8pPr algn="l">
              <a:defRPr sz="1650" b="1">
                <a:solidFill>
                  <a:srgbClr val="0B6172"/>
                </a:solidFill>
                <a:latin typeface="Malgun Gothic"/>
                <a:ea typeface="Malgun Gothic"/>
                <a:cs typeface="Malgun Gothic"/>
              </a:defRPr>
            </a:lvl8pPr>
            <a:lvl9pPr algn="l">
              <a:defRPr sz="1650" b="1">
                <a:solidFill>
                  <a:srgbClr val="0B6172"/>
                </a:solidFill>
                <a:latin typeface="Malgun Gothic"/>
                <a:ea typeface="Malgun Gothic"/>
                <a:cs typeface="Malgun Gothic"/>
              </a:defRPr>
            </a:lvl9pPr>
          </a:lstStyle>
          <a:p xmlns:a="http://schemas.openxmlformats.org/drawingml/2006/main">
            <a:pPr algn="l">
              <a:defRPr sz="1650" b="1">
                <a:solidFill>
                  <a:srgbClr val="0B6172"/>
                </a:solidFill>
                <a:latin typeface="Malgun Gothic"/>
                <a:ea typeface="Malgun Gothic"/>
                <a:cs typeface="Malgun Gothic"/>
              </a:defRPr>
            </a:pPr>
            <a:r>
              <a:rPr sz="1650" b="1">
                <a:solidFill>
                  <a:srgbClr val="0B6172"/>
                </a:solidFill>
                <a:latin typeface="Malgun Gothic"/>
                <a:ea typeface="Malgun Gothic"/>
                <a:cs typeface="Malgun Gothic"/>
              </a:rPr>
              <a:t>업무에 적용할 질문</a:t>
            </a:r>
          </a:p>
        </p:txBody>
      </p:sp>
      <p:sp>
        <p:nvSpPr>
          <p:cNvPr id="46" name="필요한 근거를 실제로 찾아 활용했는지 작업별로 확인">
            <a:extLst xmlns:a="http://schemas.openxmlformats.org/drawingml/2006/main">
              <a:ext uri="{FF2B5EF4-FFF2-40B4-BE49-F238E27FC236}">
                <a16:creationId xmlns:a16="http://schemas.microsoft.com/office/drawing/2014/main" id="{BCE87574-2A61-48A3-B545-52ACE7BB847E}"/>
              </a:ext>
            </a:extLst>
          </p:cNvPr>
          <p:cNvSpPr>
            <a:spLocks xmlns:a="http://schemas.openxmlformats.org/drawingml/2006/main" noGrp="1"/>
          </p:cNvSpPr>
          <p:nvPr/>
        </p:nvSpPr>
        <p:spPr>
          <a:xfrm xmlns:a="http://schemas.openxmlformats.org/drawingml/2006/main">
            <a:off x="3048000" y="5038725"/>
            <a:ext cx="853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필요한 근거를 실제로 찾아 활용했는지 작업별로 확인</a:t>
            </a:r>
          </a:p>
        </p:txBody>
      </p:sp>
      <p:sp>
        <p:nvSpPr>
          <p:cNvPr id="47" name="이 연구만으론 미입증">
            <a:extLst xmlns:a="http://schemas.openxmlformats.org/drawingml/2006/main">
              <a:ext uri="{FF2B5EF4-FFF2-40B4-BE49-F238E27FC236}">
                <a16:creationId xmlns:a16="http://schemas.microsoft.com/office/drawing/2014/main" id="{0182B1F4-A9C4-4EA2-8CAD-87C8197D7EAD}"/>
              </a:ext>
            </a:extLst>
          </p:cNvPr>
          <p:cNvSpPr>
            <a:spLocks xmlns:a="http://schemas.openxmlformats.org/drawingml/2006/main" noGrp="1"/>
          </p:cNvSpPr>
          <p:nvPr/>
        </p:nvSpPr>
        <p:spPr>
          <a:xfrm xmlns:a="http://schemas.openxmlformats.org/drawingml/2006/main">
            <a:off x="609600" y="5391150"/>
            <a:ext cx="2190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1">
                <a:solidFill>
                  <a:srgbClr val="805400"/>
                </a:solidFill>
                <a:latin typeface="Malgun Gothic"/>
                <a:ea typeface="Malgun Gothic"/>
                <a:cs typeface="Malgun Gothic"/>
              </a:defRPr>
            </a:defPPr>
            <a:lvl1pPr algn="l">
              <a:defRPr sz="1650" b="1">
                <a:solidFill>
                  <a:srgbClr val="805400"/>
                </a:solidFill>
                <a:latin typeface="Malgun Gothic"/>
                <a:ea typeface="Malgun Gothic"/>
                <a:cs typeface="Malgun Gothic"/>
              </a:defRPr>
            </a:lvl1pPr>
            <a:lvl2pPr algn="l">
              <a:defRPr sz="1650" b="1">
                <a:solidFill>
                  <a:srgbClr val="805400"/>
                </a:solidFill>
                <a:latin typeface="Malgun Gothic"/>
                <a:ea typeface="Malgun Gothic"/>
                <a:cs typeface="Malgun Gothic"/>
              </a:defRPr>
            </a:lvl2pPr>
            <a:lvl3pPr algn="l">
              <a:defRPr sz="1650" b="1">
                <a:solidFill>
                  <a:srgbClr val="805400"/>
                </a:solidFill>
                <a:latin typeface="Malgun Gothic"/>
                <a:ea typeface="Malgun Gothic"/>
                <a:cs typeface="Malgun Gothic"/>
              </a:defRPr>
            </a:lvl3pPr>
            <a:lvl4pPr algn="l">
              <a:defRPr sz="1650" b="1">
                <a:solidFill>
                  <a:srgbClr val="805400"/>
                </a:solidFill>
                <a:latin typeface="Malgun Gothic"/>
                <a:ea typeface="Malgun Gothic"/>
                <a:cs typeface="Malgun Gothic"/>
              </a:defRPr>
            </a:lvl4pPr>
            <a:lvl5pPr algn="l">
              <a:defRPr sz="1650" b="1">
                <a:solidFill>
                  <a:srgbClr val="805400"/>
                </a:solidFill>
                <a:latin typeface="Malgun Gothic"/>
                <a:ea typeface="Malgun Gothic"/>
                <a:cs typeface="Malgun Gothic"/>
              </a:defRPr>
            </a:lvl5pPr>
            <a:lvl6pPr algn="l">
              <a:defRPr sz="1650" b="1">
                <a:solidFill>
                  <a:srgbClr val="805400"/>
                </a:solidFill>
                <a:latin typeface="Malgun Gothic"/>
                <a:ea typeface="Malgun Gothic"/>
                <a:cs typeface="Malgun Gothic"/>
              </a:defRPr>
            </a:lvl6pPr>
            <a:lvl7pPr algn="l">
              <a:defRPr sz="1650" b="1">
                <a:solidFill>
                  <a:srgbClr val="805400"/>
                </a:solidFill>
                <a:latin typeface="Malgun Gothic"/>
                <a:ea typeface="Malgun Gothic"/>
                <a:cs typeface="Malgun Gothic"/>
              </a:defRPr>
            </a:lvl7pPr>
            <a:lvl8pPr algn="l">
              <a:defRPr sz="1650" b="1">
                <a:solidFill>
                  <a:srgbClr val="805400"/>
                </a:solidFill>
                <a:latin typeface="Malgun Gothic"/>
                <a:ea typeface="Malgun Gothic"/>
                <a:cs typeface="Malgun Gothic"/>
              </a:defRPr>
            </a:lvl8pPr>
            <a:lvl9pPr algn="l">
              <a:defRPr sz="1650" b="1">
                <a:solidFill>
                  <a:srgbClr val="805400"/>
                </a:solidFill>
                <a:latin typeface="Malgun Gothic"/>
                <a:ea typeface="Malgun Gothic"/>
                <a:cs typeface="Malgun Gothic"/>
              </a:defRPr>
            </a:lvl9pPr>
          </a:lstStyle>
          <a:p xmlns:a="http://schemas.openxmlformats.org/drawingml/2006/main">
            <a:pPr algn="l">
              <a:defRPr sz="1650" b="1">
                <a:solidFill>
                  <a:srgbClr val="805400"/>
                </a:solidFill>
                <a:latin typeface="Malgun Gothic"/>
                <a:ea typeface="Malgun Gothic"/>
                <a:cs typeface="Malgun Gothic"/>
              </a:defRPr>
            </a:pPr>
            <a:r>
              <a:rPr sz="1650" b="1">
                <a:solidFill>
                  <a:srgbClr val="805400"/>
                </a:solidFill>
                <a:latin typeface="Malgun Gothic"/>
                <a:ea typeface="Malgun Gothic"/>
                <a:cs typeface="Malgun Gothic"/>
              </a:rPr>
              <a:t>이 연구만으론 미입증</a:t>
            </a:r>
          </a:p>
        </p:txBody>
      </p:sp>
      <p:sp>
        <p:nvSpPr>
          <p:cNvPr id="48" name="현재 Codex의 실패율·보편 한계·Routing 개선 효과">
            <a:extLst xmlns:a="http://schemas.openxmlformats.org/drawingml/2006/main">
              <a:ext uri="{FF2B5EF4-FFF2-40B4-BE49-F238E27FC236}">
                <a16:creationId xmlns:a16="http://schemas.microsoft.com/office/drawing/2014/main" id="{217AC4EF-7AD1-455F-B4DA-A9B356288C1E}"/>
              </a:ext>
            </a:extLst>
          </p:cNvPr>
          <p:cNvSpPr>
            <a:spLocks xmlns:a="http://schemas.openxmlformats.org/drawingml/2006/main" noGrp="1"/>
          </p:cNvSpPr>
          <p:nvPr/>
        </p:nvSpPr>
        <p:spPr>
          <a:xfrm xmlns:a="http://schemas.openxmlformats.org/drawingml/2006/main">
            <a:off x="3048000" y="5391150"/>
            <a:ext cx="8534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현재 Codex의 실패율·보편 한계·Routing 개선 효과</a:t>
            </a:r>
          </a:p>
        </p:txBody>
      </p:sp>
      <p:sp>
        <p:nvSpPr>
          <p:cNvPr id="49" name="Legacy module connection">
            <a:extLst xmlns:a="http://schemas.openxmlformats.org/drawingml/2006/main">
              <a:ext uri="{FF2B5EF4-FFF2-40B4-BE49-F238E27FC236}">
                <a16:creationId xmlns:a16="http://schemas.microsoft.com/office/drawing/2014/main" id="{FAF05070-5190-4295-A723-A93DF200DEA2}"/>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452214732"/>
      </p:ext>
    </p:extLst>
  </p:cSld>
</p:sld>
</file>

<file path=ppt/slides/slide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9" name="ACT 2 · 필요한 상세 정보의 탐색 경로">
            <a:extLst xmlns:a="http://schemas.openxmlformats.org/drawingml/2006/main">
              <a:ext uri="{FF2B5EF4-FFF2-40B4-BE49-F238E27FC236}">
                <a16:creationId xmlns:a16="http://schemas.microsoft.com/office/drawing/2014/main" id="{DCA7B2D2-C8A8-485C-89BC-3D0A53B5E468}"/>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필요한 상세 정보의 탐색 경로</a:t>
            </a:r>
          </a:p>
        </p:txBody>
      </p:sp>
      <p:sp>
        <p:nvSpPr>
          <p:cNvPr id="2" name="S40">
            <a:extLst xmlns:a="http://schemas.openxmlformats.org/drawingml/2006/main">
              <a:ext uri="{FF2B5EF4-FFF2-40B4-BE49-F238E27FC236}">
                <a16:creationId xmlns:a16="http://schemas.microsoft.com/office/drawing/2014/main" id="{58D682E9-DBA3-4B3F-B9FA-64B83720EDE8}"/>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S40</a:t>
            </a:r>
          </a:p>
        </p:txBody>
      </p:sp>
      <p:sp>
        <p:nvSpPr>
          <p:cNvPr id="3" name="필요한 상세 정보로 가는 길">
            <a:extLst xmlns:a="http://schemas.openxmlformats.org/drawingml/2006/main">
              <a:ext uri="{FF2B5EF4-FFF2-40B4-BE49-F238E27FC236}">
                <a16:creationId xmlns:a16="http://schemas.microsoft.com/office/drawing/2014/main" id="{7CCF7E3E-BD60-480D-A496-5FEBB8E325B5}"/>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필요한 상세 정보로 가는 길</a:t>
            </a:r>
          </a:p>
        </p:txBody>
      </p:sp>
      <p:sp>
        <p:nvSpPr>
          <p:cNvPr id="4" name="">
            <a:extLst xmlns:a="http://schemas.openxmlformats.org/drawingml/2006/main">
              <a:ext uri="{FF2B5EF4-FFF2-40B4-BE49-F238E27FC236}">
                <a16:creationId xmlns:a16="http://schemas.microsoft.com/office/drawing/2014/main" id="{5CB691AA-FCB3-43BC-BA66-A03874A1FAF4}"/>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탐색 모델 · 저장된 명세 기반 재구성 · 실제 읽기 순서가 아님">
            <a:extLst xmlns:a="http://schemas.openxmlformats.org/drawingml/2006/main">
              <a:ext uri="{FF2B5EF4-FFF2-40B4-BE49-F238E27FC236}">
                <a16:creationId xmlns:a16="http://schemas.microsoft.com/office/drawing/2014/main" id="{EE0E83CD-7046-4EC2-A118-C8D313D6D5F3}"/>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탐색 모델 · 저장된 명세 기반 재구성 · 실제 읽기 순서가 아님</a:t>
            </a:r>
          </a:p>
        </p:txBody>
      </p:sp>
      <p:sp>
        <p:nvSpPr>
          <p:cNvPr id="6" name="자동 탐색 성공·성능 향상·토큰 절약을 입증한 그림이 아님">
            <a:extLst xmlns:a="http://schemas.openxmlformats.org/drawingml/2006/main">
              <a:ext uri="{FF2B5EF4-FFF2-40B4-BE49-F238E27FC236}">
                <a16:creationId xmlns:a16="http://schemas.microsoft.com/office/drawing/2014/main" id="{E6C1E471-A22F-42F8-8588-733DF9BC9710}"/>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자동 탐색 성공·성능 향상·토큰 절약을 입증한 그림이 아님</a:t>
            </a:r>
          </a:p>
        </p:txBody>
      </p:sp>
      <p:sp>
        <p:nvSpPr>
          <p:cNvPr id="7" name="필요한 근거까지 가는 길은 어디에 안내할까?">
            <a:extLst xmlns:a="http://schemas.openxmlformats.org/drawingml/2006/main">
              <a:ext uri="{FF2B5EF4-FFF2-40B4-BE49-F238E27FC236}">
                <a16:creationId xmlns:a16="http://schemas.microsoft.com/office/drawing/2014/main" id="{4C5423CB-FAED-4768-AF1E-4EB1F3B1378F}"/>
              </a:ext>
            </a:extLst>
          </p:cNvPr>
          <p:cNvSpPr>
            <a:spLocks xmlns:a="http://schemas.openxmlformats.org/drawingml/2006/main" noGrp="1"/>
          </p:cNvSpPr>
          <p:nvPr/>
        </p:nvSpPr>
        <p:spPr>
          <a:xfrm xmlns:a="http://schemas.openxmlformats.org/drawingml/2006/main">
            <a:off x="609600" y="17526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필요한 근거까지 가는 길은 어디에 안내할까?</a:t>
            </a:r>
          </a:p>
        </p:txBody>
      </p:sp>
      <p:sp>
        <p:nvSpPr>
          <p:cNvPr id="8" name="01  작업 요청">
            <a:extLst xmlns:a="http://schemas.openxmlformats.org/drawingml/2006/main">
              <a:ext uri="{FF2B5EF4-FFF2-40B4-BE49-F238E27FC236}">
                <a16:creationId xmlns:a16="http://schemas.microsoft.com/office/drawing/2014/main" id="{A83BBCF2-A1F2-474E-8226-FCBC137088E5}"/>
              </a:ext>
            </a:extLst>
          </p:cNvPr>
          <p:cNvSpPr>
            <a:spLocks xmlns:a="http://schemas.openxmlformats.org/drawingml/2006/main" noGrp="1"/>
          </p:cNvSpPr>
          <p:nvPr/>
        </p:nvSpPr>
        <p:spPr>
          <a:xfrm xmlns:a="http://schemas.openxmlformats.org/drawingml/2006/main">
            <a:off x="609600" y="243840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01  작업 요청</a:t>
            </a:r>
          </a:p>
        </p:txBody>
      </p:sp>
      <p:sp>
        <p:nvSpPr>
          <p:cNvPr id="9" name="02  기본 안내">
            <a:extLst xmlns:a="http://schemas.openxmlformats.org/drawingml/2006/main">
              <a:ext uri="{FF2B5EF4-FFF2-40B4-BE49-F238E27FC236}">
                <a16:creationId xmlns:a16="http://schemas.microsoft.com/office/drawing/2014/main" id="{73238B5C-E9ED-4DA0-8BBA-1D14E73C19AE}"/>
              </a:ext>
            </a:extLst>
          </p:cNvPr>
          <p:cNvSpPr>
            <a:spLocks xmlns:a="http://schemas.openxmlformats.org/drawingml/2006/main" noGrp="1"/>
          </p:cNvSpPr>
          <p:nvPr/>
        </p:nvSpPr>
        <p:spPr>
          <a:xfrm xmlns:a="http://schemas.openxmlformats.org/drawingml/2006/main">
            <a:off x="4229100" y="2438400"/>
            <a:ext cx="3581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02  기본 안내</a:t>
            </a:r>
          </a:p>
        </p:txBody>
      </p:sp>
      <p:sp>
        <p:nvSpPr>
          <p:cNvPr id="10" name="03  관련 상세 문서">
            <a:extLst xmlns:a="http://schemas.openxmlformats.org/drawingml/2006/main">
              <a:ext uri="{FF2B5EF4-FFF2-40B4-BE49-F238E27FC236}">
                <a16:creationId xmlns:a16="http://schemas.microsoft.com/office/drawing/2014/main" id="{D3B7AAF5-42D2-4F27-A710-C8CA45019303}"/>
              </a:ext>
            </a:extLst>
          </p:cNvPr>
          <p:cNvSpPr>
            <a:spLocks xmlns:a="http://schemas.openxmlformats.org/drawingml/2006/main" noGrp="1"/>
          </p:cNvSpPr>
          <p:nvPr/>
        </p:nvSpPr>
        <p:spPr>
          <a:xfrm xmlns:a="http://schemas.openxmlformats.org/drawingml/2006/main">
            <a:off x="8572500" y="2438400"/>
            <a:ext cx="3009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03  관련 상세 문서</a:t>
            </a:r>
          </a:p>
        </p:txBody>
      </p:sp>
      <p:sp>
        <p:nvSpPr>
          <p:cNvPr id="11" name="">
            <a:extLst xmlns:a="http://schemas.openxmlformats.org/drawingml/2006/main">
              <a:ext uri="{FF2B5EF4-FFF2-40B4-BE49-F238E27FC236}">
                <a16:creationId xmlns:a16="http://schemas.microsoft.com/office/drawing/2014/main" id="{339029C3-84A6-40DA-A009-DF88A875F80C}"/>
              </a:ext>
            </a:extLst>
          </p:cNvPr>
          <p:cNvSpPr>
            <a:spLocks xmlns:a="http://schemas.openxmlformats.org/drawingml/2006/main" noGrp="1"/>
          </p:cNvSpPr>
          <p:nvPr/>
        </p:nvSpPr>
        <p:spPr>
          <a:xfrm xmlns:a="http://schemas.openxmlformats.org/drawingml/2006/main">
            <a:off x="609600" y="2876550"/>
            <a:ext cx="2857500" cy="203835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12" name="crop 끝 좌표가&#10;포함되는지&#10;명세를 확인해줘.">
            <a:extLst xmlns:a="http://schemas.openxmlformats.org/drawingml/2006/main">
              <a:ext uri="{FF2B5EF4-FFF2-40B4-BE49-F238E27FC236}">
                <a16:creationId xmlns:a16="http://schemas.microsoft.com/office/drawing/2014/main" id="{19FB30DA-D10F-4734-B74B-4FA3647CF9D2}"/>
              </a:ext>
            </a:extLst>
          </p:cNvPr>
          <p:cNvSpPr>
            <a:spLocks xmlns:a="http://schemas.openxmlformats.org/drawingml/2006/main" noGrp="1"/>
          </p:cNvSpPr>
          <p:nvPr/>
        </p:nvSpPr>
        <p:spPr>
          <a:xfrm xmlns:a="http://schemas.openxmlformats.org/drawingml/2006/main">
            <a:off x="800100" y="3105150"/>
            <a:ext cx="2476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17212B"/>
                </a:solidFill>
                <a:latin typeface="Malgun Gothic"/>
                <a:ea typeface="Malgun Gothic"/>
                <a:cs typeface="Malgun Gothic"/>
              </a:defRPr>
            </a:defPPr>
            <a:lvl1pPr algn="l">
              <a:defRPr sz="2175" b="1">
                <a:solidFill>
                  <a:srgbClr val="17212B"/>
                </a:solidFill>
                <a:latin typeface="Malgun Gothic"/>
                <a:ea typeface="Malgun Gothic"/>
                <a:cs typeface="Malgun Gothic"/>
              </a:defRPr>
            </a:lvl1pPr>
            <a:lvl2pPr algn="l">
              <a:defRPr sz="2175" b="1">
                <a:solidFill>
                  <a:srgbClr val="17212B"/>
                </a:solidFill>
                <a:latin typeface="Malgun Gothic"/>
                <a:ea typeface="Malgun Gothic"/>
                <a:cs typeface="Malgun Gothic"/>
              </a:defRPr>
            </a:lvl2pPr>
            <a:lvl3pPr algn="l">
              <a:defRPr sz="2175" b="1">
                <a:solidFill>
                  <a:srgbClr val="17212B"/>
                </a:solidFill>
                <a:latin typeface="Malgun Gothic"/>
                <a:ea typeface="Malgun Gothic"/>
                <a:cs typeface="Malgun Gothic"/>
              </a:defRPr>
            </a:lvl3pPr>
            <a:lvl4pPr algn="l">
              <a:defRPr sz="2175" b="1">
                <a:solidFill>
                  <a:srgbClr val="17212B"/>
                </a:solidFill>
                <a:latin typeface="Malgun Gothic"/>
                <a:ea typeface="Malgun Gothic"/>
                <a:cs typeface="Malgun Gothic"/>
              </a:defRPr>
            </a:lvl4pPr>
            <a:lvl5pPr algn="l">
              <a:defRPr sz="2175" b="1">
                <a:solidFill>
                  <a:srgbClr val="17212B"/>
                </a:solidFill>
                <a:latin typeface="Malgun Gothic"/>
                <a:ea typeface="Malgun Gothic"/>
                <a:cs typeface="Malgun Gothic"/>
              </a:defRPr>
            </a:lvl5pPr>
            <a:lvl6pPr algn="l">
              <a:defRPr sz="2175" b="1">
                <a:solidFill>
                  <a:srgbClr val="17212B"/>
                </a:solidFill>
                <a:latin typeface="Malgun Gothic"/>
                <a:ea typeface="Malgun Gothic"/>
                <a:cs typeface="Malgun Gothic"/>
              </a:defRPr>
            </a:lvl6pPr>
            <a:lvl7pPr algn="l">
              <a:defRPr sz="2175" b="1">
                <a:solidFill>
                  <a:srgbClr val="17212B"/>
                </a:solidFill>
                <a:latin typeface="Malgun Gothic"/>
                <a:ea typeface="Malgun Gothic"/>
                <a:cs typeface="Malgun Gothic"/>
              </a:defRPr>
            </a:lvl7pPr>
            <a:lvl8pPr algn="l">
              <a:defRPr sz="2175" b="1">
                <a:solidFill>
                  <a:srgbClr val="17212B"/>
                </a:solidFill>
                <a:latin typeface="Malgun Gothic"/>
                <a:ea typeface="Malgun Gothic"/>
                <a:cs typeface="Malgun Gothic"/>
              </a:defRPr>
            </a:lvl8pPr>
            <a:lvl9pPr algn="l">
              <a:defRPr sz="2175" b="1">
                <a:solidFill>
                  <a:srgbClr val="17212B"/>
                </a:solidFill>
                <a:latin typeface="Malgun Gothic"/>
                <a:ea typeface="Malgun Gothic"/>
                <a:cs typeface="Malgun Gothic"/>
              </a:defRPr>
            </a:lvl9pPr>
          </a:lstStyle>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crop 끝 좌표가</a:t>
            </a:r>
          </a:p>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포함되는지</a:t>
            </a:r>
          </a:p>
          <a:p xmlns:a="http://schemas.openxmlformats.org/drawingml/2006/main">
            <a:pPr algn="l">
              <a:defRPr sz="2175" b="1">
                <a:solidFill>
                  <a:srgbClr val="17212B"/>
                </a:solidFill>
                <a:latin typeface="Malgun Gothic"/>
                <a:ea typeface="Malgun Gothic"/>
                <a:cs typeface="Malgun Gothic"/>
              </a:defRPr>
            </a:pPr>
            <a:r>
              <a:rPr sz="2175" b="1">
                <a:solidFill>
                  <a:srgbClr val="17212B"/>
                </a:solidFill>
                <a:latin typeface="Malgun Gothic"/>
                <a:ea typeface="Malgun Gothic"/>
                <a:cs typeface="Malgun Gothic"/>
              </a:rPr>
              <a:t>명세를 확인해줘.</a:t>
            </a:r>
          </a:p>
        </p:txBody>
      </p:sp>
      <p:sp>
        <p:nvSpPr>
          <p:cNvPr id="13" name="지금 해결할 질문">
            <a:extLst xmlns:a="http://schemas.openxmlformats.org/drawingml/2006/main">
              <a:ext uri="{FF2B5EF4-FFF2-40B4-BE49-F238E27FC236}">
                <a16:creationId xmlns:a16="http://schemas.microsoft.com/office/drawing/2014/main" id="{35469A2F-5784-4591-87CC-7AACD05EF090}"/>
              </a:ext>
            </a:extLst>
          </p:cNvPr>
          <p:cNvSpPr>
            <a:spLocks xmlns:a="http://schemas.openxmlformats.org/drawingml/2006/main" noGrp="1"/>
          </p:cNvSpPr>
          <p:nvPr/>
        </p:nvSpPr>
        <p:spPr>
          <a:xfrm xmlns:a="http://schemas.openxmlformats.org/drawingml/2006/main">
            <a:off x="800100" y="44958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지금 해결할 질문</a:t>
            </a:r>
          </a:p>
        </p:txBody>
      </p:sp>
      <p:sp>
        <p:nvSpPr>
          <p:cNvPr id="14" name="">
            <a:extLst xmlns:a="http://schemas.openxmlformats.org/drawingml/2006/main">
              <a:ext uri="{FF2B5EF4-FFF2-40B4-BE49-F238E27FC236}">
                <a16:creationId xmlns:a16="http://schemas.microsoft.com/office/drawing/2014/main" id="{21E4F55F-7A0E-4942-9C8C-3B0A46C2B245}"/>
              </a:ext>
            </a:extLst>
          </p:cNvPr>
          <p:cNvSpPr>
            <a:spLocks xmlns:a="http://schemas.openxmlformats.org/drawingml/2006/main" noGrp="1"/>
          </p:cNvSpPr>
          <p:nvPr/>
        </p:nvSpPr>
        <p:spPr>
          <a:xfrm xmlns:a="http://schemas.openxmlformats.org/drawingml/2006/main">
            <a:off x="3676650" y="3752850"/>
            <a:ext cx="285750" cy="2095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B4BF2E4-F5E8-49F9-BE9A-2E7ED6C10B7A}"/>
              </a:ext>
            </a:extLst>
          </p:cNvPr>
          <p:cNvSpPr>
            <a:spLocks xmlns:a="http://schemas.openxmlformats.org/drawingml/2006/main" noGrp="1"/>
          </p:cNvSpPr>
          <p:nvPr/>
        </p:nvSpPr>
        <p:spPr>
          <a:xfrm xmlns:a="http://schemas.openxmlformats.org/drawingml/2006/main">
            <a:off x="4229100" y="2876550"/>
            <a:ext cx="3581400" cy="2038350"/>
          </a:xfrm>
          <a:prstGeom xmlns:a="http://schemas.openxmlformats.org/drawingml/2006/main" prst="rect">
            <a:avLst/>
          </a:prstGeom>
          <a:solidFill xmlns:a="http://schemas.openxmlformats.org/drawingml/2006/main">
            <a:srgbClr val="E0EFF0"/>
          </a:solidFill>
          <a:ln xmlns:a="http://schemas.openxmlformats.org/drawingml/2006/main" w="14288">
            <a:solidFill>
              <a:srgbClr val="0B6172"/>
            </a:solidFill>
            <a:prstDash val="solid"/>
          </a:ln>
        </p:spPr>
      </p:sp>
      <p:sp>
        <p:nvSpPr>
          <p:cNvPr id="16" name="AGENTS.md">
            <a:extLst xmlns:a="http://schemas.openxmlformats.org/drawingml/2006/main">
              <a:ext uri="{FF2B5EF4-FFF2-40B4-BE49-F238E27FC236}">
                <a16:creationId xmlns:a16="http://schemas.microsoft.com/office/drawing/2014/main" id="{616AEAB4-A099-4F40-8A8C-2E6120A4330B}"/>
              </a:ext>
            </a:extLst>
          </p:cNvPr>
          <p:cNvSpPr>
            <a:spLocks xmlns:a="http://schemas.openxmlformats.org/drawingml/2006/main" noGrp="1"/>
          </p:cNvSpPr>
          <p:nvPr/>
        </p:nvSpPr>
        <p:spPr>
          <a:xfrm xmlns:a="http://schemas.openxmlformats.org/drawingml/2006/main">
            <a:off x="4438650" y="3019425"/>
            <a:ext cx="3162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Consolas"/>
                <a:ea typeface="Consolas"/>
                <a:cs typeface="Consolas"/>
              </a:defRPr>
            </a:defPPr>
            <a:lvl1pPr algn="l">
              <a:defRPr sz="2175" b="1">
                <a:solidFill>
                  <a:srgbClr val="0B6172"/>
                </a:solidFill>
                <a:latin typeface="Consolas"/>
                <a:ea typeface="Consolas"/>
                <a:cs typeface="Consolas"/>
              </a:defRPr>
            </a:lvl1pPr>
            <a:lvl2pPr algn="l">
              <a:defRPr sz="2175" b="1">
                <a:solidFill>
                  <a:srgbClr val="0B6172"/>
                </a:solidFill>
                <a:latin typeface="Consolas"/>
                <a:ea typeface="Consolas"/>
                <a:cs typeface="Consolas"/>
              </a:defRPr>
            </a:lvl2pPr>
            <a:lvl3pPr algn="l">
              <a:defRPr sz="2175" b="1">
                <a:solidFill>
                  <a:srgbClr val="0B6172"/>
                </a:solidFill>
                <a:latin typeface="Consolas"/>
                <a:ea typeface="Consolas"/>
                <a:cs typeface="Consolas"/>
              </a:defRPr>
            </a:lvl3pPr>
            <a:lvl4pPr algn="l">
              <a:defRPr sz="2175" b="1">
                <a:solidFill>
                  <a:srgbClr val="0B6172"/>
                </a:solidFill>
                <a:latin typeface="Consolas"/>
                <a:ea typeface="Consolas"/>
                <a:cs typeface="Consolas"/>
              </a:defRPr>
            </a:lvl4pPr>
            <a:lvl5pPr algn="l">
              <a:defRPr sz="2175" b="1">
                <a:solidFill>
                  <a:srgbClr val="0B6172"/>
                </a:solidFill>
                <a:latin typeface="Consolas"/>
                <a:ea typeface="Consolas"/>
                <a:cs typeface="Consolas"/>
              </a:defRPr>
            </a:lvl5pPr>
            <a:lvl6pPr algn="l">
              <a:defRPr sz="2175" b="1">
                <a:solidFill>
                  <a:srgbClr val="0B6172"/>
                </a:solidFill>
                <a:latin typeface="Consolas"/>
                <a:ea typeface="Consolas"/>
                <a:cs typeface="Consolas"/>
              </a:defRPr>
            </a:lvl6pPr>
            <a:lvl7pPr algn="l">
              <a:defRPr sz="2175" b="1">
                <a:solidFill>
                  <a:srgbClr val="0B6172"/>
                </a:solidFill>
                <a:latin typeface="Consolas"/>
                <a:ea typeface="Consolas"/>
                <a:cs typeface="Consolas"/>
              </a:defRPr>
            </a:lvl7pPr>
            <a:lvl8pPr algn="l">
              <a:defRPr sz="2175" b="1">
                <a:solidFill>
                  <a:srgbClr val="0B6172"/>
                </a:solidFill>
                <a:latin typeface="Consolas"/>
                <a:ea typeface="Consolas"/>
                <a:cs typeface="Consolas"/>
              </a:defRPr>
            </a:lvl8pPr>
            <a:lvl9pPr algn="l">
              <a:defRPr sz="2175" b="1">
                <a:solidFill>
                  <a:srgbClr val="0B6172"/>
                </a:solidFill>
                <a:latin typeface="Consolas"/>
                <a:ea typeface="Consolas"/>
                <a:cs typeface="Consolas"/>
              </a:defRPr>
            </a:lvl9pPr>
          </a:lstStyle>
          <a:p xmlns:a="http://schemas.openxmlformats.org/drawingml/2006/main">
            <a:pPr algn="l">
              <a:defRPr sz="2175" b="1">
                <a:solidFill>
                  <a:srgbClr val="0B6172"/>
                </a:solidFill>
                <a:latin typeface="Consolas"/>
                <a:ea typeface="Consolas"/>
                <a:cs typeface="Consolas"/>
              </a:defRPr>
            </a:pPr>
            <a:r>
              <a:rPr sz="2175" b="1">
                <a:solidFill>
                  <a:srgbClr val="0B6172"/>
                </a:solidFill>
                <a:latin typeface="Consolas"/>
                <a:ea typeface="Consolas"/>
                <a:cs typeface="Consolas"/>
              </a:rPr>
              <a:t>AGENTS.md</a:t>
            </a:r>
          </a:p>
        </p:txBody>
      </p:sp>
      <p:sp>
        <p:nvSpPr>
          <p:cNvPr id="17" name="이미지 동작 · crop →">
            <a:extLst xmlns:a="http://schemas.openxmlformats.org/drawingml/2006/main">
              <a:ext uri="{FF2B5EF4-FFF2-40B4-BE49-F238E27FC236}">
                <a16:creationId xmlns:a16="http://schemas.microsoft.com/office/drawing/2014/main" id="{87D6FA9E-8B64-43A7-B2D9-1113BFCC1334}"/>
              </a:ext>
            </a:extLst>
          </p:cNvPr>
          <p:cNvSpPr>
            <a:spLocks xmlns:a="http://schemas.openxmlformats.org/drawingml/2006/main" noGrp="1"/>
          </p:cNvSpPr>
          <p:nvPr/>
        </p:nvSpPr>
        <p:spPr>
          <a:xfrm xmlns:a="http://schemas.openxmlformats.org/drawingml/2006/main">
            <a:off x="4438650" y="3552825"/>
            <a:ext cx="3162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이미지 동작 · crop →</a:t>
            </a:r>
          </a:p>
        </p:txBody>
      </p:sp>
      <p:sp>
        <p:nvSpPr>
          <p:cNvPr id="18" name="docs/image-contracts.md">
            <a:extLst xmlns:a="http://schemas.openxmlformats.org/drawingml/2006/main">
              <a:ext uri="{FF2B5EF4-FFF2-40B4-BE49-F238E27FC236}">
                <a16:creationId xmlns:a16="http://schemas.microsoft.com/office/drawing/2014/main" id="{2E176BF5-76BE-4662-B4BD-B2B2B2BA75CD}"/>
              </a:ext>
            </a:extLst>
          </p:cNvPr>
          <p:cNvSpPr>
            <a:spLocks xmlns:a="http://schemas.openxmlformats.org/drawingml/2006/main" noGrp="1"/>
          </p:cNvSpPr>
          <p:nvPr/>
        </p:nvSpPr>
        <p:spPr>
          <a:xfrm xmlns:a="http://schemas.openxmlformats.org/drawingml/2006/main">
            <a:off x="4438650" y="3943350"/>
            <a:ext cx="3162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docs/image-contracts.md</a:t>
            </a:r>
          </a:p>
        </p:txBody>
      </p:sp>
      <p:sp>
        <p:nvSpPr>
          <p:cNvPr id="19" name="관련 상세의 위치 안내">
            <a:extLst xmlns:a="http://schemas.openxmlformats.org/drawingml/2006/main">
              <a:ext uri="{FF2B5EF4-FFF2-40B4-BE49-F238E27FC236}">
                <a16:creationId xmlns:a16="http://schemas.microsoft.com/office/drawing/2014/main" id="{759629DF-5AD5-4BC0-B6E2-E36FF92ED33E}"/>
              </a:ext>
            </a:extLst>
          </p:cNvPr>
          <p:cNvSpPr>
            <a:spLocks xmlns:a="http://schemas.openxmlformats.org/drawingml/2006/main" noGrp="1"/>
          </p:cNvSpPr>
          <p:nvPr/>
        </p:nvSpPr>
        <p:spPr>
          <a:xfrm xmlns:a="http://schemas.openxmlformats.org/drawingml/2006/main">
            <a:off x="4438650" y="4495800"/>
            <a:ext cx="3162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관련 상세의 위치 안내</a:t>
            </a:r>
          </a:p>
        </p:txBody>
      </p:sp>
      <p:sp>
        <p:nvSpPr>
          <p:cNvPr id="20" name="">
            <a:extLst xmlns:a="http://schemas.openxmlformats.org/drawingml/2006/main">
              <a:ext uri="{FF2B5EF4-FFF2-40B4-BE49-F238E27FC236}">
                <a16:creationId xmlns:a16="http://schemas.microsoft.com/office/drawing/2014/main" id="{885DABD7-B272-46CC-B41B-2C3712A1817B}"/>
              </a:ext>
            </a:extLst>
          </p:cNvPr>
          <p:cNvSpPr>
            <a:spLocks xmlns:a="http://schemas.openxmlformats.org/drawingml/2006/main" noGrp="1"/>
          </p:cNvSpPr>
          <p:nvPr/>
        </p:nvSpPr>
        <p:spPr>
          <a:xfrm xmlns:a="http://schemas.openxmlformats.org/drawingml/2006/main">
            <a:off x="8020050" y="3752850"/>
            <a:ext cx="285750" cy="2095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9C7232C-10FC-4ED0-B51C-B2A79D3D2C76}"/>
              </a:ext>
            </a:extLst>
          </p:cNvPr>
          <p:cNvSpPr>
            <a:spLocks xmlns:a="http://schemas.openxmlformats.org/drawingml/2006/main" noGrp="1"/>
          </p:cNvSpPr>
          <p:nvPr/>
        </p:nvSpPr>
        <p:spPr>
          <a:xfrm xmlns:a="http://schemas.openxmlformats.org/drawingml/2006/main">
            <a:off x="8572500" y="2876550"/>
            <a:ext cx="3009900" cy="203835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22" name="docs/&#10;image-contracts.md">
            <a:extLst xmlns:a="http://schemas.openxmlformats.org/drawingml/2006/main">
              <a:ext uri="{FF2B5EF4-FFF2-40B4-BE49-F238E27FC236}">
                <a16:creationId xmlns:a16="http://schemas.microsoft.com/office/drawing/2014/main" id="{4254DA0A-C3BC-4F8C-8A4E-27EAF364A506}"/>
              </a:ext>
            </a:extLst>
          </p:cNvPr>
          <p:cNvSpPr>
            <a:spLocks xmlns:a="http://schemas.openxmlformats.org/drawingml/2006/main" noGrp="1"/>
          </p:cNvSpPr>
          <p:nvPr/>
        </p:nvSpPr>
        <p:spPr>
          <a:xfrm xmlns:a="http://schemas.openxmlformats.org/drawingml/2006/main">
            <a:off x="8763000" y="3019425"/>
            <a:ext cx="2628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docs/</a:t>
            </a:r>
          </a:p>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image-contracts.md</a:t>
            </a:r>
          </a:p>
        </p:txBody>
      </p:sp>
      <p:sp>
        <p:nvSpPr>
          <p:cNvPr id="23" name="crop 좌표 명세">
            <a:extLst xmlns:a="http://schemas.openxmlformats.org/drawingml/2006/main">
              <a:ext uri="{FF2B5EF4-FFF2-40B4-BE49-F238E27FC236}">
                <a16:creationId xmlns:a16="http://schemas.microsoft.com/office/drawing/2014/main" id="{04469D89-DBFB-44F2-9B82-AAF3290D8C83}"/>
              </a:ext>
            </a:extLst>
          </p:cNvPr>
          <p:cNvSpPr>
            <a:spLocks xmlns:a="http://schemas.openxmlformats.org/drawingml/2006/main" noGrp="1"/>
          </p:cNvSpPr>
          <p:nvPr/>
        </p:nvSpPr>
        <p:spPr>
          <a:xfrm xmlns:a="http://schemas.openxmlformats.org/drawingml/2006/main">
            <a:off x="8763000" y="3733800"/>
            <a:ext cx="2628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crop 좌표 명세</a:t>
            </a:r>
          </a:p>
        </p:txBody>
      </p:sp>
      <p:sp>
        <p:nvSpPr>
          <p:cNvPr id="24" name="[x_start, x_end)">
            <a:extLst xmlns:a="http://schemas.openxmlformats.org/drawingml/2006/main">
              <a:ext uri="{FF2B5EF4-FFF2-40B4-BE49-F238E27FC236}">
                <a16:creationId xmlns:a16="http://schemas.microsoft.com/office/drawing/2014/main" id="{7FFECE9C-A1BB-43D1-85C4-3672E42A3EF4}"/>
              </a:ext>
            </a:extLst>
          </p:cNvPr>
          <p:cNvSpPr>
            <a:spLocks xmlns:a="http://schemas.openxmlformats.org/drawingml/2006/main" noGrp="1"/>
          </p:cNvSpPr>
          <p:nvPr/>
        </p:nvSpPr>
        <p:spPr>
          <a:xfrm xmlns:a="http://schemas.openxmlformats.org/drawingml/2006/main">
            <a:off x="8763000" y="4171950"/>
            <a:ext cx="2628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Consolas"/>
                <a:ea typeface="Consolas"/>
                <a:cs typeface="Consolas"/>
              </a:defRPr>
            </a:defPPr>
            <a:lvl1pPr algn="l">
              <a:defRPr sz="1875" b="1">
                <a:solidFill>
                  <a:srgbClr val="17212B"/>
                </a:solidFill>
                <a:latin typeface="Consolas"/>
                <a:ea typeface="Consolas"/>
                <a:cs typeface="Consolas"/>
              </a:defRPr>
            </a:lvl1pPr>
            <a:lvl2pPr algn="l">
              <a:defRPr sz="1875" b="1">
                <a:solidFill>
                  <a:srgbClr val="17212B"/>
                </a:solidFill>
                <a:latin typeface="Consolas"/>
                <a:ea typeface="Consolas"/>
                <a:cs typeface="Consolas"/>
              </a:defRPr>
            </a:lvl2pPr>
            <a:lvl3pPr algn="l">
              <a:defRPr sz="1875" b="1">
                <a:solidFill>
                  <a:srgbClr val="17212B"/>
                </a:solidFill>
                <a:latin typeface="Consolas"/>
                <a:ea typeface="Consolas"/>
                <a:cs typeface="Consolas"/>
              </a:defRPr>
            </a:lvl3pPr>
            <a:lvl4pPr algn="l">
              <a:defRPr sz="1875" b="1">
                <a:solidFill>
                  <a:srgbClr val="17212B"/>
                </a:solidFill>
                <a:latin typeface="Consolas"/>
                <a:ea typeface="Consolas"/>
                <a:cs typeface="Consolas"/>
              </a:defRPr>
            </a:lvl4pPr>
            <a:lvl5pPr algn="l">
              <a:defRPr sz="1875" b="1">
                <a:solidFill>
                  <a:srgbClr val="17212B"/>
                </a:solidFill>
                <a:latin typeface="Consolas"/>
                <a:ea typeface="Consolas"/>
                <a:cs typeface="Consolas"/>
              </a:defRPr>
            </a:lvl5pPr>
            <a:lvl6pPr algn="l">
              <a:defRPr sz="1875" b="1">
                <a:solidFill>
                  <a:srgbClr val="17212B"/>
                </a:solidFill>
                <a:latin typeface="Consolas"/>
                <a:ea typeface="Consolas"/>
                <a:cs typeface="Consolas"/>
              </a:defRPr>
            </a:lvl6pPr>
            <a:lvl7pPr algn="l">
              <a:defRPr sz="1875" b="1">
                <a:solidFill>
                  <a:srgbClr val="17212B"/>
                </a:solidFill>
                <a:latin typeface="Consolas"/>
                <a:ea typeface="Consolas"/>
                <a:cs typeface="Consolas"/>
              </a:defRPr>
            </a:lvl7pPr>
            <a:lvl8pPr algn="l">
              <a:defRPr sz="1875" b="1">
                <a:solidFill>
                  <a:srgbClr val="17212B"/>
                </a:solidFill>
                <a:latin typeface="Consolas"/>
                <a:ea typeface="Consolas"/>
                <a:cs typeface="Consolas"/>
              </a:defRPr>
            </a:lvl8pPr>
            <a:lvl9pPr algn="l">
              <a:defRPr sz="1875" b="1">
                <a:solidFill>
                  <a:srgbClr val="17212B"/>
                </a:solidFill>
                <a:latin typeface="Consolas"/>
                <a:ea typeface="Consolas"/>
                <a:cs typeface="Consolas"/>
              </a:defRPr>
            </a:lvl9pPr>
          </a:lstStyle>
          <a:p xmlns:a="http://schemas.openxmlformats.org/drawingml/2006/main">
            <a:pPr algn="l">
              <a:defRPr sz="1875" b="1">
                <a:solidFill>
                  <a:srgbClr val="17212B"/>
                </a:solidFill>
                <a:latin typeface="Consolas"/>
                <a:ea typeface="Consolas"/>
                <a:cs typeface="Consolas"/>
              </a:defRPr>
            </a:pPr>
            <a:r>
              <a:rPr sz="1875" b="1">
                <a:solidFill>
                  <a:srgbClr val="17212B"/>
                </a:solidFill>
                <a:latin typeface="Consolas"/>
                <a:ea typeface="Consolas"/>
                <a:cs typeface="Consolas"/>
              </a:rPr>
              <a:t>[x_start, x_end)</a:t>
            </a:r>
          </a:p>
        </p:txBody>
      </p:sp>
      <p:sp>
        <p:nvSpPr>
          <p:cNvPr id="25" name="시작 포함 · 끝 제외">
            <a:extLst xmlns:a="http://schemas.openxmlformats.org/drawingml/2006/main">
              <a:ext uri="{FF2B5EF4-FFF2-40B4-BE49-F238E27FC236}">
                <a16:creationId xmlns:a16="http://schemas.microsoft.com/office/drawing/2014/main" id="{1552985D-5D73-4DDE-B1D9-2F754C5F9E18}"/>
              </a:ext>
            </a:extLst>
          </p:cNvPr>
          <p:cNvSpPr>
            <a:spLocks xmlns:a="http://schemas.openxmlformats.org/drawingml/2006/main" noGrp="1"/>
          </p:cNvSpPr>
          <p:nvPr/>
        </p:nvSpPr>
        <p:spPr>
          <a:xfrm xmlns:a="http://schemas.openxmlformats.org/drawingml/2006/main">
            <a:off x="8763000" y="4552950"/>
            <a:ext cx="2628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시작 포함 · 끝 제외</a:t>
            </a:r>
          </a:p>
        </p:txBody>
      </p:sp>
      <p:sp>
        <p:nvSpPr>
          <p:cNvPr id="26" name="AGENTS.md가 필요한 상세 문서의 위치를 안내한다">
            <a:extLst xmlns:a="http://schemas.openxmlformats.org/drawingml/2006/main">
              <a:ext uri="{FF2B5EF4-FFF2-40B4-BE49-F238E27FC236}">
                <a16:creationId xmlns:a16="http://schemas.microsoft.com/office/drawing/2014/main" id="{F148D2EC-6D85-4B94-9384-F71069D96C42}"/>
              </a:ext>
            </a:extLst>
          </p:cNvPr>
          <p:cNvSpPr>
            <a:spLocks xmlns:a="http://schemas.openxmlformats.org/drawingml/2006/main" noGrp="1"/>
          </p:cNvSpPr>
          <p:nvPr/>
        </p:nvSpPr>
        <p:spPr>
          <a:xfrm xmlns:a="http://schemas.openxmlformats.org/drawingml/2006/main">
            <a:off x="609600" y="50673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AGENTS.md가 필요한 상세 문서의 위치를 안내한다</a:t>
            </a:r>
          </a:p>
        </p:txBody>
      </p:sp>
      <p:sp>
        <p:nvSpPr>
          <p:cNvPr id="27" name="C++도 같은 흐름: 공통 제약 확인 → 해당 알고리즘 명세">
            <a:extLst xmlns:a="http://schemas.openxmlformats.org/drawingml/2006/main">
              <a:ext uri="{FF2B5EF4-FFF2-40B4-BE49-F238E27FC236}">
                <a16:creationId xmlns:a16="http://schemas.microsoft.com/office/drawing/2014/main" id="{E105276D-F687-4F65-B0AD-B66E5C8497FD}"/>
              </a:ext>
            </a:extLst>
          </p:cNvPr>
          <p:cNvSpPr>
            <a:spLocks xmlns:a="http://schemas.openxmlformats.org/drawingml/2006/main" noGrp="1"/>
          </p:cNvSpPr>
          <p:nvPr/>
        </p:nvSpPr>
        <p:spPr>
          <a:xfrm xmlns:a="http://schemas.openxmlformats.org/drawingml/2006/main">
            <a:off x="609600" y="5476875"/>
            <a:ext cx="109728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C++도 같은 흐름: 공통 제약 확인 → 해당 알고리즘 명세</a:t>
            </a:r>
          </a:p>
        </p:txBody>
      </p:sp>
      <p:sp>
        <p:nvSpPr>
          <p:cNvPr id="28" name="Legacy module connection">
            <a:extLst xmlns:a="http://schemas.openxmlformats.org/drawingml/2006/main">
              <a:ext uri="{FF2B5EF4-FFF2-40B4-BE49-F238E27FC236}">
                <a16:creationId xmlns:a16="http://schemas.microsoft.com/office/drawing/2014/main" id="{7B364773-0F1D-4A50-9F18-958E1E2B192D}"/>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960618535"/>
      </p:ext>
    </p:extLst>
  </p:cSld>
</p:sld>
</file>

<file path=ppt/slides/slide1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0" name="ACT 2 · 기본 안내와 작업별 상세">
            <a:extLst xmlns:a="http://schemas.openxmlformats.org/drawingml/2006/main">
              <a:ext uri="{FF2B5EF4-FFF2-40B4-BE49-F238E27FC236}">
                <a16:creationId xmlns:a16="http://schemas.microsoft.com/office/drawing/2014/main" id="{EC1966B7-2229-4070-87B7-751FC5559559}"/>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기본 안내와 작업별 상세</a:t>
            </a:r>
          </a:p>
        </p:txBody>
      </p:sp>
      <p:sp>
        <p:nvSpPr>
          <p:cNvPr id="2" name="S41">
            <a:extLst xmlns:a="http://schemas.openxmlformats.org/drawingml/2006/main">
              <a:ext uri="{FF2B5EF4-FFF2-40B4-BE49-F238E27FC236}">
                <a16:creationId xmlns:a16="http://schemas.microsoft.com/office/drawing/2014/main" id="{284FBFFB-6C19-4A21-B4B4-1945B09B2CA0}"/>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S41</a:t>
            </a:r>
          </a:p>
        </p:txBody>
      </p:sp>
      <p:sp>
        <p:nvSpPr>
          <p:cNvPr id="3" name="AGENTS.md에는 무엇을 남길까?">
            <a:extLst xmlns:a="http://schemas.openxmlformats.org/drawingml/2006/main">
              <a:ext uri="{FF2B5EF4-FFF2-40B4-BE49-F238E27FC236}">
                <a16:creationId xmlns:a16="http://schemas.microsoft.com/office/drawing/2014/main" id="{297A66B5-1F65-4E00-9C28-F3A62AECC997}"/>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AGENTS.md에는 무엇을 남길까?</a:t>
            </a:r>
          </a:p>
        </p:txBody>
      </p:sp>
      <p:sp>
        <p:nvSpPr>
          <p:cNvPr id="4" name="">
            <a:extLst xmlns:a="http://schemas.openxmlformats.org/drawingml/2006/main">
              <a:ext uri="{FF2B5EF4-FFF2-40B4-BE49-F238E27FC236}">
                <a16:creationId xmlns:a16="http://schemas.microsoft.com/office/drawing/2014/main" id="{BED815B6-C11C-4AF0-BF21-B4CA82B33CA3}"/>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정보 배치 모델 · 보존된 문서의 요약 · 실제 자동 로딩 결과가 아님">
            <a:extLst xmlns:a="http://schemas.openxmlformats.org/drawingml/2006/main">
              <a:ext uri="{FF2B5EF4-FFF2-40B4-BE49-F238E27FC236}">
                <a16:creationId xmlns:a16="http://schemas.microsoft.com/office/drawing/2014/main" id="{8A85095E-9AD6-494A-BFEF-24793747904C}"/>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정보 배치 모델 · 보존된 문서의 요약 · 실제 자동 로딩 결과가 아님</a:t>
            </a:r>
          </a:p>
        </p:txBody>
      </p:sp>
      <p:sp>
        <p:nvSpPr>
          <p:cNvPr id="6" name="상세 정보 접근·성능 향상·토큰 절약을 이 그림으로 검증하지 않음">
            <a:extLst xmlns:a="http://schemas.openxmlformats.org/drawingml/2006/main">
              <a:ext uri="{FF2B5EF4-FFF2-40B4-BE49-F238E27FC236}">
                <a16:creationId xmlns:a16="http://schemas.microsoft.com/office/drawing/2014/main" id="{9EA30FBC-1A50-4960-A7C1-BFAE9DB77EDC}"/>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상세 정보 접근·성능 향상·토큰 절약을 이 그림으로 검증하지 않음</a:t>
            </a:r>
          </a:p>
        </p:txBody>
      </p:sp>
      <p:sp>
        <p:nvSpPr>
          <p:cNvPr id="7" name="여러 작업에 공통인가, 특정 작업의 상세인가?">
            <a:extLst xmlns:a="http://schemas.openxmlformats.org/drawingml/2006/main">
              <a:ext uri="{FF2B5EF4-FFF2-40B4-BE49-F238E27FC236}">
                <a16:creationId xmlns:a16="http://schemas.microsoft.com/office/drawing/2014/main" id="{5C803A5A-5745-44ED-AD23-CCFE3DBBA088}"/>
              </a:ext>
            </a:extLst>
          </p:cNvPr>
          <p:cNvSpPr>
            <a:spLocks xmlns:a="http://schemas.openxmlformats.org/drawingml/2006/main" noGrp="1"/>
          </p:cNvSpPr>
          <p:nvPr/>
        </p:nvSpPr>
        <p:spPr>
          <a:xfrm xmlns:a="http://schemas.openxmlformats.org/drawingml/2006/main">
            <a:off x="609600" y="17526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여러 작업에 공통인가, 특정 작업의 상세인가?</a:t>
            </a:r>
          </a:p>
        </p:txBody>
      </p:sp>
      <p:sp>
        <p:nvSpPr>
          <p:cNvPr id="8" name="항상 남길 기본 안내">
            <a:extLst xmlns:a="http://schemas.openxmlformats.org/drawingml/2006/main">
              <a:ext uri="{FF2B5EF4-FFF2-40B4-BE49-F238E27FC236}">
                <a16:creationId xmlns:a16="http://schemas.microsoft.com/office/drawing/2014/main" id="{E60A759D-4EB1-4E7F-8178-7D5E1CC2E2E2}"/>
              </a:ext>
            </a:extLst>
          </p:cNvPr>
          <p:cNvSpPr>
            <a:spLocks xmlns:a="http://schemas.openxmlformats.org/drawingml/2006/main" noGrp="1"/>
          </p:cNvSpPr>
          <p:nvPr/>
        </p:nvSpPr>
        <p:spPr>
          <a:xfrm xmlns:a="http://schemas.openxmlformats.org/drawingml/2006/main">
            <a:off x="609600" y="2381250"/>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항상 남길 기본 안내</a:t>
            </a:r>
          </a:p>
        </p:txBody>
      </p:sp>
      <p:sp>
        <p:nvSpPr>
          <p:cNvPr id="9" name="관련 작업에서 확인할 상세">
            <a:extLst xmlns:a="http://schemas.openxmlformats.org/drawingml/2006/main">
              <a:ext uri="{FF2B5EF4-FFF2-40B4-BE49-F238E27FC236}">
                <a16:creationId xmlns:a16="http://schemas.microsoft.com/office/drawing/2014/main" id="{135135EC-B558-45D9-9480-CF9443E816EB}"/>
              </a:ext>
            </a:extLst>
          </p:cNvPr>
          <p:cNvSpPr>
            <a:spLocks xmlns:a="http://schemas.openxmlformats.org/drawingml/2006/main" noGrp="1"/>
          </p:cNvSpPr>
          <p:nvPr/>
        </p:nvSpPr>
        <p:spPr>
          <a:xfrm xmlns:a="http://schemas.openxmlformats.org/drawingml/2006/main">
            <a:off x="6419850" y="2381250"/>
            <a:ext cx="5162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관련 작업에서 확인할 상세</a:t>
            </a:r>
          </a:p>
        </p:txBody>
      </p:sp>
      <p:sp>
        <p:nvSpPr>
          <p:cNvPr id="10" name="">
            <a:extLst xmlns:a="http://schemas.openxmlformats.org/drawingml/2006/main">
              <a:ext uri="{FF2B5EF4-FFF2-40B4-BE49-F238E27FC236}">
                <a16:creationId xmlns:a16="http://schemas.microsoft.com/office/drawing/2014/main" id="{16D9F54F-22CC-4EE8-AFBC-BE7B6105BAB7}"/>
              </a:ext>
            </a:extLst>
          </p:cNvPr>
          <p:cNvSpPr>
            <a:spLocks xmlns:a="http://schemas.openxmlformats.org/drawingml/2006/main" noGrp="1"/>
          </p:cNvSpPr>
          <p:nvPr/>
        </p:nvSpPr>
        <p:spPr>
          <a:xfrm xmlns:a="http://schemas.openxmlformats.org/drawingml/2006/main">
            <a:off x="609600" y="2819400"/>
            <a:ext cx="4857750" cy="2190750"/>
          </a:xfrm>
          <a:prstGeom xmlns:a="http://schemas.openxmlformats.org/drawingml/2006/main" prst="rect">
            <a:avLst/>
          </a:prstGeom>
          <a:solidFill xmlns:a="http://schemas.openxmlformats.org/drawingml/2006/main">
            <a:srgbClr val="E0EFF0"/>
          </a:solidFill>
          <a:ln xmlns:a="http://schemas.openxmlformats.org/drawingml/2006/main" w="14288">
            <a:solidFill>
              <a:srgbClr val="0B6172"/>
            </a:solidFill>
            <a:prstDash val="solid"/>
          </a:ln>
        </p:spPr>
      </p:sp>
      <p:sp>
        <p:nvSpPr>
          <p:cNvPr id="11" name="AGENTS.md">
            <a:extLst xmlns:a="http://schemas.openxmlformats.org/drawingml/2006/main">
              <a:ext uri="{FF2B5EF4-FFF2-40B4-BE49-F238E27FC236}">
                <a16:creationId xmlns:a16="http://schemas.microsoft.com/office/drawing/2014/main" id="{8CF3A221-A429-4B66-A847-0A69120DBB7E}"/>
              </a:ext>
            </a:extLst>
          </p:cNvPr>
          <p:cNvSpPr>
            <a:spLocks xmlns:a="http://schemas.openxmlformats.org/drawingml/2006/main" noGrp="1"/>
          </p:cNvSpPr>
          <p:nvPr/>
        </p:nvSpPr>
        <p:spPr>
          <a:xfrm xmlns:a="http://schemas.openxmlformats.org/drawingml/2006/main">
            <a:off x="838200" y="2924175"/>
            <a:ext cx="4400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Consolas"/>
                <a:ea typeface="Consolas"/>
                <a:cs typeface="Consolas"/>
              </a:defRPr>
            </a:defPPr>
            <a:lvl1pPr algn="l">
              <a:defRPr sz="2250" b="1">
                <a:solidFill>
                  <a:srgbClr val="0B6172"/>
                </a:solidFill>
                <a:latin typeface="Consolas"/>
                <a:ea typeface="Consolas"/>
                <a:cs typeface="Consolas"/>
              </a:defRPr>
            </a:lvl1pPr>
            <a:lvl2pPr algn="l">
              <a:defRPr sz="2250" b="1">
                <a:solidFill>
                  <a:srgbClr val="0B6172"/>
                </a:solidFill>
                <a:latin typeface="Consolas"/>
                <a:ea typeface="Consolas"/>
                <a:cs typeface="Consolas"/>
              </a:defRPr>
            </a:lvl2pPr>
            <a:lvl3pPr algn="l">
              <a:defRPr sz="2250" b="1">
                <a:solidFill>
                  <a:srgbClr val="0B6172"/>
                </a:solidFill>
                <a:latin typeface="Consolas"/>
                <a:ea typeface="Consolas"/>
                <a:cs typeface="Consolas"/>
              </a:defRPr>
            </a:lvl3pPr>
            <a:lvl4pPr algn="l">
              <a:defRPr sz="2250" b="1">
                <a:solidFill>
                  <a:srgbClr val="0B6172"/>
                </a:solidFill>
                <a:latin typeface="Consolas"/>
                <a:ea typeface="Consolas"/>
                <a:cs typeface="Consolas"/>
              </a:defRPr>
            </a:lvl4pPr>
            <a:lvl5pPr algn="l">
              <a:defRPr sz="2250" b="1">
                <a:solidFill>
                  <a:srgbClr val="0B6172"/>
                </a:solidFill>
                <a:latin typeface="Consolas"/>
                <a:ea typeface="Consolas"/>
                <a:cs typeface="Consolas"/>
              </a:defRPr>
            </a:lvl5pPr>
            <a:lvl6pPr algn="l">
              <a:defRPr sz="2250" b="1">
                <a:solidFill>
                  <a:srgbClr val="0B6172"/>
                </a:solidFill>
                <a:latin typeface="Consolas"/>
                <a:ea typeface="Consolas"/>
                <a:cs typeface="Consolas"/>
              </a:defRPr>
            </a:lvl6pPr>
            <a:lvl7pPr algn="l">
              <a:defRPr sz="2250" b="1">
                <a:solidFill>
                  <a:srgbClr val="0B6172"/>
                </a:solidFill>
                <a:latin typeface="Consolas"/>
                <a:ea typeface="Consolas"/>
                <a:cs typeface="Consolas"/>
              </a:defRPr>
            </a:lvl7pPr>
            <a:lvl8pPr algn="l">
              <a:defRPr sz="2250" b="1">
                <a:solidFill>
                  <a:srgbClr val="0B6172"/>
                </a:solidFill>
                <a:latin typeface="Consolas"/>
                <a:ea typeface="Consolas"/>
                <a:cs typeface="Consolas"/>
              </a:defRPr>
            </a:lvl8pPr>
            <a:lvl9pPr algn="l">
              <a:defRPr sz="2250" b="1">
                <a:solidFill>
                  <a:srgbClr val="0B6172"/>
                </a:solidFill>
                <a:latin typeface="Consolas"/>
                <a:ea typeface="Consolas"/>
                <a:cs typeface="Consolas"/>
              </a:defRPr>
            </a:lvl9pPr>
          </a:lstStyle>
          <a:p xmlns:a="http://schemas.openxmlformats.org/drawingml/2006/main">
            <a:pPr algn="l">
              <a:defRPr sz="2250" b="1">
                <a:solidFill>
                  <a:srgbClr val="0B6172"/>
                </a:solidFill>
                <a:latin typeface="Consolas"/>
                <a:ea typeface="Consolas"/>
                <a:cs typeface="Consolas"/>
              </a:defRPr>
            </a:pPr>
            <a:r>
              <a:rPr sz="2250" b="1">
                <a:solidFill>
                  <a:srgbClr val="0B6172"/>
                </a:solidFill>
                <a:latin typeface="Consolas"/>
                <a:ea typeface="Consolas"/>
                <a:cs typeface="Consolas"/>
              </a:rPr>
              <a:t>AGENTS.md</a:t>
            </a:r>
          </a:p>
        </p:txBody>
      </p:sp>
      <p:sp>
        <p:nvSpPr>
          <p:cNvPr id="12" name="목적">
            <a:extLst xmlns:a="http://schemas.openxmlformats.org/drawingml/2006/main">
              <a:ext uri="{FF2B5EF4-FFF2-40B4-BE49-F238E27FC236}">
                <a16:creationId xmlns:a16="http://schemas.microsoft.com/office/drawing/2014/main" id="{0D3A24CC-9986-43F4-865D-C0EAD0BA56A2}"/>
              </a:ext>
            </a:extLst>
          </p:cNvPr>
          <p:cNvSpPr>
            <a:spLocks xmlns:a="http://schemas.openxmlformats.org/drawingml/2006/main" noGrp="1"/>
          </p:cNvSpPr>
          <p:nvPr/>
        </p:nvSpPr>
        <p:spPr>
          <a:xfrm xmlns:a="http://schemas.openxmlformats.org/drawingml/2006/main">
            <a:off x="838200" y="34480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Malgun Gothic"/>
                <a:ea typeface="Malgun Gothic"/>
                <a:cs typeface="Malgun Gothic"/>
              </a:defRPr>
            </a:defPPr>
            <a:lvl1pPr algn="l">
              <a:defRPr sz="1800" b="1">
                <a:solidFill>
                  <a:srgbClr val="4D5A68"/>
                </a:solidFill>
                <a:latin typeface="Malgun Gothic"/>
                <a:ea typeface="Malgun Gothic"/>
                <a:cs typeface="Malgun Gothic"/>
              </a:defRPr>
            </a:lvl1pPr>
            <a:lvl2pPr algn="l">
              <a:defRPr sz="1800" b="1">
                <a:solidFill>
                  <a:srgbClr val="4D5A68"/>
                </a:solidFill>
                <a:latin typeface="Malgun Gothic"/>
                <a:ea typeface="Malgun Gothic"/>
                <a:cs typeface="Malgun Gothic"/>
              </a:defRPr>
            </a:lvl2pPr>
            <a:lvl3pPr algn="l">
              <a:defRPr sz="1800" b="1">
                <a:solidFill>
                  <a:srgbClr val="4D5A68"/>
                </a:solidFill>
                <a:latin typeface="Malgun Gothic"/>
                <a:ea typeface="Malgun Gothic"/>
                <a:cs typeface="Malgun Gothic"/>
              </a:defRPr>
            </a:lvl3pPr>
            <a:lvl4pPr algn="l">
              <a:defRPr sz="1800" b="1">
                <a:solidFill>
                  <a:srgbClr val="4D5A68"/>
                </a:solidFill>
                <a:latin typeface="Malgun Gothic"/>
                <a:ea typeface="Malgun Gothic"/>
                <a:cs typeface="Malgun Gothic"/>
              </a:defRPr>
            </a:lvl4pPr>
            <a:lvl5pPr algn="l">
              <a:defRPr sz="1800" b="1">
                <a:solidFill>
                  <a:srgbClr val="4D5A68"/>
                </a:solidFill>
                <a:latin typeface="Malgun Gothic"/>
                <a:ea typeface="Malgun Gothic"/>
                <a:cs typeface="Malgun Gothic"/>
              </a:defRPr>
            </a:lvl5pPr>
            <a:lvl6pPr algn="l">
              <a:defRPr sz="1800" b="1">
                <a:solidFill>
                  <a:srgbClr val="4D5A68"/>
                </a:solidFill>
                <a:latin typeface="Malgun Gothic"/>
                <a:ea typeface="Malgun Gothic"/>
                <a:cs typeface="Malgun Gothic"/>
              </a:defRPr>
            </a:lvl6pPr>
            <a:lvl7pPr algn="l">
              <a:defRPr sz="1800" b="1">
                <a:solidFill>
                  <a:srgbClr val="4D5A68"/>
                </a:solidFill>
                <a:latin typeface="Malgun Gothic"/>
                <a:ea typeface="Malgun Gothic"/>
                <a:cs typeface="Malgun Gothic"/>
              </a:defRPr>
            </a:lvl7pPr>
            <a:lvl8pPr algn="l">
              <a:defRPr sz="1800" b="1">
                <a:solidFill>
                  <a:srgbClr val="4D5A68"/>
                </a:solidFill>
                <a:latin typeface="Malgun Gothic"/>
                <a:ea typeface="Malgun Gothic"/>
                <a:cs typeface="Malgun Gothic"/>
              </a:defRPr>
            </a:lvl8pPr>
            <a:lvl9pPr algn="l">
              <a:defRPr sz="1800" b="1">
                <a:solidFill>
                  <a:srgbClr val="4D5A68"/>
                </a:solidFill>
                <a:latin typeface="Malgun Gothic"/>
                <a:ea typeface="Malgun Gothic"/>
                <a:cs typeface="Malgun Gothic"/>
              </a:defRPr>
            </a:lvl9pPr>
          </a:lstStyle>
          <a:p xmlns:a="http://schemas.openxmlformats.org/drawingml/2006/main">
            <a:pPr algn="l">
              <a:defRPr sz="1800" b="1">
                <a:solidFill>
                  <a:srgbClr val="4D5A68"/>
                </a:solidFill>
                <a:latin typeface="Malgun Gothic"/>
                <a:ea typeface="Malgun Gothic"/>
                <a:cs typeface="Malgun Gothic"/>
              </a:defRPr>
            </a:pPr>
            <a:r>
              <a:rPr sz="1800" b="1">
                <a:solidFill>
                  <a:srgbClr val="4D5A68"/>
                </a:solidFill>
                <a:latin typeface="Malgun Gothic"/>
                <a:ea typeface="Malgun Gothic"/>
                <a:cs typeface="Malgun Gothic"/>
              </a:rPr>
              <a:t>목적</a:t>
            </a:r>
          </a:p>
        </p:txBody>
      </p:sp>
      <p:sp>
        <p:nvSpPr>
          <p:cNvPr id="13" name="로컬 흑백 이미지 처리 CLI">
            <a:extLst xmlns:a="http://schemas.openxmlformats.org/drawingml/2006/main">
              <a:ext uri="{FF2B5EF4-FFF2-40B4-BE49-F238E27FC236}">
                <a16:creationId xmlns:a16="http://schemas.microsoft.com/office/drawing/2014/main" id="{0426C4C5-8D55-47CF-8A6C-23AFC259392E}"/>
              </a:ext>
            </a:extLst>
          </p:cNvPr>
          <p:cNvSpPr>
            <a:spLocks xmlns:a="http://schemas.openxmlformats.org/drawingml/2006/main" noGrp="1"/>
          </p:cNvSpPr>
          <p:nvPr/>
        </p:nvSpPr>
        <p:spPr>
          <a:xfrm xmlns:a="http://schemas.openxmlformats.org/drawingml/2006/main">
            <a:off x="1619250" y="344805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로컬 흑백 이미지 처리 CLI</a:t>
            </a:r>
          </a:p>
        </p:txBody>
      </p:sp>
      <p:sp>
        <p:nvSpPr>
          <p:cNvPr id="14" name="제약">
            <a:extLst xmlns:a="http://schemas.openxmlformats.org/drawingml/2006/main">
              <a:ext uri="{FF2B5EF4-FFF2-40B4-BE49-F238E27FC236}">
                <a16:creationId xmlns:a16="http://schemas.microsoft.com/office/drawing/2014/main" id="{77FF8689-D1CC-46BA-85A5-D4CF9C5D459A}"/>
              </a:ext>
            </a:extLst>
          </p:cNvPr>
          <p:cNvSpPr>
            <a:spLocks xmlns:a="http://schemas.openxmlformats.org/drawingml/2006/main" noGrp="1"/>
          </p:cNvSpPr>
          <p:nvPr/>
        </p:nvSpPr>
        <p:spPr>
          <a:xfrm xmlns:a="http://schemas.openxmlformats.org/drawingml/2006/main">
            <a:off x="838200" y="38671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Malgun Gothic"/>
                <a:ea typeface="Malgun Gothic"/>
                <a:cs typeface="Malgun Gothic"/>
              </a:defRPr>
            </a:defPPr>
            <a:lvl1pPr algn="l">
              <a:defRPr sz="1800" b="1">
                <a:solidFill>
                  <a:srgbClr val="4D5A68"/>
                </a:solidFill>
                <a:latin typeface="Malgun Gothic"/>
                <a:ea typeface="Malgun Gothic"/>
                <a:cs typeface="Malgun Gothic"/>
              </a:defRPr>
            </a:lvl1pPr>
            <a:lvl2pPr algn="l">
              <a:defRPr sz="1800" b="1">
                <a:solidFill>
                  <a:srgbClr val="4D5A68"/>
                </a:solidFill>
                <a:latin typeface="Malgun Gothic"/>
                <a:ea typeface="Malgun Gothic"/>
                <a:cs typeface="Malgun Gothic"/>
              </a:defRPr>
            </a:lvl2pPr>
            <a:lvl3pPr algn="l">
              <a:defRPr sz="1800" b="1">
                <a:solidFill>
                  <a:srgbClr val="4D5A68"/>
                </a:solidFill>
                <a:latin typeface="Malgun Gothic"/>
                <a:ea typeface="Malgun Gothic"/>
                <a:cs typeface="Malgun Gothic"/>
              </a:defRPr>
            </a:lvl3pPr>
            <a:lvl4pPr algn="l">
              <a:defRPr sz="1800" b="1">
                <a:solidFill>
                  <a:srgbClr val="4D5A68"/>
                </a:solidFill>
                <a:latin typeface="Malgun Gothic"/>
                <a:ea typeface="Malgun Gothic"/>
                <a:cs typeface="Malgun Gothic"/>
              </a:defRPr>
            </a:lvl4pPr>
            <a:lvl5pPr algn="l">
              <a:defRPr sz="1800" b="1">
                <a:solidFill>
                  <a:srgbClr val="4D5A68"/>
                </a:solidFill>
                <a:latin typeface="Malgun Gothic"/>
                <a:ea typeface="Malgun Gothic"/>
                <a:cs typeface="Malgun Gothic"/>
              </a:defRPr>
            </a:lvl5pPr>
            <a:lvl6pPr algn="l">
              <a:defRPr sz="1800" b="1">
                <a:solidFill>
                  <a:srgbClr val="4D5A68"/>
                </a:solidFill>
                <a:latin typeface="Malgun Gothic"/>
                <a:ea typeface="Malgun Gothic"/>
                <a:cs typeface="Malgun Gothic"/>
              </a:defRPr>
            </a:lvl6pPr>
            <a:lvl7pPr algn="l">
              <a:defRPr sz="1800" b="1">
                <a:solidFill>
                  <a:srgbClr val="4D5A68"/>
                </a:solidFill>
                <a:latin typeface="Malgun Gothic"/>
                <a:ea typeface="Malgun Gothic"/>
                <a:cs typeface="Malgun Gothic"/>
              </a:defRPr>
            </a:lvl7pPr>
            <a:lvl8pPr algn="l">
              <a:defRPr sz="1800" b="1">
                <a:solidFill>
                  <a:srgbClr val="4D5A68"/>
                </a:solidFill>
                <a:latin typeface="Malgun Gothic"/>
                <a:ea typeface="Malgun Gothic"/>
                <a:cs typeface="Malgun Gothic"/>
              </a:defRPr>
            </a:lvl8pPr>
            <a:lvl9pPr algn="l">
              <a:defRPr sz="1800" b="1">
                <a:solidFill>
                  <a:srgbClr val="4D5A68"/>
                </a:solidFill>
                <a:latin typeface="Malgun Gothic"/>
                <a:ea typeface="Malgun Gothic"/>
                <a:cs typeface="Malgun Gothic"/>
              </a:defRPr>
            </a:lvl9pPr>
          </a:lstStyle>
          <a:p xmlns:a="http://schemas.openxmlformats.org/drawingml/2006/main">
            <a:pPr algn="l">
              <a:defRPr sz="1800" b="1">
                <a:solidFill>
                  <a:srgbClr val="4D5A68"/>
                </a:solidFill>
                <a:latin typeface="Malgun Gothic"/>
                <a:ea typeface="Malgun Gothic"/>
                <a:cs typeface="Malgun Gothic"/>
              </a:defRPr>
            </a:pPr>
            <a:r>
              <a:rPr sz="1800" b="1">
                <a:solidFill>
                  <a:srgbClr val="4D5A68"/>
                </a:solidFill>
                <a:latin typeface="Malgun Gothic"/>
                <a:ea typeface="Malgun Gothic"/>
                <a:cs typeface="Malgun Gothic"/>
              </a:rPr>
              <a:t>제약</a:t>
            </a:r>
          </a:p>
        </p:txBody>
      </p:sp>
      <p:sp>
        <p:nvSpPr>
          <p:cNvPr id="15" name="요청 밖의 기존 동작 보존">
            <a:extLst xmlns:a="http://schemas.openxmlformats.org/drawingml/2006/main">
              <a:ext uri="{FF2B5EF4-FFF2-40B4-BE49-F238E27FC236}">
                <a16:creationId xmlns:a16="http://schemas.microsoft.com/office/drawing/2014/main" id="{3EDFA7CA-CD83-48D5-8EB2-7B5EC920DF10}"/>
              </a:ext>
            </a:extLst>
          </p:cNvPr>
          <p:cNvSpPr>
            <a:spLocks xmlns:a="http://schemas.openxmlformats.org/drawingml/2006/main" noGrp="1"/>
          </p:cNvSpPr>
          <p:nvPr/>
        </p:nvSpPr>
        <p:spPr>
          <a:xfrm xmlns:a="http://schemas.openxmlformats.org/drawingml/2006/main">
            <a:off x="1619250" y="386715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요청 밖의 기존 동작 보존</a:t>
            </a:r>
          </a:p>
        </p:txBody>
      </p:sp>
      <p:sp>
        <p:nvSpPr>
          <p:cNvPr id="16" name="안내">
            <a:extLst xmlns:a="http://schemas.openxmlformats.org/drawingml/2006/main">
              <a:ext uri="{FF2B5EF4-FFF2-40B4-BE49-F238E27FC236}">
                <a16:creationId xmlns:a16="http://schemas.microsoft.com/office/drawing/2014/main" id="{B024F028-A885-4FE0-98DA-DACEC4EA71EA}"/>
              </a:ext>
            </a:extLst>
          </p:cNvPr>
          <p:cNvSpPr>
            <a:spLocks xmlns:a="http://schemas.openxmlformats.org/drawingml/2006/main" noGrp="1"/>
          </p:cNvSpPr>
          <p:nvPr/>
        </p:nvSpPr>
        <p:spPr>
          <a:xfrm xmlns:a="http://schemas.openxmlformats.org/drawingml/2006/main">
            <a:off x="838200" y="4286250"/>
            <a:ext cx="609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4D5A68"/>
                </a:solidFill>
                <a:latin typeface="Malgun Gothic"/>
                <a:ea typeface="Malgun Gothic"/>
                <a:cs typeface="Malgun Gothic"/>
              </a:defRPr>
            </a:defPPr>
            <a:lvl1pPr algn="l">
              <a:defRPr sz="1800" b="1">
                <a:solidFill>
                  <a:srgbClr val="4D5A68"/>
                </a:solidFill>
                <a:latin typeface="Malgun Gothic"/>
                <a:ea typeface="Malgun Gothic"/>
                <a:cs typeface="Malgun Gothic"/>
              </a:defRPr>
            </a:lvl1pPr>
            <a:lvl2pPr algn="l">
              <a:defRPr sz="1800" b="1">
                <a:solidFill>
                  <a:srgbClr val="4D5A68"/>
                </a:solidFill>
                <a:latin typeface="Malgun Gothic"/>
                <a:ea typeface="Malgun Gothic"/>
                <a:cs typeface="Malgun Gothic"/>
              </a:defRPr>
            </a:lvl2pPr>
            <a:lvl3pPr algn="l">
              <a:defRPr sz="1800" b="1">
                <a:solidFill>
                  <a:srgbClr val="4D5A68"/>
                </a:solidFill>
                <a:latin typeface="Malgun Gothic"/>
                <a:ea typeface="Malgun Gothic"/>
                <a:cs typeface="Malgun Gothic"/>
              </a:defRPr>
            </a:lvl3pPr>
            <a:lvl4pPr algn="l">
              <a:defRPr sz="1800" b="1">
                <a:solidFill>
                  <a:srgbClr val="4D5A68"/>
                </a:solidFill>
                <a:latin typeface="Malgun Gothic"/>
                <a:ea typeface="Malgun Gothic"/>
                <a:cs typeface="Malgun Gothic"/>
              </a:defRPr>
            </a:lvl4pPr>
            <a:lvl5pPr algn="l">
              <a:defRPr sz="1800" b="1">
                <a:solidFill>
                  <a:srgbClr val="4D5A68"/>
                </a:solidFill>
                <a:latin typeface="Malgun Gothic"/>
                <a:ea typeface="Malgun Gothic"/>
                <a:cs typeface="Malgun Gothic"/>
              </a:defRPr>
            </a:lvl5pPr>
            <a:lvl6pPr algn="l">
              <a:defRPr sz="1800" b="1">
                <a:solidFill>
                  <a:srgbClr val="4D5A68"/>
                </a:solidFill>
                <a:latin typeface="Malgun Gothic"/>
                <a:ea typeface="Malgun Gothic"/>
                <a:cs typeface="Malgun Gothic"/>
              </a:defRPr>
            </a:lvl6pPr>
            <a:lvl7pPr algn="l">
              <a:defRPr sz="1800" b="1">
                <a:solidFill>
                  <a:srgbClr val="4D5A68"/>
                </a:solidFill>
                <a:latin typeface="Malgun Gothic"/>
                <a:ea typeface="Malgun Gothic"/>
                <a:cs typeface="Malgun Gothic"/>
              </a:defRPr>
            </a:lvl7pPr>
            <a:lvl8pPr algn="l">
              <a:defRPr sz="1800" b="1">
                <a:solidFill>
                  <a:srgbClr val="4D5A68"/>
                </a:solidFill>
                <a:latin typeface="Malgun Gothic"/>
                <a:ea typeface="Malgun Gothic"/>
                <a:cs typeface="Malgun Gothic"/>
              </a:defRPr>
            </a:lvl8pPr>
            <a:lvl9pPr algn="l">
              <a:defRPr sz="1800" b="1">
                <a:solidFill>
                  <a:srgbClr val="4D5A68"/>
                </a:solidFill>
                <a:latin typeface="Malgun Gothic"/>
                <a:ea typeface="Malgun Gothic"/>
                <a:cs typeface="Malgun Gothic"/>
              </a:defRPr>
            </a:lvl9pPr>
          </a:lstStyle>
          <a:p xmlns:a="http://schemas.openxmlformats.org/drawingml/2006/main">
            <a:pPr algn="l">
              <a:defRPr sz="1800" b="1">
                <a:solidFill>
                  <a:srgbClr val="4D5A68"/>
                </a:solidFill>
                <a:latin typeface="Malgun Gothic"/>
                <a:ea typeface="Malgun Gothic"/>
                <a:cs typeface="Malgun Gothic"/>
              </a:defRPr>
            </a:pPr>
            <a:r>
              <a:rPr sz="1800" b="1">
                <a:solidFill>
                  <a:srgbClr val="4D5A68"/>
                </a:solidFill>
                <a:latin typeface="Malgun Gothic"/>
                <a:ea typeface="Malgun Gothic"/>
                <a:cs typeface="Malgun Gothic"/>
              </a:rPr>
              <a:t>안내</a:t>
            </a:r>
          </a:p>
        </p:txBody>
      </p:sp>
      <p:sp>
        <p:nvSpPr>
          <p:cNvPr id="17" name="빌드·검증 시작점&#10;관련 상세 문서 위치">
            <a:extLst xmlns:a="http://schemas.openxmlformats.org/drawingml/2006/main">
              <a:ext uri="{FF2B5EF4-FFF2-40B4-BE49-F238E27FC236}">
                <a16:creationId xmlns:a16="http://schemas.microsoft.com/office/drawing/2014/main" id="{514E715F-37AE-42E5-894E-3E500CEB656C}"/>
              </a:ext>
            </a:extLst>
          </p:cNvPr>
          <p:cNvSpPr>
            <a:spLocks xmlns:a="http://schemas.openxmlformats.org/drawingml/2006/main" noGrp="1"/>
          </p:cNvSpPr>
          <p:nvPr/>
        </p:nvSpPr>
        <p:spPr>
          <a:xfrm xmlns:a="http://schemas.openxmlformats.org/drawingml/2006/main">
            <a:off x="1619250" y="4286250"/>
            <a:ext cx="361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빌드·검증 시작점</a:t>
            </a:r>
          </a:p>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관련 상세 문서 위치</a:t>
            </a:r>
          </a:p>
        </p:txBody>
      </p:sp>
      <p:sp>
        <p:nvSpPr>
          <p:cNvPr id="18" name="">
            <a:extLst xmlns:a="http://schemas.openxmlformats.org/drawingml/2006/main">
              <a:ext uri="{FF2B5EF4-FFF2-40B4-BE49-F238E27FC236}">
                <a16:creationId xmlns:a16="http://schemas.microsoft.com/office/drawing/2014/main" id="{61B9001C-71C3-48A7-AFD3-0991A09D55E8}"/>
              </a:ext>
            </a:extLst>
          </p:cNvPr>
          <p:cNvSpPr>
            <a:spLocks xmlns:a="http://schemas.openxmlformats.org/drawingml/2006/main" noGrp="1"/>
          </p:cNvSpPr>
          <p:nvPr/>
        </p:nvSpPr>
        <p:spPr>
          <a:xfrm xmlns:a="http://schemas.openxmlformats.org/drawingml/2006/main">
            <a:off x="6419850" y="2819400"/>
            <a:ext cx="516255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19" name="docs/architecture.md">
            <a:extLst xmlns:a="http://schemas.openxmlformats.org/drawingml/2006/main">
              <a:ext uri="{FF2B5EF4-FFF2-40B4-BE49-F238E27FC236}">
                <a16:creationId xmlns:a16="http://schemas.microsoft.com/office/drawing/2014/main" id="{4CD6F53C-AAE0-4F48-A92C-7EF071E3592C}"/>
              </a:ext>
            </a:extLst>
          </p:cNvPr>
          <p:cNvSpPr>
            <a:spLocks xmlns:a="http://schemas.openxmlformats.org/drawingml/2006/main" noGrp="1"/>
          </p:cNvSpPr>
          <p:nvPr/>
        </p:nvSpPr>
        <p:spPr>
          <a:xfrm xmlns:a="http://schemas.openxmlformats.org/drawingml/2006/main">
            <a:off x="6648450" y="2876550"/>
            <a:ext cx="4705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docs/architecture.md</a:t>
            </a:r>
          </a:p>
        </p:txBody>
      </p:sp>
      <p:sp>
        <p:nvSpPr>
          <p:cNvPr id="20" name="구조 확인: 처리 순서 · 모듈 역할">
            <a:extLst xmlns:a="http://schemas.openxmlformats.org/drawingml/2006/main">
              <a:ext uri="{FF2B5EF4-FFF2-40B4-BE49-F238E27FC236}">
                <a16:creationId xmlns:a16="http://schemas.microsoft.com/office/drawing/2014/main" id="{6ED29820-9B2B-4EE8-86D4-4C8A85CDB6F2}"/>
              </a:ext>
            </a:extLst>
          </p:cNvPr>
          <p:cNvSpPr>
            <a:spLocks xmlns:a="http://schemas.openxmlformats.org/drawingml/2006/main" noGrp="1"/>
          </p:cNvSpPr>
          <p:nvPr/>
        </p:nvSpPr>
        <p:spPr>
          <a:xfrm xmlns:a="http://schemas.openxmlformats.org/drawingml/2006/main">
            <a:off x="6648450" y="3181350"/>
            <a:ext cx="4705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구조 확인: 처리 순서 · 모듈 역할</a:t>
            </a:r>
          </a:p>
        </p:txBody>
      </p:sp>
      <p:sp>
        <p:nvSpPr>
          <p:cNvPr id="21" name="">
            <a:extLst xmlns:a="http://schemas.openxmlformats.org/drawingml/2006/main">
              <a:ext uri="{FF2B5EF4-FFF2-40B4-BE49-F238E27FC236}">
                <a16:creationId xmlns:a16="http://schemas.microsoft.com/office/drawing/2014/main" id="{B1E2BDE0-F4C8-4BC8-99BE-7A8C3ABACECB}"/>
              </a:ext>
            </a:extLst>
          </p:cNvPr>
          <p:cNvSpPr>
            <a:spLocks xmlns:a="http://schemas.openxmlformats.org/drawingml/2006/main" noGrp="1"/>
          </p:cNvSpPr>
          <p:nvPr/>
        </p:nvSpPr>
        <p:spPr>
          <a:xfrm xmlns:a="http://schemas.openxmlformats.org/drawingml/2006/main">
            <a:off x="6419850" y="3581400"/>
            <a:ext cx="516255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22" name="docs/image-contracts.md">
            <a:extLst xmlns:a="http://schemas.openxmlformats.org/drawingml/2006/main">
              <a:ext uri="{FF2B5EF4-FFF2-40B4-BE49-F238E27FC236}">
                <a16:creationId xmlns:a16="http://schemas.microsoft.com/office/drawing/2014/main" id="{DD9764FC-C617-42F8-B2FE-B36DD4834927}"/>
              </a:ext>
            </a:extLst>
          </p:cNvPr>
          <p:cNvSpPr>
            <a:spLocks xmlns:a="http://schemas.openxmlformats.org/drawingml/2006/main" noGrp="1"/>
          </p:cNvSpPr>
          <p:nvPr/>
        </p:nvSpPr>
        <p:spPr>
          <a:xfrm xmlns:a="http://schemas.openxmlformats.org/drawingml/2006/main">
            <a:off x="6648450" y="3638550"/>
            <a:ext cx="4705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docs/image-contracts.md</a:t>
            </a:r>
          </a:p>
        </p:txBody>
      </p:sp>
      <p:sp>
        <p:nvSpPr>
          <p:cNvPr id="23" name="이미지 동작 확인: crop·resize 명세">
            <a:extLst xmlns:a="http://schemas.openxmlformats.org/drawingml/2006/main">
              <a:ext uri="{FF2B5EF4-FFF2-40B4-BE49-F238E27FC236}">
                <a16:creationId xmlns:a16="http://schemas.microsoft.com/office/drawing/2014/main" id="{0D38624D-5AA6-4020-A249-5A8F760DD499}"/>
              </a:ext>
            </a:extLst>
          </p:cNvPr>
          <p:cNvSpPr>
            <a:spLocks xmlns:a="http://schemas.openxmlformats.org/drawingml/2006/main" noGrp="1"/>
          </p:cNvSpPr>
          <p:nvPr/>
        </p:nvSpPr>
        <p:spPr>
          <a:xfrm xmlns:a="http://schemas.openxmlformats.org/drawingml/2006/main">
            <a:off x="6648450" y="3943350"/>
            <a:ext cx="4705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이미지 동작 확인: crop·resize 명세</a:t>
            </a:r>
          </a:p>
        </p:txBody>
      </p:sp>
      <p:sp>
        <p:nvSpPr>
          <p:cNvPr id="24" name="">
            <a:extLst xmlns:a="http://schemas.openxmlformats.org/drawingml/2006/main">
              <a:ext uri="{FF2B5EF4-FFF2-40B4-BE49-F238E27FC236}">
                <a16:creationId xmlns:a16="http://schemas.microsoft.com/office/drawing/2014/main" id="{241C0427-8695-4EC5-881A-2242EC66AF0A}"/>
              </a:ext>
            </a:extLst>
          </p:cNvPr>
          <p:cNvSpPr>
            <a:spLocks xmlns:a="http://schemas.openxmlformats.org/drawingml/2006/main" noGrp="1"/>
          </p:cNvSpPr>
          <p:nvPr/>
        </p:nvSpPr>
        <p:spPr>
          <a:xfrm xmlns:a="http://schemas.openxmlformats.org/drawingml/2006/main">
            <a:off x="6419850" y="4343400"/>
            <a:ext cx="516255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C7D0DA"/>
            </a:solidFill>
            <a:prstDash val="solid"/>
          </a:ln>
        </p:spPr>
      </p:sp>
      <p:sp>
        <p:nvSpPr>
          <p:cNvPr id="25" name="docs/testing.md">
            <a:extLst xmlns:a="http://schemas.openxmlformats.org/drawingml/2006/main">
              <a:ext uri="{FF2B5EF4-FFF2-40B4-BE49-F238E27FC236}">
                <a16:creationId xmlns:a16="http://schemas.microsoft.com/office/drawing/2014/main" id="{3C382920-15EA-421A-8827-726FD3EB619F}"/>
              </a:ext>
            </a:extLst>
          </p:cNvPr>
          <p:cNvSpPr>
            <a:spLocks xmlns:a="http://schemas.openxmlformats.org/drawingml/2006/main" noGrp="1"/>
          </p:cNvSpPr>
          <p:nvPr/>
        </p:nvSpPr>
        <p:spPr>
          <a:xfrm xmlns:a="http://schemas.openxmlformats.org/drawingml/2006/main">
            <a:off x="6648450" y="4400550"/>
            <a:ext cx="4705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docs/testing.md</a:t>
            </a:r>
          </a:p>
        </p:txBody>
      </p:sp>
      <p:sp>
        <p:nvSpPr>
          <p:cNvPr id="26" name="검증 범위 확인: 관련 테스트 위치">
            <a:extLst xmlns:a="http://schemas.openxmlformats.org/drawingml/2006/main">
              <a:ext uri="{FF2B5EF4-FFF2-40B4-BE49-F238E27FC236}">
                <a16:creationId xmlns:a16="http://schemas.microsoft.com/office/drawing/2014/main" id="{5821A26F-F154-4C8C-AA60-3909E72F38E9}"/>
              </a:ext>
            </a:extLst>
          </p:cNvPr>
          <p:cNvSpPr>
            <a:spLocks xmlns:a="http://schemas.openxmlformats.org/drawingml/2006/main" noGrp="1"/>
          </p:cNvSpPr>
          <p:nvPr/>
        </p:nvSpPr>
        <p:spPr>
          <a:xfrm xmlns:a="http://schemas.openxmlformats.org/drawingml/2006/main">
            <a:off x="6648450" y="4705350"/>
            <a:ext cx="4705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검증 범위 확인: 관련 테스트 위치</a:t>
            </a:r>
          </a:p>
        </p:txBody>
      </p:sp>
      <p:sp>
        <p:nvSpPr>
          <p:cNvPr id="27" name="공통 안내는 AGENTS.md에, 작업별 세부사항은 연결된 문서에">
            <a:extLst xmlns:a="http://schemas.openxmlformats.org/drawingml/2006/main">
              <a:ext uri="{FF2B5EF4-FFF2-40B4-BE49-F238E27FC236}">
                <a16:creationId xmlns:a16="http://schemas.microsoft.com/office/drawing/2014/main" id="{5710F4AD-9541-4EBD-940A-7A31562412FF}"/>
              </a:ext>
            </a:extLst>
          </p:cNvPr>
          <p:cNvSpPr>
            <a:spLocks xmlns:a="http://schemas.openxmlformats.org/drawingml/2006/main" noGrp="1"/>
          </p:cNvSpPr>
          <p:nvPr/>
        </p:nvSpPr>
        <p:spPr>
          <a:xfrm xmlns:a="http://schemas.openxmlformats.org/drawingml/2006/main">
            <a:off x="609600" y="50958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공통 안내는 AGENTS.md에, 작업별 세부사항은 연결된 문서에</a:t>
            </a:r>
          </a:p>
        </p:txBody>
      </p:sp>
      <p:sp>
        <p:nvSpPr>
          <p:cNvPr id="28" name="C++: 빌드·검증 진입점 / 공통 제약 → 알고리즘 명세 / 하드웨어 조건">
            <a:extLst xmlns:a="http://schemas.openxmlformats.org/drawingml/2006/main">
              <a:ext uri="{FF2B5EF4-FFF2-40B4-BE49-F238E27FC236}">
                <a16:creationId xmlns:a16="http://schemas.microsoft.com/office/drawing/2014/main" id="{FCE52B2C-57D3-461C-8BA9-AB2E87DC9187}"/>
              </a:ext>
            </a:extLst>
          </p:cNvPr>
          <p:cNvSpPr>
            <a:spLocks xmlns:a="http://schemas.openxmlformats.org/drawingml/2006/main" noGrp="1"/>
          </p:cNvSpPr>
          <p:nvPr/>
        </p:nvSpPr>
        <p:spPr>
          <a:xfrm xmlns:a="http://schemas.openxmlformats.org/drawingml/2006/main">
            <a:off x="609600" y="54578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C++: 빌드·검증 진입점 / 공통 제약 → 알고리즘 명세 / 하드웨어 조건</a:t>
            </a:r>
          </a:p>
        </p:txBody>
      </p:sp>
      <p:sp>
        <p:nvSpPr>
          <p:cNvPr id="29" name="Legacy module connection">
            <a:extLst xmlns:a="http://schemas.openxmlformats.org/drawingml/2006/main">
              <a:ext uri="{FF2B5EF4-FFF2-40B4-BE49-F238E27FC236}">
                <a16:creationId xmlns:a16="http://schemas.microsoft.com/office/drawing/2014/main" id="{B7EE5EF7-28D7-4B95-9337-7449BA347FF8}"/>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319363169"/>
      </p:ext>
    </p:extLst>
  </p:cSld>
</p:sld>
</file>

<file path=ppt/slides/slide1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3" name="ACT 2 · STATE-03의 문서 구조">
            <a:extLst xmlns:a="http://schemas.openxmlformats.org/drawingml/2006/main">
              <a:ext uri="{FF2B5EF4-FFF2-40B4-BE49-F238E27FC236}">
                <a16:creationId xmlns:a16="http://schemas.microsoft.com/office/drawing/2014/main" id="{CE12D6B1-8C88-4A0D-A1B5-4F89CAD51198}"/>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STATE-03의 문서 구조</a:t>
            </a:r>
          </a:p>
        </p:txBody>
      </p:sp>
      <p:sp>
        <p:nvSpPr>
          <p:cNvPr id="2" name="S42">
            <a:extLst xmlns:a="http://schemas.openxmlformats.org/drawingml/2006/main">
              <a:ext uri="{FF2B5EF4-FFF2-40B4-BE49-F238E27FC236}">
                <a16:creationId xmlns:a16="http://schemas.microsoft.com/office/drawing/2014/main" id="{9476A333-F941-494F-AF24-3D557E1295A9}"/>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S42</a:t>
            </a:r>
          </a:p>
        </p:txBody>
      </p:sp>
      <p:sp>
        <p:nvSpPr>
          <p:cNvPr id="3" name="정보를 지우지 않고 위치를 나누기">
            <a:extLst xmlns:a="http://schemas.openxmlformats.org/drawingml/2006/main">
              <a:ext uri="{FF2B5EF4-FFF2-40B4-BE49-F238E27FC236}">
                <a16:creationId xmlns:a16="http://schemas.microsoft.com/office/drawing/2014/main" id="{D68E199F-FC53-4C32-9C32-70BAEF293C0D}"/>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정보를 지우지 않고 위치를 나누기</a:t>
            </a:r>
          </a:p>
        </p:txBody>
      </p:sp>
      <p:sp>
        <p:nvSpPr>
          <p:cNvPr id="4" name="">
            <a:extLst xmlns:a="http://schemas.openxmlformats.org/drawingml/2006/main">
              <a:ext uri="{FF2B5EF4-FFF2-40B4-BE49-F238E27FC236}">
                <a16:creationId xmlns:a16="http://schemas.microsoft.com/office/drawing/2014/main" id="{4B4F60E2-A873-416B-9521-79398744AFD9}"/>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STATE-02 → STATE-03 · 실제 파일 구조와 Routing 문구 발췌">
            <a:extLst xmlns:a="http://schemas.openxmlformats.org/drawingml/2006/main">
              <a:ext uri="{FF2B5EF4-FFF2-40B4-BE49-F238E27FC236}">
                <a16:creationId xmlns:a16="http://schemas.microsoft.com/office/drawing/2014/main" id="{D65BD17C-00E4-4345-B119-FF64B0DA456F}"/>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STATE-02 → STATE-03 · 실제 파일 구조와 Routing 문구 발췌</a:t>
            </a:r>
          </a:p>
        </p:txBody>
      </p:sp>
      <p:sp>
        <p:nvSpPr>
          <p:cNvPr id="6" name="내용을 Scope에 맞춰 이동 · 구조 변화 자체가 완벽한 Routing이나 성능 향상 증거는 아님">
            <a:extLst xmlns:a="http://schemas.openxmlformats.org/drawingml/2006/main">
              <a:ext uri="{FF2B5EF4-FFF2-40B4-BE49-F238E27FC236}">
                <a16:creationId xmlns:a16="http://schemas.microsoft.com/office/drawing/2014/main" id="{8959DB25-2CDA-404C-8971-DAF4176AEF21}"/>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내용을 Scope에 맞춰 이동 · 구조 변화 자체가 완벽한 Routing이나 성능 향상 증거는 아님</a:t>
            </a:r>
          </a:p>
        </p:txBody>
      </p:sp>
      <p:sp>
        <p:nvSpPr>
          <p:cNvPr id="7" name="이전: AGENTS.md 안에 세부사항까지">
            <a:extLst xmlns:a="http://schemas.openxmlformats.org/drawingml/2006/main">
              <a:ext uri="{FF2B5EF4-FFF2-40B4-BE49-F238E27FC236}">
                <a16:creationId xmlns:a16="http://schemas.microsoft.com/office/drawing/2014/main" id="{5B1C0726-A448-4C85-9E6C-7332C942969B}"/>
              </a:ext>
            </a:extLst>
          </p:cNvPr>
          <p:cNvSpPr>
            <a:spLocks xmlns:a="http://schemas.openxmlformats.org/drawingml/2006/main" noGrp="1"/>
          </p:cNvSpPr>
          <p:nvPr/>
        </p:nvSpPr>
        <p:spPr>
          <a:xfrm xmlns:a="http://schemas.openxmlformats.org/drawingml/2006/main">
            <a:off x="609600" y="2133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4D5A68"/>
                </a:solidFill>
                <a:latin typeface="Malgun Gothic"/>
                <a:ea typeface="Malgun Gothic"/>
                <a:cs typeface="Malgun Gothic"/>
              </a:defRPr>
            </a:defPPr>
            <a:lvl1pPr algn="l">
              <a:defRPr sz="2175" b="0">
                <a:solidFill>
                  <a:srgbClr val="4D5A68"/>
                </a:solidFill>
                <a:latin typeface="Malgun Gothic"/>
                <a:ea typeface="Malgun Gothic"/>
                <a:cs typeface="Malgun Gothic"/>
              </a:defRPr>
            </a:lvl1pPr>
            <a:lvl2pPr algn="l">
              <a:defRPr sz="2175" b="0">
                <a:solidFill>
                  <a:srgbClr val="4D5A68"/>
                </a:solidFill>
                <a:latin typeface="Malgun Gothic"/>
                <a:ea typeface="Malgun Gothic"/>
                <a:cs typeface="Malgun Gothic"/>
              </a:defRPr>
            </a:lvl2pPr>
            <a:lvl3pPr algn="l">
              <a:defRPr sz="2175" b="0">
                <a:solidFill>
                  <a:srgbClr val="4D5A68"/>
                </a:solidFill>
                <a:latin typeface="Malgun Gothic"/>
                <a:ea typeface="Malgun Gothic"/>
                <a:cs typeface="Malgun Gothic"/>
              </a:defRPr>
            </a:lvl3pPr>
            <a:lvl4pPr algn="l">
              <a:defRPr sz="2175" b="0">
                <a:solidFill>
                  <a:srgbClr val="4D5A68"/>
                </a:solidFill>
                <a:latin typeface="Malgun Gothic"/>
                <a:ea typeface="Malgun Gothic"/>
                <a:cs typeface="Malgun Gothic"/>
              </a:defRPr>
            </a:lvl4pPr>
            <a:lvl5pPr algn="l">
              <a:defRPr sz="2175" b="0">
                <a:solidFill>
                  <a:srgbClr val="4D5A68"/>
                </a:solidFill>
                <a:latin typeface="Malgun Gothic"/>
                <a:ea typeface="Malgun Gothic"/>
                <a:cs typeface="Malgun Gothic"/>
              </a:defRPr>
            </a:lvl5pPr>
            <a:lvl6pPr algn="l">
              <a:defRPr sz="2175" b="0">
                <a:solidFill>
                  <a:srgbClr val="4D5A68"/>
                </a:solidFill>
                <a:latin typeface="Malgun Gothic"/>
                <a:ea typeface="Malgun Gothic"/>
                <a:cs typeface="Malgun Gothic"/>
              </a:defRPr>
            </a:lvl6pPr>
            <a:lvl7pPr algn="l">
              <a:defRPr sz="2175" b="0">
                <a:solidFill>
                  <a:srgbClr val="4D5A68"/>
                </a:solidFill>
                <a:latin typeface="Malgun Gothic"/>
                <a:ea typeface="Malgun Gothic"/>
                <a:cs typeface="Malgun Gothic"/>
              </a:defRPr>
            </a:lvl7pPr>
            <a:lvl8pPr algn="l">
              <a:defRPr sz="2175" b="0">
                <a:solidFill>
                  <a:srgbClr val="4D5A68"/>
                </a:solidFill>
                <a:latin typeface="Malgun Gothic"/>
                <a:ea typeface="Malgun Gothic"/>
                <a:cs typeface="Malgun Gothic"/>
              </a:defRPr>
            </a:lvl8pPr>
            <a:lvl9pPr algn="l">
              <a:defRPr sz="2175" b="0">
                <a:solidFill>
                  <a:srgbClr val="4D5A68"/>
                </a:solidFill>
                <a:latin typeface="Malgun Gothic"/>
                <a:ea typeface="Malgun Gothic"/>
                <a:cs typeface="Malgun Gothic"/>
              </a:defRPr>
            </a:lvl9pPr>
          </a:lstStyle>
          <a:p xmlns:a="http://schemas.openxmlformats.org/drawingml/2006/main">
            <a:pPr algn="l">
              <a:defRPr sz="2175" b="0">
                <a:solidFill>
                  <a:srgbClr val="4D5A68"/>
                </a:solidFill>
                <a:latin typeface="Malgun Gothic"/>
                <a:ea typeface="Malgun Gothic"/>
                <a:cs typeface="Malgun Gothic"/>
              </a:defRPr>
            </a:pPr>
            <a:r>
              <a:rPr sz="2175" b="0">
                <a:solidFill>
                  <a:srgbClr val="4D5A68"/>
                </a:solidFill>
                <a:latin typeface="Malgun Gothic"/>
                <a:ea typeface="Malgun Gothic"/>
                <a:cs typeface="Malgun Gothic"/>
              </a:rPr>
              <a:t>이전: AGENTS.md 안에 세부사항까지</a:t>
            </a:r>
          </a:p>
        </p:txBody>
      </p:sp>
      <p:sp>
        <p:nvSpPr>
          <p:cNvPr id="8" name="이후: 기본 안내 + 상세 문서로 가는 링크">
            <a:extLst xmlns:a="http://schemas.openxmlformats.org/drawingml/2006/main">
              <a:ext uri="{FF2B5EF4-FFF2-40B4-BE49-F238E27FC236}">
                <a16:creationId xmlns:a16="http://schemas.microsoft.com/office/drawing/2014/main" id="{35261F41-E942-4F9A-B56A-A455F740651E}"/>
              </a:ext>
            </a:extLst>
          </p:cNvPr>
          <p:cNvSpPr>
            <a:spLocks xmlns:a="http://schemas.openxmlformats.org/drawingml/2006/main" noGrp="1"/>
          </p:cNvSpPr>
          <p:nvPr/>
        </p:nvSpPr>
        <p:spPr>
          <a:xfrm xmlns:a="http://schemas.openxmlformats.org/drawingml/2006/main">
            <a:off x="609600" y="26289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Malgun Gothic"/>
                <a:ea typeface="Malgun Gothic"/>
                <a:cs typeface="Malgun Gothic"/>
              </a:defRPr>
            </a:defPPr>
            <a:lvl1pPr algn="l">
              <a:defRPr sz="2400" b="1">
                <a:solidFill>
                  <a:srgbClr val="0B6172"/>
                </a:solidFill>
                <a:latin typeface="Malgun Gothic"/>
                <a:ea typeface="Malgun Gothic"/>
                <a:cs typeface="Malgun Gothic"/>
              </a:defRPr>
            </a:lvl1pPr>
            <a:lvl2pPr algn="l">
              <a:defRPr sz="2400" b="1">
                <a:solidFill>
                  <a:srgbClr val="0B6172"/>
                </a:solidFill>
                <a:latin typeface="Malgun Gothic"/>
                <a:ea typeface="Malgun Gothic"/>
                <a:cs typeface="Malgun Gothic"/>
              </a:defRPr>
            </a:lvl2pPr>
            <a:lvl3pPr algn="l">
              <a:defRPr sz="2400" b="1">
                <a:solidFill>
                  <a:srgbClr val="0B6172"/>
                </a:solidFill>
                <a:latin typeface="Malgun Gothic"/>
                <a:ea typeface="Malgun Gothic"/>
                <a:cs typeface="Malgun Gothic"/>
              </a:defRPr>
            </a:lvl3pPr>
            <a:lvl4pPr algn="l">
              <a:defRPr sz="2400" b="1">
                <a:solidFill>
                  <a:srgbClr val="0B6172"/>
                </a:solidFill>
                <a:latin typeface="Malgun Gothic"/>
                <a:ea typeface="Malgun Gothic"/>
                <a:cs typeface="Malgun Gothic"/>
              </a:defRPr>
            </a:lvl4pPr>
            <a:lvl5pPr algn="l">
              <a:defRPr sz="2400" b="1">
                <a:solidFill>
                  <a:srgbClr val="0B6172"/>
                </a:solidFill>
                <a:latin typeface="Malgun Gothic"/>
                <a:ea typeface="Malgun Gothic"/>
                <a:cs typeface="Malgun Gothic"/>
              </a:defRPr>
            </a:lvl5pPr>
            <a:lvl6pPr algn="l">
              <a:defRPr sz="2400" b="1">
                <a:solidFill>
                  <a:srgbClr val="0B6172"/>
                </a:solidFill>
                <a:latin typeface="Malgun Gothic"/>
                <a:ea typeface="Malgun Gothic"/>
                <a:cs typeface="Malgun Gothic"/>
              </a:defRPr>
            </a:lvl6pPr>
            <a:lvl7pPr algn="l">
              <a:defRPr sz="2400" b="1">
                <a:solidFill>
                  <a:srgbClr val="0B6172"/>
                </a:solidFill>
                <a:latin typeface="Malgun Gothic"/>
                <a:ea typeface="Malgun Gothic"/>
                <a:cs typeface="Malgun Gothic"/>
              </a:defRPr>
            </a:lvl7pPr>
            <a:lvl8pPr algn="l">
              <a:defRPr sz="2400" b="1">
                <a:solidFill>
                  <a:srgbClr val="0B6172"/>
                </a:solidFill>
                <a:latin typeface="Malgun Gothic"/>
                <a:ea typeface="Malgun Gothic"/>
                <a:cs typeface="Malgun Gothic"/>
              </a:defRPr>
            </a:lvl8pPr>
            <a:lvl9pPr algn="l">
              <a:defRPr sz="2400" b="1">
                <a:solidFill>
                  <a:srgbClr val="0B6172"/>
                </a:solidFill>
                <a:latin typeface="Malgun Gothic"/>
                <a:ea typeface="Malgun Gothic"/>
                <a:cs typeface="Malgun Gothic"/>
              </a:defRPr>
            </a:lvl9pPr>
          </a:lstStyle>
          <a:p xmlns:a="http://schemas.openxmlformats.org/drawingml/2006/main">
            <a:pPr algn="l">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이후: 기본 안내 + 상세 문서로 가는 링크</a:t>
            </a:r>
          </a:p>
        </p:txBody>
      </p:sp>
      <p:sp>
        <p:nvSpPr>
          <p:cNvPr id="9" name="">
            <a:extLst xmlns:a="http://schemas.openxmlformats.org/drawingml/2006/main">
              <a:ext uri="{FF2B5EF4-FFF2-40B4-BE49-F238E27FC236}">
                <a16:creationId xmlns:a16="http://schemas.microsoft.com/office/drawing/2014/main" id="{BEB0896C-64BD-4C4B-9C3D-27EF68A6DAA9}"/>
              </a:ext>
            </a:extLst>
          </p:cNvPr>
          <p:cNvSpPr>
            <a:spLocks xmlns:a="http://schemas.openxmlformats.org/drawingml/2006/main" noGrp="1"/>
          </p:cNvSpPr>
          <p:nvPr/>
        </p:nvSpPr>
        <p:spPr>
          <a:xfrm xmlns:a="http://schemas.openxmlformats.org/drawingml/2006/main">
            <a:off x="609600" y="328612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0" name="처리 순서 · 모듈 역할">
            <a:extLst xmlns:a="http://schemas.openxmlformats.org/drawingml/2006/main">
              <a:ext uri="{FF2B5EF4-FFF2-40B4-BE49-F238E27FC236}">
                <a16:creationId xmlns:a16="http://schemas.microsoft.com/office/drawing/2014/main" id="{436412F0-5D9F-45F8-B977-D1049B4564AF}"/>
              </a:ext>
            </a:extLst>
          </p:cNvPr>
          <p:cNvSpPr>
            <a:spLocks xmlns:a="http://schemas.openxmlformats.org/drawingml/2006/main" noGrp="1"/>
          </p:cNvSpPr>
          <p:nvPr/>
        </p:nvSpPr>
        <p:spPr>
          <a:xfrm xmlns:a="http://schemas.openxmlformats.org/drawingml/2006/main">
            <a:off x="609600" y="33718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처리 순서 · 모듈 역할</a:t>
            </a:r>
          </a:p>
        </p:txBody>
      </p:sp>
      <p:sp>
        <p:nvSpPr>
          <p:cNvPr id="11" name="">
            <a:extLst xmlns:a="http://schemas.openxmlformats.org/drawingml/2006/main">
              <a:ext uri="{FF2B5EF4-FFF2-40B4-BE49-F238E27FC236}">
                <a16:creationId xmlns:a16="http://schemas.microsoft.com/office/drawing/2014/main" id="{74A4090F-F353-497C-9C48-F200ADE24A06}"/>
              </a:ext>
            </a:extLst>
          </p:cNvPr>
          <p:cNvSpPr>
            <a:spLocks xmlns:a="http://schemas.openxmlformats.org/drawingml/2006/main" noGrp="1"/>
          </p:cNvSpPr>
          <p:nvPr/>
        </p:nvSpPr>
        <p:spPr>
          <a:xfrm xmlns:a="http://schemas.openxmlformats.org/drawingml/2006/main">
            <a:off x="5762625" y="3476625"/>
            <a:ext cx="419100" cy="1905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2" name="docs/architecture.md">
            <a:extLst xmlns:a="http://schemas.openxmlformats.org/drawingml/2006/main">
              <a:ext uri="{FF2B5EF4-FFF2-40B4-BE49-F238E27FC236}">
                <a16:creationId xmlns:a16="http://schemas.microsoft.com/office/drawing/2014/main" id="{9EC84A94-D0A7-488D-8AFC-D7CAC15A3952}"/>
              </a:ext>
            </a:extLst>
          </p:cNvPr>
          <p:cNvSpPr>
            <a:spLocks xmlns:a="http://schemas.openxmlformats.org/drawingml/2006/main" noGrp="1"/>
          </p:cNvSpPr>
          <p:nvPr/>
        </p:nvSpPr>
        <p:spPr>
          <a:xfrm xmlns:a="http://schemas.openxmlformats.org/drawingml/2006/main">
            <a:off x="6705600" y="337185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Consolas"/>
                <a:ea typeface="Consolas"/>
                <a:cs typeface="Consolas"/>
              </a:defRPr>
            </a:defPPr>
            <a:lvl1pPr algn="l">
              <a:defRPr sz="2025" b="1">
                <a:solidFill>
                  <a:srgbClr val="0B6172"/>
                </a:solidFill>
                <a:latin typeface="Consolas"/>
                <a:ea typeface="Consolas"/>
                <a:cs typeface="Consolas"/>
              </a:defRPr>
            </a:lvl1pPr>
            <a:lvl2pPr algn="l">
              <a:defRPr sz="2025" b="1">
                <a:solidFill>
                  <a:srgbClr val="0B6172"/>
                </a:solidFill>
                <a:latin typeface="Consolas"/>
                <a:ea typeface="Consolas"/>
                <a:cs typeface="Consolas"/>
              </a:defRPr>
            </a:lvl2pPr>
            <a:lvl3pPr algn="l">
              <a:defRPr sz="2025" b="1">
                <a:solidFill>
                  <a:srgbClr val="0B6172"/>
                </a:solidFill>
                <a:latin typeface="Consolas"/>
                <a:ea typeface="Consolas"/>
                <a:cs typeface="Consolas"/>
              </a:defRPr>
            </a:lvl3pPr>
            <a:lvl4pPr algn="l">
              <a:defRPr sz="2025" b="1">
                <a:solidFill>
                  <a:srgbClr val="0B6172"/>
                </a:solidFill>
                <a:latin typeface="Consolas"/>
                <a:ea typeface="Consolas"/>
                <a:cs typeface="Consolas"/>
              </a:defRPr>
            </a:lvl4pPr>
            <a:lvl5pPr algn="l">
              <a:defRPr sz="2025" b="1">
                <a:solidFill>
                  <a:srgbClr val="0B6172"/>
                </a:solidFill>
                <a:latin typeface="Consolas"/>
                <a:ea typeface="Consolas"/>
                <a:cs typeface="Consolas"/>
              </a:defRPr>
            </a:lvl5pPr>
            <a:lvl6pPr algn="l">
              <a:defRPr sz="2025" b="1">
                <a:solidFill>
                  <a:srgbClr val="0B6172"/>
                </a:solidFill>
                <a:latin typeface="Consolas"/>
                <a:ea typeface="Consolas"/>
                <a:cs typeface="Consolas"/>
              </a:defRPr>
            </a:lvl6pPr>
            <a:lvl7pPr algn="l">
              <a:defRPr sz="2025" b="1">
                <a:solidFill>
                  <a:srgbClr val="0B6172"/>
                </a:solidFill>
                <a:latin typeface="Consolas"/>
                <a:ea typeface="Consolas"/>
                <a:cs typeface="Consolas"/>
              </a:defRPr>
            </a:lvl7pPr>
            <a:lvl8pPr algn="l">
              <a:defRPr sz="2025" b="1">
                <a:solidFill>
                  <a:srgbClr val="0B6172"/>
                </a:solidFill>
                <a:latin typeface="Consolas"/>
                <a:ea typeface="Consolas"/>
                <a:cs typeface="Consolas"/>
              </a:defRPr>
            </a:lvl8pPr>
            <a:lvl9pPr algn="l">
              <a:defRPr sz="2025" b="1">
                <a:solidFill>
                  <a:srgbClr val="0B6172"/>
                </a:solidFill>
                <a:latin typeface="Consolas"/>
                <a:ea typeface="Consolas"/>
                <a:cs typeface="Consolas"/>
              </a:defRPr>
            </a:lvl9pPr>
          </a:lstStyle>
          <a:p xmlns:a="http://schemas.openxmlformats.org/drawingml/2006/main">
            <a:pPr algn="l">
              <a:defRPr sz="2025" b="1">
                <a:solidFill>
                  <a:srgbClr val="0B6172"/>
                </a:solidFill>
                <a:latin typeface="Consolas"/>
                <a:ea typeface="Consolas"/>
                <a:cs typeface="Consolas"/>
              </a:defRPr>
            </a:pPr>
            <a:r>
              <a:rPr sz="2025" b="1">
                <a:solidFill>
                  <a:srgbClr val="0B6172"/>
                </a:solidFill>
                <a:latin typeface="Consolas"/>
                <a:ea typeface="Consolas"/>
                <a:cs typeface="Consolas"/>
              </a:rPr>
              <a:t>docs/architecture.md</a:t>
            </a:r>
          </a:p>
        </p:txBody>
      </p:sp>
      <p:sp>
        <p:nvSpPr>
          <p:cNvPr id="13" name="">
            <a:extLst xmlns:a="http://schemas.openxmlformats.org/drawingml/2006/main">
              <a:ext uri="{FF2B5EF4-FFF2-40B4-BE49-F238E27FC236}">
                <a16:creationId xmlns:a16="http://schemas.microsoft.com/office/drawing/2014/main" id="{2BA60A77-D787-438F-8F3D-9671E08EEFD1}"/>
              </a:ext>
            </a:extLst>
          </p:cNvPr>
          <p:cNvSpPr>
            <a:spLocks xmlns:a="http://schemas.openxmlformats.org/drawingml/2006/main" noGrp="1"/>
          </p:cNvSpPr>
          <p:nvPr/>
        </p:nvSpPr>
        <p:spPr>
          <a:xfrm xmlns:a="http://schemas.openxmlformats.org/drawingml/2006/main">
            <a:off x="609600" y="386715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4" name="이미지 형식 · crop · resize">
            <a:extLst xmlns:a="http://schemas.openxmlformats.org/drawingml/2006/main">
              <a:ext uri="{FF2B5EF4-FFF2-40B4-BE49-F238E27FC236}">
                <a16:creationId xmlns:a16="http://schemas.microsoft.com/office/drawing/2014/main" id="{055CD37A-5423-49FD-869F-3501CDB09CBA}"/>
              </a:ext>
            </a:extLst>
          </p:cNvPr>
          <p:cNvSpPr>
            <a:spLocks xmlns:a="http://schemas.openxmlformats.org/drawingml/2006/main" noGrp="1"/>
          </p:cNvSpPr>
          <p:nvPr/>
        </p:nvSpPr>
        <p:spPr>
          <a:xfrm xmlns:a="http://schemas.openxmlformats.org/drawingml/2006/main">
            <a:off x="609600" y="395287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이미지 형식 · crop · resize</a:t>
            </a:r>
          </a:p>
        </p:txBody>
      </p:sp>
      <p:sp>
        <p:nvSpPr>
          <p:cNvPr id="15" name="">
            <a:extLst xmlns:a="http://schemas.openxmlformats.org/drawingml/2006/main">
              <a:ext uri="{FF2B5EF4-FFF2-40B4-BE49-F238E27FC236}">
                <a16:creationId xmlns:a16="http://schemas.microsoft.com/office/drawing/2014/main" id="{C1D5FD00-E326-4837-86D7-262F794E597F}"/>
              </a:ext>
            </a:extLst>
          </p:cNvPr>
          <p:cNvSpPr>
            <a:spLocks xmlns:a="http://schemas.openxmlformats.org/drawingml/2006/main" noGrp="1"/>
          </p:cNvSpPr>
          <p:nvPr/>
        </p:nvSpPr>
        <p:spPr>
          <a:xfrm xmlns:a="http://schemas.openxmlformats.org/drawingml/2006/main">
            <a:off x="5762625" y="4057650"/>
            <a:ext cx="419100" cy="1905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6" name="docs/image-contracts.md">
            <a:extLst xmlns:a="http://schemas.openxmlformats.org/drawingml/2006/main">
              <a:ext uri="{FF2B5EF4-FFF2-40B4-BE49-F238E27FC236}">
                <a16:creationId xmlns:a16="http://schemas.microsoft.com/office/drawing/2014/main" id="{13598944-8279-40CB-9871-C87ABEAD44E5}"/>
              </a:ext>
            </a:extLst>
          </p:cNvPr>
          <p:cNvSpPr>
            <a:spLocks xmlns:a="http://schemas.openxmlformats.org/drawingml/2006/main" noGrp="1"/>
          </p:cNvSpPr>
          <p:nvPr/>
        </p:nvSpPr>
        <p:spPr>
          <a:xfrm xmlns:a="http://schemas.openxmlformats.org/drawingml/2006/main">
            <a:off x="6705600" y="395287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Consolas"/>
                <a:ea typeface="Consolas"/>
                <a:cs typeface="Consolas"/>
              </a:defRPr>
            </a:defPPr>
            <a:lvl1pPr algn="l">
              <a:defRPr sz="2025" b="1">
                <a:solidFill>
                  <a:srgbClr val="0B6172"/>
                </a:solidFill>
                <a:latin typeface="Consolas"/>
                <a:ea typeface="Consolas"/>
                <a:cs typeface="Consolas"/>
              </a:defRPr>
            </a:lvl1pPr>
            <a:lvl2pPr algn="l">
              <a:defRPr sz="2025" b="1">
                <a:solidFill>
                  <a:srgbClr val="0B6172"/>
                </a:solidFill>
                <a:latin typeface="Consolas"/>
                <a:ea typeface="Consolas"/>
                <a:cs typeface="Consolas"/>
              </a:defRPr>
            </a:lvl2pPr>
            <a:lvl3pPr algn="l">
              <a:defRPr sz="2025" b="1">
                <a:solidFill>
                  <a:srgbClr val="0B6172"/>
                </a:solidFill>
                <a:latin typeface="Consolas"/>
                <a:ea typeface="Consolas"/>
                <a:cs typeface="Consolas"/>
              </a:defRPr>
            </a:lvl3pPr>
            <a:lvl4pPr algn="l">
              <a:defRPr sz="2025" b="1">
                <a:solidFill>
                  <a:srgbClr val="0B6172"/>
                </a:solidFill>
                <a:latin typeface="Consolas"/>
                <a:ea typeface="Consolas"/>
                <a:cs typeface="Consolas"/>
              </a:defRPr>
            </a:lvl4pPr>
            <a:lvl5pPr algn="l">
              <a:defRPr sz="2025" b="1">
                <a:solidFill>
                  <a:srgbClr val="0B6172"/>
                </a:solidFill>
                <a:latin typeface="Consolas"/>
                <a:ea typeface="Consolas"/>
                <a:cs typeface="Consolas"/>
              </a:defRPr>
            </a:lvl5pPr>
            <a:lvl6pPr algn="l">
              <a:defRPr sz="2025" b="1">
                <a:solidFill>
                  <a:srgbClr val="0B6172"/>
                </a:solidFill>
                <a:latin typeface="Consolas"/>
                <a:ea typeface="Consolas"/>
                <a:cs typeface="Consolas"/>
              </a:defRPr>
            </a:lvl6pPr>
            <a:lvl7pPr algn="l">
              <a:defRPr sz="2025" b="1">
                <a:solidFill>
                  <a:srgbClr val="0B6172"/>
                </a:solidFill>
                <a:latin typeface="Consolas"/>
                <a:ea typeface="Consolas"/>
                <a:cs typeface="Consolas"/>
              </a:defRPr>
            </a:lvl7pPr>
            <a:lvl8pPr algn="l">
              <a:defRPr sz="2025" b="1">
                <a:solidFill>
                  <a:srgbClr val="0B6172"/>
                </a:solidFill>
                <a:latin typeface="Consolas"/>
                <a:ea typeface="Consolas"/>
                <a:cs typeface="Consolas"/>
              </a:defRPr>
            </a:lvl8pPr>
            <a:lvl9pPr algn="l">
              <a:defRPr sz="2025" b="1">
                <a:solidFill>
                  <a:srgbClr val="0B6172"/>
                </a:solidFill>
                <a:latin typeface="Consolas"/>
                <a:ea typeface="Consolas"/>
                <a:cs typeface="Consolas"/>
              </a:defRPr>
            </a:lvl9pPr>
          </a:lstStyle>
          <a:p xmlns:a="http://schemas.openxmlformats.org/drawingml/2006/main">
            <a:pPr algn="l">
              <a:defRPr sz="2025" b="1">
                <a:solidFill>
                  <a:srgbClr val="0B6172"/>
                </a:solidFill>
                <a:latin typeface="Consolas"/>
                <a:ea typeface="Consolas"/>
                <a:cs typeface="Consolas"/>
              </a:defRPr>
            </a:pPr>
            <a:r>
              <a:rPr sz="2025" b="1">
                <a:solidFill>
                  <a:srgbClr val="0B6172"/>
                </a:solidFill>
                <a:latin typeface="Consolas"/>
                <a:ea typeface="Consolas"/>
                <a:cs typeface="Consolas"/>
              </a:rPr>
              <a:t>docs/image-contracts.md</a:t>
            </a:r>
          </a:p>
        </p:txBody>
      </p:sp>
      <p:sp>
        <p:nvSpPr>
          <p:cNvPr id="17" name="">
            <a:extLst xmlns:a="http://schemas.openxmlformats.org/drawingml/2006/main">
              <a:ext uri="{FF2B5EF4-FFF2-40B4-BE49-F238E27FC236}">
                <a16:creationId xmlns:a16="http://schemas.microsoft.com/office/drawing/2014/main" id="{0F782A2B-2D42-43EE-8FC2-598C91939CD9}"/>
              </a:ext>
            </a:extLst>
          </p:cNvPr>
          <p:cNvSpPr>
            <a:spLocks xmlns:a="http://schemas.openxmlformats.org/drawingml/2006/main" noGrp="1"/>
          </p:cNvSpPr>
          <p:nvPr/>
        </p:nvSpPr>
        <p:spPr>
          <a:xfrm xmlns:a="http://schemas.openxmlformats.org/drawingml/2006/main">
            <a:off x="609600" y="44481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8" name="테스트 구조 · 관련 테스트">
            <a:extLst xmlns:a="http://schemas.openxmlformats.org/drawingml/2006/main">
              <a:ext uri="{FF2B5EF4-FFF2-40B4-BE49-F238E27FC236}">
                <a16:creationId xmlns:a16="http://schemas.microsoft.com/office/drawing/2014/main" id="{204AB763-9A3C-4237-9F23-3ABFED22DD13}"/>
              </a:ext>
            </a:extLst>
          </p:cNvPr>
          <p:cNvSpPr>
            <a:spLocks xmlns:a="http://schemas.openxmlformats.org/drawingml/2006/main" noGrp="1"/>
          </p:cNvSpPr>
          <p:nvPr/>
        </p:nvSpPr>
        <p:spPr>
          <a:xfrm xmlns:a="http://schemas.openxmlformats.org/drawingml/2006/main">
            <a:off x="609600" y="453390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테스트 구조 · 관련 테스트</a:t>
            </a:r>
          </a:p>
        </p:txBody>
      </p:sp>
      <p:sp>
        <p:nvSpPr>
          <p:cNvPr id="19" name="">
            <a:extLst xmlns:a="http://schemas.openxmlformats.org/drawingml/2006/main">
              <a:ext uri="{FF2B5EF4-FFF2-40B4-BE49-F238E27FC236}">
                <a16:creationId xmlns:a16="http://schemas.microsoft.com/office/drawing/2014/main" id="{49ACFD8C-F58E-4480-8442-0F573DD0A4E9}"/>
              </a:ext>
            </a:extLst>
          </p:cNvPr>
          <p:cNvSpPr>
            <a:spLocks xmlns:a="http://schemas.openxmlformats.org/drawingml/2006/main" noGrp="1"/>
          </p:cNvSpPr>
          <p:nvPr/>
        </p:nvSpPr>
        <p:spPr>
          <a:xfrm xmlns:a="http://schemas.openxmlformats.org/drawingml/2006/main">
            <a:off x="5762625" y="4638675"/>
            <a:ext cx="419100" cy="1905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0" name="docs/testing.md">
            <a:extLst xmlns:a="http://schemas.openxmlformats.org/drawingml/2006/main">
              <a:ext uri="{FF2B5EF4-FFF2-40B4-BE49-F238E27FC236}">
                <a16:creationId xmlns:a16="http://schemas.microsoft.com/office/drawing/2014/main" id="{C12C3BE6-736E-4906-8DDA-89BCF7C2E759}"/>
              </a:ext>
            </a:extLst>
          </p:cNvPr>
          <p:cNvSpPr>
            <a:spLocks xmlns:a="http://schemas.openxmlformats.org/drawingml/2006/main" noGrp="1"/>
          </p:cNvSpPr>
          <p:nvPr/>
        </p:nvSpPr>
        <p:spPr>
          <a:xfrm xmlns:a="http://schemas.openxmlformats.org/drawingml/2006/main">
            <a:off x="6705600" y="45339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Consolas"/>
                <a:ea typeface="Consolas"/>
                <a:cs typeface="Consolas"/>
              </a:defRPr>
            </a:defPPr>
            <a:lvl1pPr algn="l">
              <a:defRPr sz="2025" b="1">
                <a:solidFill>
                  <a:srgbClr val="0B6172"/>
                </a:solidFill>
                <a:latin typeface="Consolas"/>
                <a:ea typeface="Consolas"/>
                <a:cs typeface="Consolas"/>
              </a:defRPr>
            </a:lvl1pPr>
            <a:lvl2pPr algn="l">
              <a:defRPr sz="2025" b="1">
                <a:solidFill>
                  <a:srgbClr val="0B6172"/>
                </a:solidFill>
                <a:latin typeface="Consolas"/>
                <a:ea typeface="Consolas"/>
                <a:cs typeface="Consolas"/>
              </a:defRPr>
            </a:lvl2pPr>
            <a:lvl3pPr algn="l">
              <a:defRPr sz="2025" b="1">
                <a:solidFill>
                  <a:srgbClr val="0B6172"/>
                </a:solidFill>
                <a:latin typeface="Consolas"/>
                <a:ea typeface="Consolas"/>
                <a:cs typeface="Consolas"/>
              </a:defRPr>
            </a:lvl3pPr>
            <a:lvl4pPr algn="l">
              <a:defRPr sz="2025" b="1">
                <a:solidFill>
                  <a:srgbClr val="0B6172"/>
                </a:solidFill>
                <a:latin typeface="Consolas"/>
                <a:ea typeface="Consolas"/>
                <a:cs typeface="Consolas"/>
              </a:defRPr>
            </a:lvl4pPr>
            <a:lvl5pPr algn="l">
              <a:defRPr sz="2025" b="1">
                <a:solidFill>
                  <a:srgbClr val="0B6172"/>
                </a:solidFill>
                <a:latin typeface="Consolas"/>
                <a:ea typeface="Consolas"/>
                <a:cs typeface="Consolas"/>
              </a:defRPr>
            </a:lvl5pPr>
            <a:lvl6pPr algn="l">
              <a:defRPr sz="2025" b="1">
                <a:solidFill>
                  <a:srgbClr val="0B6172"/>
                </a:solidFill>
                <a:latin typeface="Consolas"/>
                <a:ea typeface="Consolas"/>
                <a:cs typeface="Consolas"/>
              </a:defRPr>
            </a:lvl6pPr>
            <a:lvl7pPr algn="l">
              <a:defRPr sz="2025" b="1">
                <a:solidFill>
                  <a:srgbClr val="0B6172"/>
                </a:solidFill>
                <a:latin typeface="Consolas"/>
                <a:ea typeface="Consolas"/>
                <a:cs typeface="Consolas"/>
              </a:defRPr>
            </a:lvl7pPr>
            <a:lvl8pPr algn="l">
              <a:defRPr sz="2025" b="1">
                <a:solidFill>
                  <a:srgbClr val="0B6172"/>
                </a:solidFill>
                <a:latin typeface="Consolas"/>
                <a:ea typeface="Consolas"/>
                <a:cs typeface="Consolas"/>
              </a:defRPr>
            </a:lvl8pPr>
            <a:lvl9pPr algn="l">
              <a:defRPr sz="2025" b="1">
                <a:solidFill>
                  <a:srgbClr val="0B6172"/>
                </a:solidFill>
                <a:latin typeface="Consolas"/>
                <a:ea typeface="Consolas"/>
                <a:cs typeface="Consolas"/>
              </a:defRPr>
            </a:lvl9pPr>
          </a:lstStyle>
          <a:p xmlns:a="http://schemas.openxmlformats.org/drawingml/2006/main">
            <a:pPr algn="l">
              <a:defRPr sz="2025" b="1">
                <a:solidFill>
                  <a:srgbClr val="0B6172"/>
                </a:solidFill>
                <a:latin typeface="Consolas"/>
                <a:ea typeface="Consolas"/>
                <a:cs typeface="Consolas"/>
              </a:defRPr>
            </a:pPr>
            <a:r>
              <a:rPr sz="2025" b="1">
                <a:solidFill>
                  <a:srgbClr val="0B6172"/>
                </a:solidFill>
                <a:latin typeface="Consolas"/>
                <a:ea typeface="Consolas"/>
                <a:cs typeface="Consolas"/>
              </a:rPr>
              <a:t>docs/testing.md</a:t>
            </a:r>
          </a:p>
        </p:txBody>
      </p:sp>
      <p:sp>
        <p:nvSpPr>
          <p:cNvPr id="21" name="원문: Test organization or relevant tests → docs/testing.md">
            <a:extLst xmlns:a="http://schemas.openxmlformats.org/drawingml/2006/main">
              <a:ext uri="{FF2B5EF4-FFF2-40B4-BE49-F238E27FC236}">
                <a16:creationId xmlns:a16="http://schemas.microsoft.com/office/drawing/2014/main" id="{838518A6-E86E-4CD3-AADD-B49B2BE2DD89}"/>
              </a:ext>
            </a:extLst>
          </p:cNvPr>
          <p:cNvSpPr>
            <a:spLocks xmlns:a="http://schemas.openxmlformats.org/drawingml/2006/main" noGrp="1"/>
          </p:cNvSpPr>
          <p:nvPr/>
        </p:nvSpPr>
        <p:spPr>
          <a:xfrm xmlns:a="http://schemas.openxmlformats.org/drawingml/2006/main">
            <a:off x="609600" y="52578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원문: Test organization or relevant tests → docs/testing.md</a:t>
            </a:r>
          </a:p>
        </p:txBody>
      </p:sp>
      <p:sp>
        <p:nvSpPr>
          <p:cNvPr id="22" name="Legacy module connection">
            <a:extLst xmlns:a="http://schemas.openxmlformats.org/drawingml/2006/main">
              <a:ext uri="{FF2B5EF4-FFF2-40B4-BE49-F238E27FC236}">
                <a16:creationId xmlns:a16="http://schemas.microsoft.com/office/drawing/2014/main" id="{69BD5630-66F4-4988-9329-301D73955AC8}"/>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503962728"/>
      </p:ext>
    </p:extLst>
  </p:cSld>
</p:sld>
</file>

<file path=ppt/slides/slide1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5" name="ACT 2 · 관찰하기 전에 질문하기">
            <a:extLst xmlns:a="http://schemas.openxmlformats.org/drawingml/2006/main">
              <a:ext uri="{FF2B5EF4-FFF2-40B4-BE49-F238E27FC236}">
                <a16:creationId xmlns:a16="http://schemas.microsoft.com/office/drawing/2014/main" id="{B301A8A8-8C0C-4639-9A09-AAEBBA772293}"/>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관찰하기 전에 질문하기</a:t>
            </a:r>
          </a:p>
        </p:txBody>
      </p:sp>
      <p:sp>
        <p:nvSpPr>
          <p:cNvPr id="2" name="S43">
            <a:extLst xmlns:a="http://schemas.openxmlformats.org/drawingml/2006/main">
              <a:ext uri="{FF2B5EF4-FFF2-40B4-BE49-F238E27FC236}">
                <a16:creationId xmlns:a16="http://schemas.microsoft.com/office/drawing/2014/main" id="{0CEE2BB7-06F7-4E37-AFE0-8374296A137E}"/>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S43</a:t>
            </a:r>
          </a:p>
        </p:txBody>
      </p:sp>
      <p:sp>
        <p:nvSpPr>
          <p:cNvPr id="3" name="서로 다른 두 Task가 무엇을 읽을까?">
            <a:extLst xmlns:a="http://schemas.openxmlformats.org/drawingml/2006/main">
              <a:ext uri="{FF2B5EF4-FFF2-40B4-BE49-F238E27FC236}">
                <a16:creationId xmlns:a16="http://schemas.microsoft.com/office/drawing/2014/main" id="{A0F09A89-E6C4-4B9F-8FBD-16C35324F423}"/>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서로 다른 두 Task가 무엇을 읽을까?</a:t>
            </a:r>
          </a:p>
        </p:txBody>
      </p:sp>
      <p:sp>
        <p:nvSpPr>
          <p:cNvPr id="4" name="">
            <a:extLst xmlns:a="http://schemas.openxmlformats.org/drawingml/2006/main">
              <a:ext uri="{FF2B5EF4-FFF2-40B4-BE49-F238E27FC236}">
                <a16:creationId xmlns:a16="http://schemas.microsoft.com/office/drawing/2014/main" id="{AC850E7D-4ECC-40B3-8C9A-7834EBB44DE8}"/>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5A/B · 읽기 전용 Task의 질문을 재구성">
            <a:extLst xmlns:a="http://schemas.openxmlformats.org/drawingml/2006/main">
              <a:ext uri="{FF2B5EF4-FFF2-40B4-BE49-F238E27FC236}">
                <a16:creationId xmlns:a16="http://schemas.microsoft.com/office/drawing/2014/main" id="{76B46E87-FAB5-4A6C-BFC1-56C750D9F87B}"/>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TRIAL-005A/B · 읽기 전용 Task의 질문을 재구성</a:t>
            </a:r>
          </a:p>
        </p:txBody>
      </p:sp>
      <p:sp>
        <p:nvSpPr>
          <p:cNvPr id="6" name="어떤 상세 문서를 읽을지는 실제 접근 기록으로 확인한다">
            <a:extLst xmlns:a="http://schemas.openxmlformats.org/drawingml/2006/main">
              <a:ext uri="{FF2B5EF4-FFF2-40B4-BE49-F238E27FC236}">
                <a16:creationId xmlns:a16="http://schemas.microsoft.com/office/drawing/2014/main" id="{9CCA148C-94F5-41AC-8F33-0B3004688198}"/>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어떤 상세 문서를 읽을지는 실제 접근 기록으로 확인한다</a:t>
            </a:r>
          </a:p>
        </p:txBody>
      </p:sp>
      <p:sp>
        <p:nvSpPr>
          <p:cNvPr id="7" name="Task A">
            <a:extLst xmlns:a="http://schemas.openxmlformats.org/drawingml/2006/main">
              <a:ext uri="{FF2B5EF4-FFF2-40B4-BE49-F238E27FC236}">
                <a16:creationId xmlns:a16="http://schemas.microsoft.com/office/drawing/2014/main" id="{5D58A95E-B700-4608-92FB-56139E30F4F7}"/>
              </a:ext>
            </a:extLst>
          </p:cNvPr>
          <p:cNvSpPr>
            <a:spLocks xmlns:a="http://schemas.openxmlformats.org/drawingml/2006/main" noGrp="1"/>
          </p:cNvSpPr>
          <p:nvPr/>
        </p:nvSpPr>
        <p:spPr>
          <a:xfrm xmlns:a="http://schemas.openxmlformats.org/drawingml/2006/main">
            <a:off x="609600" y="221932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Task A</a:t>
            </a:r>
          </a:p>
        </p:txBody>
      </p:sp>
      <p:sp>
        <p:nvSpPr>
          <p:cNvPr id="8" name="Task B">
            <a:extLst xmlns:a="http://schemas.openxmlformats.org/drawingml/2006/main">
              <a:ext uri="{FF2B5EF4-FFF2-40B4-BE49-F238E27FC236}">
                <a16:creationId xmlns:a16="http://schemas.microsoft.com/office/drawing/2014/main" id="{F2E7ED60-480E-4D2F-8EFF-8920D035C8A7}"/>
              </a:ext>
            </a:extLst>
          </p:cNvPr>
          <p:cNvSpPr>
            <a:spLocks xmlns:a="http://schemas.openxmlformats.org/drawingml/2006/main" noGrp="1"/>
          </p:cNvSpPr>
          <p:nvPr/>
        </p:nvSpPr>
        <p:spPr>
          <a:xfrm xmlns:a="http://schemas.openxmlformats.org/drawingml/2006/main">
            <a:off x="6705600" y="2219325"/>
            <a:ext cx="4876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Task B</a:t>
            </a:r>
          </a:p>
        </p:txBody>
      </p:sp>
      <p:sp>
        <p:nvSpPr>
          <p:cNvPr id="9" name="">
            <a:extLst xmlns:a="http://schemas.openxmlformats.org/drawingml/2006/main">
              <a:ext uri="{FF2B5EF4-FFF2-40B4-BE49-F238E27FC236}">
                <a16:creationId xmlns:a16="http://schemas.microsoft.com/office/drawing/2014/main" id="{8549B1EF-6228-42A9-947E-15F3C5C287ED}"/>
              </a:ext>
            </a:extLst>
          </p:cNvPr>
          <p:cNvSpPr>
            <a:spLocks xmlns:a="http://schemas.openxmlformats.org/drawingml/2006/main" noGrp="1"/>
          </p:cNvSpPr>
          <p:nvPr/>
        </p:nvSpPr>
        <p:spPr>
          <a:xfrm xmlns:a="http://schemas.openxmlformats.org/drawingml/2006/main">
            <a:off x="609600" y="2762250"/>
            <a:ext cx="49530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0" name="">
            <a:extLst xmlns:a="http://schemas.openxmlformats.org/drawingml/2006/main">
              <a:ext uri="{FF2B5EF4-FFF2-40B4-BE49-F238E27FC236}">
                <a16:creationId xmlns:a16="http://schemas.microsoft.com/office/drawing/2014/main" id="{91A0A782-3C4C-4E14-B9F2-C83A7A88A697}"/>
              </a:ext>
            </a:extLst>
          </p:cNvPr>
          <p:cNvSpPr>
            <a:spLocks xmlns:a="http://schemas.openxmlformats.org/drawingml/2006/main" noGrp="1"/>
          </p:cNvSpPr>
          <p:nvPr/>
        </p:nvSpPr>
        <p:spPr>
          <a:xfrm xmlns:a="http://schemas.openxmlformats.org/drawingml/2006/main">
            <a:off x="6705600" y="2762250"/>
            <a:ext cx="48768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1" name="crop 1 3은&#10;어떤 source column을&#10;포함하는가?">
            <a:extLst xmlns:a="http://schemas.openxmlformats.org/drawingml/2006/main">
              <a:ext uri="{FF2B5EF4-FFF2-40B4-BE49-F238E27FC236}">
                <a16:creationId xmlns:a16="http://schemas.microsoft.com/office/drawing/2014/main" id="{24FFD168-2232-4B09-B667-DEB87E7165AD}"/>
              </a:ext>
            </a:extLst>
          </p:cNvPr>
          <p:cNvSpPr>
            <a:spLocks xmlns:a="http://schemas.openxmlformats.org/drawingml/2006/main" noGrp="1"/>
          </p:cNvSpPr>
          <p:nvPr/>
        </p:nvSpPr>
        <p:spPr>
          <a:xfrm xmlns:a="http://schemas.openxmlformats.org/drawingml/2006/main">
            <a:off x="609600" y="3124200"/>
            <a:ext cx="49530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7212B"/>
                </a:solidFill>
                <a:latin typeface="Malgun Gothic"/>
                <a:ea typeface="Malgun Gothic"/>
                <a:cs typeface="Malgun Gothic"/>
              </a:defRPr>
            </a:defPPr>
            <a:lvl1pPr algn="l">
              <a:defRPr sz="2550" b="1">
                <a:solidFill>
                  <a:srgbClr val="17212B"/>
                </a:solidFill>
                <a:latin typeface="Malgun Gothic"/>
                <a:ea typeface="Malgun Gothic"/>
                <a:cs typeface="Malgun Gothic"/>
              </a:defRPr>
            </a:lvl1pPr>
            <a:lvl2pPr algn="l">
              <a:defRPr sz="2550" b="1">
                <a:solidFill>
                  <a:srgbClr val="17212B"/>
                </a:solidFill>
                <a:latin typeface="Malgun Gothic"/>
                <a:ea typeface="Malgun Gothic"/>
                <a:cs typeface="Malgun Gothic"/>
              </a:defRPr>
            </a:lvl2pPr>
            <a:lvl3pPr algn="l">
              <a:defRPr sz="2550" b="1">
                <a:solidFill>
                  <a:srgbClr val="17212B"/>
                </a:solidFill>
                <a:latin typeface="Malgun Gothic"/>
                <a:ea typeface="Malgun Gothic"/>
                <a:cs typeface="Malgun Gothic"/>
              </a:defRPr>
            </a:lvl3pPr>
            <a:lvl4pPr algn="l">
              <a:defRPr sz="2550" b="1">
                <a:solidFill>
                  <a:srgbClr val="17212B"/>
                </a:solidFill>
                <a:latin typeface="Malgun Gothic"/>
                <a:ea typeface="Malgun Gothic"/>
                <a:cs typeface="Malgun Gothic"/>
              </a:defRPr>
            </a:lvl4pPr>
            <a:lvl5pPr algn="l">
              <a:defRPr sz="2550" b="1">
                <a:solidFill>
                  <a:srgbClr val="17212B"/>
                </a:solidFill>
                <a:latin typeface="Malgun Gothic"/>
                <a:ea typeface="Malgun Gothic"/>
                <a:cs typeface="Malgun Gothic"/>
              </a:defRPr>
            </a:lvl5pPr>
            <a:lvl6pPr algn="l">
              <a:defRPr sz="2550" b="1">
                <a:solidFill>
                  <a:srgbClr val="17212B"/>
                </a:solidFill>
                <a:latin typeface="Malgun Gothic"/>
                <a:ea typeface="Malgun Gothic"/>
                <a:cs typeface="Malgun Gothic"/>
              </a:defRPr>
            </a:lvl6pPr>
            <a:lvl7pPr algn="l">
              <a:defRPr sz="2550" b="1">
                <a:solidFill>
                  <a:srgbClr val="17212B"/>
                </a:solidFill>
                <a:latin typeface="Malgun Gothic"/>
                <a:ea typeface="Malgun Gothic"/>
                <a:cs typeface="Malgun Gothic"/>
              </a:defRPr>
            </a:lvl7pPr>
            <a:lvl8pPr algn="l">
              <a:defRPr sz="2550" b="1">
                <a:solidFill>
                  <a:srgbClr val="17212B"/>
                </a:solidFill>
                <a:latin typeface="Malgun Gothic"/>
                <a:ea typeface="Malgun Gothic"/>
                <a:cs typeface="Malgun Gothic"/>
              </a:defRPr>
            </a:lvl8pPr>
            <a:lvl9pPr algn="l">
              <a:defRPr sz="2550" b="1">
                <a:solidFill>
                  <a:srgbClr val="17212B"/>
                </a:solidFill>
                <a:latin typeface="Malgun Gothic"/>
                <a:ea typeface="Malgun Gothic"/>
                <a:cs typeface="Malgun Gothic"/>
              </a:defRPr>
            </a:lvl9pPr>
          </a:lstStyle>
          <a:p xmlns:a="http://schemas.openxmlformats.org/drawingml/2006/main">
            <a:pPr algn="l">
              <a:defRPr sz="2550" b="1">
                <a:solidFill>
                  <a:srgbClr val="17212B"/>
                </a:solidFill>
                <a:latin typeface="Malgun Gothic"/>
                <a:ea typeface="Malgun Gothic"/>
                <a:cs typeface="Malgun Gothic"/>
              </a:defRPr>
            </a:pPr>
            <a:r>
              <a:rPr sz="2550" b="1">
                <a:solidFill>
                  <a:srgbClr val="17212B"/>
                </a:solidFill>
                <a:latin typeface="Malgun Gothic"/>
                <a:ea typeface="Malgun Gothic"/>
                <a:cs typeface="Malgun Gothic"/>
              </a:rPr>
              <a:t>crop 1 3은</a:t>
            </a:r>
          </a:p>
          <a:p xmlns:a="http://schemas.openxmlformats.org/drawingml/2006/main">
            <a:pPr algn="l">
              <a:defRPr sz="2550" b="1">
                <a:solidFill>
                  <a:srgbClr val="17212B"/>
                </a:solidFill>
                <a:latin typeface="Malgun Gothic"/>
                <a:ea typeface="Malgun Gothic"/>
                <a:cs typeface="Malgun Gothic"/>
              </a:defRPr>
            </a:pPr>
            <a:r>
              <a:rPr sz="2550" b="1">
                <a:solidFill>
                  <a:srgbClr val="17212B"/>
                </a:solidFill>
                <a:latin typeface="Malgun Gothic"/>
                <a:ea typeface="Malgun Gothic"/>
                <a:cs typeface="Malgun Gothic"/>
              </a:rPr>
              <a:t>어떤 source column을</a:t>
            </a:r>
          </a:p>
          <a:p xmlns:a="http://schemas.openxmlformats.org/drawingml/2006/main">
            <a:pPr algn="l">
              <a:defRPr sz="2550" b="1">
                <a:solidFill>
                  <a:srgbClr val="17212B"/>
                </a:solidFill>
                <a:latin typeface="Malgun Gothic"/>
                <a:ea typeface="Malgun Gothic"/>
                <a:cs typeface="Malgun Gothic"/>
              </a:defRPr>
            </a:pPr>
            <a:r>
              <a:rPr sz="2550" b="1">
                <a:solidFill>
                  <a:srgbClr val="17212B"/>
                </a:solidFill>
                <a:latin typeface="Malgun Gothic"/>
                <a:ea typeface="Malgun Gothic"/>
                <a:cs typeface="Malgun Gothic"/>
              </a:rPr>
              <a:t>포함하는가?</a:t>
            </a:r>
          </a:p>
        </p:txBody>
      </p:sp>
      <p:sp>
        <p:nvSpPr>
          <p:cNvPr id="12" name="이 Project에&#10;runtime dependency가&#10;있는가?">
            <a:extLst xmlns:a="http://schemas.openxmlformats.org/drawingml/2006/main">
              <a:ext uri="{FF2B5EF4-FFF2-40B4-BE49-F238E27FC236}">
                <a16:creationId xmlns:a16="http://schemas.microsoft.com/office/drawing/2014/main" id="{EFDB8A79-E488-466B-9271-BDFA094ADCE0}"/>
              </a:ext>
            </a:extLst>
          </p:cNvPr>
          <p:cNvSpPr>
            <a:spLocks xmlns:a="http://schemas.openxmlformats.org/drawingml/2006/main" noGrp="1"/>
          </p:cNvSpPr>
          <p:nvPr/>
        </p:nvSpPr>
        <p:spPr>
          <a:xfrm xmlns:a="http://schemas.openxmlformats.org/drawingml/2006/main">
            <a:off x="6705600" y="3124200"/>
            <a:ext cx="48768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7212B"/>
                </a:solidFill>
                <a:latin typeface="Malgun Gothic"/>
                <a:ea typeface="Malgun Gothic"/>
                <a:cs typeface="Malgun Gothic"/>
              </a:defRPr>
            </a:defPPr>
            <a:lvl1pPr algn="l">
              <a:defRPr sz="2550" b="1">
                <a:solidFill>
                  <a:srgbClr val="17212B"/>
                </a:solidFill>
                <a:latin typeface="Malgun Gothic"/>
                <a:ea typeface="Malgun Gothic"/>
                <a:cs typeface="Malgun Gothic"/>
              </a:defRPr>
            </a:lvl1pPr>
            <a:lvl2pPr algn="l">
              <a:defRPr sz="2550" b="1">
                <a:solidFill>
                  <a:srgbClr val="17212B"/>
                </a:solidFill>
                <a:latin typeface="Malgun Gothic"/>
                <a:ea typeface="Malgun Gothic"/>
                <a:cs typeface="Malgun Gothic"/>
              </a:defRPr>
            </a:lvl2pPr>
            <a:lvl3pPr algn="l">
              <a:defRPr sz="2550" b="1">
                <a:solidFill>
                  <a:srgbClr val="17212B"/>
                </a:solidFill>
                <a:latin typeface="Malgun Gothic"/>
                <a:ea typeface="Malgun Gothic"/>
                <a:cs typeface="Malgun Gothic"/>
              </a:defRPr>
            </a:lvl3pPr>
            <a:lvl4pPr algn="l">
              <a:defRPr sz="2550" b="1">
                <a:solidFill>
                  <a:srgbClr val="17212B"/>
                </a:solidFill>
                <a:latin typeface="Malgun Gothic"/>
                <a:ea typeface="Malgun Gothic"/>
                <a:cs typeface="Malgun Gothic"/>
              </a:defRPr>
            </a:lvl4pPr>
            <a:lvl5pPr algn="l">
              <a:defRPr sz="2550" b="1">
                <a:solidFill>
                  <a:srgbClr val="17212B"/>
                </a:solidFill>
                <a:latin typeface="Malgun Gothic"/>
                <a:ea typeface="Malgun Gothic"/>
                <a:cs typeface="Malgun Gothic"/>
              </a:defRPr>
            </a:lvl5pPr>
            <a:lvl6pPr algn="l">
              <a:defRPr sz="2550" b="1">
                <a:solidFill>
                  <a:srgbClr val="17212B"/>
                </a:solidFill>
                <a:latin typeface="Malgun Gothic"/>
                <a:ea typeface="Malgun Gothic"/>
                <a:cs typeface="Malgun Gothic"/>
              </a:defRPr>
            </a:lvl6pPr>
            <a:lvl7pPr algn="l">
              <a:defRPr sz="2550" b="1">
                <a:solidFill>
                  <a:srgbClr val="17212B"/>
                </a:solidFill>
                <a:latin typeface="Malgun Gothic"/>
                <a:ea typeface="Malgun Gothic"/>
                <a:cs typeface="Malgun Gothic"/>
              </a:defRPr>
            </a:lvl7pPr>
            <a:lvl8pPr algn="l">
              <a:defRPr sz="2550" b="1">
                <a:solidFill>
                  <a:srgbClr val="17212B"/>
                </a:solidFill>
                <a:latin typeface="Malgun Gothic"/>
                <a:ea typeface="Malgun Gothic"/>
                <a:cs typeface="Malgun Gothic"/>
              </a:defRPr>
            </a:lvl8pPr>
            <a:lvl9pPr algn="l">
              <a:defRPr sz="2550" b="1">
                <a:solidFill>
                  <a:srgbClr val="17212B"/>
                </a:solidFill>
                <a:latin typeface="Malgun Gothic"/>
                <a:ea typeface="Malgun Gothic"/>
                <a:cs typeface="Malgun Gothic"/>
              </a:defRPr>
            </a:lvl9pPr>
          </a:lstStyle>
          <a:p xmlns:a="http://schemas.openxmlformats.org/drawingml/2006/main">
            <a:pPr algn="l">
              <a:defRPr sz="2550" b="1">
                <a:solidFill>
                  <a:srgbClr val="17212B"/>
                </a:solidFill>
                <a:latin typeface="Malgun Gothic"/>
                <a:ea typeface="Malgun Gothic"/>
                <a:cs typeface="Malgun Gothic"/>
              </a:defRPr>
            </a:pPr>
            <a:r>
              <a:rPr sz="2550" b="1">
                <a:solidFill>
                  <a:srgbClr val="17212B"/>
                </a:solidFill>
                <a:latin typeface="Malgun Gothic"/>
                <a:ea typeface="Malgun Gothic"/>
                <a:cs typeface="Malgun Gothic"/>
              </a:rPr>
              <a:t>이 Project에</a:t>
            </a:r>
          </a:p>
          <a:p xmlns:a="http://schemas.openxmlformats.org/drawingml/2006/main">
            <a:pPr algn="l">
              <a:defRPr sz="2550" b="1">
                <a:solidFill>
                  <a:srgbClr val="17212B"/>
                </a:solidFill>
                <a:latin typeface="Malgun Gothic"/>
                <a:ea typeface="Malgun Gothic"/>
                <a:cs typeface="Malgun Gothic"/>
              </a:defRPr>
            </a:pPr>
            <a:r>
              <a:rPr sz="2550" b="1">
                <a:solidFill>
                  <a:srgbClr val="17212B"/>
                </a:solidFill>
                <a:latin typeface="Malgun Gothic"/>
                <a:ea typeface="Malgun Gothic"/>
                <a:cs typeface="Malgun Gothic"/>
              </a:rPr>
              <a:t>runtime dependency가</a:t>
            </a:r>
          </a:p>
          <a:p xmlns:a="http://schemas.openxmlformats.org/drawingml/2006/main">
            <a:pPr algn="l">
              <a:defRPr sz="2550" b="1">
                <a:solidFill>
                  <a:srgbClr val="17212B"/>
                </a:solidFill>
                <a:latin typeface="Malgun Gothic"/>
                <a:ea typeface="Malgun Gothic"/>
                <a:cs typeface="Malgun Gothic"/>
              </a:defRPr>
            </a:pPr>
            <a:r>
              <a:rPr sz="2550" b="1">
                <a:solidFill>
                  <a:srgbClr val="17212B"/>
                </a:solidFill>
                <a:latin typeface="Malgun Gothic"/>
                <a:ea typeface="Malgun Gothic"/>
                <a:cs typeface="Malgun Gothic"/>
              </a:rPr>
              <a:t>있는가?</a:t>
            </a:r>
          </a:p>
        </p:txBody>
      </p:sp>
      <p:sp>
        <p:nvSpPr>
          <p:cNvPr id="13" name="두 Task에서 같은 상세 문서를 읽을까?">
            <a:extLst xmlns:a="http://schemas.openxmlformats.org/drawingml/2006/main">
              <a:ext uri="{FF2B5EF4-FFF2-40B4-BE49-F238E27FC236}">
                <a16:creationId xmlns:a16="http://schemas.microsoft.com/office/drawing/2014/main" id="{A8192B98-FE5D-42E2-BDF9-D7AD344FCA28}"/>
              </a:ext>
            </a:extLst>
          </p:cNvPr>
          <p:cNvSpPr>
            <a:spLocks xmlns:a="http://schemas.openxmlformats.org/drawingml/2006/main" noGrp="1"/>
          </p:cNvSpPr>
          <p:nvPr/>
        </p:nvSpPr>
        <p:spPr>
          <a:xfrm xmlns:a="http://schemas.openxmlformats.org/drawingml/2006/main">
            <a:off x="609600" y="52197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0B6172"/>
                </a:solidFill>
                <a:latin typeface="Malgun Gothic"/>
                <a:ea typeface="Malgun Gothic"/>
                <a:cs typeface="Malgun Gothic"/>
              </a:defRPr>
            </a:defPPr>
            <a:lvl1pPr algn="l">
              <a:defRPr sz="2475" b="1">
                <a:solidFill>
                  <a:srgbClr val="0B6172"/>
                </a:solidFill>
                <a:latin typeface="Malgun Gothic"/>
                <a:ea typeface="Malgun Gothic"/>
                <a:cs typeface="Malgun Gothic"/>
              </a:defRPr>
            </a:lvl1pPr>
            <a:lvl2pPr algn="l">
              <a:defRPr sz="2475" b="1">
                <a:solidFill>
                  <a:srgbClr val="0B6172"/>
                </a:solidFill>
                <a:latin typeface="Malgun Gothic"/>
                <a:ea typeface="Malgun Gothic"/>
                <a:cs typeface="Malgun Gothic"/>
              </a:defRPr>
            </a:lvl2pPr>
            <a:lvl3pPr algn="l">
              <a:defRPr sz="2475" b="1">
                <a:solidFill>
                  <a:srgbClr val="0B6172"/>
                </a:solidFill>
                <a:latin typeface="Malgun Gothic"/>
                <a:ea typeface="Malgun Gothic"/>
                <a:cs typeface="Malgun Gothic"/>
              </a:defRPr>
            </a:lvl3pPr>
            <a:lvl4pPr algn="l">
              <a:defRPr sz="2475" b="1">
                <a:solidFill>
                  <a:srgbClr val="0B6172"/>
                </a:solidFill>
                <a:latin typeface="Malgun Gothic"/>
                <a:ea typeface="Malgun Gothic"/>
                <a:cs typeface="Malgun Gothic"/>
              </a:defRPr>
            </a:lvl4pPr>
            <a:lvl5pPr algn="l">
              <a:defRPr sz="2475" b="1">
                <a:solidFill>
                  <a:srgbClr val="0B6172"/>
                </a:solidFill>
                <a:latin typeface="Malgun Gothic"/>
                <a:ea typeface="Malgun Gothic"/>
                <a:cs typeface="Malgun Gothic"/>
              </a:defRPr>
            </a:lvl5pPr>
            <a:lvl6pPr algn="l">
              <a:defRPr sz="2475" b="1">
                <a:solidFill>
                  <a:srgbClr val="0B6172"/>
                </a:solidFill>
                <a:latin typeface="Malgun Gothic"/>
                <a:ea typeface="Malgun Gothic"/>
                <a:cs typeface="Malgun Gothic"/>
              </a:defRPr>
            </a:lvl6pPr>
            <a:lvl7pPr algn="l">
              <a:defRPr sz="2475" b="1">
                <a:solidFill>
                  <a:srgbClr val="0B6172"/>
                </a:solidFill>
                <a:latin typeface="Malgun Gothic"/>
                <a:ea typeface="Malgun Gothic"/>
                <a:cs typeface="Malgun Gothic"/>
              </a:defRPr>
            </a:lvl7pPr>
            <a:lvl8pPr algn="l">
              <a:defRPr sz="2475" b="1">
                <a:solidFill>
                  <a:srgbClr val="0B6172"/>
                </a:solidFill>
                <a:latin typeface="Malgun Gothic"/>
                <a:ea typeface="Malgun Gothic"/>
                <a:cs typeface="Malgun Gothic"/>
              </a:defRPr>
            </a:lvl8pPr>
            <a:lvl9pPr algn="l">
              <a:defRPr sz="2475" b="1">
                <a:solidFill>
                  <a:srgbClr val="0B6172"/>
                </a:solidFill>
                <a:latin typeface="Malgun Gothic"/>
                <a:ea typeface="Malgun Gothic"/>
                <a:cs typeface="Malgun Gothic"/>
              </a:defRPr>
            </a:lvl9pPr>
          </a:lstStyle>
          <a:p xmlns:a="http://schemas.openxmlformats.org/drawingml/2006/main">
            <a:pPr algn="l">
              <a:defRPr sz="2475" b="1">
                <a:solidFill>
                  <a:srgbClr val="0B6172"/>
                </a:solidFill>
                <a:latin typeface="Malgun Gothic"/>
                <a:ea typeface="Malgun Gothic"/>
                <a:cs typeface="Malgun Gothic"/>
              </a:defRPr>
            </a:pPr>
            <a:r>
              <a:rPr sz="2475" b="1">
                <a:solidFill>
                  <a:srgbClr val="0B6172"/>
                </a:solidFill>
                <a:latin typeface="Malgun Gothic"/>
                <a:ea typeface="Malgun Gothic"/>
                <a:cs typeface="Malgun Gothic"/>
              </a:rPr>
              <a:t>두 Task에서 같은 상세 문서를 읽을까?</a:t>
            </a:r>
          </a:p>
        </p:txBody>
      </p:sp>
      <p:sp>
        <p:nvSpPr>
          <p:cNvPr id="14" name="Legacy module connection">
            <a:extLst xmlns:a="http://schemas.openxmlformats.org/drawingml/2006/main">
              <a:ext uri="{FF2B5EF4-FFF2-40B4-BE49-F238E27FC236}">
                <a16:creationId xmlns:a16="http://schemas.microsoft.com/office/drawing/2014/main" id="{B6DE7166-80C5-4C16-BEF8-D01FB109F4F1}"/>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1737563604"/>
      </p:ext>
    </p:extLst>
  </p:cSld>
</p:sld>
</file>

<file path=ppt/slides/slide1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5" name="ACT 2 · 질문과 근거를 연결하기">
            <a:extLst xmlns:a="http://schemas.openxmlformats.org/drawingml/2006/main">
              <a:ext uri="{FF2B5EF4-FFF2-40B4-BE49-F238E27FC236}">
                <a16:creationId xmlns:a16="http://schemas.microsoft.com/office/drawing/2014/main" id="{6615F8B9-0C0C-4F88-B884-2661F5C6C553}"/>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질문과 근거를 연결하기</a:t>
            </a:r>
          </a:p>
        </p:txBody>
      </p:sp>
      <p:sp>
        <p:nvSpPr>
          <p:cNvPr id="2" name="S44">
            <a:extLst xmlns:a="http://schemas.openxmlformats.org/drawingml/2006/main">
              <a:ext uri="{FF2B5EF4-FFF2-40B4-BE49-F238E27FC236}">
                <a16:creationId xmlns:a16="http://schemas.microsoft.com/office/drawing/2014/main" id="{56157896-EAFB-4E9F-8B44-D56014F79B92}"/>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S44</a:t>
            </a:r>
          </a:p>
        </p:txBody>
      </p:sp>
      <p:sp>
        <p:nvSpPr>
          <p:cNvPr id="3" name="Crop Task에서 관찰한 접근">
            <a:extLst xmlns:a="http://schemas.openxmlformats.org/drawingml/2006/main">
              <a:ext uri="{FF2B5EF4-FFF2-40B4-BE49-F238E27FC236}">
                <a16:creationId xmlns:a16="http://schemas.microsoft.com/office/drawing/2014/main" id="{9DF9C348-B3AE-473B-83B2-CB7A62995579}"/>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Crop Task에서 관찰한 접근</a:t>
            </a:r>
          </a:p>
        </p:txBody>
      </p:sp>
      <p:sp>
        <p:nvSpPr>
          <p:cNvPr id="4" name="">
            <a:extLst xmlns:a="http://schemas.openxmlformats.org/drawingml/2006/main">
              <a:ext uri="{FF2B5EF4-FFF2-40B4-BE49-F238E27FC236}">
                <a16:creationId xmlns:a16="http://schemas.microsoft.com/office/drawing/2014/main" id="{739513BA-E36B-42AB-BD8C-CFE8DE00CDA5}"/>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5A · 최종 실행의 접근과 답을 기록에서 재구성">
            <a:extLst xmlns:a="http://schemas.openxmlformats.org/drawingml/2006/main">
              <a:ext uri="{FF2B5EF4-FFF2-40B4-BE49-F238E27FC236}">
                <a16:creationId xmlns:a16="http://schemas.microsoft.com/office/drawing/2014/main" id="{A7C70845-750F-457C-A761-0DA964EA1FB0}"/>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TRIAL-005A · 최종 실행의 접근과 답을 기록에서 재구성</a:t>
            </a:r>
          </a:p>
        </p:txBody>
      </p:sp>
      <p:sp>
        <p:nvSpPr>
          <p:cNvPr id="6" name="architecture 등 넓은 Context도 접근 · testing.md는 최종 실행에서 관찰, 반복 간">
            <a:extLst xmlns:a="http://schemas.openxmlformats.org/drawingml/2006/main">
              <a:ext uri="{FF2B5EF4-FFF2-40B4-BE49-F238E27FC236}">
                <a16:creationId xmlns:a16="http://schemas.microsoft.com/office/drawing/2014/main" id="{DACD7028-F31C-456C-97C2-D316B321FE9D}"/>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architecture 등 넓은 Context도 접근 · testing.md는 최종 실행에서 관찰, 반복 간 차이 존재</a:t>
            </a:r>
          </a:p>
        </p:txBody>
      </p:sp>
      <p:sp>
        <p:nvSpPr>
          <p:cNvPr id="7" name="접근한 계약 문서">
            <a:extLst xmlns:a="http://schemas.openxmlformats.org/drawingml/2006/main">
              <a:ext uri="{FF2B5EF4-FFF2-40B4-BE49-F238E27FC236}">
                <a16:creationId xmlns:a16="http://schemas.microsoft.com/office/drawing/2014/main" id="{74CD17C7-19CD-406C-8B91-4012A3022540}"/>
              </a:ext>
            </a:extLst>
          </p:cNvPr>
          <p:cNvSpPr>
            <a:spLocks xmlns:a="http://schemas.openxmlformats.org/drawingml/2006/main" noGrp="1"/>
          </p:cNvSpPr>
          <p:nvPr/>
        </p:nvSpPr>
        <p:spPr>
          <a:xfrm xmlns:a="http://schemas.openxmlformats.org/drawingml/2006/main">
            <a:off x="609600" y="2171700"/>
            <a:ext cx="571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접근한 계약 문서</a:t>
            </a:r>
          </a:p>
        </p:txBody>
      </p:sp>
      <p:sp>
        <p:nvSpPr>
          <p:cNvPr id="8" name="image-contracts.md">
            <a:extLst xmlns:a="http://schemas.openxmlformats.org/drawingml/2006/main">
              <a:ext uri="{FF2B5EF4-FFF2-40B4-BE49-F238E27FC236}">
                <a16:creationId xmlns:a16="http://schemas.microsoft.com/office/drawing/2014/main" id="{FF733CDC-539D-4A22-A502-D1E2E13311EA}"/>
              </a:ext>
            </a:extLst>
          </p:cNvPr>
          <p:cNvSpPr>
            <a:spLocks xmlns:a="http://schemas.openxmlformats.org/drawingml/2006/main" noGrp="1"/>
          </p:cNvSpPr>
          <p:nvPr/>
        </p:nvSpPr>
        <p:spPr>
          <a:xfrm xmlns:a="http://schemas.openxmlformats.org/drawingml/2006/main">
            <a:off x="609600" y="26479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7212B"/>
                </a:solidFill>
                <a:latin typeface="Consolas"/>
                <a:ea typeface="Consolas"/>
                <a:cs typeface="Consolas"/>
              </a:defRPr>
            </a:defPPr>
            <a:lvl1pPr algn="l">
              <a:defRPr sz="2400" b="1">
                <a:solidFill>
                  <a:srgbClr val="17212B"/>
                </a:solidFill>
                <a:latin typeface="Consolas"/>
                <a:ea typeface="Consolas"/>
                <a:cs typeface="Consolas"/>
              </a:defRPr>
            </a:lvl1pPr>
            <a:lvl2pPr algn="l">
              <a:defRPr sz="2400" b="1">
                <a:solidFill>
                  <a:srgbClr val="17212B"/>
                </a:solidFill>
                <a:latin typeface="Consolas"/>
                <a:ea typeface="Consolas"/>
                <a:cs typeface="Consolas"/>
              </a:defRPr>
            </a:lvl2pPr>
            <a:lvl3pPr algn="l">
              <a:defRPr sz="2400" b="1">
                <a:solidFill>
                  <a:srgbClr val="17212B"/>
                </a:solidFill>
                <a:latin typeface="Consolas"/>
                <a:ea typeface="Consolas"/>
                <a:cs typeface="Consolas"/>
              </a:defRPr>
            </a:lvl3pPr>
            <a:lvl4pPr algn="l">
              <a:defRPr sz="2400" b="1">
                <a:solidFill>
                  <a:srgbClr val="17212B"/>
                </a:solidFill>
                <a:latin typeface="Consolas"/>
                <a:ea typeface="Consolas"/>
                <a:cs typeface="Consolas"/>
              </a:defRPr>
            </a:lvl4pPr>
            <a:lvl5pPr algn="l">
              <a:defRPr sz="2400" b="1">
                <a:solidFill>
                  <a:srgbClr val="17212B"/>
                </a:solidFill>
                <a:latin typeface="Consolas"/>
                <a:ea typeface="Consolas"/>
                <a:cs typeface="Consolas"/>
              </a:defRPr>
            </a:lvl5pPr>
            <a:lvl6pPr algn="l">
              <a:defRPr sz="2400" b="1">
                <a:solidFill>
                  <a:srgbClr val="17212B"/>
                </a:solidFill>
                <a:latin typeface="Consolas"/>
                <a:ea typeface="Consolas"/>
                <a:cs typeface="Consolas"/>
              </a:defRPr>
            </a:lvl6pPr>
            <a:lvl7pPr algn="l">
              <a:defRPr sz="2400" b="1">
                <a:solidFill>
                  <a:srgbClr val="17212B"/>
                </a:solidFill>
                <a:latin typeface="Consolas"/>
                <a:ea typeface="Consolas"/>
                <a:cs typeface="Consolas"/>
              </a:defRPr>
            </a:lvl7pPr>
            <a:lvl8pPr algn="l">
              <a:defRPr sz="2400" b="1">
                <a:solidFill>
                  <a:srgbClr val="17212B"/>
                </a:solidFill>
                <a:latin typeface="Consolas"/>
                <a:ea typeface="Consolas"/>
                <a:cs typeface="Consolas"/>
              </a:defRPr>
            </a:lvl8pPr>
            <a:lvl9pPr algn="l">
              <a:defRPr sz="2400" b="1">
                <a:solidFill>
                  <a:srgbClr val="17212B"/>
                </a:solidFill>
                <a:latin typeface="Consolas"/>
                <a:ea typeface="Consolas"/>
                <a:cs typeface="Consolas"/>
              </a:defRPr>
            </a:lvl9pPr>
          </a:lstStyle>
          <a:p xmlns:a="http://schemas.openxmlformats.org/drawingml/2006/main">
            <a:pPr algn="l">
              <a:defRPr sz="2400" b="1">
                <a:solidFill>
                  <a:srgbClr val="17212B"/>
                </a:solidFill>
                <a:latin typeface="Consolas"/>
                <a:ea typeface="Consolas"/>
                <a:cs typeface="Consolas"/>
              </a:defRPr>
            </a:pPr>
            <a:r>
              <a:rPr sz="2400" b="1">
                <a:solidFill>
                  <a:srgbClr val="17212B"/>
                </a:solidFill>
                <a:latin typeface="Consolas"/>
                <a:ea typeface="Consolas"/>
                <a:cs typeface="Consolas"/>
              </a:rPr>
              <a:t>image-contracts.md</a:t>
            </a:r>
          </a:p>
        </p:txBody>
      </p:sp>
      <p:sp>
        <p:nvSpPr>
          <p:cNvPr id="9" name="">
            <a:extLst xmlns:a="http://schemas.openxmlformats.org/drawingml/2006/main">
              <a:ext uri="{FF2B5EF4-FFF2-40B4-BE49-F238E27FC236}">
                <a16:creationId xmlns:a16="http://schemas.microsoft.com/office/drawing/2014/main" id="{D965FD57-9B29-406E-BAEC-AF7266B764E1}"/>
              </a:ext>
            </a:extLst>
          </p:cNvPr>
          <p:cNvSpPr>
            <a:spLocks xmlns:a="http://schemas.openxmlformats.org/drawingml/2006/main" noGrp="1"/>
          </p:cNvSpPr>
          <p:nvPr/>
        </p:nvSpPr>
        <p:spPr>
          <a:xfrm xmlns:a="http://schemas.openxmlformats.org/drawingml/2006/main">
            <a:off x="609600" y="3267075"/>
            <a:ext cx="6286500" cy="135255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0" name="[x_start, x_end)">
            <a:extLst xmlns:a="http://schemas.openxmlformats.org/drawingml/2006/main">
              <a:ext uri="{FF2B5EF4-FFF2-40B4-BE49-F238E27FC236}">
                <a16:creationId xmlns:a16="http://schemas.microsoft.com/office/drawing/2014/main" id="{B5B40BBC-C596-430A-B0D5-E0F2B15CF30E}"/>
              </a:ext>
            </a:extLst>
          </p:cNvPr>
          <p:cNvSpPr>
            <a:spLocks xmlns:a="http://schemas.openxmlformats.org/drawingml/2006/main" noGrp="1"/>
          </p:cNvSpPr>
          <p:nvPr/>
        </p:nvSpPr>
        <p:spPr>
          <a:xfrm xmlns:a="http://schemas.openxmlformats.org/drawingml/2006/main">
            <a:off x="838200" y="3400425"/>
            <a:ext cx="5829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17212B"/>
                </a:solidFill>
                <a:latin typeface="Consolas"/>
                <a:ea typeface="Consolas"/>
                <a:cs typeface="Consolas"/>
              </a:defRPr>
            </a:defPPr>
            <a:lvl1pPr algn="l">
              <a:defRPr sz="2475" b="1">
                <a:solidFill>
                  <a:srgbClr val="17212B"/>
                </a:solidFill>
                <a:latin typeface="Consolas"/>
                <a:ea typeface="Consolas"/>
                <a:cs typeface="Consolas"/>
              </a:defRPr>
            </a:lvl1pPr>
            <a:lvl2pPr algn="l">
              <a:defRPr sz="2475" b="1">
                <a:solidFill>
                  <a:srgbClr val="17212B"/>
                </a:solidFill>
                <a:latin typeface="Consolas"/>
                <a:ea typeface="Consolas"/>
                <a:cs typeface="Consolas"/>
              </a:defRPr>
            </a:lvl2pPr>
            <a:lvl3pPr algn="l">
              <a:defRPr sz="2475" b="1">
                <a:solidFill>
                  <a:srgbClr val="17212B"/>
                </a:solidFill>
                <a:latin typeface="Consolas"/>
                <a:ea typeface="Consolas"/>
                <a:cs typeface="Consolas"/>
              </a:defRPr>
            </a:lvl3pPr>
            <a:lvl4pPr algn="l">
              <a:defRPr sz="2475" b="1">
                <a:solidFill>
                  <a:srgbClr val="17212B"/>
                </a:solidFill>
                <a:latin typeface="Consolas"/>
                <a:ea typeface="Consolas"/>
                <a:cs typeface="Consolas"/>
              </a:defRPr>
            </a:lvl4pPr>
            <a:lvl5pPr algn="l">
              <a:defRPr sz="2475" b="1">
                <a:solidFill>
                  <a:srgbClr val="17212B"/>
                </a:solidFill>
                <a:latin typeface="Consolas"/>
                <a:ea typeface="Consolas"/>
                <a:cs typeface="Consolas"/>
              </a:defRPr>
            </a:lvl5pPr>
            <a:lvl6pPr algn="l">
              <a:defRPr sz="2475" b="1">
                <a:solidFill>
                  <a:srgbClr val="17212B"/>
                </a:solidFill>
                <a:latin typeface="Consolas"/>
                <a:ea typeface="Consolas"/>
                <a:cs typeface="Consolas"/>
              </a:defRPr>
            </a:lvl6pPr>
            <a:lvl7pPr algn="l">
              <a:defRPr sz="2475" b="1">
                <a:solidFill>
                  <a:srgbClr val="17212B"/>
                </a:solidFill>
                <a:latin typeface="Consolas"/>
                <a:ea typeface="Consolas"/>
                <a:cs typeface="Consolas"/>
              </a:defRPr>
            </a:lvl7pPr>
            <a:lvl8pPr algn="l">
              <a:defRPr sz="2475" b="1">
                <a:solidFill>
                  <a:srgbClr val="17212B"/>
                </a:solidFill>
                <a:latin typeface="Consolas"/>
                <a:ea typeface="Consolas"/>
                <a:cs typeface="Consolas"/>
              </a:defRPr>
            </a:lvl8pPr>
            <a:lvl9pPr algn="l">
              <a:defRPr sz="2475" b="1">
                <a:solidFill>
                  <a:srgbClr val="17212B"/>
                </a:solidFill>
                <a:latin typeface="Consolas"/>
                <a:ea typeface="Consolas"/>
                <a:cs typeface="Consolas"/>
              </a:defRPr>
            </a:lvl9pPr>
          </a:lstStyle>
          <a:p xmlns:a="http://schemas.openxmlformats.org/drawingml/2006/main">
            <a:pPr algn="l">
              <a:defRPr sz="2475" b="1">
                <a:solidFill>
                  <a:srgbClr val="17212B"/>
                </a:solidFill>
                <a:latin typeface="Consolas"/>
                <a:ea typeface="Consolas"/>
                <a:cs typeface="Consolas"/>
              </a:defRPr>
            </a:pPr>
            <a:r>
              <a:rPr sz="2475" b="1">
                <a:solidFill>
                  <a:srgbClr val="17212B"/>
                </a:solidFill>
                <a:latin typeface="Consolas"/>
                <a:ea typeface="Consolas"/>
                <a:cs typeface="Consolas"/>
              </a:rPr>
              <a:t>[x_start, x_end)</a:t>
            </a:r>
          </a:p>
        </p:txBody>
      </p:sp>
      <p:sp>
        <p:nvSpPr>
          <p:cNvPr id="11" name="시작 열 포함 · 끝 좌표 제외">
            <a:extLst xmlns:a="http://schemas.openxmlformats.org/drawingml/2006/main">
              <a:ext uri="{FF2B5EF4-FFF2-40B4-BE49-F238E27FC236}">
                <a16:creationId xmlns:a16="http://schemas.microsoft.com/office/drawing/2014/main" id="{0DE02E65-D686-47E2-B2B8-B5F9E5F0C687}"/>
              </a:ext>
            </a:extLst>
          </p:cNvPr>
          <p:cNvSpPr>
            <a:spLocks xmlns:a="http://schemas.openxmlformats.org/drawingml/2006/main" noGrp="1"/>
          </p:cNvSpPr>
          <p:nvPr/>
        </p:nvSpPr>
        <p:spPr>
          <a:xfrm xmlns:a="http://schemas.openxmlformats.org/drawingml/2006/main">
            <a:off x="838200" y="4000500"/>
            <a:ext cx="58293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17212B"/>
                </a:solidFill>
                <a:latin typeface="Malgun Gothic"/>
                <a:ea typeface="Malgun Gothic"/>
                <a:cs typeface="Malgun Gothic"/>
              </a:defRPr>
            </a:defPPr>
            <a:lvl1pPr algn="l">
              <a:defRPr sz="2175" b="0">
                <a:solidFill>
                  <a:srgbClr val="17212B"/>
                </a:solidFill>
                <a:latin typeface="Malgun Gothic"/>
                <a:ea typeface="Malgun Gothic"/>
                <a:cs typeface="Malgun Gothic"/>
              </a:defRPr>
            </a:lvl1pPr>
            <a:lvl2pPr algn="l">
              <a:defRPr sz="2175" b="0">
                <a:solidFill>
                  <a:srgbClr val="17212B"/>
                </a:solidFill>
                <a:latin typeface="Malgun Gothic"/>
                <a:ea typeface="Malgun Gothic"/>
                <a:cs typeface="Malgun Gothic"/>
              </a:defRPr>
            </a:lvl2pPr>
            <a:lvl3pPr algn="l">
              <a:defRPr sz="2175" b="0">
                <a:solidFill>
                  <a:srgbClr val="17212B"/>
                </a:solidFill>
                <a:latin typeface="Malgun Gothic"/>
                <a:ea typeface="Malgun Gothic"/>
                <a:cs typeface="Malgun Gothic"/>
              </a:defRPr>
            </a:lvl3pPr>
            <a:lvl4pPr algn="l">
              <a:defRPr sz="2175" b="0">
                <a:solidFill>
                  <a:srgbClr val="17212B"/>
                </a:solidFill>
                <a:latin typeface="Malgun Gothic"/>
                <a:ea typeface="Malgun Gothic"/>
                <a:cs typeface="Malgun Gothic"/>
              </a:defRPr>
            </a:lvl4pPr>
            <a:lvl5pPr algn="l">
              <a:defRPr sz="2175" b="0">
                <a:solidFill>
                  <a:srgbClr val="17212B"/>
                </a:solidFill>
                <a:latin typeface="Malgun Gothic"/>
                <a:ea typeface="Malgun Gothic"/>
                <a:cs typeface="Malgun Gothic"/>
              </a:defRPr>
            </a:lvl5pPr>
            <a:lvl6pPr algn="l">
              <a:defRPr sz="2175" b="0">
                <a:solidFill>
                  <a:srgbClr val="17212B"/>
                </a:solidFill>
                <a:latin typeface="Malgun Gothic"/>
                <a:ea typeface="Malgun Gothic"/>
                <a:cs typeface="Malgun Gothic"/>
              </a:defRPr>
            </a:lvl6pPr>
            <a:lvl7pPr algn="l">
              <a:defRPr sz="2175" b="0">
                <a:solidFill>
                  <a:srgbClr val="17212B"/>
                </a:solidFill>
                <a:latin typeface="Malgun Gothic"/>
                <a:ea typeface="Malgun Gothic"/>
                <a:cs typeface="Malgun Gothic"/>
              </a:defRPr>
            </a:lvl7pPr>
            <a:lvl8pPr algn="l">
              <a:defRPr sz="2175" b="0">
                <a:solidFill>
                  <a:srgbClr val="17212B"/>
                </a:solidFill>
                <a:latin typeface="Malgun Gothic"/>
                <a:ea typeface="Malgun Gothic"/>
                <a:cs typeface="Malgun Gothic"/>
              </a:defRPr>
            </a:lvl8pPr>
            <a:lvl9pPr algn="l">
              <a:defRPr sz="2175" b="0">
                <a:solidFill>
                  <a:srgbClr val="17212B"/>
                </a:solidFill>
                <a:latin typeface="Malgun Gothic"/>
                <a:ea typeface="Malgun Gothic"/>
                <a:cs typeface="Malgun Gothic"/>
              </a:defRPr>
            </a:lvl9pPr>
          </a:lstStyle>
          <a:p xmlns:a="http://schemas.openxmlformats.org/drawingml/2006/main">
            <a:pPr algn="l">
              <a:defRPr sz="2175" b="0">
                <a:solidFill>
                  <a:srgbClr val="17212B"/>
                </a:solidFill>
                <a:latin typeface="Malgun Gothic"/>
                <a:ea typeface="Malgun Gothic"/>
                <a:cs typeface="Malgun Gothic"/>
              </a:defRPr>
            </a:pPr>
            <a:r>
              <a:rPr sz="2175" b="0">
                <a:solidFill>
                  <a:srgbClr val="17212B"/>
                </a:solidFill>
                <a:latin typeface="Malgun Gothic"/>
                <a:ea typeface="Malgun Gothic"/>
                <a:cs typeface="Malgun Gothic"/>
              </a:rPr>
              <a:t>시작 열 포함 · 끝 좌표 제외</a:t>
            </a:r>
          </a:p>
        </p:txBody>
      </p:sp>
      <p:sp>
        <p:nvSpPr>
          <p:cNvPr id="12" name="기록된 답">
            <a:extLst xmlns:a="http://schemas.openxmlformats.org/drawingml/2006/main">
              <a:ext uri="{FF2B5EF4-FFF2-40B4-BE49-F238E27FC236}">
                <a16:creationId xmlns:a16="http://schemas.microsoft.com/office/drawing/2014/main" id="{8EC6D570-5702-4CD6-B376-FBF9A2A8261F}"/>
              </a:ext>
            </a:extLst>
          </p:cNvPr>
          <p:cNvSpPr>
            <a:spLocks xmlns:a="http://schemas.openxmlformats.org/drawingml/2006/main" noGrp="1"/>
          </p:cNvSpPr>
          <p:nvPr/>
        </p:nvSpPr>
        <p:spPr>
          <a:xfrm xmlns:a="http://schemas.openxmlformats.org/drawingml/2006/main">
            <a:off x="7696200" y="2171700"/>
            <a:ext cx="3886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기록된 답</a:t>
            </a:r>
          </a:p>
        </p:txBody>
      </p:sp>
      <p:sp>
        <p:nvSpPr>
          <p:cNvPr id="13" name="crop 1 3">
            <a:extLst xmlns:a="http://schemas.openxmlformats.org/drawingml/2006/main">
              <a:ext uri="{FF2B5EF4-FFF2-40B4-BE49-F238E27FC236}">
                <a16:creationId xmlns:a16="http://schemas.microsoft.com/office/drawing/2014/main" id="{BF780D88-E940-4A34-9AC6-F1B56494985B}"/>
              </a:ext>
            </a:extLst>
          </p:cNvPr>
          <p:cNvSpPr>
            <a:spLocks xmlns:a="http://schemas.openxmlformats.org/drawingml/2006/main" noGrp="1"/>
          </p:cNvSpPr>
          <p:nvPr/>
        </p:nvSpPr>
        <p:spPr>
          <a:xfrm xmlns:a="http://schemas.openxmlformats.org/drawingml/2006/main">
            <a:off x="7696200" y="2647950"/>
            <a:ext cx="3886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7212B"/>
                </a:solidFill>
                <a:latin typeface="Consolas"/>
                <a:ea typeface="Consolas"/>
                <a:cs typeface="Consolas"/>
              </a:defRPr>
            </a:defPPr>
            <a:lvl1pPr algn="l">
              <a:defRPr sz="2400" b="1">
                <a:solidFill>
                  <a:srgbClr val="17212B"/>
                </a:solidFill>
                <a:latin typeface="Consolas"/>
                <a:ea typeface="Consolas"/>
                <a:cs typeface="Consolas"/>
              </a:defRPr>
            </a:lvl1pPr>
            <a:lvl2pPr algn="l">
              <a:defRPr sz="2400" b="1">
                <a:solidFill>
                  <a:srgbClr val="17212B"/>
                </a:solidFill>
                <a:latin typeface="Consolas"/>
                <a:ea typeface="Consolas"/>
                <a:cs typeface="Consolas"/>
              </a:defRPr>
            </a:lvl2pPr>
            <a:lvl3pPr algn="l">
              <a:defRPr sz="2400" b="1">
                <a:solidFill>
                  <a:srgbClr val="17212B"/>
                </a:solidFill>
                <a:latin typeface="Consolas"/>
                <a:ea typeface="Consolas"/>
                <a:cs typeface="Consolas"/>
              </a:defRPr>
            </a:lvl3pPr>
            <a:lvl4pPr algn="l">
              <a:defRPr sz="2400" b="1">
                <a:solidFill>
                  <a:srgbClr val="17212B"/>
                </a:solidFill>
                <a:latin typeface="Consolas"/>
                <a:ea typeface="Consolas"/>
                <a:cs typeface="Consolas"/>
              </a:defRPr>
            </a:lvl4pPr>
            <a:lvl5pPr algn="l">
              <a:defRPr sz="2400" b="1">
                <a:solidFill>
                  <a:srgbClr val="17212B"/>
                </a:solidFill>
                <a:latin typeface="Consolas"/>
                <a:ea typeface="Consolas"/>
                <a:cs typeface="Consolas"/>
              </a:defRPr>
            </a:lvl5pPr>
            <a:lvl6pPr algn="l">
              <a:defRPr sz="2400" b="1">
                <a:solidFill>
                  <a:srgbClr val="17212B"/>
                </a:solidFill>
                <a:latin typeface="Consolas"/>
                <a:ea typeface="Consolas"/>
                <a:cs typeface="Consolas"/>
              </a:defRPr>
            </a:lvl6pPr>
            <a:lvl7pPr algn="l">
              <a:defRPr sz="2400" b="1">
                <a:solidFill>
                  <a:srgbClr val="17212B"/>
                </a:solidFill>
                <a:latin typeface="Consolas"/>
                <a:ea typeface="Consolas"/>
                <a:cs typeface="Consolas"/>
              </a:defRPr>
            </a:lvl7pPr>
            <a:lvl8pPr algn="l">
              <a:defRPr sz="2400" b="1">
                <a:solidFill>
                  <a:srgbClr val="17212B"/>
                </a:solidFill>
                <a:latin typeface="Consolas"/>
                <a:ea typeface="Consolas"/>
                <a:cs typeface="Consolas"/>
              </a:defRPr>
            </a:lvl8pPr>
            <a:lvl9pPr algn="l">
              <a:defRPr sz="2400" b="1">
                <a:solidFill>
                  <a:srgbClr val="17212B"/>
                </a:solidFill>
                <a:latin typeface="Consolas"/>
                <a:ea typeface="Consolas"/>
                <a:cs typeface="Consolas"/>
              </a:defRPr>
            </a:lvl9pPr>
          </a:lstStyle>
          <a:p xmlns:a="http://schemas.openxmlformats.org/drawingml/2006/main">
            <a:pPr algn="l">
              <a:defRPr sz="2400" b="1">
                <a:solidFill>
                  <a:srgbClr val="17212B"/>
                </a:solidFill>
                <a:latin typeface="Consolas"/>
                <a:ea typeface="Consolas"/>
                <a:cs typeface="Consolas"/>
              </a:defRPr>
            </a:pPr>
            <a:r>
              <a:rPr sz="2400" b="1">
                <a:solidFill>
                  <a:srgbClr val="17212B"/>
                </a:solidFill>
                <a:latin typeface="Consolas"/>
                <a:ea typeface="Consolas"/>
                <a:cs typeface="Consolas"/>
              </a:rPr>
              <a:t>crop 1 3</a:t>
            </a:r>
          </a:p>
        </p:txBody>
      </p:sp>
      <p:sp>
        <p:nvSpPr>
          <p:cNvPr id="14" name="">
            <a:extLst xmlns:a="http://schemas.openxmlformats.org/drawingml/2006/main">
              <a:ext uri="{FF2B5EF4-FFF2-40B4-BE49-F238E27FC236}">
                <a16:creationId xmlns:a16="http://schemas.microsoft.com/office/drawing/2014/main" id="{E032B77F-F3B0-44D2-9589-DE620FA15805}"/>
              </a:ext>
            </a:extLst>
          </p:cNvPr>
          <p:cNvSpPr>
            <a:spLocks xmlns:a="http://schemas.openxmlformats.org/drawingml/2006/main" noGrp="1"/>
          </p:cNvSpPr>
          <p:nvPr/>
        </p:nvSpPr>
        <p:spPr>
          <a:xfrm xmlns:a="http://schemas.openxmlformats.org/drawingml/2006/main">
            <a:off x="7696200" y="3333750"/>
            <a:ext cx="7429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5" name="0">
            <a:extLst xmlns:a="http://schemas.openxmlformats.org/drawingml/2006/main">
              <a:ext uri="{FF2B5EF4-FFF2-40B4-BE49-F238E27FC236}">
                <a16:creationId xmlns:a16="http://schemas.microsoft.com/office/drawing/2014/main" id="{42FB7F86-17B1-4A47-BF6A-D71F3339E49B}"/>
              </a:ext>
            </a:extLst>
          </p:cNvPr>
          <p:cNvSpPr>
            <a:spLocks xmlns:a="http://schemas.openxmlformats.org/drawingml/2006/main" noGrp="1"/>
          </p:cNvSpPr>
          <p:nvPr/>
        </p:nvSpPr>
        <p:spPr>
          <a:xfrm xmlns:a="http://schemas.openxmlformats.org/drawingml/2006/main">
            <a:off x="7696200" y="3467100"/>
            <a:ext cx="742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1">
                <a:solidFill>
                  <a:srgbClr val="4D5A68"/>
                </a:solidFill>
                <a:latin typeface="Malgun Gothic"/>
                <a:ea typeface="Malgun Gothic"/>
                <a:cs typeface="Malgun Gothic"/>
              </a:defRPr>
            </a:defPPr>
            <a:lvl1pPr algn="ctr">
              <a:defRPr sz="2475" b="1">
                <a:solidFill>
                  <a:srgbClr val="4D5A68"/>
                </a:solidFill>
                <a:latin typeface="Malgun Gothic"/>
                <a:ea typeface="Malgun Gothic"/>
                <a:cs typeface="Malgun Gothic"/>
              </a:defRPr>
            </a:lvl1pPr>
            <a:lvl2pPr algn="ctr">
              <a:defRPr sz="2475" b="1">
                <a:solidFill>
                  <a:srgbClr val="4D5A68"/>
                </a:solidFill>
                <a:latin typeface="Malgun Gothic"/>
                <a:ea typeface="Malgun Gothic"/>
                <a:cs typeface="Malgun Gothic"/>
              </a:defRPr>
            </a:lvl2pPr>
            <a:lvl3pPr algn="ctr">
              <a:defRPr sz="2475" b="1">
                <a:solidFill>
                  <a:srgbClr val="4D5A68"/>
                </a:solidFill>
                <a:latin typeface="Malgun Gothic"/>
                <a:ea typeface="Malgun Gothic"/>
                <a:cs typeface="Malgun Gothic"/>
              </a:defRPr>
            </a:lvl3pPr>
            <a:lvl4pPr algn="ctr">
              <a:defRPr sz="2475" b="1">
                <a:solidFill>
                  <a:srgbClr val="4D5A68"/>
                </a:solidFill>
                <a:latin typeface="Malgun Gothic"/>
                <a:ea typeface="Malgun Gothic"/>
                <a:cs typeface="Malgun Gothic"/>
              </a:defRPr>
            </a:lvl4pPr>
            <a:lvl5pPr algn="ctr">
              <a:defRPr sz="2475" b="1">
                <a:solidFill>
                  <a:srgbClr val="4D5A68"/>
                </a:solidFill>
                <a:latin typeface="Malgun Gothic"/>
                <a:ea typeface="Malgun Gothic"/>
                <a:cs typeface="Malgun Gothic"/>
              </a:defRPr>
            </a:lvl5pPr>
            <a:lvl6pPr algn="ctr">
              <a:defRPr sz="2475" b="1">
                <a:solidFill>
                  <a:srgbClr val="4D5A68"/>
                </a:solidFill>
                <a:latin typeface="Malgun Gothic"/>
                <a:ea typeface="Malgun Gothic"/>
                <a:cs typeface="Malgun Gothic"/>
              </a:defRPr>
            </a:lvl6pPr>
            <a:lvl7pPr algn="ctr">
              <a:defRPr sz="2475" b="1">
                <a:solidFill>
                  <a:srgbClr val="4D5A68"/>
                </a:solidFill>
                <a:latin typeface="Malgun Gothic"/>
                <a:ea typeface="Malgun Gothic"/>
                <a:cs typeface="Malgun Gothic"/>
              </a:defRPr>
            </a:lvl7pPr>
            <a:lvl8pPr algn="ctr">
              <a:defRPr sz="2475" b="1">
                <a:solidFill>
                  <a:srgbClr val="4D5A68"/>
                </a:solidFill>
                <a:latin typeface="Malgun Gothic"/>
                <a:ea typeface="Malgun Gothic"/>
                <a:cs typeface="Malgun Gothic"/>
              </a:defRPr>
            </a:lvl8pPr>
            <a:lvl9pPr algn="ctr">
              <a:defRPr sz="2475" b="1">
                <a:solidFill>
                  <a:srgbClr val="4D5A68"/>
                </a:solidFill>
                <a:latin typeface="Malgun Gothic"/>
                <a:ea typeface="Malgun Gothic"/>
                <a:cs typeface="Malgun Gothic"/>
              </a:defRPr>
            </a:lvl9pPr>
          </a:lstStyle>
          <a:p xmlns:a="http://schemas.openxmlformats.org/drawingml/2006/main">
            <a:pPr algn="ctr">
              <a:defRPr sz="2475" b="1">
                <a:solidFill>
                  <a:srgbClr val="4D5A68"/>
                </a:solidFill>
                <a:latin typeface="Malgun Gothic"/>
                <a:ea typeface="Malgun Gothic"/>
                <a:cs typeface="Malgun Gothic"/>
              </a:defRPr>
            </a:pPr>
            <a:r>
              <a:rPr sz="2475" b="1">
                <a:solidFill>
                  <a:srgbClr val="4D5A68"/>
                </a:solidFill>
                <a:latin typeface="Malgun Gothic"/>
                <a:ea typeface="Malgun Gothic"/>
                <a:cs typeface="Malgun Gothic"/>
              </a:rPr>
              <a:t>0</a:t>
            </a:r>
          </a:p>
        </p:txBody>
      </p:sp>
      <p:sp>
        <p:nvSpPr>
          <p:cNvPr id="16" name="">
            <a:extLst xmlns:a="http://schemas.openxmlformats.org/drawingml/2006/main">
              <a:ext uri="{FF2B5EF4-FFF2-40B4-BE49-F238E27FC236}">
                <a16:creationId xmlns:a16="http://schemas.microsoft.com/office/drawing/2014/main" id="{FD63CF1D-1BA7-44E3-BCDC-943134AFAD49}"/>
              </a:ext>
            </a:extLst>
          </p:cNvPr>
          <p:cNvSpPr>
            <a:spLocks xmlns:a="http://schemas.openxmlformats.org/drawingml/2006/main" noGrp="1"/>
          </p:cNvSpPr>
          <p:nvPr/>
        </p:nvSpPr>
        <p:spPr>
          <a:xfrm xmlns:a="http://schemas.openxmlformats.org/drawingml/2006/main">
            <a:off x="8591550" y="3333750"/>
            <a:ext cx="742950" cy="72390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17" name="1">
            <a:extLst xmlns:a="http://schemas.openxmlformats.org/drawingml/2006/main">
              <a:ext uri="{FF2B5EF4-FFF2-40B4-BE49-F238E27FC236}">
                <a16:creationId xmlns:a16="http://schemas.microsoft.com/office/drawing/2014/main" id="{51B5EEB2-19BA-453E-BBEF-D1DA874ECC64}"/>
              </a:ext>
            </a:extLst>
          </p:cNvPr>
          <p:cNvSpPr>
            <a:spLocks xmlns:a="http://schemas.openxmlformats.org/drawingml/2006/main" noGrp="1"/>
          </p:cNvSpPr>
          <p:nvPr/>
        </p:nvSpPr>
        <p:spPr>
          <a:xfrm xmlns:a="http://schemas.openxmlformats.org/drawingml/2006/main">
            <a:off x="8591550" y="3467100"/>
            <a:ext cx="742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1">
                <a:solidFill>
                  <a:srgbClr val="0B6172"/>
                </a:solidFill>
                <a:latin typeface="Malgun Gothic"/>
                <a:ea typeface="Malgun Gothic"/>
                <a:cs typeface="Malgun Gothic"/>
              </a:defRPr>
            </a:defPPr>
            <a:lvl1pPr algn="ctr">
              <a:defRPr sz="2475" b="1">
                <a:solidFill>
                  <a:srgbClr val="0B6172"/>
                </a:solidFill>
                <a:latin typeface="Malgun Gothic"/>
                <a:ea typeface="Malgun Gothic"/>
                <a:cs typeface="Malgun Gothic"/>
              </a:defRPr>
            </a:lvl1pPr>
            <a:lvl2pPr algn="ctr">
              <a:defRPr sz="2475" b="1">
                <a:solidFill>
                  <a:srgbClr val="0B6172"/>
                </a:solidFill>
                <a:latin typeface="Malgun Gothic"/>
                <a:ea typeface="Malgun Gothic"/>
                <a:cs typeface="Malgun Gothic"/>
              </a:defRPr>
            </a:lvl2pPr>
            <a:lvl3pPr algn="ctr">
              <a:defRPr sz="2475" b="1">
                <a:solidFill>
                  <a:srgbClr val="0B6172"/>
                </a:solidFill>
                <a:latin typeface="Malgun Gothic"/>
                <a:ea typeface="Malgun Gothic"/>
                <a:cs typeface="Malgun Gothic"/>
              </a:defRPr>
            </a:lvl3pPr>
            <a:lvl4pPr algn="ctr">
              <a:defRPr sz="2475" b="1">
                <a:solidFill>
                  <a:srgbClr val="0B6172"/>
                </a:solidFill>
                <a:latin typeface="Malgun Gothic"/>
                <a:ea typeface="Malgun Gothic"/>
                <a:cs typeface="Malgun Gothic"/>
              </a:defRPr>
            </a:lvl4pPr>
            <a:lvl5pPr algn="ctr">
              <a:defRPr sz="2475" b="1">
                <a:solidFill>
                  <a:srgbClr val="0B6172"/>
                </a:solidFill>
                <a:latin typeface="Malgun Gothic"/>
                <a:ea typeface="Malgun Gothic"/>
                <a:cs typeface="Malgun Gothic"/>
              </a:defRPr>
            </a:lvl5pPr>
            <a:lvl6pPr algn="ctr">
              <a:defRPr sz="2475" b="1">
                <a:solidFill>
                  <a:srgbClr val="0B6172"/>
                </a:solidFill>
                <a:latin typeface="Malgun Gothic"/>
                <a:ea typeface="Malgun Gothic"/>
                <a:cs typeface="Malgun Gothic"/>
              </a:defRPr>
            </a:lvl6pPr>
            <a:lvl7pPr algn="ctr">
              <a:defRPr sz="2475" b="1">
                <a:solidFill>
                  <a:srgbClr val="0B6172"/>
                </a:solidFill>
                <a:latin typeface="Malgun Gothic"/>
                <a:ea typeface="Malgun Gothic"/>
                <a:cs typeface="Malgun Gothic"/>
              </a:defRPr>
            </a:lvl7pPr>
            <a:lvl8pPr algn="ctr">
              <a:defRPr sz="2475" b="1">
                <a:solidFill>
                  <a:srgbClr val="0B6172"/>
                </a:solidFill>
                <a:latin typeface="Malgun Gothic"/>
                <a:ea typeface="Malgun Gothic"/>
                <a:cs typeface="Malgun Gothic"/>
              </a:defRPr>
            </a:lvl8pPr>
            <a:lvl9pPr algn="ctr">
              <a:defRPr sz="2475" b="1">
                <a:solidFill>
                  <a:srgbClr val="0B6172"/>
                </a:solidFill>
                <a:latin typeface="Malgun Gothic"/>
                <a:ea typeface="Malgun Gothic"/>
                <a:cs typeface="Malgun Gothic"/>
              </a:defRPr>
            </a:lvl9pPr>
          </a:lstStyle>
          <a:p xmlns:a="http://schemas.openxmlformats.org/drawingml/2006/main">
            <a:pPr algn="ctr">
              <a:defRPr sz="2475" b="1">
                <a:solidFill>
                  <a:srgbClr val="0B6172"/>
                </a:solidFill>
                <a:latin typeface="Malgun Gothic"/>
                <a:ea typeface="Malgun Gothic"/>
                <a:cs typeface="Malgun Gothic"/>
              </a:defRPr>
            </a:pPr>
            <a:r>
              <a:rPr sz="2475" b="1">
                <a:solidFill>
                  <a:srgbClr val="0B6172"/>
                </a:solidFill>
                <a:latin typeface="Malgun Gothic"/>
                <a:ea typeface="Malgun Gothic"/>
                <a:cs typeface="Malgun Gothic"/>
              </a:rPr>
              <a:t>1</a:t>
            </a:r>
          </a:p>
        </p:txBody>
      </p:sp>
      <p:sp>
        <p:nvSpPr>
          <p:cNvPr id="18" name="">
            <a:extLst xmlns:a="http://schemas.openxmlformats.org/drawingml/2006/main">
              <a:ext uri="{FF2B5EF4-FFF2-40B4-BE49-F238E27FC236}">
                <a16:creationId xmlns:a16="http://schemas.microsoft.com/office/drawing/2014/main" id="{F918E3B6-4C14-48EA-BDD2-7043DBC8F7E6}"/>
              </a:ext>
            </a:extLst>
          </p:cNvPr>
          <p:cNvSpPr>
            <a:spLocks xmlns:a="http://schemas.openxmlformats.org/drawingml/2006/main" noGrp="1"/>
          </p:cNvSpPr>
          <p:nvPr/>
        </p:nvSpPr>
        <p:spPr>
          <a:xfrm xmlns:a="http://schemas.openxmlformats.org/drawingml/2006/main">
            <a:off x="9486900" y="3333750"/>
            <a:ext cx="742950" cy="72390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19" name="2">
            <a:extLst xmlns:a="http://schemas.openxmlformats.org/drawingml/2006/main">
              <a:ext uri="{FF2B5EF4-FFF2-40B4-BE49-F238E27FC236}">
                <a16:creationId xmlns:a16="http://schemas.microsoft.com/office/drawing/2014/main" id="{8BDA927D-7BDE-4130-BF43-ADF78AC42D85}"/>
              </a:ext>
            </a:extLst>
          </p:cNvPr>
          <p:cNvSpPr>
            <a:spLocks xmlns:a="http://schemas.openxmlformats.org/drawingml/2006/main" noGrp="1"/>
          </p:cNvSpPr>
          <p:nvPr/>
        </p:nvSpPr>
        <p:spPr>
          <a:xfrm xmlns:a="http://schemas.openxmlformats.org/drawingml/2006/main">
            <a:off x="9486900" y="3467100"/>
            <a:ext cx="742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1">
                <a:solidFill>
                  <a:srgbClr val="0B6172"/>
                </a:solidFill>
                <a:latin typeface="Malgun Gothic"/>
                <a:ea typeface="Malgun Gothic"/>
                <a:cs typeface="Malgun Gothic"/>
              </a:defRPr>
            </a:defPPr>
            <a:lvl1pPr algn="ctr">
              <a:defRPr sz="2475" b="1">
                <a:solidFill>
                  <a:srgbClr val="0B6172"/>
                </a:solidFill>
                <a:latin typeface="Malgun Gothic"/>
                <a:ea typeface="Malgun Gothic"/>
                <a:cs typeface="Malgun Gothic"/>
              </a:defRPr>
            </a:lvl1pPr>
            <a:lvl2pPr algn="ctr">
              <a:defRPr sz="2475" b="1">
                <a:solidFill>
                  <a:srgbClr val="0B6172"/>
                </a:solidFill>
                <a:latin typeface="Malgun Gothic"/>
                <a:ea typeface="Malgun Gothic"/>
                <a:cs typeface="Malgun Gothic"/>
              </a:defRPr>
            </a:lvl2pPr>
            <a:lvl3pPr algn="ctr">
              <a:defRPr sz="2475" b="1">
                <a:solidFill>
                  <a:srgbClr val="0B6172"/>
                </a:solidFill>
                <a:latin typeface="Malgun Gothic"/>
                <a:ea typeface="Malgun Gothic"/>
                <a:cs typeface="Malgun Gothic"/>
              </a:defRPr>
            </a:lvl3pPr>
            <a:lvl4pPr algn="ctr">
              <a:defRPr sz="2475" b="1">
                <a:solidFill>
                  <a:srgbClr val="0B6172"/>
                </a:solidFill>
                <a:latin typeface="Malgun Gothic"/>
                <a:ea typeface="Malgun Gothic"/>
                <a:cs typeface="Malgun Gothic"/>
              </a:defRPr>
            </a:lvl4pPr>
            <a:lvl5pPr algn="ctr">
              <a:defRPr sz="2475" b="1">
                <a:solidFill>
                  <a:srgbClr val="0B6172"/>
                </a:solidFill>
                <a:latin typeface="Malgun Gothic"/>
                <a:ea typeface="Malgun Gothic"/>
                <a:cs typeface="Malgun Gothic"/>
              </a:defRPr>
            </a:lvl5pPr>
            <a:lvl6pPr algn="ctr">
              <a:defRPr sz="2475" b="1">
                <a:solidFill>
                  <a:srgbClr val="0B6172"/>
                </a:solidFill>
                <a:latin typeface="Malgun Gothic"/>
                <a:ea typeface="Malgun Gothic"/>
                <a:cs typeface="Malgun Gothic"/>
              </a:defRPr>
            </a:lvl6pPr>
            <a:lvl7pPr algn="ctr">
              <a:defRPr sz="2475" b="1">
                <a:solidFill>
                  <a:srgbClr val="0B6172"/>
                </a:solidFill>
                <a:latin typeface="Malgun Gothic"/>
                <a:ea typeface="Malgun Gothic"/>
                <a:cs typeface="Malgun Gothic"/>
              </a:defRPr>
            </a:lvl7pPr>
            <a:lvl8pPr algn="ctr">
              <a:defRPr sz="2475" b="1">
                <a:solidFill>
                  <a:srgbClr val="0B6172"/>
                </a:solidFill>
                <a:latin typeface="Malgun Gothic"/>
                <a:ea typeface="Malgun Gothic"/>
                <a:cs typeface="Malgun Gothic"/>
              </a:defRPr>
            </a:lvl8pPr>
            <a:lvl9pPr algn="ctr">
              <a:defRPr sz="2475" b="1">
                <a:solidFill>
                  <a:srgbClr val="0B6172"/>
                </a:solidFill>
                <a:latin typeface="Malgun Gothic"/>
                <a:ea typeface="Malgun Gothic"/>
                <a:cs typeface="Malgun Gothic"/>
              </a:defRPr>
            </a:lvl9pPr>
          </a:lstStyle>
          <a:p xmlns:a="http://schemas.openxmlformats.org/drawingml/2006/main">
            <a:pPr algn="ctr">
              <a:defRPr sz="2475" b="1">
                <a:solidFill>
                  <a:srgbClr val="0B6172"/>
                </a:solidFill>
                <a:latin typeface="Malgun Gothic"/>
                <a:ea typeface="Malgun Gothic"/>
                <a:cs typeface="Malgun Gothic"/>
              </a:defRPr>
            </a:pPr>
            <a:r>
              <a:rPr sz="2475" b="1">
                <a:solidFill>
                  <a:srgbClr val="0B6172"/>
                </a:solidFill>
                <a:latin typeface="Malgun Gothic"/>
                <a:ea typeface="Malgun Gothic"/>
                <a:cs typeface="Malgun Gothic"/>
              </a:rPr>
              <a:t>2</a:t>
            </a:r>
          </a:p>
        </p:txBody>
      </p:sp>
      <p:sp>
        <p:nvSpPr>
          <p:cNvPr id="20" name="">
            <a:extLst xmlns:a="http://schemas.openxmlformats.org/drawingml/2006/main">
              <a:ext uri="{FF2B5EF4-FFF2-40B4-BE49-F238E27FC236}">
                <a16:creationId xmlns:a16="http://schemas.microsoft.com/office/drawing/2014/main" id="{E2C27FB3-885C-462A-93DE-F2D10954F34E}"/>
              </a:ext>
            </a:extLst>
          </p:cNvPr>
          <p:cNvSpPr>
            <a:spLocks xmlns:a="http://schemas.openxmlformats.org/drawingml/2006/main" noGrp="1"/>
          </p:cNvSpPr>
          <p:nvPr/>
        </p:nvSpPr>
        <p:spPr>
          <a:xfrm xmlns:a="http://schemas.openxmlformats.org/drawingml/2006/main">
            <a:off x="10382250" y="3333750"/>
            <a:ext cx="7429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21" name="3">
            <a:extLst xmlns:a="http://schemas.openxmlformats.org/drawingml/2006/main">
              <a:ext uri="{FF2B5EF4-FFF2-40B4-BE49-F238E27FC236}">
                <a16:creationId xmlns:a16="http://schemas.microsoft.com/office/drawing/2014/main" id="{A06F3486-E445-4FD1-9DCF-82EA2F30F6AB}"/>
              </a:ext>
            </a:extLst>
          </p:cNvPr>
          <p:cNvSpPr>
            <a:spLocks xmlns:a="http://schemas.openxmlformats.org/drawingml/2006/main" noGrp="1"/>
          </p:cNvSpPr>
          <p:nvPr/>
        </p:nvSpPr>
        <p:spPr>
          <a:xfrm xmlns:a="http://schemas.openxmlformats.org/drawingml/2006/main">
            <a:off x="10382250" y="3467100"/>
            <a:ext cx="742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75" b="1">
                <a:solidFill>
                  <a:srgbClr val="4D5A68"/>
                </a:solidFill>
                <a:latin typeface="Malgun Gothic"/>
                <a:ea typeface="Malgun Gothic"/>
                <a:cs typeface="Malgun Gothic"/>
              </a:defRPr>
            </a:defPPr>
            <a:lvl1pPr algn="ctr">
              <a:defRPr sz="2475" b="1">
                <a:solidFill>
                  <a:srgbClr val="4D5A68"/>
                </a:solidFill>
                <a:latin typeface="Malgun Gothic"/>
                <a:ea typeface="Malgun Gothic"/>
                <a:cs typeface="Malgun Gothic"/>
              </a:defRPr>
            </a:lvl1pPr>
            <a:lvl2pPr algn="ctr">
              <a:defRPr sz="2475" b="1">
                <a:solidFill>
                  <a:srgbClr val="4D5A68"/>
                </a:solidFill>
                <a:latin typeface="Malgun Gothic"/>
                <a:ea typeface="Malgun Gothic"/>
                <a:cs typeface="Malgun Gothic"/>
              </a:defRPr>
            </a:lvl2pPr>
            <a:lvl3pPr algn="ctr">
              <a:defRPr sz="2475" b="1">
                <a:solidFill>
                  <a:srgbClr val="4D5A68"/>
                </a:solidFill>
                <a:latin typeface="Malgun Gothic"/>
                <a:ea typeface="Malgun Gothic"/>
                <a:cs typeface="Malgun Gothic"/>
              </a:defRPr>
            </a:lvl3pPr>
            <a:lvl4pPr algn="ctr">
              <a:defRPr sz="2475" b="1">
                <a:solidFill>
                  <a:srgbClr val="4D5A68"/>
                </a:solidFill>
                <a:latin typeface="Malgun Gothic"/>
                <a:ea typeface="Malgun Gothic"/>
                <a:cs typeface="Malgun Gothic"/>
              </a:defRPr>
            </a:lvl4pPr>
            <a:lvl5pPr algn="ctr">
              <a:defRPr sz="2475" b="1">
                <a:solidFill>
                  <a:srgbClr val="4D5A68"/>
                </a:solidFill>
                <a:latin typeface="Malgun Gothic"/>
                <a:ea typeface="Malgun Gothic"/>
                <a:cs typeface="Malgun Gothic"/>
              </a:defRPr>
            </a:lvl5pPr>
            <a:lvl6pPr algn="ctr">
              <a:defRPr sz="2475" b="1">
                <a:solidFill>
                  <a:srgbClr val="4D5A68"/>
                </a:solidFill>
                <a:latin typeface="Malgun Gothic"/>
                <a:ea typeface="Malgun Gothic"/>
                <a:cs typeface="Malgun Gothic"/>
              </a:defRPr>
            </a:lvl6pPr>
            <a:lvl7pPr algn="ctr">
              <a:defRPr sz="2475" b="1">
                <a:solidFill>
                  <a:srgbClr val="4D5A68"/>
                </a:solidFill>
                <a:latin typeface="Malgun Gothic"/>
                <a:ea typeface="Malgun Gothic"/>
                <a:cs typeface="Malgun Gothic"/>
              </a:defRPr>
            </a:lvl7pPr>
            <a:lvl8pPr algn="ctr">
              <a:defRPr sz="2475" b="1">
                <a:solidFill>
                  <a:srgbClr val="4D5A68"/>
                </a:solidFill>
                <a:latin typeface="Malgun Gothic"/>
                <a:ea typeface="Malgun Gothic"/>
                <a:cs typeface="Malgun Gothic"/>
              </a:defRPr>
            </a:lvl8pPr>
            <a:lvl9pPr algn="ctr">
              <a:defRPr sz="2475" b="1">
                <a:solidFill>
                  <a:srgbClr val="4D5A68"/>
                </a:solidFill>
                <a:latin typeface="Malgun Gothic"/>
                <a:ea typeface="Malgun Gothic"/>
                <a:cs typeface="Malgun Gothic"/>
              </a:defRPr>
            </a:lvl9pPr>
          </a:lstStyle>
          <a:p xmlns:a="http://schemas.openxmlformats.org/drawingml/2006/main">
            <a:pPr algn="ctr">
              <a:defRPr sz="2475" b="1">
                <a:solidFill>
                  <a:srgbClr val="4D5A68"/>
                </a:solidFill>
                <a:latin typeface="Malgun Gothic"/>
                <a:ea typeface="Malgun Gothic"/>
                <a:cs typeface="Malgun Gothic"/>
              </a:defRPr>
            </a:pPr>
            <a:r>
              <a:rPr sz="2475" b="1">
                <a:solidFill>
                  <a:srgbClr val="4D5A68"/>
                </a:solidFill>
                <a:latin typeface="Malgun Gothic"/>
                <a:ea typeface="Malgun Gothic"/>
                <a:cs typeface="Malgun Gothic"/>
              </a:rPr>
              <a:t>3</a:t>
            </a:r>
          </a:p>
        </p:txBody>
      </p:sp>
      <p:sp>
        <p:nvSpPr>
          <p:cNvPr id="22" name="포함 열: 1, 2&#10;출력 폭: 2">
            <a:extLst xmlns:a="http://schemas.openxmlformats.org/drawingml/2006/main">
              <a:ext uri="{FF2B5EF4-FFF2-40B4-BE49-F238E27FC236}">
                <a16:creationId xmlns:a16="http://schemas.microsoft.com/office/drawing/2014/main" id="{33FF1302-6166-40C0-BA77-435C22C2EFF6}"/>
              </a:ext>
            </a:extLst>
          </p:cNvPr>
          <p:cNvSpPr>
            <a:spLocks xmlns:a="http://schemas.openxmlformats.org/drawingml/2006/main" noGrp="1"/>
          </p:cNvSpPr>
          <p:nvPr/>
        </p:nvSpPr>
        <p:spPr>
          <a:xfrm xmlns:a="http://schemas.openxmlformats.org/drawingml/2006/main">
            <a:off x="7696200" y="4381500"/>
            <a:ext cx="38862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포함 열: 1, 2</a:t>
            </a:r>
          </a:p>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출력 폭: 2</a:t>
            </a:r>
          </a:p>
        </p:txBody>
      </p:sp>
      <p:sp>
        <p:nvSpPr>
          <p:cNvPr id="23" name="답을 파일의 계약과 연결해 확인했다">
            <a:extLst xmlns:a="http://schemas.openxmlformats.org/drawingml/2006/main">
              <a:ext uri="{FF2B5EF4-FFF2-40B4-BE49-F238E27FC236}">
                <a16:creationId xmlns:a16="http://schemas.microsoft.com/office/drawing/2014/main" id="{DDE18A29-B6EA-47A2-B03B-7AFFEE7227FD}"/>
              </a:ext>
            </a:extLst>
          </p:cNvPr>
          <p:cNvSpPr>
            <a:spLocks xmlns:a="http://schemas.openxmlformats.org/drawingml/2006/main" noGrp="1"/>
          </p:cNvSpPr>
          <p:nvPr/>
        </p:nvSpPr>
        <p:spPr>
          <a:xfrm xmlns:a="http://schemas.openxmlformats.org/drawingml/2006/main">
            <a:off x="609600" y="5229225"/>
            <a:ext cx="647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답을 파일의 계약과 연결해 확인했다</a:t>
            </a:r>
          </a:p>
        </p:txBody>
      </p:sp>
      <p:sp>
        <p:nvSpPr>
          <p:cNvPr id="24" name="Legacy module connection">
            <a:extLst xmlns:a="http://schemas.openxmlformats.org/drawingml/2006/main">
              <a:ext uri="{FF2B5EF4-FFF2-40B4-BE49-F238E27FC236}">
                <a16:creationId xmlns:a16="http://schemas.microsoft.com/office/drawing/2014/main" id="{BF9B0FAA-F418-444B-8D60-BD1E347DBADB}"/>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M6</a:t>
            </a:r>
          </a:p>
        </p:txBody>
      </p:sp>
    </p:spTree>
    <p:extLst>
      <p:ext uri="{BB962C8B-B14F-4D97-AF65-F5344CB8AC3E}">
        <p14:creationId xmlns:p14="http://schemas.microsoft.com/office/powerpoint/2010/main" val="982649477"/>
      </p:ext>
    </p:extLst>
  </p:cSld>
</p:sld>
</file>

<file path=ppt/slides/slide1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5" name="ACT 2 · 두 Task의 문서 접근 비교">
            <a:extLst xmlns:a="http://schemas.openxmlformats.org/drawingml/2006/main">
              <a:ext uri="{FF2B5EF4-FFF2-40B4-BE49-F238E27FC236}">
                <a16:creationId xmlns:a16="http://schemas.microsoft.com/office/drawing/2014/main" id="{FA581920-45B9-4D99-80F1-696FDA45B6F9}"/>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두 Task의 문서 접근 비교</a:t>
            </a:r>
          </a:p>
        </p:txBody>
      </p:sp>
      <p:sp>
        <p:nvSpPr>
          <p:cNvPr id="2" name="S45">
            <a:extLst xmlns:a="http://schemas.openxmlformats.org/drawingml/2006/main">
              <a:ext uri="{FF2B5EF4-FFF2-40B4-BE49-F238E27FC236}">
                <a16:creationId xmlns:a16="http://schemas.microsoft.com/office/drawing/2014/main" id="{FA0716EE-B36A-4C8B-916E-B2405A2DB587}"/>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S45</a:t>
            </a:r>
          </a:p>
        </p:txBody>
      </p:sp>
      <p:sp>
        <p:nvSpPr>
          <p:cNvPr id="3" name="Task별 접근은 달랐지만 완벽하지는 않다">
            <a:extLst xmlns:a="http://schemas.openxmlformats.org/drawingml/2006/main">
              <a:ext uri="{FF2B5EF4-FFF2-40B4-BE49-F238E27FC236}">
                <a16:creationId xmlns:a16="http://schemas.microsoft.com/office/drawing/2014/main" id="{83B30C9E-39DC-4C40-9E69-C20304B6DA9E}"/>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Task별 접근은 달랐지만 완벽하지는 않다</a:t>
            </a:r>
          </a:p>
        </p:txBody>
      </p:sp>
      <p:sp>
        <p:nvSpPr>
          <p:cNvPr id="4" name="">
            <a:extLst xmlns:a="http://schemas.openxmlformats.org/drawingml/2006/main">
              <a:ext uri="{FF2B5EF4-FFF2-40B4-BE49-F238E27FC236}">
                <a16:creationId xmlns:a16="http://schemas.microsoft.com/office/drawing/2014/main" id="{FE24CD5D-7C8A-4506-A95D-7DADA67B975C}"/>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5A/B · 실제 접근 기록을 요약한 비교">
            <a:extLst xmlns:a="http://schemas.openxmlformats.org/drawingml/2006/main">
              <a:ext uri="{FF2B5EF4-FFF2-40B4-BE49-F238E27FC236}">
                <a16:creationId xmlns:a16="http://schemas.microsoft.com/office/drawing/2014/main" id="{965EE472-E1F6-4A67-A07A-205E0DF0E618}"/>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TRIAL-005A/B · 실제 접근 기록을 요약한 비교</a:t>
            </a:r>
          </a:p>
        </p:txBody>
      </p:sp>
      <p:sp>
        <p:nvSpPr>
          <p:cNvPr id="6" name="완벽한 Routing 미입증 · 토큰 절약·성능 개선 미측정 · 실행 간 변동 존재">
            <a:extLst xmlns:a="http://schemas.openxmlformats.org/drawingml/2006/main">
              <a:ext uri="{FF2B5EF4-FFF2-40B4-BE49-F238E27FC236}">
                <a16:creationId xmlns:a16="http://schemas.microsoft.com/office/drawing/2014/main" id="{6E4353D0-F179-4C62-8754-1CCE90146971}"/>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완벽한 Routing 미입증 · 토큰 절약·성능 개선 미측정 · 실행 간 변동 존재</a:t>
            </a:r>
          </a:p>
        </p:txBody>
      </p:sp>
      <p:sp>
        <p:nvSpPr>
          <p:cNvPr id="7" name="같은 Repository에서 질문이 달랐다">
            <a:extLst xmlns:a="http://schemas.openxmlformats.org/drawingml/2006/main">
              <a:ext uri="{FF2B5EF4-FFF2-40B4-BE49-F238E27FC236}">
                <a16:creationId xmlns:a16="http://schemas.microsoft.com/office/drawing/2014/main" id="{40416D58-66FC-4225-B84C-85342139B596}"/>
              </a:ext>
            </a:extLst>
          </p:cNvPr>
          <p:cNvSpPr>
            <a:spLocks xmlns:a="http://schemas.openxmlformats.org/drawingml/2006/main" noGrp="1"/>
          </p:cNvSpPr>
          <p:nvPr/>
        </p:nvSpPr>
        <p:spPr>
          <a:xfrm xmlns:a="http://schemas.openxmlformats.org/drawingml/2006/main">
            <a:off x="609600" y="21145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B6172"/>
                </a:solidFill>
                <a:latin typeface="Malgun Gothic"/>
                <a:ea typeface="Malgun Gothic"/>
                <a:cs typeface="Malgun Gothic"/>
              </a:defRPr>
            </a:defPPr>
            <a:lvl1pPr algn="l">
              <a:defRPr sz="2325" b="1">
                <a:solidFill>
                  <a:srgbClr val="0B6172"/>
                </a:solidFill>
                <a:latin typeface="Malgun Gothic"/>
                <a:ea typeface="Malgun Gothic"/>
                <a:cs typeface="Malgun Gothic"/>
              </a:defRPr>
            </a:lvl1pPr>
            <a:lvl2pPr algn="l">
              <a:defRPr sz="2325" b="1">
                <a:solidFill>
                  <a:srgbClr val="0B6172"/>
                </a:solidFill>
                <a:latin typeface="Malgun Gothic"/>
                <a:ea typeface="Malgun Gothic"/>
                <a:cs typeface="Malgun Gothic"/>
              </a:defRPr>
            </a:lvl2pPr>
            <a:lvl3pPr algn="l">
              <a:defRPr sz="2325" b="1">
                <a:solidFill>
                  <a:srgbClr val="0B6172"/>
                </a:solidFill>
                <a:latin typeface="Malgun Gothic"/>
                <a:ea typeface="Malgun Gothic"/>
                <a:cs typeface="Malgun Gothic"/>
              </a:defRPr>
            </a:lvl3pPr>
            <a:lvl4pPr algn="l">
              <a:defRPr sz="2325" b="1">
                <a:solidFill>
                  <a:srgbClr val="0B6172"/>
                </a:solidFill>
                <a:latin typeface="Malgun Gothic"/>
                <a:ea typeface="Malgun Gothic"/>
                <a:cs typeface="Malgun Gothic"/>
              </a:defRPr>
            </a:lvl4pPr>
            <a:lvl5pPr algn="l">
              <a:defRPr sz="2325" b="1">
                <a:solidFill>
                  <a:srgbClr val="0B6172"/>
                </a:solidFill>
                <a:latin typeface="Malgun Gothic"/>
                <a:ea typeface="Malgun Gothic"/>
                <a:cs typeface="Malgun Gothic"/>
              </a:defRPr>
            </a:lvl5pPr>
            <a:lvl6pPr algn="l">
              <a:defRPr sz="2325" b="1">
                <a:solidFill>
                  <a:srgbClr val="0B6172"/>
                </a:solidFill>
                <a:latin typeface="Malgun Gothic"/>
                <a:ea typeface="Malgun Gothic"/>
                <a:cs typeface="Malgun Gothic"/>
              </a:defRPr>
            </a:lvl6pPr>
            <a:lvl7pPr algn="l">
              <a:defRPr sz="2325" b="1">
                <a:solidFill>
                  <a:srgbClr val="0B6172"/>
                </a:solidFill>
                <a:latin typeface="Malgun Gothic"/>
                <a:ea typeface="Malgun Gothic"/>
                <a:cs typeface="Malgun Gothic"/>
              </a:defRPr>
            </a:lvl7pPr>
            <a:lvl8pPr algn="l">
              <a:defRPr sz="2325" b="1">
                <a:solidFill>
                  <a:srgbClr val="0B6172"/>
                </a:solidFill>
                <a:latin typeface="Malgun Gothic"/>
                <a:ea typeface="Malgun Gothic"/>
                <a:cs typeface="Malgun Gothic"/>
              </a:defRPr>
            </a:lvl8pPr>
            <a:lvl9pPr algn="l">
              <a:defRPr sz="2325" b="1">
                <a:solidFill>
                  <a:srgbClr val="0B6172"/>
                </a:solidFill>
                <a:latin typeface="Malgun Gothic"/>
                <a:ea typeface="Malgun Gothic"/>
                <a:cs typeface="Malgun Gothic"/>
              </a:defRPr>
            </a:lvl9pPr>
          </a:lstStyle>
          <a:p xmlns:a="http://schemas.openxmlformats.org/drawingml/2006/main">
            <a:pPr algn="l">
              <a:defRPr sz="2325" b="1">
                <a:solidFill>
                  <a:srgbClr val="0B6172"/>
                </a:solidFill>
                <a:latin typeface="Malgun Gothic"/>
                <a:ea typeface="Malgun Gothic"/>
                <a:cs typeface="Malgun Gothic"/>
              </a:defRPr>
            </a:pPr>
            <a:r>
              <a:rPr sz="2325" b="1">
                <a:solidFill>
                  <a:srgbClr val="0B6172"/>
                </a:solidFill>
                <a:latin typeface="Malgun Gothic"/>
                <a:ea typeface="Malgun Gothic"/>
                <a:cs typeface="Malgun Gothic"/>
              </a:rPr>
              <a:t>같은 Repository에서 질문이 달랐다</a:t>
            </a:r>
          </a:p>
        </p:txBody>
      </p:sp>
      <p:sp>
        <p:nvSpPr>
          <p:cNvPr id="8" name="문서">
            <a:extLst xmlns:a="http://schemas.openxmlformats.org/drawingml/2006/main">
              <a:ext uri="{FF2B5EF4-FFF2-40B4-BE49-F238E27FC236}">
                <a16:creationId xmlns:a16="http://schemas.microsoft.com/office/drawing/2014/main" id="{EF612CCB-2A69-4A3D-B058-4F39D6C92402}"/>
              </a:ext>
            </a:extLst>
          </p:cNvPr>
          <p:cNvSpPr>
            <a:spLocks xmlns:a="http://schemas.openxmlformats.org/drawingml/2006/main" noGrp="1"/>
          </p:cNvSpPr>
          <p:nvPr/>
        </p:nvSpPr>
        <p:spPr>
          <a:xfrm xmlns:a="http://schemas.openxmlformats.org/drawingml/2006/main">
            <a:off x="609600" y="2752725"/>
            <a:ext cx="4686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문서</a:t>
            </a:r>
          </a:p>
        </p:txBody>
      </p:sp>
      <p:sp>
        <p:nvSpPr>
          <p:cNvPr id="9" name="A · crop 계약">
            <a:extLst xmlns:a="http://schemas.openxmlformats.org/drawingml/2006/main">
              <a:ext uri="{FF2B5EF4-FFF2-40B4-BE49-F238E27FC236}">
                <a16:creationId xmlns:a16="http://schemas.microsoft.com/office/drawing/2014/main" id="{C4699915-3705-44DD-8C26-EF2EF200EEE4}"/>
              </a:ext>
            </a:extLst>
          </p:cNvPr>
          <p:cNvSpPr>
            <a:spLocks xmlns:a="http://schemas.openxmlformats.org/drawingml/2006/main" noGrp="1"/>
          </p:cNvSpPr>
          <p:nvPr/>
        </p:nvSpPr>
        <p:spPr>
          <a:xfrm xmlns:a="http://schemas.openxmlformats.org/drawingml/2006/main">
            <a:off x="5581650" y="2752725"/>
            <a:ext cx="266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A · crop 계약</a:t>
            </a:r>
          </a:p>
        </p:txBody>
      </p:sp>
      <p:sp>
        <p:nvSpPr>
          <p:cNvPr id="10" name="B · 실행 의존성">
            <a:extLst xmlns:a="http://schemas.openxmlformats.org/drawingml/2006/main">
              <a:ext uri="{FF2B5EF4-FFF2-40B4-BE49-F238E27FC236}">
                <a16:creationId xmlns:a16="http://schemas.microsoft.com/office/drawing/2014/main" id="{2357B86A-D48C-429C-8654-CF3E2DAE2678}"/>
              </a:ext>
            </a:extLst>
          </p:cNvPr>
          <p:cNvSpPr>
            <a:spLocks xmlns:a="http://schemas.openxmlformats.org/drawingml/2006/main" noGrp="1"/>
          </p:cNvSpPr>
          <p:nvPr/>
        </p:nvSpPr>
        <p:spPr>
          <a:xfrm xmlns:a="http://schemas.openxmlformats.org/drawingml/2006/main">
            <a:off x="8743950" y="2752725"/>
            <a:ext cx="2838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B · 실행 의존성</a:t>
            </a:r>
          </a:p>
        </p:txBody>
      </p:sp>
      <p:sp>
        <p:nvSpPr>
          <p:cNvPr id="11" name="">
            <a:extLst xmlns:a="http://schemas.openxmlformats.org/drawingml/2006/main">
              <a:ext uri="{FF2B5EF4-FFF2-40B4-BE49-F238E27FC236}">
                <a16:creationId xmlns:a16="http://schemas.microsoft.com/office/drawing/2014/main" id="{798CE096-0A14-4297-A0C4-838225C516D3}"/>
              </a:ext>
            </a:extLst>
          </p:cNvPr>
          <p:cNvSpPr>
            <a:spLocks xmlns:a="http://schemas.openxmlformats.org/drawingml/2006/main" noGrp="1"/>
          </p:cNvSpPr>
          <p:nvPr/>
        </p:nvSpPr>
        <p:spPr>
          <a:xfrm xmlns:a="http://schemas.openxmlformats.org/drawingml/2006/main">
            <a:off x="609600" y="3238500"/>
            <a:ext cx="10972800" cy="5715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2" name="image-contracts.md">
            <a:extLst xmlns:a="http://schemas.openxmlformats.org/drawingml/2006/main">
              <a:ext uri="{FF2B5EF4-FFF2-40B4-BE49-F238E27FC236}">
                <a16:creationId xmlns:a16="http://schemas.microsoft.com/office/drawing/2014/main" id="{38440BB2-C2DC-488B-AB4C-0B38B1490D5D}"/>
              </a:ext>
            </a:extLst>
          </p:cNvPr>
          <p:cNvSpPr>
            <a:spLocks xmlns:a="http://schemas.openxmlformats.org/drawingml/2006/main" noGrp="1"/>
          </p:cNvSpPr>
          <p:nvPr/>
        </p:nvSpPr>
        <p:spPr>
          <a:xfrm xmlns:a="http://schemas.openxmlformats.org/drawingml/2006/main">
            <a:off x="742950" y="333375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Consolas"/>
                <a:ea typeface="Consolas"/>
                <a:cs typeface="Consolas"/>
              </a:defRPr>
            </a:defPPr>
            <a:lvl1pPr algn="l">
              <a:defRPr sz="2025" b="1">
                <a:solidFill>
                  <a:srgbClr val="17212B"/>
                </a:solidFill>
                <a:latin typeface="Consolas"/>
                <a:ea typeface="Consolas"/>
                <a:cs typeface="Consolas"/>
              </a:defRPr>
            </a:lvl1pPr>
            <a:lvl2pPr algn="l">
              <a:defRPr sz="2025" b="1">
                <a:solidFill>
                  <a:srgbClr val="17212B"/>
                </a:solidFill>
                <a:latin typeface="Consolas"/>
                <a:ea typeface="Consolas"/>
                <a:cs typeface="Consolas"/>
              </a:defRPr>
            </a:lvl2pPr>
            <a:lvl3pPr algn="l">
              <a:defRPr sz="2025" b="1">
                <a:solidFill>
                  <a:srgbClr val="17212B"/>
                </a:solidFill>
                <a:latin typeface="Consolas"/>
                <a:ea typeface="Consolas"/>
                <a:cs typeface="Consolas"/>
              </a:defRPr>
            </a:lvl3pPr>
            <a:lvl4pPr algn="l">
              <a:defRPr sz="2025" b="1">
                <a:solidFill>
                  <a:srgbClr val="17212B"/>
                </a:solidFill>
                <a:latin typeface="Consolas"/>
                <a:ea typeface="Consolas"/>
                <a:cs typeface="Consolas"/>
              </a:defRPr>
            </a:lvl4pPr>
            <a:lvl5pPr algn="l">
              <a:defRPr sz="2025" b="1">
                <a:solidFill>
                  <a:srgbClr val="17212B"/>
                </a:solidFill>
                <a:latin typeface="Consolas"/>
                <a:ea typeface="Consolas"/>
                <a:cs typeface="Consolas"/>
              </a:defRPr>
            </a:lvl5pPr>
            <a:lvl6pPr algn="l">
              <a:defRPr sz="2025" b="1">
                <a:solidFill>
                  <a:srgbClr val="17212B"/>
                </a:solidFill>
                <a:latin typeface="Consolas"/>
                <a:ea typeface="Consolas"/>
                <a:cs typeface="Consolas"/>
              </a:defRPr>
            </a:lvl6pPr>
            <a:lvl7pPr algn="l">
              <a:defRPr sz="2025" b="1">
                <a:solidFill>
                  <a:srgbClr val="17212B"/>
                </a:solidFill>
                <a:latin typeface="Consolas"/>
                <a:ea typeface="Consolas"/>
                <a:cs typeface="Consolas"/>
              </a:defRPr>
            </a:lvl7pPr>
            <a:lvl8pPr algn="l">
              <a:defRPr sz="2025" b="1">
                <a:solidFill>
                  <a:srgbClr val="17212B"/>
                </a:solidFill>
                <a:latin typeface="Consolas"/>
                <a:ea typeface="Consolas"/>
                <a:cs typeface="Consolas"/>
              </a:defRPr>
            </a:lvl8pPr>
            <a:lvl9pPr algn="l">
              <a:defRPr sz="2025" b="1">
                <a:solidFill>
                  <a:srgbClr val="17212B"/>
                </a:solidFill>
                <a:latin typeface="Consolas"/>
                <a:ea typeface="Consolas"/>
                <a:cs typeface="Consolas"/>
              </a:defRPr>
            </a:lvl9pPr>
          </a:lstStyle>
          <a:p xmlns:a="http://schemas.openxmlformats.org/drawingml/2006/main">
            <a:pPr algn="l">
              <a:defRPr sz="2025" b="1">
                <a:solidFill>
                  <a:srgbClr val="17212B"/>
                </a:solidFill>
                <a:latin typeface="Consolas"/>
                <a:ea typeface="Consolas"/>
                <a:cs typeface="Consolas"/>
              </a:defRPr>
            </a:pPr>
            <a:r>
              <a:rPr sz="2025" b="1">
                <a:solidFill>
                  <a:srgbClr val="17212B"/>
                </a:solidFill>
                <a:latin typeface="Consolas"/>
                <a:ea typeface="Consolas"/>
                <a:cs typeface="Consolas"/>
              </a:rPr>
              <a:t>image-contracts.md</a:t>
            </a:r>
          </a:p>
        </p:txBody>
      </p:sp>
      <p:sp>
        <p:nvSpPr>
          <p:cNvPr id="13" name="읽음">
            <a:extLst xmlns:a="http://schemas.openxmlformats.org/drawingml/2006/main">
              <a:ext uri="{FF2B5EF4-FFF2-40B4-BE49-F238E27FC236}">
                <a16:creationId xmlns:a16="http://schemas.microsoft.com/office/drawing/2014/main" id="{4F2F1DB3-668B-44AA-B17C-74F5A9E3C483}"/>
              </a:ext>
            </a:extLst>
          </p:cNvPr>
          <p:cNvSpPr>
            <a:spLocks xmlns:a="http://schemas.openxmlformats.org/drawingml/2006/main" noGrp="1"/>
          </p:cNvSpPr>
          <p:nvPr/>
        </p:nvSpPr>
        <p:spPr>
          <a:xfrm xmlns:a="http://schemas.openxmlformats.org/drawingml/2006/main">
            <a:off x="5581650" y="3333750"/>
            <a:ext cx="2971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읽음</a:t>
            </a:r>
          </a:p>
        </p:txBody>
      </p:sp>
      <p:sp>
        <p:nvSpPr>
          <p:cNvPr id="14" name="읽지 않음">
            <a:extLst xmlns:a="http://schemas.openxmlformats.org/drawingml/2006/main">
              <a:ext uri="{FF2B5EF4-FFF2-40B4-BE49-F238E27FC236}">
                <a16:creationId xmlns:a16="http://schemas.microsoft.com/office/drawing/2014/main" id="{201EAE87-B2D4-41B4-AC49-4DC154222E7B}"/>
              </a:ext>
            </a:extLst>
          </p:cNvPr>
          <p:cNvSpPr>
            <a:spLocks xmlns:a="http://schemas.openxmlformats.org/drawingml/2006/main" noGrp="1"/>
          </p:cNvSpPr>
          <p:nvPr/>
        </p:nvSpPr>
        <p:spPr>
          <a:xfrm xmlns:a="http://schemas.openxmlformats.org/drawingml/2006/main">
            <a:off x="8743950" y="3333750"/>
            <a:ext cx="2838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읽지 않음</a:t>
            </a:r>
          </a:p>
        </p:txBody>
      </p:sp>
      <p:sp>
        <p:nvSpPr>
          <p:cNvPr id="15" name="">
            <a:extLst xmlns:a="http://schemas.openxmlformats.org/drawingml/2006/main">
              <a:ext uri="{FF2B5EF4-FFF2-40B4-BE49-F238E27FC236}">
                <a16:creationId xmlns:a16="http://schemas.microsoft.com/office/drawing/2014/main" id="{B6BA08B9-88A1-47E9-9962-7B34429FD8BB}"/>
              </a:ext>
            </a:extLst>
          </p:cNvPr>
          <p:cNvSpPr>
            <a:spLocks xmlns:a="http://schemas.openxmlformats.org/drawingml/2006/main" noGrp="1"/>
          </p:cNvSpPr>
          <p:nvPr/>
        </p:nvSpPr>
        <p:spPr>
          <a:xfrm xmlns:a="http://schemas.openxmlformats.org/drawingml/2006/main">
            <a:off x="609600" y="386715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architecture.md">
            <a:extLst xmlns:a="http://schemas.openxmlformats.org/drawingml/2006/main">
              <a:ext uri="{FF2B5EF4-FFF2-40B4-BE49-F238E27FC236}">
                <a16:creationId xmlns:a16="http://schemas.microsoft.com/office/drawing/2014/main" id="{475A22E5-A144-4EB7-AD13-A3BC1F1AB1F2}"/>
              </a:ext>
            </a:extLst>
          </p:cNvPr>
          <p:cNvSpPr>
            <a:spLocks xmlns:a="http://schemas.openxmlformats.org/drawingml/2006/main" noGrp="1"/>
          </p:cNvSpPr>
          <p:nvPr/>
        </p:nvSpPr>
        <p:spPr>
          <a:xfrm xmlns:a="http://schemas.openxmlformats.org/drawingml/2006/main">
            <a:off x="742950" y="396240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Consolas"/>
                <a:ea typeface="Consolas"/>
                <a:cs typeface="Consolas"/>
              </a:defRPr>
            </a:defPPr>
            <a:lvl1pPr algn="l">
              <a:defRPr sz="2025" b="0">
                <a:solidFill>
                  <a:srgbClr val="17212B"/>
                </a:solidFill>
                <a:latin typeface="Consolas"/>
                <a:ea typeface="Consolas"/>
                <a:cs typeface="Consolas"/>
              </a:defRPr>
            </a:lvl1pPr>
            <a:lvl2pPr algn="l">
              <a:defRPr sz="2025" b="0">
                <a:solidFill>
                  <a:srgbClr val="17212B"/>
                </a:solidFill>
                <a:latin typeface="Consolas"/>
                <a:ea typeface="Consolas"/>
                <a:cs typeface="Consolas"/>
              </a:defRPr>
            </a:lvl2pPr>
            <a:lvl3pPr algn="l">
              <a:defRPr sz="2025" b="0">
                <a:solidFill>
                  <a:srgbClr val="17212B"/>
                </a:solidFill>
                <a:latin typeface="Consolas"/>
                <a:ea typeface="Consolas"/>
                <a:cs typeface="Consolas"/>
              </a:defRPr>
            </a:lvl3pPr>
            <a:lvl4pPr algn="l">
              <a:defRPr sz="2025" b="0">
                <a:solidFill>
                  <a:srgbClr val="17212B"/>
                </a:solidFill>
                <a:latin typeface="Consolas"/>
                <a:ea typeface="Consolas"/>
                <a:cs typeface="Consolas"/>
              </a:defRPr>
            </a:lvl4pPr>
            <a:lvl5pPr algn="l">
              <a:defRPr sz="2025" b="0">
                <a:solidFill>
                  <a:srgbClr val="17212B"/>
                </a:solidFill>
                <a:latin typeface="Consolas"/>
                <a:ea typeface="Consolas"/>
                <a:cs typeface="Consolas"/>
              </a:defRPr>
            </a:lvl5pPr>
            <a:lvl6pPr algn="l">
              <a:defRPr sz="2025" b="0">
                <a:solidFill>
                  <a:srgbClr val="17212B"/>
                </a:solidFill>
                <a:latin typeface="Consolas"/>
                <a:ea typeface="Consolas"/>
                <a:cs typeface="Consolas"/>
              </a:defRPr>
            </a:lvl6pPr>
            <a:lvl7pPr algn="l">
              <a:defRPr sz="2025" b="0">
                <a:solidFill>
                  <a:srgbClr val="17212B"/>
                </a:solidFill>
                <a:latin typeface="Consolas"/>
                <a:ea typeface="Consolas"/>
                <a:cs typeface="Consolas"/>
              </a:defRPr>
            </a:lvl7pPr>
            <a:lvl8pPr algn="l">
              <a:defRPr sz="2025" b="0">
                <a:solidFill>
                  <a:srgbClr val="17212B"/>
                </a:solidFill>
                <a:latin typeface="Consolas"/>
                <a:ea typeface="Consolas"/>
                <a:cs typeface="Consolas"/>
              </a:defRPr>
            </a:lvl8pPr>
            <a:lvl9pPr algn="l">
              <a:defRPr sz="2025" b="0">
                <a:solidFill>
                  <a:srgbClr val="17212B"/>
                </a:solidFill>
                <a:latin typeface="Consolas"/>
                <a:ea typeface="Consolas"/>
                <a:cs typeface="Consolas"/>
              </a:defRPr>
            </a:lvl9pPr>
          </a:lstStyle>
          <a:p xmlns:a="http://schemas.openxmlformats.org/drawingml/2006/main">
            <a:pPr algn="l">
              <a:defRPr sz="2025" b="0">
                <a:solidFill>
                  <a:srgbClr val="17212B"/>
                </a:solidFill>
                <a:latin typeface="Consolas"/>
                <a:ea typeface="Consolas"/>
                <a:cs typeface="Consolas"/>
              </a:defRPr>
            </a:pPr>
            <a:r>
              <a:rPr sz="2025" b="0">
                <a:solidFill>
                  <a:srgbClr val="17212B"/>
                </a:solidFill>
                <a:latin typeface="Consolas"/>
                <a:ea typeface="Consolas"/>
                <a:cs typeface="Consolas"/>
              </a:rPr>
              <a:t>architecture.md</a:t>
            </a:r>
          </a:p>
        </p:txBody>
      </p:sp>
      <p:sp>
        <p:nvSpPr>
          <p:cNvPr id="17" name="읽음">
            <a:extLst xmlns:a="http://schemas.openxmlformats.org/drawingml/2006/main">
              <a:ext uri="{FF2B5EF4-FFF2-40B4-BE49-F238E27FC236}">
                <a16:creationId xmlns:a16="http://schemas.microsoft.com/office/drawing/2014/main" id="{41BBE93F-14E7-4A54-B608-D6DDB3474258}"/>
              </a:ext>
            </a:extLst>
          </p:cNvPr>
          <p:cNvSpPr>
            <a:spLocks xmlns:a="http://schemas.openxmlformats.org/drawingml/2006/main" noGrp="1"/>
          </p:cNvSpPr>
          <p:nvPr/>
        </p:nvSpPr>
        <p:spPr>
          <a:xfrm xmlns:a="http://schemas.openxmlformats.org/drawingml/2006/main">
            <a:off x="5581650" y="3962400"/>
            <a:ext cx="2971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읽음</a:t>
            </a:r>
          </a:p>
        </p:txBody>
      </p:sp>
      <p:sp>
        <p:nvSpPr>
          <p:cNvPr id="18" name="읽음">
            <a:extLst xmlns:a="http://schemas.openxmlformats.org/drawingml/2006/main">
              <a:ext uri="{FF2B5EF4-FFF2-40B4-BE49-F238E27FC236}">
                <a16:creationId xmlns:a16="http://schemas.microsoft.com/office/drawing/2014/main" id="{D64DEE0B-06D5-4282-907C-9B6675241F79}"/>
              </a:ext>
            </a:extLst>
          </p:cNvPr>
          <p:cNvSpPr>
            <a:spLocks xmlns:a="http://schemas.openxmlformats.org/drawingml/2006/main" noGrp="1"/>
          </p:cNvSpPr>
          <p:nvPr/>
        </p:nvSpPr>
        <p:spPr>
          <a:xfrm xmlns:a="http://schemas.openxmlformats.org/drawingml/2006/main">
            <a:off x="8743950" y="3962400"/>
            <a:ext cx="2838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읽음</a:t>
            </a:r>
          </a:p>
        </p:txBody>
      </p:sp>
      <p:sp>
        <p:nvSpPr>
          <p:cNvPr id="19" name="">
            <a:extLst xmlns:a="http://schemas.openxmlformats.org/drawingml/2006/main">
              <a:ext uri="{FF2B5EF4-FFF2-40B4-BE49-F238E27FC236}">
                <a16:creationId xmlns:a16="http://schemas.microsoft.com/office/drawing/2014/main" id="{812DDD0C-7479-4E1C-85FC-1A8122DE5178}"/>
              </a:ext>
            </a:extLst>
          </p:cNvPr>
          <p:cNvSpPr>
            <a:spLocks xmlns:a="http://schemas.openxmlformats.org/drawingml/2006/main" noGrp="1"/>
          </p:cNvSpPr>
          <p:nvPr/>
        </p:nvSpPr>
        <p:spPr>
          <a:xfrm xmlns:a="http://schemas.openxmlformats.org/drawingml/2006/main">
            <a:off x="609600" y="44958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testing.md">
            <a:extLst xmlns:a="http://schemas.openxmlformats.org/drawingml/2006/main">
              <a:ext uri="{FF2B5EF4-FFF2-40B4-BE49-F238E27FC236}">
                <a16:creationId xmlns:a16="http://schemas.microsoft.com/office/drawing/2014/main" id="{897DFDB1-4346-47D9-9148-EB949D776116}"/>
              </a:ext>
            </a:extLst>
          </p:cNvPr>
          <p:cNvSpPr>
            <a:spLocks xmlns:a="http://schemas.openxmlformats.org/drawingml/2006/main" noGrp="1"/>
          </p:cNvSpPr>
          <p:nvPr/>
        </p:nvSpPr>
        <p:spPr>
          <a:xfrm xmlns:a="http://schemas.openxmlformats.org/drawingml/2006/main">
            <a:off x="742950" y="4591050"/>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Consolas"/>
                <a:ea typeface="Consolas"/>
                <a:cs typeface="Consolas"/>
              </a:defRPr>
            </a:defPPr>
            <a:lvl1pPr algn="l">
              <a:defRPr sz="2025" b="0">
                <a:solidFill>
                  <a:srgbClr val="17212B"/>
                </a:solidFill>
                <a:latin typeface="Consolas"/>
                <a:ea typeface="Consolas"/>
                <a:cs typeface="Consolas"/>
              </a:defRPr>
            </a:lvl1pPr>
            <a:lvl2pPr algn="l">
              <a:defRPr sz="2025" b="0">
                <a:solidFill>
                  <a:srgbClr val="17212B"/>
                </a:solidFill>
                <a:latin typeface="Consolas"/>
                <a:ea typeface="Consolas"/>
                <a:cs typeface="Consolas"/>
              </a:defRPr>
            </a:lvl2pPr>
            <a:lvl3pPr algn="l">
              <a:defRPr sz="2025" b="0">
                <a:solidFill>
                  <a:srgbClr val="17212B"/>
                </a:solidFill>
                <a:latin typeface="Consolas"/>
                <a:ea typeface="Consolas"/>
                <a:cs typeface="Consolas"/>
              </a:defRPr>
            </a:lvl3pPr>
            <a:lvl4pPr algn="l">
              <a:defRPr sz="2025" b="0">
                <a:solidFill>
                  <a:srgbClr val="17212B"/>
                </a:solidFill>
                <a:latin typeface="Consolas"/>
                <a:ea typeface="Consolas"/>
                <a:cs typeface="Consolas"/>
              </a:defRPr>
            </a:lvl4pPr>
            <a:lvl5pPr algn="l">
              <a:defRPr sz="2025" b="0">
                <a:solidFill>
                  <a:srgbClr val="17212B"/>
                </a:solidFill>
                <a:latin typeface="Consolas"/>
                <a:ea typeface="Consolas"/>
                <a:cs typeface="Consolas"/>
              </a:defRPr>
            </a:lvl5pPr>
            <a:lvl6pPr algn="l">
              <a:defRPr sz="2025" b="0">
                <a:solidFill>
                  <a:srgbClr val="17212B"/>
                </a:solidFill>
                <a:latin typeface="Consolas"/>
                <a:ea typeface="Consolas"/>
                <a:cs typeface="Consolas"/>
              </a:defRPr>
            </a:lvl6pPr>
            <a:lvl7pPr algn="l">
              <a:defRPr sz="2025" b="0">
                <a:solidFill>
                  <a:srgbClr val="17212B"/>
                </a:solidFill>
                <a:latin typeface="Consolas"/>
                <a:ea typeface="Consolas"/>
                <a:cs typeface="Consolas"/>
              </a:defRPr>
            </a:lvl7pPr>
            <a:lvl8pPr algn="l">
              <a:defRPr sz="2025" b="0">
                <a:solidFill>
                  <a:srgbClr val="17212B"/>
                </a:solidFill>
                <a:latin typeface="Consolas"/>
                <a:ea typeface="Consolas"/>
                <a:cs typeface="Consolas"/>
              </a:defRPr>
            </a:lvl8pPr>
            <a:lvl9pPr algn="l">
              <a:defRPr sz="2025" b="0">
                <a:solidFill>
                  <a:srgbClr val="17212B"/>
                </a:solidFill>
                <a:latin typeface="Consolas"/>
                <a:ea typeface="Consolas"/>
                <a:cs typeface="Consolas"/>
              </a:defRPr>
            </a:lvl9pPr>
          </a:lstStyle>
          <a:p xmlns:a="http://schemas.openxmlformats.org/drawingml/2006/main">
            <a:pPr algn="l">
              <a:defRPr sz="2025" b="0">
                <a:solidFill>
                  <a:srgbClr val="17212B"/>
                </a:solidFill>
                <a:latin typeface="Consolas"/>
                <a:ea typeface="Consolas"/>
                <a:cs typeface="Consolas"/>
              </a:defRPr>
            </a:pPr>
            <a:r>
              <a:rPr sz="2025" b="0">
                <a:solidFill>
                  <a:srgbClr val="17212B"/>
                </a:solidFill>
                <a:latin typeface="Consolas"/>
                <a:ea typeface="Consolas"/>
                <a:cs typeface="Consolas"/>
              </a:rPr>
              <a:t>testing.md</a:t>
            </a:r>
          </a:p>
        </p:txBody>
      </p:sp>
      <p:sp>
        <p:nvSpPr>
          <p:cNvPr id="21" name="최종 실행에서 읽음">
            <a:extLst xmlns:a="http://schemas.openxmlformats.org/drawingml/2006/main">
              <a:ext uri="{FF2B5EF4-FFF2-40B4-BE49-F238E27FC236}">
                <a16:creationId xmlns:a16="http://schemas.microsoft.com/office/drawing/2014/main" id="{41C556C9-CD66-4A79-97D1-5349CBC679C9}"/>
              </a:ext>
            </a:extLst>
          </p:cNvPr>
          <p:cNvSpPr>
            <a:spLocks xmlns:a="http://schemas.openxmlformats.org/drawingml/2006/main" noGrp="1"/>
          </p:cNvSpPr>
          <p:nvPr/>
        </p:nvSpPr>
        <p:spPr>
          <a:xfrm xmlns:a="http://schemas.openxmlformats.org/drawingml/2006/main">
            <a:off x="5581650" y="4591050"/>
            <a:ext cx="2971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최종 실행에서 읽음</a:t>
            </a:r>
          </a:p>
        </p:txBody>
      </p:sp>
      <p:sp>
        <p:nvSpPr>
          <p:cNvPr id="22" name="읽지 않음">
            <a:extLst xmlns:a="http://schemas.openxmlformats.org/drawingml/2006/main">
              <a:ext uri="{FF2B5EF4-FFF2-40B4-BE49-F238E27FC236}">
                <a16:creationId xmlns:a16="http://schemas.microsoft.com/office/drawing/2014/main" id="{1A4FB324-8FE0-4BF4-90CE-F6E1676E53BB}"/>
              </a:ext>
            </a:extLst>
          </p:cNvPr>
          <p:cNvSpPr>
            <a:spLocks xmlns:a="http://schemas.openxmlformats.org/drawingml/2006/main" noGrp="1"/>
          </p:cNvSpPr>
          <p:nvPr/>
        </p:nvSpPr>
        <p:spPr>
          <a:xfrm xmlns:a="http://schemas.openxmlformats.org/drawingml/2006/main">
            <a:off x="8743950" y="4591050"/>
            <a:ext cx="2838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읽지 않음</a:t>
            </a:r>
          </a:p>
        </p:txBody>
      </p:sp>
      <p:sp>
        <p:nvSpPr>
          <p:cNvPr id="23" name="A에는 더 넓은 읽기도 존재 · B는 설정·README·source도 확인">
            <a:extLst xmlns:a="http://schemas.openxmlformats.org/drawingml/2006/main">
              <a:ext uri="{FF2B5EF4-FFF2-40B4-BE49-F238E27FC236}">
                <a16:creationId xmlns:a16="http://schemas.microsoft.com/office/drawing/2014/main" id="{290A690D-5296-41A2-8425-E37D11524F21}"/>
              </a:ext>
            </a:extLst>
          </p:cNvPr>
          <p:cNvSpPr>
            <a:spLocks xmlns:a="http://schemas.openxmlformats.org/drawingml/2006/main" noGrp="1"/>
          </p:cNvSpPr>
          <p:nvPr/>
        </p:nvSpPr>
        <p:spPr>
          <a:xfrm xmlns:a="http://schemas.openxmlformats.org/drawingml/2006/main">
            <a:off x="609600" y="529590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4D5A68"/>
                </a:solidFill>
                <a:latin typeface="Malgun Gothic"/>
                <a:ea typeface="Malgun Gothic"/>
                <a:cs typeface="Malgun Gothic"/>
              </a:defRPr>
            </a:defPPr>
            <a:lvl1pPr algn="l">
              <a:defRPr sz="1875" b="0">
                <a:solidFill>
                  <a:srgbClr val="4D5A68"/>
                </a:solidFill>
                <a:latin typeface="Malgun Gothic"/>
                <a:ea typeface="Malgun Gothic"/>
                <a:cs typeface="Malgun Gothic"/>
              </a:defRPr>
            </a:lvl1pPr>
            <a:lvl2pPr algn="l">
              <a:defRPr sz="1875" b="0">
                <a:solidFill>
                  <a:srgbClr val="4D5A68"/>
                </a:solidFill>
                <a:latin typeface="Malgun Gothic"/>
                <a:ea typeface="Malgun Gothic"/>
                <a:cs typeface="Malgun Gothic"/>
              </a:defRPr>
            </a:lvl2pPr>
            <a:lvl3pPr algn="l">
              <a:defRPr sz="1875" b="0">
                <a:solidFill>
                  <a:srgbClr val="4D5A68"/>
                </a:solidFill>
                <a:latin typeface="Malgun Gothic"/>
                <a:ea typeface="Malgun Gothic"/>
                <a:cs typeface="Malgun Gothic"/>
              </a:defRPr>
            </a:lvl3pPr>
            <a:lvl4pPr algn="l">
              <a:defRPr sz="1875" b="0">
                <a:solidFill>
                  <a:srgbClr val="4D5A68"/>
                </a:solidFill>
                <a:latin typeface="Malgun Gothic"/>
                <a:ea typeface="Malgun Gothic"/>
                <a:cs typeface="Malgun Gothic"/>
              </a:defRPr>
            </a:lvl4pPr>
            <a:lvl5pPr algn="l">
              <a:defRPr sz="1875" b="0">
                <a:solidFill>
                  <a:srgbClr val="4D5A68"/>
                </a:solidFill>
                <a:latin typeface="Malgun Gothic"/>
                <a:ea typeface="Malgun Gothic"/>
                <a:cs typeface="Malgun Gothic"/>
              </a:defRPr>
            </a:lvl5pPr>
            <a:lvl6pPr algn="l">
              <a:defRPr sz="1875" b="0">
                <a:solidFill>
                  <a:srgbClr val="4D5A68"/>
                </a:solidFill>
                <a:latin typeface="Malgun Gothic"/>
                <a:ea typeface="Malgun Gothic"/>
                <a:cs typeface="Malgun Gothic"/>
              </a:defRPr>
            </a:lvl6pPr>
            <a:lvl7pPr algn="l">
              <a:defRPr sz="1875" b="0">
                <a:solidFill>
                  <a:srgbClr val="4D5A68"/>
                </a:solidFill>
                <a:latin typeface="Malgun Gothic"/>
                <a:ea typeface="Malgun Gothic"/>
                <a:cs typeface="Malgun Gothic"/>
              </a:defRPr>
            </a:lvl7pPr>
            <a:lvl8pPr algn="l">
              <a:defRPr sz="1875" b="0">
                <a:solidFill>
                  <a:srgbClr val="4D5A68"/>
                </a:solidFill>
                <a:latin typeface="Malgun Gothic"/>
                <a:ea typeface="Malgun Gothic"/>
                <a:cs typeface="Malgun Gothic"/>
              </a:defRPr>
            </a:lvl8pPr>
            <a:lvl9pPr algn="l">
              <a:defRPr sz="1875" b="0">
                <a:solidFill>
                  <a:srgbClr val="4D5A68"/>
                </a:solidFill>
                <a:latin typeface="Malgun Gothic"/>
                <a:ea typeface="Malgun Gothic"/>
                <a:cs typeface="Malgun Gothic"/>
              </a:defRPr>
            </a:lvl9pPr>
          </a:lstStyle>
          <a:p xmlns:a="http://schemas.openxmlformats.org/drawingml/2006/main">
            <a:pPr algn="l">
              <a:defRPr sz="1875" b="0">
                <a:solidFill>
                  <a:srgbClr val="4D5A68"/>
                </a:solidFill>
                <a:latin typeface="Malgun Gothic"/>
                <a:ea typeface="Malgun Gothic"/>
                <a:cs typeface="Malgun Gothic"/>
              </a:defRPr>
            </a:pPr>
            <a:r>
              <a:rPr sz="1875" b="0">
                <a:solidFill>
                  <a:srgbClr val="4D5A68"/>
                </a:solidFill>
                <a:latin typeface="Malgun Gothic"/>
                <a:ea typeface="Malgun Gothic"/>
                <a:cs typeface="Malgun Gothic"/>
              </a:rPr>
              <a:t>A에는 더 넓은 읽기도 존재 · B는 설정·README·source도 확인</a:t>
            </a:r>
          </a:p>
        </p:txBody>
      </p:sp>
      <p:sp>
        <p:nvSpPr>
          <p:cNvPr id="24" name="Legacy module connection">
            <a:extLst xmlns:a="http://schemas.openxmlformats.org/drawingml/2006/main">
              <a:ext uri="{FF2B5EF4-FFF2-40B4-BE49-F238E27FC236}">
                <a16:creationId xmlns:a16="http://schemas.microsoft.com/office/drawing/2014/main" id="{B7C71F25-E49A-4230-AE8A-0171D0E5E12A}"/>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신규 확장</a:t>
            </a:r>
          </a:p>
        </p:txBody>
      </p:sp>
    </p:spTree>
    <p:extLst>
      <p:ext uri="{BB962C8B-B14F-4D97-AF65-F5344CB8AC3E}">
        <p14:creationId xmlns:p14="http://schemas.microsoft.com/office/powerpoint/2010/main" val="1076365113"/>
      </p:ext>
    </p:extLst>
  </p:cSld>
</p:sld>
</file>

<file path=ppt/slides/slide1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5" name="ACT 2 · 다음 문제로 넘어가기">
            <a:extLst xmlns:a="http://schemas.openxmlformats.org/drawingml/2006/main">
              <a:ext uri="{FF2B5EF4-FFF2-40B4-BE49-F238E27FC236}">
                <a16:creationId xmlns:a16="http://schemas.microsoft.com/office/drawing/2014/main" id="{EEB4E0EB-411F-40D1-8122-658E9EB22C82}"/>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2 · 다음 문제로 넘어가기</a:t>
            </a:r>
          </a:p>
        </p:txBody>
      </p:sp>
      <p:sp>
        <p:nvSpPr>
          <p:cNvPr id="2" name="S46">
            <a:extLst xmlns:a="http://schemas.openxmlformats.org/drawingml/2006/main">
              <a:ext uri="{FF2B5EF4-FFF2-40B4-BE49-F238E27FC236}">
                <a16:creationId xmlns:a16="http://schemas.microsoft.com/office/drawing/2014/main" id="{9B68F78B-4508-4E9F-AC46-375F97FC476D}"/>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S46</a:t>
            </a:r>
          </a:p>
        </p:txBody>
      </p:sp>
      <p:sp>
        <p:nvSpPr>
          <p:cNvPr id="3" name="지식은 정리됐지만 절차는 반복된다">
            <a:extLst xmlns:a="http://schemas.openxmlformats.org/drawingml/2006/main">
              <a:ext uri="{FF2B5EF4-FFF2-40B4-BE49-F238E27FC236}">
                <a16:creationId xmlns:a16="http://schemas.microsoft.com/office/drawing/2014/main" id="{B559968E-ABB8-42A5-8DF6-F956F0FB3E75}"/>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지식은 정리됐지만 절차는 반복된다</a:t>
            </a:r>
          </a:p>
        </p:txBody>
      </p:sp>
      <p:sp>
        <p:nvSpPr>
          <p:cNvPr id="4" name="">
            <a:extLst xmlns:a="http://schemas.openxmlformats.org/drawingml/2006/main">
              <a:ext uri="{FF2B5EF4-FFF2-40B4-BE49-F238E27FC236}">
                <a16:creationId xmlns:a16="http://schemas.microsoft.com/office/drawing/2014/main" id="{A12C47D9-4AD1-45CA-B552-B6433D0E3906}"/>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Project Context 정리 + TRIAL-006/007의 반복 절차 · 기록 요약과 교육용 해석">
            <a:extLst xmlns:a="http://schemas.openxmlformats.org/drawingml/2006/main">
              <a:ext uri="{FF2B5EF4-FFF2-40B4-BE49-F238E27FC236}">
                <a16:creationId xmlns:a16="http://schemas.microsoft.com/office/drawing/2014/main" id="{0A793FBB-E63D-4C5F-9169-769733A41D06}"/>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Project Context 정리 + TRIAL-006/007의 반복 절차 · 기록 요약과 교육용 해석</a:t>
            </a:r>
          </a:p>
        </p:txBody>
      </p:sp>
      <p:sp>
        <p:nvSpPr>
          <p:cNvPr id="6" name="절차가 반복된 원인을 Prompt만으로 분리하지 않음">
            <a:extLst xmlns:a="http://schemas.openxmlformats.org/drawingml/2006/main">
              <a:ext uri="{FF2B5EF4-FFF2-40B4-BE49-F238E27FC236}">
                <a16:creationId xmlns:a16="http://schemas.microsoft.com/office/drawing/2014/main" id="{92723216-DF2E-47BD-99E7-5A4C9B2C5D00}"/>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절차가 반복된 원인을 Prompt만으로 분리하지 않음</a:t>
            </a:r>
          </a:p>
        </p:txBody>
      </p:sp>
      <p:sp>
        <p:nvSpPr>
          <p:cNvPr id="7" name="정리한 것">
            <a:extLst xmlns:a="http://schemas.openxmlformats.org/drawingml/2006/main">
              <a:ext uri="{FF2B5EF4-FFF2-40B4-BE49-F238E27FC236}">
                <a16:creationId xmlns:a16="http://schemas.microsoft.com/office/drawing/2014/main" id="{30DD7510-6D98-4402-9817-3E8D6D19385D}"/>
              </a:ext>
            </a:extLst>
          </p:cNvPr>
          <p:cNvSpPr>
            <a:spLocks xmlns:a="http://schemas.openxmlformats.org/drawingml/2006/main" noGrp="1"/>
          </p:cNvSpPr>
          <p:nvPr/>
        </p:nvSpPr>
        <p:spPr>
          <a:xfrm xmlns:a="http://schemas.openxmlformats.org/drawingml/2006/main">
            <a:off x="609600" y="220980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정리한 것</a:t>
            </a:r>
          </a:p>
        </p:txBody>
      </p:sp>
      <p:sp>
        <p:nvSpPr>
          <p:cNvPr id="8" name="아직 반복되는 것">
            <a:extLst xmlns:a="http://schemas.openxmlformats.org/drawingml/2006/main">
              <a:ext uri="{FF2B5EF4-FFF2-40B4-BE49-F238E27FC236}">
                <a16:creationId xmlns:a16="http://schemas.microsoft.com/office/drawing/2014/main" id="{19D6A0D1-B3A8-4269-BEF7-FAA5B7DD457B}"/>
              </a:ext>
            </a:extLst>
          </p:cNvPr>
          <p:cNvSpPr>
            <a:spLocks xmlns:a="http://schemas.openxmlformats.org/drawingml/2006/main" noGrp="1"/>
          </p:cNvSpPr>
          <p:nvPr/>
        </p:nvSpPr>
        <p:spPr>
          <a:xfrm xmlns:a="http://schemas.openxmlformats.org/drawingml/2006/main">
            <a:off x="6705600" y="2209800"/>
            <a:ext cx="4876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아직 반복되는 것</a:t>
            </a:r>
          </a:p>
        </p:txBody>
      </p:sp>
      <p:sp>
        <p:nvSpPr>
          <p:cNvPr id="9" name="">
            <a:extLst xmlns:a="http://schemas.openxmlformats.org/drawingml/2006/main">
              <a:ext uri="{FF2B5EF4-FFF2-40B4-BE49-F238E27FC236}">
                <a16:creationId xmlns:a16="http://schemas.microsoft.com/office/drawing/2014/main" id="{D350D376-ACAC-4957-B1D0-099F14F999F7}"/>
              </a:ext>
            </a:extLst>
          </p:cNvPr>
          <p:cNvSpPr>
            <a:spLocks xmlns:a="http://schemas.openxmlformats.org/drawingml/2006/main" noGrp="1"/>
          </p:cNvSpPr>
          <p:nvPr/>
        </p:nvSpPr>
        <p:spPr>
          <a:xfrm xmlns:a="http://schemas.openxmlformats.org/drawingml/2006/main">
            <a:off x="609600" y="2752725"/>
            <a:ext cx="49530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0" name="">
            <a:extLst xmlns:a="http://schemas.openxmlformats.org/drawingml/2006/main">
              <a:ext uri="{FF2B5EF4-FFF2-40B4-BE49-F238E27FC236}">
                <a16:creationId xmlns:a16="http://schemas.microsoft.com/office/drawing/2014/main" id="{D8A305CD-644E-49D1-B919-1D7E4F2AEB40}"/>
              </a:ext>
            </a:extLst>
          </p:cNvPr>
          <p:cNvSpPr>
            <a:spLocks xmlns:a="http://schemas.openxmlformats.org/drawingml/2006/main" noGrp="1"/>
          </p:cNvSpPr>
          <p:nvPr/>
        </p:nvSpPr>
        <p:spPr>
          <a:xfrm xmlns:a="http://schemas.openxmlformats.org/drawingml/2006/main">
            <a:off x="6705600" y="2752725"/>
            <a:ext cx="4876800" cy="0"/>
          </a:xfrm>
          <a:prstGeom xmlns:a="http://schemas.openxmlformats.org/drawingml/2006/main" prst="line">
            <a:avLst/>
          </a:prstGeom>
          <a:noFill xmlns:a="http://schemas.openxmlformats.org/drawingml/2006/main"/>
          <a:ln xmlns:a="http://schemas.openxmlformats.org/drawingml/2006/main" w="28575">
            <a:solidFill>
              <a:srgbClr val="0B6172"/>
            </a:solidFill>
            <a:prstDash val="solid"/>
          </a:ln>
        </p:spPr>
      </p:sp>
      <p:sp>
        <p:nvSpPr>
          <p:cNvPr id="11" name="현재 목표는 Prompt에&#10;공통 사실은 Project Context에&#10;상세 정보는 Routing으로">
            <a:extLst xmlns:a="http://schemas.openxmlformats.org/drawingml/2006/main">
              <a:ext uri="{FF2B5EF4-FFF2-40B4-BE49-F238E27FC236}">
                <a16:creationId xmlns:a16="http://schemas.microsoft.com/office/drawing/2014/main" id="{118F3A02-2460-4CC0-88A6-25EFD3389E22}"/>
              </a:ext>
            </a:extLst>
          </p:cNvPr>
          <p:cNvSpPr>
            <a:spLocks xmlns:a="http://schemas.openxmlformats.org/drawingml/2006/main" noGrp="1"/>
          </p:cNvSpPr>
          <p:nvPr/>
        </p:nvSpPr>
        <p:spPr>
          <a:xfrm xmlns:a="http://schemas.openxmlformats.org/drawingml/2006/main">
            <a:off x="609600" y="3114675"/>
            <a:ext cx="5143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17212B"/>
                </a:solidFill>
                <a:latin typeface="Malgun Gothic"/>
                <a:ea typeface="Malgun Gothic"/>
                <a:cs typeface="Malgun Gothic"/>
              </a:defRPr>
            </a:defPPr>
            <a:lvl1pPr algn="l">
              <a:defRPr sz="2250" b="0">
                <a:solidFill>
                  <a:srgbClr val="17212B"/>
                </a:solidFill>
                <a:latin typeface="Malgun Gothic"/>
                <a:ea typeface="Malgun Gothic"/>
                <a:cs typeface="Malgun Gothic"/>
              </a:defRPr>
            </a:lvl1pPr>
            <a:lvl2pPr algn="l">
              <a:defRPr sz="2250" b="0">
                <a:solidFill>
                  <a:srgbClr val="17212B"/>
                </a:solidFill>
                <a:latin typeface="Malgun Gothic"/>
                <a:ea typeface="Malgun Gothic"/>
                <a:cs typeface="Malgun Gothic"/>
              </a:defRPr>
            </a:lvl2pPr>
            <a:lvl3pPr algn="l">
              <a:defRPr sz="2250" b="0">
                <a:solidFill>
                  <a:srgbClr val="17212B"/>
                </a:solidFill>
                <a:latin typeface="Malgun Gothic"/>
                <a:ea typeface="Malgun Gothic"/>
                <a:cs typeface="Malgun Gothic"/>
              </a:defRPr>
            </a:lvl3pPr>
            <a:lvl4pPr algn="l">
              <a:defRPr sz="2250" b="0">
                <a:solidFill>
                  <a:srgbClr val="17212B"/>
                </a:solidFill>
                <a:latin typeface="Malgun Gothic"/>
                <a:ea typeface="Malgun Gothic"/>
                <a:cs typeface="Malgun Gothic"/>
              </a:defRPr>
            </a:lvl4pPr>
            <a:lvl5pPr algn="l">
              <a:defRPr sz="2250" b="0">
                <a:solidFill>
                  <a:srgbClr val="17212B"/>
                </a:solidFill>
                <a:latin typeface="Malgun Gothic"/>
                <a:ea typeface="Malgun Gothic"/>
                <a:cs typeface="Malgun Gothic"/>
              </a:defRPr>
            </a:lvl5pPr>
            <a:lvl6pPr algn="l">
              <a:defRPr sz="2250" b="0">
                <a:solidFill>
                  <a:srgbClr val="17212B"/>
                </a:solidFill>
                <a:latin typeface="Malgun Gothic"/>
                <a:ea typeface="Malgun Gothic"/>
                <a:cs typeface="Malgun Gothic"/>
              </a:defRPr>
            </a:lvl6pPr>
            <a:lvl7pPr algn="l">
              <a:defRPr sz="2250" b="0">
                <a:solidFill>
                  <a:srgbClr val="17212B"/>
                </a:solidFill>
                <a:latin typeface="Malgun Gothic"/>
                <a:ea typeface="Malgun Gothic"/>
                <a:cs typeface="Malgun Gothic"/>
              </a:defRPr>
            </a:lvl7pPr>
            <a:lvl8pPr algn="l">
              <a:defRPr sz="2250" b="0">
                <a:solidFill>
                  <a:srgbClr val="17212B"/>
                </a:solidFill>
                <a:latin typeface="Malgun Gothic"/>
                <a:ea typeface="Malgun Gothic"/>
                <a:cs typeface="Malgun Gothic"/>
              </a:defRPr>
            </a:lvl8pPr>
            <a:lvl9pPr algn="l">
              <a:defRPr sz="2250" b="0">
                <a:solidFill>
                  <a:srgbClr val="17212B"/>
                </a:solidFill>
                <a:latin typeface="Malgun Gothic"/>
                <a:ea typeface="Malgun Gothic"/>
                <a:cs typeface="Malgun Gothic"/>
              </a:defRPr>
            </a:lvl9pPr>
          </a:lstStyle>
          <a:p xmlns:a="http://schemas.openxmlformats.org/drawingml/2006/main">
            <a:pPr algn="l">
              <a:defRPr sz="2250" b="0">
                <a:solidFill>
                  <a:srgbClr val="17212B"/>
                </a:solidFill>
                <a:latin typeface="Malgun Gothic"/>
                <a:ea typeface="Malgun Gothic"/>
                <a:cs typeface="Malgun Gothic"/>
              </a:defRPr>
            </a:pPr>
            <a:r>
              <a:rPr sz="2250" b="0">
                <a:solidFill>
                  <a:srgbClr val="17212B"/>
                </a:solidFill>
                <a:latin typeface="Malgun Gothic"/>
                <a:ea typeface="Malgun Gothic"/>
                <a:cs typeface="Malgun Gothic"/>
              </a:rPr>
              <a:t>현재 목표는 Prompt에</a:t>
            </a:r>
          </a:p>
          <a:p xmlns:a="http://schemas.openxmlformats.org/drawingml/2006/main">
            <a:pPr algn="l">
              <a:defRPr sz="2250" b="0">
                <a:solidFill>
                  <a:srgbClr val="17212B"/>
                </a:solidFill>
                <a:latin typeface="Malgun Gothic"/>
                <a:ea typeface="Malgun Gothic"/>
                <a:cs typeface="Malgun Gothic"/>
              </a:defRPr>
            </a:pPr>
            <a:r>
              <a:rPr sz="2250" b="0">
                <a:solidFill>
                  <a:srgbClr val="17212B"/>
                </a:solidFill>
                <a:latin typeface="Malgun Gothic"/>
                <a:ea typeface="Malgun Gothic"/>
                <a:cs typeface="Malgun Gothic"/>
              </a:rPr>
              <a:t>공통 사실은 Project Context에</a:t>
            </a:r>
          </a:p>
          <a:p xmlns:a="http://schemas.openxmlformats.org/drawingml/2006/main">
            <a:pPr algn="l">
              <a:defRPr sz="2250" b="0">
                <a:solidFill>
                  <a:srgbClr val="17212B"/>
                </a:solidFill>
                <a:latin typeface="Malgun Gothic"/>
                <a:ea typeface="Malgun Gothic"/>
                <a:cs typeface="Malgun Gothic"/>
              </a:defRPr>
            </a:pPr>
            <a:r>
              <a:rPr sz="2250" b="0">
                <a:solidFill>
                  <a:srgbClr val="17212B"/>
                </a:solidFill>
                <a:latin typeface="Malgun Gothic"/>
                <a:ea typeface="Malgun Gothic"/>
                <a:cs typeface="Malgun Gothic"/>
              </a:rPr>
              <a:t>상세 정보는 Routing으로</a:t>
            </a:r>
          </a:p>
        </p:txBody>
      </p:sp>
      <p:sp>
        <p:nvSpPr>
          <p:cNvPr id="12" name="먼저 측정하고&#10;조사한 뒤 변경하고&#10;같은 조건으로 확인해줘">
            <a:extLst xmlns:a="http://schemas.openxmlformats.org/drawingml/2006/main">
              <a:ext uri="{FF2B5EF4-FFF2-40B4-BE49-F238E27FC236}">
                <a16:creationId xmlns:a16="http://schemas.microsoft.com/office/drawing/2014/main" id="{8CA3846B-AD98-41C9-A6F1-E60871E5011A}"/>
              </a:ext>
            </a:extLst>
          </p:cNvPr>
          <p:cNvSpPr>
            <a:spLocks xmlns:a="http://schemas.openxmlformats.org/drawingml/2006/main" noGrp="1"/>
          </p:cNvSpPr>
          <p:nvPr/>
        </p:nvSpPr>
        <p:spPr>
          <a:xfrm xmlns:a="http://schemas.openxmlformats.org/drawingml/2006/main">
            <a:off x="6705600" y="3114675"/>
            <a:ext cx="48768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먼저 측정하고</a:t>
            </a:r>
          </a:p>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조사한 뒤 변경하고</a:t>
            </a:r>
          </a:p>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같은 조건으로 확인해줘</a:t>
            </a:r>
          </a:p>
        </p:txBody>
      </p:sp>
      <p:sp>
        <p:nvSpPr>
          <p:cNvPr id="13" name="같은 작업 절차도 다시 써야 할까?">
            <a:extLst xmlns:a="http://schemas.openxmlformats.org/drawingml/2006/main">
              <a:ext uri="{FF2B5EF4-FFF2-40B4-BE49-F238E27FC236}">
                <a16:creationId xmlns:a16="http://schemas.microsoft.com/office/drawing/2014/main" id="{A27D6445-A127-4093-B7A2-A0AAA498AB25}"/>
              </a:ext>
            </a:extLst>
          </p:cNvPr>
          <p:cNvSpPr>
            <a:spLocks xmlns:a="http://schemas.openxmlformats.org/drawingml/2006/main" noGrp="1"/>
          </p:cNvSpPr>
          <p:nvPr/>
        </p:nvSpPr>
        <p:spPr>
          <a:xfrm xmlns:a="http://schemas.openxmlformats.org/drawingml/2006/main">
            <a:off x="609600" y="52197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0B6172"/>
                </a:solidFill>
                <a:latin typeface="Malgun Gothic"/>
                <a:ea typeface="Malgun Gothic"/>
                <a:cs typeface="Malgun Gothic"/>
              </a:defRPr>
            </a:defPPr>
            <a:lvl1pPr algn="l">
              <a:defRPr sz="2550" b="1">
                <a:solidFill>
                  <a:srgbClr val="0B6172"/>
                </a:solidFill>
                <a:latin typeface="Malgun Gothic"/>
                <a:ea typeface="Malgun Gothic"/>
                <a:cs typeface="Malgun Gothic"/>
              </a:defRPr>
            </a:lvl1pPr>
            <a:lvl2pPr algn="l">
              <a:defRPr sz="2550" b="1">
                <a:solidFill>
                  <a:srgbClr val="0B6172"/>
                </a:solidFill>
                <a:latin typeface="Malgun Gothic"/>
                <a:ea typeface="Malgun Gothic"/>
                <a:cs typeface="Malgun Gothic"/>
              </a:defRPr>
            </a:lvl2pPr>
            <a:lvl3pPr algn="l">
              <a:defRPr sz="2550" b="1">
                <a:solidFill>
                  <a:srgbClr val="0B6172"/>
                </a:solidFill>
                <a:latin typeface="Malgun Gothic"/>
                <a:ea typeface="Malgun Gothic"/>
                <a:cs typeface="Malgun Gothic"/>
              </a:defRPr>
            </a:lvl3pPr>
            <a:lvl4pPr algn="l">
              <a:defRPr sz="2550" b="1">
                <a:solidFill>
                  <a:srgbClr val="0B6172"/>
                </a:solidFill>
                <a:latin typeface="Malgun Gothic"/>
                <a:ea typeface="Malgun Gothic"/>
                <a:cs typeface="Malgun Gothic"/>
              </a:defRPr>
            </a:lvl4pPr>
            <a:lvl5pPr algn="l">
              <a:defRPr sz="2550" b="1">
                <a:solidFill>
                  <a:srgbClr val="0B6172"/>
                </a:solidFill>
                <a:latin typeface="Malgun Gothic"/>
                <a:ea typeface="Malgun Gothic"/>
                <a:cs typeface="Malgun Gothic"/>
              </a:defRPr>
            </a:lvl5pPr>
            <a:lvl6pPr algn="l">
              <a:defRPr sz="2550" b="1">
                <a:solidFill>
                  <a:srgbClr val="0B6172"/>
                </a:solidFill>
                <a:latin typeface="Malgun Gothic"/>
                <a:ea typeface="Malgun Gothic"/>
                <a:cs typeface="Malgun Gothic"/>
              </a:defRPr>
            </a:lvl6pPr>
            <a:lvl7pPr algn="l">
              <a:defRPr sz="2550" b="1">
                <a:solidFill>
                  <a:srgbClr val="0B6172"/>
                </a:solidFill>
                <a:latin typeface="Malgun Gothic"/>
                <a:ea typeface="Malgun Gothic"/>
                <a:cs typeface="Malgun Gothic"/>
              </a:defRPr>
            </a:lvl7pPr>
            <a:lvl8pPr algn="l">
              <a:defRPr sz="2550" b="1">
                <a:solidFill>
                  <a:srgbClr val="0B6172"/>
                </a:solidFill>
                <a:latin typeface="Malgun Gothic"/>
                <a:ea typeface="Malgun Gothic"/>
                <a:cs typeface="Malgun Gothic"/>
              </a:defRPr>
            </a:lvl8pPr>
            <a:lvl9pPr algn="l">
              <a:defRPr sz="2550" b="1">
                <a:solidFill>
                  <a:srgbClr val="0B6172"/>
                </a:solidFill>
                <a:latin typeface="Malgun Gothic"/>
                <a:ea typeface="Malgun Gothic"/>
                <a:cs typeface="Malgun Gothic"/>
              </a:defRPr>
            </a:lvl9pPr>
          </a:lstStyle>
          <a:p xmlns:a="http://schemas.openxmlformats.org/drawingml/2006/main">
            <a:pPr algn="l">
              <a:defRPr sz="2550" b="1">
                <a:solidFill>
                  <a:srgbClr val="0B6172"/>
                </a:solidFill>
                <a:latin typeface="Malgun Gothic"/>
                <a:ea typeface="Malgun Gothic"/>
                <a:cs typeface="Malgun Gothic"/>
              </a:defRPr>
            </a:pPr>
            <a:r>
              <a:rPr sz="2550" b="1">
                <a:solidFill>
                  <a:srgbClr val="0B6172"/>
                </a:solidFill>
                <a:latin typeface="Malgun Gothic"/>
                <a:ea typeface="Malgun Gothic"/>
                <a:cs typeface="Malgun Gothic"/>
              </a:rPr>
              <a:t>같은 작업 절차도 다시 써야 할까?</a:t>
            </a:r>
          </a:p>
        </p:txBody>
      </p:sp>
      <p:sp>
        <p:nvSpPr>
          <p:cNvPr id="14" name="Legacy module connection">
            <a:extLst xmlns:a="http://schemas.openxmlformats.org/drawingml/2006/main">
              <a:ext uri="{FF2B5EF4-FFF2-40B4-BE49-F238E27FC236}">
                <a16:creationId xmlns:a16="http://schemas.microsoft.com/office/drawing/2014/main" id="{BD7D0646-85EE-4D39-A2CE-342CE242D5E6}"/>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M8</a:t>
            </a:r>
          </a:p>
        </p:txBody>
      </p:sp>
    </p:spTree>
    <p:extLst>
      <p:ext uri="{BB962C8B-B14F-4D97-AF65-F5344CB8AC3E}">
        <p14:creationId xmlns:p14="http://schemas.microsoft.com/office/powerpoint/2010/main" val="16054695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2026-10-22T00:59:37.9870000Z</dcterms:created>
  <dcterms:modified xsi:type="dcterms:W3CDTF">2026-10-22T00:59:37.9870000Z</dcterms:modified>
</coreProperties>
</file>