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31d602b9a5346e8" /><Relationship Type="http://schemas.openxmlformats.org/officeDocument/2006/relationships/extended-properties" Target="/docProps/app.xml" Id="Rae2fa0d4f6cf42b1" /><Relationship Type="http://schemas.openxmlformats.org/officeDocument/2006/relationships/officeDocument" Target="/ppt/presentation.xml" Id="R0765880ac2b4458b" /></Relationships>
</file>

<file path=ppt/presentation.xml><?xml version="1.0" encoding="utf-8"?>
<p:presentation xmlns:p="http://schemas.openxmlformats.org/presentationml/2006/main">
  <p:sldMasterIdLst>
    <p:sldMasterId xmlns:r="http://schemas.openxmlformats.org/officeDocument/2006/relationships" id="2147483648" r:id="R6509c520dab14544"/>
  </p:sldMasterIdLst>
  <p:notesMasterIdLst>
    <p:notesMasterId xmlns:r="http://schemas.openxmlformats.org/officeDocument/2006/relationships" r:id="R4286dda84e524d5b"/>
  </p:notesMasterIdLst>
  <p:sldIdLst>
    <p:sldId xmlns:r="http://schemas.openxmlformats.org/officeDocument/2006/relationships" id="256" r:id="R6c450eacdbba4e54"/>
    <p:sldId xmlns:r="http://schemas.openxmlformats.org/officeDocument/2006/relationships" id="257" r:id="R9f16fc52da3549d7"/>
    <p:sldId xmlns:r="http://schemas.openxmlformats.org/officeDocument/2006/relationships" id="258" r:id="Raab386c6dcac44c4"/>
    <p:sldId xmlns:r="http://schemas.openxmlformats.org/officeDocument/2006/relationships" id="259" r:id="Rb36bd5fab5da4819"/>
    <p:sldId xmlns:r="http://schemas.openxmlformats.org/officeDocument/2006/relationships" id="260" r:id="R94d16cbedcd84157"/>
    <p:sldId xmlns:r="http://schemas.openxmlformats.org/officeDocument/2006/relationships" id="261" r:id="Rbb0fdffe49be4fa1"/>
    <p:sldId xmlns:r="http://schemas.openxmlformats.org/officeDocument/2006/relationships" id="262" r:id="R93dd91ca4e8148c5"/>
    <p:sldId xmlns:r="http://schemas.openxmlformats.org/officeDocument/2006/relationships" id="263" r:id="Rf685c7e5f6ba4046"/>
    <p:sldId xmlns:r="http://schemas.openxmlformats.org/officeDocument/2006/relationships" id="264" r:id="R91b51fe24129451b"/>
    <p:sldId xmlns:r="http://schemas.openxmlformats.org/officeDocument/2006/relationships" id="265" r:id="Rf2ecfa59b0e347ba"/>
    <p:sldId xmlns:r="http://schemas.openxmlformats.org/officeDocument/2006/relationships" id="266" r:id="R5df90fb4a2734b3e"/>
    <p:sldId xmlns:r="http://schemas.openxmlformats.org/officeDocument/2006/relationships" id="267" r:id="R8c0971a7d6a744c1"/>
    <p:sldId xmlns:r="http://schemas.openxmlformats.org/officeDocument/2006/relationships" id="268" r:id="R3d56d0ab7a104165"/>
    <p:sldId xmlns:r="http://schemas.openxmlformats.org/officeDocument/2006/relationships" id="269" r:id="Rac4cf77666bb45d0"/>
    <p:sldId xmlns:r="http://schemas.openxmlformats.org/officeDocument/2006/relationships" id="270" r:id="R0d1d96d964c649f6"/>
    <p:sldId xmlns:r="http://schemas.openxmlformats.org/officeDocument/2006/relationships" id="271" r:id="R42655c32cd3d4282"/>
    <p:sldId xmlns:r="http://schemas.openxmlformats.org/officeDocument/2006/relationships" id="272" r:id="R59f9f98a7ee2461b"/>
    <p:sldId xmlns:r="http://schemas.openxmlformats.org/officeDocument/2006/relationships" id="273" r:id="R347b8a3e23c74f02"/>
    <p:sldId xmlns:r="http://schemas.openxmlformats.org/officeDocument/2006/relationships" id="274" r:id="R748ee43f6af1461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35d812d651b43ff" /><Relationship Type="http://schemas.openxmlformats.org/officeDocument/2006/relationships/slideMaster" Target="/ppt/slideMasters/slideMaster1.xml" Id="R6509c520dab14544" /><Relationship Type="http://schemas.openxmlformats.org/officeDocument/2006/relationships/notesMaster" Target="/ppt/notesMasters/notesMaster1.xml" Id="R4286dda84e524d5b" /><Relationship Type="http://schemas.openxmlformats.org/officeDocument/2006/relationships/presProps" Target="/ppt/presProps.xml" Id="Ree85c44983fc48d6" /><Relationship Type="http://schemas.openxmlformats.org/officeDocument/2006/relationships/tableStyles" Target="/ppt/tableStyles.xml" Id="R6202b52fb25644f2" /><Relationship Type="http://schemas.openxmlformats.org/officeDocument/2006/relationships/slide" Target="/ppt/slides/slide1.xml" Id="R6c450eacdbba4e54" /><Relationship Type="http://schemas.openxmlformats.org/officeDocument/2006/relationships/slide" Target="/ppt/slides/slide2.xml" Id="R9f16fc52da3549d7" /><Relationship Type="http://schemas.openxmlformats.org/officeDocument/2006/relationships/slide" Target="/ppt/slides/slide3.xml" Id="Raab386c6dcac44c4" /><Relationship Type="http://schemas.openxmlformats.org/officeDocument/2006/relationships/slide" Target="/ppt/slides/slide4.xml" Id="Rb36bd5fab5da4819" /><Relationship Type="http://schemas.openxmlformats.org/officeDocument/2006/relationships/slide" Target="/ppt/slides/slide5.xml" Id="R94d16cbedcd84157" /><Relationship Type="http://schemas.openxmlformats.org/officeDocument/2006/relationships/slide" Target="/ppt/slides/slide6.xml" Id="Rbb0fdffe49be4fa1" /><Relationship Type="http://schemas.openxmlformats.org/officeDocument/2006/relationships/slide" Target="/ppt/slides/slide7.xml" Id="R93dd91ca4e8148c5" /><Relationship Type="http://schemas.openxmlformats.org/officeDocument/2006/relationships/slide" Target="/ppt/slides/slide8.xml" Id="Rf685c7e5f6ba4046" /><Relationship Type="http://schemas.openxmlformats.org/officeDocument/2006/relationships/slide" Target="/ppt/slides/slide9.xml" Id="R91b51fe24129451b" /><Relationship Type="http://schemas.openxmlformats.org/officeDocument/2006/relationships/slide" Target="/ppt/slides/slide10.xml" Id="Rf2ecfa59b0e347ba" /><Relationship Type="http://schemas.openxmlformats.org/officeDocument/2006/relationships/slide" Target="/ppt/slides/slide11.xml" Id="R5df90fb4a2734b3e" /><Relationship Type="http://schemas.openxmlformats.org/officeDocument/2006/relationships/slide" Target="/ppt/slides/slide12.xml" Id="R8c0971a7d6a744c1" /><Relationship Type="http://schemas.openxmlformats.org/officeDocument/2006/relationships/slide" Target="/ppt/slides/slide13.xml" Id="R3d56d0ab7a104165" /><Relationship Type="http://schemas.openxmlformats.org/officeDocument/2006/relationships/slide" Target="/ppt/slides/slide14.xml" Id="Rac4cf77666bb45d0" /><Relationship Type="http://schemas.openxmlformats.org/officeDocument/2006/relationships/slide" Target="/ppt/slides/slide15.xml" Id="R0d1d96d964c649f6" /><Relationship Type="http://schemas.openxmlformats.org/officeDocument/2006/relationships/slide" Target="/ppt/slides/slide16.xml" Id="R42655c32cd3d4282" /><Relationship Type="http://schemas.openxmlformats.org/officeDocument/2006/relationships/slide" Target="/ppt/slides/slide17.xml" Id="R59f9f98a7ee2461b" /><Relationship Type="http://schemas.openxmlformats.org/officeDocument/2006/relationships/slide" Target="/ppt/slides/slide18.xml" Id="R347b8a3e23c74f02" /><Relationship Type="http://schemas.openxmlformats.org/officeDocument/2006/relationships/slide" Target="/ppt/slides/slide19.xml" Id="R748ee43f6af1461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5d312b6d3c1419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c60923480df4dc3" /><Relationship Type="http://schemas.openxmlformats.org/officeDocument/2006/relationships/notesMaster" Target="/ppt/notesMasters/notesMaster1.xml" Id="Rf975236fad1347e6" /></Relationships>
</file>

<file path=ppt/notesSlides/_rels/notesSlide2.xml.rels>&#65279;<?xml version="1.0" encoding="utf-8"?><Relationships xmlns="http://schemas.openxmlformats.org/package/2006/relationships"><Relationship Type="http://schemas.openxmlformats.org/officeDocument/2006/relationships/slide" Target="/ppt/slides/slide2.xml" Id="Rb97793de0d6042b8" /><Relationship Type="http://schemas.openxmlformats.org/officeDocument/2006/relationships/notesMaster" Target="/ppt/notesMasters/notesMaster1.xml" Id="R5d88c22b5cb04faf" /></Relationships>
</file>

<file path=ppt/notesSlides/_rels/notesSlide3.xml.rels>&#65279;<?xml version="1.0" encoding="utf-8"?><Relationships xmlns="http://schemas.openxmlformats.org/package/2006/relationships"><Relationship Type="http://schemas.openxmlformats.org/officeDocument/2006/relationships/slide" Target="/ppt/slides/slide3.xml" Id="R562d596326f84a8c" /><Relationship Type="http://schemas.openxmlformats.org/officeDocument/2006/relationships/notesMaster" Target="/ppt/notesMasters/notesMaster1.xml" Id="R192971fe0fd04a07" /></Relationships>
</file>

<file path=ppt/notesSlides/_rels/notesSlide4.xml.rels>&#65279;<?xml version="1.0" encoding="utf-8"?><Relationships xmlns="http://schemas.openxmlformats.org/package/2006/relationships"><Relationship Type="http://schemas.openxmlformats.org/officeDocument/2006/relationships/slide" Target="/ppt/slides/slide4.xml" Id="R7ce4242b45944c5a" /><Relationship Type="http://schemas.openxmlformats.org/officeDocument/2006/relationships/notesMaster" Target="/ppt/notesMasters/notesMaster1.xml" Id="R4a9d9f70f9c948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3e58913c6bd9402a" /><Relationship Type="http://schemas.openxmlformats.org/officeDocument/2006/relationships/notesMaster" Target="/ppt/notesMasters/notesMaster1.xml" Id="R19649659cc1c4d4f" /></Relationships>
</file>

<file path=ppt/notesSlides/_rels/notesSlide6.xml.rels>&#65279;<?xml version="1.0" encoding="utf-8"?><Relationships xmlns="http://schemas.openxmlformats.org/package/2006/relationships"><Relationship Type="http://schemas.openxmlformats.org/officeDocument/2006/relationships/slide" Target="/ppt/slides/slide6.xml" Id="R9f040102660e4135" /><Relationship Type="http://schemas.openxmlformats.org/officeDocument/2006/relationships/notesMaster" Target="/ppt/notesMasters/notesMaster1.xml" Id="R0387ae7f1844491f" /></Relationships>
</file>

<file path=ppt/notesSlides/_rels/notesSlide7.xml.rels>&#65279;<?xml version="1.0" encoding="utf-8"?><Relationships xmlns="http://schemas.openxmlformats.org/package/2006/relationships"><Relationship Type="http://schemas.openxmlformats.org/officeDocument/2006/relationships/slide" Target="/ppt/slides/slide7.xml" Id="Rc453ba447fe34065" /><Relationship Type="http://schemas.openxmlformats.org/officeDocument/2006/relationships/notesMaster" Target="/ppt/notesMasters/notesMaster1.xml" Id="Re5a8ba5af0f540c4" /></Relationships>
</file>

<file path=ppt/notesSlides/_rels/notesSlide8.xml.rels>&#65279;<?xml version="1.0" encoding="utf-8"?><Relationships xmlns="http://schemas.openxmlformats.org/package/2006/relationships"><Relationship Type="http://schemas.openxmlformats.org/officeDocument/2006/relationships/slide" Target="/ppt/slides/slide8.xml" Id="R856c9baf27bd4249" /><Relationship Type="http://schemas.openxmlformats.org/officeDocument/2006/relationships/notesMaster" Target="/ppt/notesMasters/notesMaster1.xml" Id="R03d2a4b660a742ed" /></Relationships>
</file>

<file path=ppt/notesSlides/_rels/notesSlide9.xml.rels>&#65279;<?xml version="1.0" encoding="utf-8"?><Relationships xmlns="http://schemas.openxmlformats.org/package/2006/relationships"><Relationship Type="http://schemas.openxmlformats.org/officeDocument/2006/relationships/slide" Target="/ppt/slides/slide9.xml" Id="Rc763f11e92864dcc" /><Relationship Type="http://schemas.openxmlformats.org/officeDocument/2006/relationships/notesMaster" Target="/ppt/notesMasters/notesMaster1.xml" Id="R3bf46180fd07488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0d2a5080977462c" /><Relationship Type="http://schemas.openxmlformats.org/officeDocument/2006/relationships/notesMaster" Target="/ppt/notesMasters/notesMaster1.xml" Id="R008c6351308e4c9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f55f08f874c46cd" /><Relationship Type="http://schemas.openxmlformats.org/officeDocument/2006/relationships/notesMaster" Target="/ppt/notesMasters/notesMaster1.xml" Id="R4b39179d12934c2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754f0dd3a5344e2" /><Relationship Type="http://schemas.openxmlformats.org/officeDocument/2006/relationships/notesMaster" Target="/ppt/notesMasters/notesMaster1.xml" Id="R6af6ed1ca2bd4679"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243be9a590a435f" /><Relationship Type="http://schemas.openxmlformats.org/officeDocument/2006/relationships/notesMaster" Target="/ppt/notesMasters/notesMaster1.xml" Id="R0cbabe3e12334af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cf898dec51a429f" /><Relationship Type="http://schemas.openxmlformats.org/officeDocument/2006/relationships/notesMaster" Target="/ppt/notesMasters/notesMaster1.xml" Id="Rf11cce30820d49a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5e774d0ed0454100" /><Relationship Type="http://schemas.openxmlformats.org/officeDocument/2006/relationships/notesMaster" Target="/ppt/notesMasters/notesMaster1.xml" Id="R09322b1194cc4fd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11f4d84ecb14ab7" /><Relationship Type="http://schemas.openxmlformats.org/officeDocument/2006/relationships/notesMaster" Target="/ppt/notesMasters/notesMaster1.xml" Id="R8745b2a69d2b4d4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d77570bf880a4837" /><Relationship Type="http://schemas.openxmlformats.org/officeDocument/2006/relationships/notesMaster" Target="/ppt/notesMasters/notesMaster1.xml" Id="Rabe952e42a084a8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47937791d404376" /><Relationship Type="http://schemas.openxmlformats.org/officeDocument/2006/relationships/notesMaster" Target="/ppt/notesMasters/notesMaster1.xml" Id="R342ad15c3309431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7cc988c197d4989" /><Relationship Type="http://schemas.openxmlformats.org/officeDocument/2006/relationships/notesMaster" Target="/ppt/notesMasters/notesMaster1.xml" Id="Rdab77de531ad42a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필요한 정보를 찾아 쓰게 하기</a:t>
            </a:r>
          </a:p>
          <a:p xmlns:a="http://schemas.openxmlformats.org/drawingml/2006/main">
            <a:r>
              <a:t/>
            </a:r>
          </a:p>
          <a:p xmlns:a="http://schemas.openxmlformats.org/drawingml/2006/main">
            <a:r>
              <a:t>**Slide ID:**</a:t>
            </a:r>
          </a:p>
          <a:p xmlns:a="http://schemas.openxmlformats.org/drawingml/2006/main">
            <a:r>
              <a:t>S38</a:t>
            </a:r>
          </a:p>
          <a:p xmlns:a="http://schemas.openxmlformats.org/drawingml/2006/main">
            <a:r>
              <a:t/>
            </a:r>
          </a:p>
          <a:p xmlns:a="http://schemas.openxmlformats.org/drawingml/2006/main">
            <a:r>
              <a:t>**Working Title:**</a:t>
            </a:r>
          </a:p>
          <a:p xmlns:a="http://schemas.openxmlformats.org/drawingml/2006/main">
            <a:r>
              <a:t>필요한 정보를 찾아 쓰게 하기</a:t>
            </a:r>
          </a:p>
          <a:p xmlns:a="http://schemas.openxmlformats.org/drawingml/2006/main">
            <a:r>
              <a:t/>
            </a:r>
          </a:p>
          <a:p xmlns:a="http://schemas.openxmlformats.org/drawingml/2006/main">
            <a:r>
              <a:t>**ACT / Section:**</a:t>
            </a:r>
          </a:p>
          <a:p xmlns:a="http://schemas.openxmlformats.org/drawingml/2006/main">
            <a:r>
              <a:t>ACT 2 / 2A</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필요한 정보를 찾아 쓰게 하기 — Context Engineering · 정보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2의 제목 “필요한 정보를 찾아 쓰게 하기”을 가리키며 구간을 연다.</a:t>
            </a:r>
          </a:p>
          <a:p xmlns:a="http://schemas.openxmlformats.org/drawingml/2006/main">
            <a:r>
              <a:t>2. (0:20–0:40 / Transition) 부제 “Context Engineering · 정보 설계”는 이번 구간의 관점만 안내한다. 구체적 기능·해결 방법·결과는 앞서 설명하지 않는다.</a:t>
            </a:r>
          </a:p>
          <a:p xmlns:a="http://schemas.openxmlformats.org/drawingml/2006/main">
            <a:r>
              <a:t>3. (0:40–1:00 / Transition) S39의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S39 — 다른 Task에 같은 설명이 반복된다로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2 총82분, 전체406분이다. 제목·부제만 안내하고1분에 S39로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production/preview/full/S38.png 또는 production/ACT_2.pptx의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다른 Task에 같은 설명이 반복된다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S39 또는 `production/preview/act2/S39.png`다.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작은 Project Context의 첫 기록</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S41로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S41의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S40 및 `production/preview/act2/S40.png`에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S41 handoff. 명령어 옵션별 설명은 생략한다.</a:t>
            </a:r>
          </a:p>
          <a:p xmlns:a="http://schemas.openxmlformats.org/drawingml/2006/main">
            <a:r>
              <a:t/>
            </a:r>
          </a:p>
          <a:p xmlns:a="http://schemas.openxmlformats.org/drawingml/2006/main">
            <a:r>
              <a:t>Fallback: LOCAL STATIC ARTIFACT — 발표 기본 경로는 `production/ACT_2.pptx`의 S40 또는 `production/preview/act2/S40.png`다.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AGENTS.md의 지침대로 검증했다</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S42로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S42 연결. Demo4분·기존 Mode는 유지하며 실측 리허설은 UNVERIFIED다.</a:t>
            </a:r>
          </a:p>
          <a:p xmlns:a="http://schemas.openxmlformats.org/drawingml/2006/main">
            <a:r>
              <a:t/>
            </a:r>
          </a:p>
          <a:p xmlns:a="http://schemas.openxmlformats.org/drawingml/2006/main">
            <a:r>
              <a:t>Fallback: production/ACT_2.pptx S41 또는 production/preview/act2/S41.png를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Task Prompt와 Project Context</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S39–S37.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S42 또는 production/preview/act2/S42.png를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정확한 정보도 계속 늘어난다</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S44의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S43 또는 production/preview/act2/S43.png를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정확하지만 이번 작업에는 불필요한 정보</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S43의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S45에서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S44 또는 production/preview/act2/S44.png를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정보의 범위와 제공 시점</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S44/TRIAL-004의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S44의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S44 회수30초, 공통 안내1분, 요청별 상세1분, 재사용 절차1분, 경계·S46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S45 또는 production/preview/act2/S45.png를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많이 담아도 같은 근거를 똑같이 쓰는가?</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S47으로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S46; production/preview/act2/S46.png.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AI가 필요한 코드를 찾았다는 것을 무엇으로 확인할까?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S46에서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S48의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S48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S47; production/preview/act2/S47.png.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필요한 상세 정보로 가는 길</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a:t>
            </a:r>
          </a:p>
          <a:p xmlns:a="http://schemas.openxmlformats.org/drawingml/2006/main">
            <a:r>
              <a:t>FROZEN — 93장 구조·Story·시간·Demo 범위; TEACHING_MODEL; REQUIRES PRODUCT CHECK — 구체적 Windows·shell·IDE·hardware 지시를 추가하는 경우; CONCEPTUAL. Routing으로 성능 향상이나 Token 절약이 입증됐다고 주장하지 않는다. S46–S47의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S48; production/preview/act2/S48.png.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연구·S46/S45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AGENTS.md에는 무엇을 남길까?</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a:t>
            </a:r>
          </a:p>
          <a:p xmlns:a="http://schemas.openxmlformats.org/drawingml/2006/main">
            <a:r>
              <a:t>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S50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a:t>
            </a:r>
          </a:p>
          <a:p xmlns:a="http://schemas.openxmlformats.org/drawingml/2006/main">
            <a:r>
              <a:t>N/A. 이 장은 native 정보 배치 모델이다. 실제 문서 분리 전후는 S50, 문서 접근의 관찰과 한계는 S52–S54에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S49 또는 production/preview/act2/S49.png를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정보를 지우지 않고 위치를 나누기</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a:t>
            </a:r>
          </a:p>
          <a:p xmlns:a="http://schemas.openxmlformats.org/drawingml/2006/main">
            <a:r>
              <a:t>CAPTURED / RECONSTRUCTED EVIDENCE — 고정된 STATE-02→STATE-03 문서 구조 기록의 native 재구성 도식을2분간 비교한다. 원본 Screenshot이나 현재 제품 실행이 아니다. 실제 문서 접근 결과는 S52–S54에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S50 또는 production/preview/full/S50.png, production/preview/act2/S50.png를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서로 다른 두 Task가 무엇을 읽을까?</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a:t>
            </a:r>
          </a:p>
          <a:p xmlns:a="http://schemas.openxmlformats.org/drawingml/2006/main">
            <a:r>
              <a:t>OBSERVED_PRODUCT setup; outcomes remain on S52–S53.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a:t>
            </a:r>
          </a:p>
          <a:p xmlns:a="http://schemas.openxmlformats.org/drawingml/2006/main">
            <a:r>
              <a:t>N/A — TRIAL-005A/B 관찰 준비 장이다. 새 요청을 입력하거나 실행하지 않고 정적 프롬프트창2개로 실제 요청의 의미를 비교한다. S52–S54의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S51 또는 production/preview/act2/S51.png를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Crop Task에서 관찰한 접근</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S52 정적 화면으로 보여준다. 입력창 Screenshot이나 실행 로그처럼 꾸미지 않는다. 현재 제품에서 명령을 실행하지 않고 전체 접근 로그를 읽지 않는다. Task B의 접근 차이는 S54에서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회수·S54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S52 또는 production/preview/act2/S52.png가 발표 기본 경로다. 동일한 Full S52·ACT2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의존성 질문은 설정과 소스로 답했다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S51의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S53; production/preview/act2/S53.png.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Task별 접근은 달랐지만 완벽하지는 않다</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S54 또는 production/preview/full/S54.png를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Context 정리에서 확인한 네 가지</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a:t>
            </a:r>
          </a:p>
          <a:p xmlns:a="http://schemas.openxmlformats.org/drawingml/2006/main">
            <a:r>
              <a:t>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a:t>
            </a:r>
          </a:p>
          <a:p xmlns:a="http://schemas.openxmlformats.org/drawingml/2006/main">
            <a:r>
              <a:t>“정보를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S55; production/preview/act2/S55.png.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지식은 정리됐지만 절차는 반복된다</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S58으로 넘긴다.</a:t>
            </a:r>
          </a:p>
          <a:p xmlns:a="http://schemas.openxmlformats.org/drawingml/2006/main">
            <a:r>
              <a:t>기존 연결 질문을 유지한 채 ACT 3 제목 S57를 거쳐 S58의 첫 문제로 이어간다. 제목의 Transition1분은 다음 ACT에 별도로 배정한다.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S55의 성과를 반복 해설하지 않고 수행 방법을 누가 유지할지 질문한다. Transition4 뒤 Q&amp;A6은 팀의 반복되는 방법을 묻고 마지막20초에 다음 기록으로 넘어간다. 두 실제 요청의 대응 기록은 S58에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S58에서 기록의 반복 구조를 확인한다.</a:t>
            </a:r>
          </a:p>
          <a:p xmlns:a="http://schemas.openxmlformats.org/drawingml/2006/main">
            <a:r>
              <a:t/>
            </a:r>
          </a:p>
          <a:p xmlns:a="http://schemas.openxmlformats.org/drawingml/2006/main">
            <a:r>
              <a:t>Audience Interaction: Q&amp;A6分은 팀에서 반복하는 작업 방법을 묻는다. S54의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a:t>
            </a:r>
          </a:p>
          <a:p xmlns:a="http://schemas.openxmlformats.org/drawingml/2006/main">
            <a:r>
              <a:t>“우리 팀은 어떤 절차를 매번 다시 요청합니까? 다음에는 두 성능 Task의 실제 요청 기록에서 반복된 지시를 확인합니다.”</a:t>
            </a:r>
          </a:p>
          <a:p xmlns:a="http://schemas.openxmlformats.org/drawingml/2006/main">
            <a:r>
              <a:t>기존 연결 질문을 유지한 채 ACT 3 제목 S57를 거쳐 S58의 첫 문제로 이어간다. 제목의 Transition1분은 다음 ACT에 별도로 배정한다.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S58으로 handoff한다.</a:t>
            </a:r>
          </a:p>
          <a:p xmlns:a="http://schemas.openxmlformats.org/drawingml/2006/main">
            <a:r>
              <a:t/>
            </a:r>
          </a:p>
          <a:p xmlns:a="http://schemas.openxmlformats.org/drawingml/2006/main">
            <a:r>
              <a:t>Fallback: LOCAL STATIC ARTIFACT — production/ACT_2.pptx의 S56 또는 production/preview/act2/S56.png를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eb38eddd7f146ad"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899cb71eda74c2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d6d702677e0e464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a40e1ac7a7645a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3b2d605ec0a242a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caeb2a76628479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BB1EAFF-D1A2-4142-8680-B417AAA8E052}"/>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041A85-9F26-4A6F-986B-8DEDA0822C1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9F071B22-FAF3-4D70-A685-1603FA44B090}"/>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B54DB6C-F82A-46AB-B76B-34283EE3A9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BBF8880-233C-4D39-935A-62A4510091C1}"/>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485AB7B-170E-46EB-9A45-A19F88FEE24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C7E208-4F7F-462B-9B8F-D6B4BDB3C88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B3446D8-4075-4E27-9AD0-371FA78A558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35B0B8-8A01-4A43-A583-1BAB851CB20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F0801B9-CACC-4672-8A82-F2BABE572E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d6fd0a205c34e54" /><Relationship Type="http://schemas.openxmlformats.org/officeDocument/2006/relationships/slideLayout" Target="/ppt/slideLayouts/slideLayout1.xml" Id="Raa493cf1c9764cf8" /><Relationship Type="http://schemas.openxmlformats.org/officeDocument/2006/relationships/slideLayout" Target="/ppt/slideLayouts/slideLayout2.xml" Id="R47eada682c894e05" /><Relationship Type="http://schemas.openxmlformats.org/officeDocument/2006/relationships/slideLayout" Target="/ppt/slideLayouts/slideLayout3.xml" Id="Ra8527dac15e5418e" /><Relationship Type="http://schemas.openxmlformats.org/officeDocument/2006/relationships/slideLayout" Target="/ppt/slideLayouts/slideLayout4.xml" Id="Rae0d0acd3c2d4a68" /><Relationship Type="http://schemas.openxmlformats.org/officeDocument/2006/relationships/slideLayout" Target="/ppt/slideLayouts/slideLayout5.xml" Id="Rb94cc54bf3ef41ed" /><Relationship Type="http://schemas.openxmlformats.org/officeDocument/2006/relationships/slideLayout" Target="/ppt/slideLayouts/slideLayout6.xml" Id="Rabf0dffedfc34e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a493cf1c9764cf8"/>
    <p:sldLayoutId xmlns:r="http://schemas.openxmlformats.org/officeDocument/2006/relationships" id="2147483650" r:id="R47eada682c894e05"/>
    <p:sldLayoutId xmlns:r="http://schemas.openxmlformats.org/officeDocument/2006/relationships" id="2147483651" r:id="Ra8527dac15e5418e"/>
    <p:sldLayoutId xmlns:r="http://schemas.openxmlformats.org/officeDocument/2006/relationships" id="2147483652" r:id="Rae0d0acd3c2d4a68"/>
    <p:sldLayoutId xmlns:r="http://schemas.openxmlformats.org/officeDocument/2006/relationships" id="2147483653" r:id="Rb94cc54bf3ef41ed"/>
    <p:sldLayoutId xmlns:r="http://schemas.openxmlformats.org/officeDocument/2006/relationships" id="2147483654" r:id="Rabf0dffedfc34e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76d24dfb0cd4689" /><Relationship Type="http://schemas.openxmlformats.org/officeDocument/2006/relationships/notesSlide" Target="/ppt/notesSlides/notesSlide1.xml" Id="Rd4879cffa24b47bd"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fb1fd63a1734995" /><Relationship Type="http://schemas.openxmlformats.org/officeDocument/2006/relationships/notesSlide" Target="/ppt/notesSlides/notesSlide2.xml" Id="R779b08c79d1e45e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9605ebc7ecb473e" /><Relationship Type="http://schemas.openxmlformats.org/officeDocument/2006/relationships/notesSlide" Target="/ppt/notesSlides/notesSlide3.xml" Id="R7fe721245dd1473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be02345771849f1" /><Relationship Type="http://schemas.openxmlformats.org/officeDocument/2006/relationships/notesSlide" Target="/ppt/notesSlides/notesSlide4.xml" Id="R29893988724e478e"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b57fdba5c64445f" /><Relationship Type="http://schemas.openxmlformats.org/officeDocument/2006/relationships/image" Target="/ppt/media/image.png" Id="Rb050f57369144992" /><Relationship Type="http://schemas.openxmlformats.org/officeDocument/2006/relationships/image" Target="/ppt/media/image2.png" Id="Raec96372be43428d" /><Relationship Type="http://schemas.openxmlformats.org/officeDocument/2006/relationships/notesSlide" Target="/ppt/notesSlides/notesSlide5.xml" Id="Rce3dbe064e2a441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86edb428bd6f4fb3" /><Relationship Type="http://schemas.openxmlformats.org/officeDocument/2006/relationships/image" Target="/ppt/media/image3.png" Id="Rb9be77206dfa4f0b" /><Relationship Type="http://schemas.openxmlformats.org/officeDocument/2006/relationships/notesSlide" Target="/ppt/notesSlides/notesSlide6.xml" Id="R90be2053eea942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7fb7024b1214a4c" /><Relationship Type="http://schemas.openxmlformats.org/officeDocument/2006/relationships/notesSlide" Target="/ppt/notesSlides/notesSlide7.xml" Id="R8a8c48751bca494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6be72e0ba65e4af5" /><Relationship Type="http://schemas.openxmlformats.org/officeDocument/2006/relationships/notesSlide" Target="/ppt/notesSlides/notesSlide8.xml" Id="R827dbb66ee954b7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75dbe2393146a3" /><Relationship Type="http://schemas.openxmlformats.org/officeDocument/2006/relationships/notesSlide" Target="/ppt/notesSlides/notesSlide9.xml" Id="R5175270c146340b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383bc2e79ebb4033" /><Relationship Type="http://schemas.openxmlformats.org/officeDocument/2006/relationships/notesSlide" Target="/ppt/notesSlides/notesSlide10.xml" Id="R804fafc66a98451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e39eeb3325a744cd" /><Relationship Type="http://schemas.openxmlformats.org/officeDocument/2006/relationships/notesSlide" Target="/ppt/notesSlides/notesSlide11.xml" Id="Re2d2f3b0657449f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afbd41b37b04316" /><Relationship Type="http://schemas.openxmlformats.org/officeDocument/2006/relationships/notesSlide" Target="/ppt/notesSlides/notesSlide12.xml" Id="R2d40ea8638844d6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ee1867bf2b784593" /><Relationship Type="http://schemas.openxmlformats.org/officeDocument/2006/relationships/notesSlide" Target="/ppt/notesSlides/notesSlide13.xml" Id="Ra3ce857999e4417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cbb4e6803bd4e91" /><Relationship Type="http://schemas.openxmlformats.org/officeDocument/2006/relationships/notesSlide" Target="/ppt/notesSlides/notesSlide14.xml" Id="R071afb9340cf4a8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19d81cd96204fcd" /><Relationship Type="http://schemas.openxmlformats.org/officeDocument/2006/relationships/notesSlide" Target="/ppt/notesSlides/notesSlide15.xml" Id="Ra2553c021f6b4f2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937549e6cb74ec2" /><Relationship Type="http://schemas.openxmlformats.org/officeDocument/2006/relationships/notesSlide" Target="/ppt/notesSlides/notesSlide16.xml" Id="Rd87c45cc5e2e45b2"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3a2a4181b4374d68" /><Relationship Type="http://schemas.openxmlformats.org/officeDocument/2006/relationships/notesSlide" Target="/ppt/notesSlides/notesSlide17.xml" Id="R7d34f4654bf2438e"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e1067819d4b64e68" /><Relationship Type="http://schemas.openxmlformats.org/officeDocument/2006/relationships/notesSlide" Target="/ppt/notesSlides/notesSlide18.xml" Id="Rffc4d9777ecb440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4d15b662c0204d7e" /><Relationship Type="http://schemas.openxmlformats.org/officeDocument/2006/relationships/notesSlide" Target="/ppt/notesSlides/notesSlide19.xml" Id="R4678ccd46f3e4657"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2">
            <a:extLst xmlns:a="http://schemas.openxmlformats.org/drawingml/2006/main">
              <a:ext uri="{FF2B5EF4-FFF2-40B4-BE49-F238E27FC236}">
                <a16:creationId xmlns:a16="http://schemas.microsoft.com/office/drawing/2014/main" id="{75E84DCD-9D31-40BF-9263-FFC79F03FCFC}"/>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2</a:t>
            </a:r>
          </a:p>
        </p:txBody>
      </p:sp>
      <p:sp>
        <p:nvSpPr>
          <p:cNvPr id="2" name="S37">
            <a:extLst xmlns:a="http://schemas.openxmlformats.org/drawingml/2006/main">
              <a:ext uri="{FF2B5EF4-FFF2-40B4-BE49-F238E27FC236}">
                <a16:creationId xmlns:a16="http://schemas.microsoft.com/office/drawing/2014/main" id="{FCF97581-7962-4C54-B5E4-0A4CBB525F0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
            <a:extLst xmlns:a="http://schemas.openxmlformats.org/drawingml/2006/main">
              <a:ext uri="{FF2B5EF4-FFF2-40B4-BE49-F238E27FC236}">
                <a16:creationId xmlns:a16="http://schemas.microsoft.com/office/drawing/2014/main" id="{7C07D2B6-9CE1-45F1-A3F8-079A05A2DBC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필요한 정보를&#10;찾아 쓰게 하기">
            <a:extLst xmlns:a="http://schemas.openxmlformats.org/drawingml/2006/main">
              <a:ext uri="{FF2B5EF4-FFF2-40B4-BE49-F238E27FC236}">
                <a16:creationId xmlns:a16="http://schemas.microsoft.com/office/drawing/2014/main" id="{240A73EB-13C7-4D32-A234-3295B0C20AFA}"/>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필요한 정보를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찾아 쓰게 하기</a:t>
            </a:r>
          </a:p>
        </p:txBody>
      </p:sp>
      <p:sp>
        <p:nvSpPr>
          <p:cNvPr id="5" name="Context Engineering · 정보 설계">
            <a:extLst xmlns:a="http://schemas.openxmlformats.org/drawingml/2006/main">
              <a:ext uri="{FF2B5EF4-FFF2-40B4-BE49-F238E27FC236}">
                <a16:creationId xmlns:a16="http://schemas.microsoft.com/office/drawing/2014/main" id="{38F72F04-BA50-4260-ADD6-D3C0D188A122}"/>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Context Engineering · 정보 설계</a:t>
            </a:r>
          </a:p>
        </p:txBody>
      </p:sp>
      <p:sp>
        <p:nvSpPr>
          <p:cNvPr id="6" name="ChatGPT &amp; Codex · 개발자 교육">
            <a:extLst xmlns:a="http://schemas.openxmlformats.org/drawingml/2006/main">
              <a:ext uri="{FF2B5EF4-FFF2-40B4-BE49-F238E27FC236}">
                <a16:creationId xmlns:a16="http://schemas.microsoft.com/office/drawing/2014/main" id="{23D6EBB3-09BF-4695-9520-119DE73DFAD9}"/>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13AC415-A787-49FF-AC3D-C0AD5E3F58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989074690"/>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FD68EC6E-5BC1-4D6D-A055-BF3C9358114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8">
            <a:extLst xmlns:a="http://schemas.openxmlformats.org/drawingml/2006/main">
              <a:ext uri="{FF2B5EF4-FFF2-40B4-BE49-F238E27FC236}">
                <a16:creationId xmlns:a16="http://schemas.microsoft.com/office/drawing/2014/main" id="{99B574F2-2A55-44F3-8C9A-039F2709AF0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다른 Task에 같은 설명이 반복된다">
            <a:extLst xmlns:a="http://schemas.openxmlformats.org/drawingml/2006/main">
              <a:ext uri="{FF2B5EF4-FFF2-40B4-BE49-F238E27FC236}">
                <a16:creationId xmlns:a16="http://schemas.microsoft.com/office/drawing/2014/main" id="{CE4BC32C-9B83-4F53-814E-513D788F0E8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B3983D40-D9F5-4829-A4C4-6A9971FECE1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23DC33FE-04FA-4758-AFE4-C940E25A6D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DDC2A4BD-5D31-4BB3-9B77-156CD39A6B6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976BD102-07A1-4EE2-AF2D-E4F4916B93EB}"/>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D5644000-40E2-43FA-8A29-531BB532000B}"/>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5BCC1C29-1593-4AC1-B028-DE5B8A78FB09}"/>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89F06089-0C3E-4715-822F-89C6AB94219D}"/>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3462F3C-33A6-4064-AF49-99FB6D57B110}"/>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38A4DFB3-2678-4F31-AE8F-9434B96C7EDC}"/>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D784111-2B77-496F-956F-3772E5321B36}"/>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D5719924-35D4-4429-8057-AB3B888F1408}"/>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B8F558A-766F-4BEB-A212-CBF71C2628D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8CDA387-E9BA-4B5C-8CAA-A059CAED1795}"/>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E3BBFA32-697C-4C8B-A196-3C2EFB9E1EE9}"/>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517C98A6-6832-49B9-8657-BC20F8479EE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4B40A197-1C54-463B-B4BE-9108481F7BE9}"/>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73852D0-AAC7-45D0-BC20-0B9D864C5D01}"/>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4FFBD0B7-4BAE-4283-A5D0-A05017A46B9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8A62B817-94E7-46FB-B524-F58F76C8BE82}"/>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BFEC46DF-12AC-4B92-9385-472C796908C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3360168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6BAA2024-DBDA-469D-BE83-47E83DE07B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9">
            <a:extLst xmlns:a="http://schemas.openxmlformats.org/drawingml/2006/main">
              <a:ext uri="{FF2B5EF4-FFF2-40B4-BE49-F238E27FC236}">
                <a16:creationId xmlns:a16="http://schemas.microsoft.com/office/drawing/2014/main" id="{05AEC579-A093-4214-BC4A-03B575492A9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작은 Project Context의 첫 기록">
            <a:extLst xmlns:a="http://schemas.openxmlformats.org/drawingml/2006/main">
              <a:ext uri="{FF2B5EF4-FFF2-40B4-BE49-F238E27FC236}">
                <a16:creationId xmlns:a16="http://schemas.microsoft.com/office/drawing/2014/main" id="{34950F1C-8506-44B6-8085-C4E4EA0855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A56F589C-589F-427C-AD1A-AF959E26A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1B3673A2-CF40-4452-9C93-EBD8E9EAC59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0114D52D-81BE-4D81-9D79-93E4F656CA4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7F4C3962-0861-405D-B35C-A1BAAECA1B35}"/>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9F7D1B08-BABB-4085-B60F-55002BD5C772}"/>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298EE402-9E6F-4C27-A052-12F1628798F2}"/>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33B69EDF-50D6-4F51-8BD3-4CD2AAF21795}"/>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A05D28C2-762C-49DF-84A2-8DBC6781E747}"/>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72B7B294-BFE9-4E8A-B785-60A42DAA7936}"/>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F9108B54-3AEB-4C23-9036-9A768B98BE33}"/>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286A9E30-0AAD-47AD-B73D-72805BC89D24}"/>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E4E1FEAE-2E3E-40CD-AB44-C2C24E9FAD04}"/>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A7D4C6EE-E943-489D-B67C-76F4267E318C}"/>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5D38DD38-7429-4395-A95C-599CCC5B97E1}"/>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7A45E512-EBCC-43B5-AEA3-5C78D9B4F51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FFE6199E-EEC8-40DD-8083-AE4C0EFBC8BD}"/>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2501390-C4BC-4C4C-A00C-ACFB62C4F757}"/>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27ABBA84-E8E3-4375-8D0D-8B7E93BA5E6E}"/>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9D745D5E-D600-49C0-AC1F-49C0039625DC}"/>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D2D6D7E0-E2A2-41C5-8958-CB0985160403}"/>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AF107A58-B5FB-4600-B5FC-3B6328CEF7DE}"/>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E81D9C51-43FB-4569-B1C0-BE96CA18AE43}"/>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1F0C83FE-34F6-4556-A404-F1ED3AF167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49232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315E3E02-BB2D-4279-897E-BA3F485858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40">
            <a:extLst xmlns:a="http://schemas.openxmlformats.org/drawingml/2006/main">
              <a:ext uri="{FF2B5EF4-FFF2-40B4-BE49-F238E27FC236}">
                <a16:creationId xmlns:a16="http://schemas.microsoft.com/office/drawing/2014/main" id="{C4A39C16-D9C4-4FD8-8DCB-89DFFCE194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AGENTS.md의 지침대로 검증했다">
            <a:extLst xmlns:a="http://schemas.openxmlformats.org/drawingml/2006/main">
              <a:ext uri="{FF2B5EF4-FFF2-40B4-BE49-F238E27FC236}">
                <a16:creationId xmlns:a16="http://schemas.microsoft.com/office/drawing/2014/main" id="{A1529EC6-2D2B-44B1-AF17-1F734FDF20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515C6C0D-1A3E-4637-88B4-FD4AAE3425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E6D7FB9F-2F92-4751-86BE-3AC20763DB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F1E1FF01-C6E4-428C-BAEA-11EB977A7A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65B38CC2-B3BA-4425-8288-F022777E4C28}"/>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DC3AD5C6-188E-43A2-9FBE-6EC3C924AB3B}"/>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B64B24B5-AE51-437B-9F80-AE52A084C774}"/>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55F721F3-A0BD-4B7F-B654-FAD1DD5EE12E}"/>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B2A9931D-2861-4828-94FB-FF7E23C3E610}"/>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873BCCCC-9FA7-42F6-8FDA-7933359C389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381185B-E247-4467-BB82-FBE215002439}"/>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38476D16-C03A-495F-849D-C6E1D7EC81B6}"/>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88488A7A-14F7-481F-B907-4467EA28AC8C}"/>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117B82EC-7AB9-4F5D-9D60-3CE817CD9FB2}"/>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CAC3F473-3048-49C9-9341-1E32D9E4546D}"/>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B1A92389-1EB0-4C00-A97B-2EB40F616FDC}"/>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F5AAD3CE-1B90-4C38-952E-202B321C8D7B}"/>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8F7FA5A2-8AB5-428A-98AF-20849378137C}"/>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EC6CC42B-572C-493A-9F5C-15D5BA00CA68}"/>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235FB82B-CB08-48E5-9E8E-1EA3C9A2ECEB}"/>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952661B5-AD9A-4DFC-B5A0-7C00CF6689D4}"/>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469E9BE8-59B0-4C9F-B395-72BB14F2E6E9}"/>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0DC06636-F10C-43FB-BCAF-B69416604119}"/>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CBD6DD58-1834-4104-8682-7E299B403AF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65147F68-F5A0-4884-ACCF-B7A9D1A8CB1C}"/>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9B37988B-855A-48A4-8AED-B11A666AD2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93215221"/>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97BAF56C-1D4C-4D93-91AC-766FDBBE6A6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41">
            <a:extLst xmlns:a="http://schemas.openxmlformats.org/drawingml/2006/main">
              <a:ext uri="{FF2B5EF4-FFF2-40B4-BE49-F238E27FC236}">
                <a16:creationId xmlns:a16="http://schemas.microsoft.com/office/drawing/2014/main" id="{7B8D9D90-0BBA-4C92-A95A-28F03EEDF1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Task Prompt와 Project Context">
            <a:extLst xmlns:a="http://schemas.openxmlformats.org/drawingml/2006/main">
              <a:ext uri="{FF2B5EF4-FFF2-40B4-BE49-F238E27FC236}">
                <a16:creationId xmlns:a16="http://schemas.microsoft.com/office/drawing/2014/main" id="{DAD8A59E-3C67-42A1-8E10-1C71F6BD46D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A0C8CED0-2F33-4000-96EA-BD7EA19D738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83F0B36E-BB02-4AB5-9D76-720467C4334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7A8D9F04-2CCA-448F-BA6F-5ADB4C49576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9FBDFC58-8829-46D6-94B1-D1D1709FDBA9}"/>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FC312430-F18F-4FBE-A7F7-A27BD9E161AC}"/>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6F9F6A71-3B80-4F1E-9545-261C0D080FD7}"/>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A12B3332-28D8-4FFB-B155-4C210B13DEFC}"/>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9C5BA45F-310C-42DF-9B87-47B5A05C00ED}"/>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32BE39A4-E0C7-42D6-8412-89A7773039DC}"/>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67C1F860-62B4-4F90-962D-91DB9146AA86}"/>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C98559AA-AF75-4125-818B-B5900B035B03}"/>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A94526E7-8BC5-46D6-8AA4-81B5F7F24B84}"/>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63A457F7-DA51-420C-9218-7F922E399EC3}"/>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1BE02FA8-408A-4985-9BB5-78AAB1280CAA}"/>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867DF3F-4CB6-4012-B07F-94D614EF1167}"/>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D1859DD3-7517-4D7C-B8C9-04B0F825C66B}"/>
              </a:ext>
            </a:extLst>
          </p:cNvPr>
          <p:cNvPicPr>
            <a:picLocks xmlns:a="http://schemas.openxmlformats.org/drawingml/2006/main" noChangeAspect="1"/>
          </p:cNvPicPr>
          <p:nvPr/>
        </p:nvPicPr>
        <p:blipFill>
          <a:blip xmlns:r="http://schemas.openxmlformats.org/officeDocument/2006/relationships" xmlns:a="http://schemas.openxmlformats.org/drawingml/2006/main" r:embed="Rb050f57369144992"/>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D4CE69E6-8298-40EA-988A-F0E96F9D0FD2}"/>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F3DF867C-AE78-47F4-B64D-7987C35E3A95}"/>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F1B07D86-2C76-4CFC-9D9A-C4C50226D04B}"/>
              </a:ext>
            </a:extLst>
          </p:cNvPr>
          <p:cNvPicPr>
            <a:picLocks xmlns:a="http://schemas.openxmlformats.org/drawingml/2006/main" noChangeAspect="1"/>
          </p:cNvPicPr>
          <p:nvPr/>
        </p:nvPicPr>
        <p:blipFill>
          <a:blip xmlns:r="http://schemas.openxmlformats.org/officeDocument/2006/relationships" xmlns:a="http://schemas.openxmlformats.org/drawingml/2006/main" r:embed="Raec96372be43428d"/>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F30DDA66-8988-438E-BCF9-C3CE4C3217E3}"/>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ED5E4786-0909-4D44-84E2-FCDB4DE4E469}"/>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7C9ABD3-167E-42CA-B645-02FF384D2AFD}"/>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BC3DF81A-770B-41E8-B6E3-9091144B2AEC}"/>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86C0E6EB-46A1-4BB8-BC70-732D7031D27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22BBDDF8-E04F-4DFE-A35D-1C38F69D7C9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905555037"/>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BD9E765E-46B6-4979-A3FF-CF974E2C5B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42">
            <a:extLst xmlns:a="http://schemas.openxmlformats.org/drawingml/2006/main">
              <a:ext uri="{FF2B5EF4-FFF2-40B4-BE49-F238E27FC236}">
                <a16:creationId xmlns:a16="http://schemas.microsoft.com/office/drawing/2014/main" id="{D52239E9-7E0C-46D7-B35E-E35EB3923B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정확한 정보도 계속 늘어난다">
            <a:extLst xmlns:a="http://schemas.openxmlformats.org/drawingml/2006/main">
              <a:ext uri="{FF2B5EF4-FFF2-40B4-BE49-F238E27FC236}">
                <a16:creationId xmlns:a16="http://schemas.microsoft.com/office/drawing/2014/main" id="{810C1E46-3EAA-4D8D-8195-3F65936709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CD23EEDC-A633-4040-BF77-FA3563F2CA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1355D7F3-6B6B-4DFC-A250-D4027739D5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5FDC3F45-7BED-4808-B62D-66653978516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57386FB0-D0EF-4AFC-88E7-9730B404DA9A}"/>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62EB3F7A-3F82-4DB2-A590-6A303D9BD541}"/>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A9866926-5F02-43DC-86EE-73DE6222EB79}"/>
              </a:ext>
            </a:extLst>
          </p:cNvPr>
          <p:cNvPicPr>
            <a:picLocks xmlns:a="http://schemas.openxmlformats.org/drawingml/2006/main" noChangeAspect="1"/>
          </p:cNvPicPr>
          <p:nvPr/>
        </p:nvPicPr>
        <p:blipFill>
          <a:blip xmlns:r="http://schemas.openxmlformats.org/officeDocument/2006/relationships" xmlns:a="http://schemas.openxmlformats.org/drawingml/2006/main" r:embed="Rb9be77206dfa4f0b"/>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2D36FBFF-5900-435D-B169-0270766AA420}"/>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9942A5C2-7800-4E73-B7AC-5CF8EE56948C}"/>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EC80DCA1-F128-4C18-AEDC-94854EE8C05D}"/>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A1EF82EC-248E-43FD-BE88-6CA17012ADBA}"/>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D59D1B6A-A523-4983-A5BA-587D11E4A523}"/>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40F8FBC7-2486-4698-8CCE-68DF1CEA48F4}"/>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B8194749-0559-4B44-8616-DA0752424CA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D3866A1F-6E4C-4894-8D7C-D6858A355E82}"/>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4FB2C8C6-8E50-4731-BA04-B85B7D150F30}"/>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2BD35B5F-E0E2-43EB-B933-2A33BCE2B48C}"/>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FA9C654D-496A-4185-82CA-CBAB23F81662}"/>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D4093E17-741A-4EF4-AB3A-2BE80F813EAF}"/>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AADBC539-5839-452C-9A6D-6242388440F4}"/>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CCC272D8-85D8-48B3-8518-FA719E512EC1}"/>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52FD0D4D-4671-4A59-9509-43AA7CE4D926}"/>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2119918C-AA28-45D8-B39B-AC0F87FD791F}"/>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76C596CC-14EC-4368-87C6-5809F306B7C5}"/>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8345B6B1-851B-4A19-A7D1-CE8602790042}"/>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03F972F2-5928-4254-B3DB-CC15B5E6955B}"/>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7B4A4191-8E86-4752-807D-6FA7F8AB6D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60720356"/>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B4C1D52B-4471-4FC5-9DD7-28DF85754E1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3">
            <a:extLst xmlns:a="http://schemas.openxmlformats.org/drawingml/2006/main">
              <a:ext uri="{FF2B5EF4-FFF2-40B4-BE49-F238E27FC236}">
                <a16:creationId xmlns:a16="http://schemas.microsoft.com/office/drawing/2014/main" id="{1F69B34A-A13B-41DD-B2D2-5391FF49C7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정확하지만 이번 작업에는 불필요한 정보">
            <a:extLst xmlns:a="http://schemas.openxmlformats.org/drawingml/2006/main">
              <a:ext uri="{FF2B5EF4-FFF2-40B4-BE49-F238E27FC236}">
                <a16:creationId xmlns:a16="http://schemas.microsoft.com/office/drawing/2014/main" id="{B3DCFD0F-0242-4998-B1A6-3D14D534E3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F94A8295-32C0-4454-972B-B320150D226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D6EC20DC-F8B0-437C-8D5B-C88145F472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0325B532-113D-4ADA-A76E-5052B35655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858E0BB4-A1E8-4A8E-86D6-89A385F5F5C5}"/>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A966819A-2633-4495-9655-9676BAFF4F8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FFC215B6-2502-40A3-8508-40112B4E97B3}"/>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2A887018-59A1-40C6-9240-5D9FA4B91858}"/>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8B438E69-B81C-414A-A336-87201E889AAA}"/>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80A025A6-16FA-4F40-A6E4-5836032FF1B8}"/>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451D8346-AAB2-4217-82B3-A2ECF03DA618}"/>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8496F3D-5A36-483E-AB13-C3901886443F}"/>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EF171D4E-13B0-4A8C-ADFC-6C922CB6A8A5}"/>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383D6C63-7EBE-4313-8950-591CBB7CA3DB}"/>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48F37FDE-FF2D-45DB-BFB0-66CF9641686D}"/>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AA7E106-6A76-4919-9C75-912C742FA0C2}"/>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9681B2E4-3D8A-44DA-94A5-BBB636B8748F}"/>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B5DC1354-237D-4ADC-8CED-532B7F8BE848}"/>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68029E03-005F-48D9-B682-A8C4A4B6D6C8}"/>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19D49976-8042-4035-80FD-648867755EB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B6B7AF05-96A5-4304-91E6-8E41B61BE5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3250843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09CA9FAD-4831-45D5-A7A5-0D1B6BF5AD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4">
            <a:extLst xmlns:a="http://schemas.openxmlformats.org/drawingml/2006/main">
              <a:ext uri="{FF2B5EF4-FFF2-40B4-BE49-F238E27FC236}">
                <a16:creationId xmlns:a16="http://schemas.microsoft.com/office/drawing/2014/main" id="{7403187A-1B43-4937-BA75-B09BEA18FD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정보의 범위와 제공 시점">
            <a:extLst xmlns:a="http://schemas.openxmlformats.org/drawingml/2006/main">
              <a:ext uri="{FF2B5EF4-FFF2-40B4-BE49-F238E27FC236}">
                <a16:creationId xmlns:a16="http://schemas.microsoft.com/office/drawing/2014/main" id="{101701A2-FEBB-4C51-A6AB-6B777B91DF6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CFB615A7-BFE1-4B1D-8E81-B1222DA4D8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30577372-3DBB-4670-9316-84529AB6325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51B35EFE-5992-4C10-87D3-4B5AAF418A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AB46527A-01A7-488D-9345-3487836FEA8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ED4A63E5-3A1B-4BBC-82FF-C0D76856626F}"/>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05CC7A7A-4968-41E6-A1D5-64DF6F632FF4}"/>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21862051-A595-49B5-A7B1-928480F33F62}"/>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7F402365-E1AD-4A4B-BD13-0B354750028B}"/>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3BC585A5-596C-4901-8CA6-08A6DBCF1423}"/>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F4968D5C-966E-4395-A237-D011EE5FB21C}"/>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CD9021E8-822E-4F06-9EAD-86E63F1A5B41}"/>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BCD3A744-D8FC-440C-9587-C5C347158DC9}"/>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FC4B10B3-C8D3-4251-8BCD-B5D75DF9457D}"/>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929131EE-262C-41EE-8ACF-A00DD8C4B066}"/>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27AF42F4-549F-42B1-87B2-3D2C808BF9AF}"/>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4081442-37F6-4274-98DC-08406D4B8E67}"/>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40A00576-BCA5-4523-B63E-C57EA679B5F9}"/>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6279B9DC-F37A-4251-B14F-F55D5338456A}"/>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D79650B7-BB02-4200-8A42-C59D2A4CF49F}"/>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701D1D6C-F9F1-417C-BD99-33CAF6D8B07B}"/>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C9DB2406-31F6-43B1-9994-2EE9B9378C70}"/>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A0113E9E-3C15-45E6-845A-51E19BE30819}"/>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74A782A6-65CA-41D2-88D6-2DD8A658C4E0}"/>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B020DE8F-2FE8-44EA-9754-D51DED29EC34}"/>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D64B9675-8AD5-4C01-BE77-E28DE7A205D2}"/>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ECD9915-F286-4C32-B70D-EB6876F9A179}"/>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55D5F9B1-F92F-45EE-BC99-0A54BB3C4F19}"/>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00D75A71-CB58-4C96-86C2-1D7EA73BCB8A}"/>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1501E42E-6833-4229-9606-1D4C1B0871EC}"/>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14D7D09E-6D14-4969-9272-AA0E1779DC25}"/>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05FEF81D-FF86-46AA-8C54-53590BCDAEF4}"/>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ECEF1BD2-B3C1-4585-8D9D-80069779024B}"/>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82A40B68-CA7F-4F30-98DD-9E979B18F0DA}"/>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79088AE0-A4B4-4F76-8713-BB70D76EE2EE}"/>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B7DD99B0-7C1A-4E51-96E9-E837B8DCF4A6}"/>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C5B51D0D-17DA-4796-8B7B-F5DDC277C155}"/>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F9CB362B-5FF1-4747-BADC-4346F6869ED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8124658"/>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EFBA6FD7-3F51-4097-A42A-F5ADA87D1C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5">
            <a:extLst xmlns:a="http://schemas.openxmlformats.org/drawingml/2006/main">
              <a:ext uri="{FF2B5EF4-FFF2-40B4-BE49-F238E27FC236}">
                <a16:creationId xmlns:a16="http://schemas.microsoft.com/office/drawing/2014/main" id="{79350CAC-7054-46FB-95D7-6C450B8D0B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많이 담아도 같은 근거를 똑같이 쓰는가?">
            <a:extLst xmlns:a="http://schemas.openxmlformats.org/drawingml/2006/main">
              <a:ext uri="{FF2B5EF4-FFF2-40B4-BE49-F238E27FC236}">
                <a16:creationId xmlns:a16="http://schemas.microsoft.com/office/drawing/2014/main" id="{7629A936-140A-48AE-8003-7034D9EAAE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2292F62E-0A32-4BE2-9DDB-2AED98DDF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B206C6A8-1BAB-4D57-8CC7-B90DECF134B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3FB309CD-D38A-406C-9031-0D328A35125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419FAEC7-173C-437E-B4B8-DCFCD02FB7EF}"/>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A79829F0-8F41-46FF-9A20-AF41E1B79141}"/>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A593D389-D800-49DD-827A-8B39E5244EDC}"/>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EB7FB9A5-5385-4B13-896E-D0E37A58A41E}"/>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ADBFC9DA-CA5E-4B53-A9BA-24078DBFF733}"/>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9BED6BB-DC3C-4E2F-B406-30D4AA80F913}"/>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90FD51E5-5FF4-4C26-AD3F-FF0B91D50629}"/>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4752C779-AECA-4F97-B8F8-7C6B32A85CC1}"/>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34FA57DE-1D30-43C1-9AA1-3C59F28918E8}"/>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1D4DEF43-9452-4281-A451-EC6EDBD7E07B}"/>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16B5A37A-5768-4A42-89FF-929676739AB5}"/>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3548AF30-971A-4F45-A7D2-3B887AA696B7}"/>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6DDDAC09-5D43-470F-95F8-71C5477431A7}"/>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F22A6DB2-EC0B-448A-8CCB-6A45E647CFF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C7376684-BA5C-48FD-BFF4-F89BA9553B26}"/>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E5AE8660-93D4-4402-A414-4C505A9FF6D8}"/>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123E4FE3-3355-4DBE-9868-3E64E406B39C}"/>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967C5FFA-E071-4044-BA7F-5E2C77E4FDC5}"/>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4404D823-0E99-47A2-AA14-E30E758984A4}"/>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F764FB98-AC42-402C-A813-DF1950AB0793}"/>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BB9C9AB9-18D5-43D1-ABC4-529D2EF202D6}"/>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EE8B4DA8-D6EB-420A-B688-56F5524090DB}"/>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64064EFB-1735-4FE1-B65A-B8C8D7D3D729}"/>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2E4899F1-6462-4A08-9AD1-A91A920D5DA3}"/>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0565189E-D1CB-4B37-986A-6F303DF5A45A}"/>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4253507D-6706-4D09-8B99-A6CB43E2F432}"/>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089352CB-A89F-48D1-8389-A6DF0050AF21}"/>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5E16C4C4-3DFD-4906-9047-2B6233D2354F}"/>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F6B220D2-BD6E-4BCA-A689-EAD5B107F8AB}"/>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0BB89B2F-141F-4D10-A200-BA28A2384F0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63141946"/>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137B7E5C-DE3F-4DD6-803A-AE1B3B63E1F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6">
            <a:extLst xmlns:a="http://schemas.openxmlformats.org/drawingml/2006/main">
              <a:ext uri="{FF2B5EF4-FFF2-40B4-BE49-F238E27FC236}">
                <a16:creationId xmlns:a16="http://schemas.microsoft.com/office/drawing/2014/main" id="{9262E609-1759-4BCE-8A7A-A1EF95855B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BB2E77FF-3D53-42BD-B2E1-C96CBB418EBA}"/>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75A77AE1-F4E7-48FD-AD57-C6ECDD8005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7B0AC4C3-B413-4A98-8B00-36AF3F36835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1840F86C-9C1B-42AC-8AB0-312FC323F04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853408AE-62C1-4958-AA6A-C7B4795CEBE4}"/>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6E160513-7671-4C60-9874-806712E3D6FA}"/>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CA01BF74-BB52-47AC-818E-BB811E7E9A7B}"/>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49AC5AC7-C452-4438-B560-0017D36203C3}"/>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7FDEDD12-F4A8-427C-871C-B2EC022F58C2}"/>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B562BAC-FC72-4ACE-9930-4F9929054874}"/>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EB095F43-4615-4030-8F9E-4FA4C0FCA890}"/>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8725F32E-C8DB-4890-826E-3DDDD479FC07}"/>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BDDCE6BC-7F4E-4D54-A30B-6D482F7ECE11}"/>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DAB8FFCA-9AA3-4E1E-A51B-B48C8CE8574D}"/>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541E63B7-175B-42C0-A508-51DB567C62DD}"/>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64285BAB-4F5D-47A1-85CC-D0DA8EB78671}"/>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39DBEB5B-4053-44FF-A456-3D6D9EC0C06C}"/>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E2AF9ABE-2225-4576-9687-7B931981B0AE}"/>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CAE87072-9508-422B-B09E-73838A9AED65}"/>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402E0478-61DF-403E-83C7-6B903189117E}"/>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5C0DBA60-EE7D-4335-B6AC-05A4A425F4BC}"/>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0E63EF0C-20FC-4590-823B-8818B0591F0A}"/>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F34D628A-24C1-4E6F-9658-C945A77F280D}"/>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FD55126A-D7F7-4C87-8FF4-93BF929292E7}"/>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0C021712-BE99-41F5-A549-EAF91D3D30E8}"/>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138340AA-42E4-4D69-9DAD-78FA771CBFAE}"/>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F8BE4A02-CE16-4C23-917C-F45486880DE6}"/>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7245092D-0380-4316-B42D-85CE6849683F}"/>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3A613F18-AF01-42FD-91A9-FE646C3CC0A9}"/>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1D9B2C82-8DBC-446F-AB67-0BC3EF7EEBD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1250186"/>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E0467543-7522-46D3-BCA8-FA07F73452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7">
            <a:extLst xmlns:a="http://schemas.openxmlformats.org/drawingml/2006/main">
              <a:ext uri="{FF2B5EF4-FFF2-40B4-BE49-F238E27FC236}">
                <a16:creationId xmlns:a16="http://schemas.microsoft.com/office/drawing/2014/main" id="{7E08EBDD-EB2E-425F-B615-58E745FA834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필요한 상세 정보로 가는 길">
            <a:extLst xmlns:a="http://schemas.openxmlformats.org/drawingml/2006/main">
              <a:ext uri="{FF2B5EF4-FFF2-40B4-BE49-F238E27FC236}">
                <a16:creationId xmlns:a16="http://schemas.microsoft.com/office/drawing/2014/main" id="{2990DC8E-068B-42EC-BC3F-C6FF352648D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DDE16953-6221-4AD1-8C9F-DF20D61B31E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B0FDA0FA-548F-4C3C-AB6F-5324591ABDA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7F19869F-55E2-455E-A226-D5DDD36225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5D1430EA-A05D-4E61-BBB9-1E28E155783E}"/>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E703D275-77EF-498E-A218-6B6FC0580E4B}"/>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2E9F7535-59B4-4F57-AA58-3CF9D45F5534}"/>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FD7E1699-A1EC-4B9F-BBC6-17511E3E32AE}"/>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723D6C00-B7F6-4DB1-B43F-3021518042E2}"/>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7F14A21-94DD-4F6A-A9C4-B8DF8E8E7870}"/>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D3C8C821-4243-4066-914B-0E4F211B87F4}"/>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ACB5CC9D-40DE-4EF0-B43A-4051A2D8C485}"/>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1ACC8656-1312-45CD-B925-8064860ECBB8}"/>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32D6816C-80DE-4167-9D2E-F9C9D5AA9510}"/>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A00DC62A-FA70-49E2-B895-026435D829F4}"/>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4B8D9338-2C19-4121-ADEB-B526F2783378}"/>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32235602-B1D6-4D2E-AB43-E839C2A465D5}"/>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973A1DD0-0CA2-4DDB-BA7F-414FC7654B33}"/>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C434C100-8FE5-41A2-B9EB-A3A9E665C9BB}"/>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E6B7269-7BF6-436A-9DAB-D5265C10C274}"/>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32F1BD0B-97C3-4433-9D80-12FDBCB3F95E}"/>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23702C1D-8A48-4490-AE9E-01DB0CEB8C2D}"/>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DAE70191-53A3-4E7B-8A1D-A3931CF9D3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99951143"/>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2 · 파일 이름보다 정보의 배치 기준">
            <a:extLst xmlns:a="http://schemas.openxmlformats.org/drawingml/2006/main">
              <a:ext uri="{FF2B5EF4-FFF2-40B4-BE49-F238E27FC236}">
                <a16:creationId xmlns:a16="http://schemas.microsoft.com/office/drawing/2014/main" id="{9D236AFB-493A-4329-AAB1-67F48060092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8">
            <a:extLst xmlns:a="http://schemas.openxmlformats.org/drawingml/2006/main">
              <a:ext uri="{FF2B5EF4-FFF2-40B4-BE49-F238E27FC236}">
                <a16:creationId xmlns:a16="http://schemas.microsoft.com/office/drawing/2014/main" id="{18BB3691-4817-418F-B9BA-53B1825F46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AGENTS.md에는 무엇을 남길까?">
            <a:extLst xmlns:a="http://schemas.openxmlformats.org/drawingml/2006/main">
              <a:ext uri="{FF2B5EF4-FFF2-40B4-BE49-F238E27FC236}">
                <a16:creationId xmlns:a16="http://schemas.microsoft.com/office/drawing/2014/main" id="{365C9DF7-0A1A-4FBE-A2AA-C8B0DBC5D71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0F2D4103-6EA6-4711-8A0B-01DCEACA39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C178B34F-4196-48DA-84BD-7963AD97BF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9251A94D-7935-4A8A-8A3A-546F846C94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0B36C27F-2C26-4400-BCDD-68988403321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2A7DF1C8-D7D5-4DE3-9C85-77280181BF0F}"/>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8D4F44C5-1C16-4EC0-991A-C82E9A064A99}"/>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CFE83F98-3475-4A5F-8490-DA7C215E7CD4}"/>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74BD4456-4B5F-4663-9518-A09492F58B2C}"/>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8E0B6F8A-4D49-4335-BAEA-52E128185091}"/>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29D59AC4-94D9-4115-BE39-83F100C7358C}"/>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B6C8C2EB-0FA1-4562-956A-E8D5DAF331BA}"/>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E7450D2C-6B53-47CB-8215-16031DB6A7EA}"/>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7A53C52A-BADD-4731-A7BE-C0A97876B412}"/>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192EDF9A-DA63-4AAE-A604-DA28303A5A97}"/>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1ACED104-CD78-42AA-9C22-5F0F8884CFC6}"/>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A042576E-C83D-495C-8D06-DBFA54E14517}"/>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CD4D8ACF-4BA1-4935-BD92-8A29471BE362}"/>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8E7C4EE1-CFC5-4B05-8BE3-C7023C8CEC12}"/>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19F10AC-3179-4B55-9C37-99EE61EBB637}"/>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D4073C78-2F68-466D-AFDD-120538370181}"/>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B34C2B9C-D74B-43C2-8D89-B7E58C48B24F}"/>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9102DEC8-6D64-4295-BA84-EC4B05C002A7}"/>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BF587AF2-64D5-4A4D-A05C-EC807ADC7E66}"/>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D4FB3E0B-2305-4704-99A3-B620CCB7ED39}"/>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192015D-8DE8-4508-BE7D-2746060E4D42}"/>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708E8E9A-9AF7-4DA0-BA5B-C223F8422E01}"/>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96B0D940-71E0-4984-A8E9-85133218B10B}"/>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
            <a:extLst xmlns:a="http://schemas.openxmlformats.org/drawingml/2006/main">
              <a:ext uri="{FF2B5EF4-FFF2-40B4-BE49-F238E27FC236}">
                <a16:creationId xmlns:a16="http://schemas.microsoft.com/office/drawing/2014/main" id="{933C0CE9-4CB0-4CE8-B241-2D3605EBAC31}"/>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32" name="Practical application tip badge">
            <a:extLst xmlns:a="http://schemas.openxmlformats.org/drawingml/2006/main">
              <a:ext uri="{FF2B5EF4-FFF2-40B4-BE49-F238E27FC236}">
                <a16:creationId xmlns:a16="http://schemas.microsoft.com/office/drawing/2014/main" id="{CB264FB6-DD1C-4F24-BEA8-60916A1F77A4}"/>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33" name="Legacy module connection">
            <a:extLst xmlns:a="http://schemas.openxmlformats.org/drawingml/2006/main">
              <a:ext uri="{FF2B5EF4-FFF2-40B4-BE49-F238E27FC236}">
                <a16:creationId xmlns:a16="http://schemas.microsoft.com/office/drawing/2014/main" id="{0EB5D6EF-5720-46DD-9E97-21810AF036C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00033033"/>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61ECDF07-A96C-4225-93E5-71C978C5C2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9">
            <a:extLst xmlns:a="http://schemas.openxmlformats.org/drawingml/2006/main">
              <a:ext uri="{FF2B5EF4-FFF2-40B4-BE49-F238E27FC236}">
                <a16:creationId xmlns:a16="http://schemas.microsoft.com/office/drawing/2014/main" id="{5C4470B0-3741-4687-B856-A9C244C5FBD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정보를 지우지 않고 위치를 나누기">
            <a:extLst xmlns:a="http://schemas.openxmlformats.org/drawingml/2006/main">
              <a:ext uri="{FF2B5EF4-FFF2-40B4-BE49-F238E27FC236}">
                <a16:creationId xmlns:a16="http://schemas.microsoft.com/office/drawing/2014/main" id="{3C9769C9-0F0C-4074-9B9A-ECB82E8F929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C60DA742-982F-4FE1-8E22-BCA1E0E89A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4D3489D4-74E9-4EC5-8DDF-21B6BF7627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335C2E22-C643-439E-8E02-19DA4A70368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C2FC85FB-04E8-4650-903A-11DD81F7C72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FEB3928-41B0-4459-99CA-F4D0D9C46ABD}"/>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17E21C73-A2D5-4FE6-9BCB-5F82B216385A}"/>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F2808EAC-B8BD-442E-9E62-60262B49506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E59B1494-24F8-485B-A8A6-9F28EE87324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0A0EEF5B-18F4-42F0-A14C-A53009492E79}"/>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7ACEB21A-D515-4F2A-B411-CB1A66336520}"/>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CF8CE922-2ECF-428F-A136-60325A6F48B7}"/>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5C877BB0-14BE-45F2-AC01-00138119E172}"/>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A68EB3C8-8CF1-4269-9517-847EE4AFD734}"/>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3A336F99-8A28-4E01-9159-A539F0016638}"/>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B02ED11-4E13-41BF-B5BC-5D23BE715C0E}"/>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CF1927DE-CA40-4160-9641-73277619ED95}"/>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73097E6B-6745-44DC-ABEF-E657A84D0896}"/>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D4097C82-D2CA-468E-988B-DE0BF210DE4C}"/>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6F69231-F528-4CB4-85F5-53070A024EBB}"/>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348FAC68-CC1D-4CCA-8A3E-C2CC9D6774CA}"/>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2B51BA68-CADE-4813-A92A-620FE7C39DB5}"/>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6989CC44-E14E-4A60-B628-C4D392A49D19}"/>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2FCE3193-05E2-4E11-9118-7D6FD44A6E96}"/>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D47B8B0F-65CE-4980-8725-86FE64D243E1}"/>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C28D30F8-F145-4C6C-BE00-42638652226E}"/>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63FEDAC-EE5F-4C4F-A9A7-8F1179B46375}"/>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1CDEC1F-3FB4-4DE5-8E7C-40CCE3ECD24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26D7579B-26B5-4377-94E4-0E29F2F47AC8}"/>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110E6CCA-48F7-4AAE-8CEF-8EABD279D8E0}"/>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302A8084-026F-48FA-BE7C-A1A5B236F59A}"/>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849E624F-CF62-4C42-A5CA-3DD207A1FF17}"/>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0A0834E4-996D-4229-B44A-D4CED1CC04C9}"/>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5E14BA3C-BE56-4306-9F79-332239CB61AC}"/>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F8DCFFC5-2008-43CC-94F6-AF0639D42E39}"/>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0243C75A-29EF-42F1-AA2C-A050E2FDA71D}"/>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8EDF8306-F041-4300-ABC5-4B37AFB65473}"/>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80A5AB2B-D5B5-4A1D-BE93-AAA651BFD795}"/>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31E0F826-1720-44B3-BFCD-78531B2921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20990956"/>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50D26345-2A30-464A-8C62-71AB380BFD0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50">
            <a:extLst xmlns:a="http://schemas.openxmlformats.org/drawingml/2006/main">
              <a:ext uri="{FF2B5EF4-FFF2-40B4-BE49-F238E27FC236}">
                <a16:creationId xmlns:a16="http://schemas.microsoft.com/office/drawing/2014/main" id="{3D2E2B10-6C12-4D67-A752-2D9BA87896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서로 다른 두 Task가 무엇을 읽을까?">
            <a:extLst xmlns:a="http://schemas.openxmlformats.org/drawingml/2006/main">
              <a:ext uri="{FF2B5EF4-FFF2-40B4-BE49-F238E27FC236}">
                <a16:creationId xmlns:a16="http://schemas.microsoft.com/office/drawing/2014/main" id="{A3F62298-DD74-475C-8DD5-F3D1AB1D28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5B6D9DCA-FBB9-49EE-9C54-580F687307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1897BF8A-3288-4CF6-874A-188A00B68AB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8E80EC65-1079-457B-9EDE-A5C27ACB7A0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E6FB018D-3ABD-4A6C-BDA1-29E41A52190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EE33D913-DC0F-442A-988E-8DE99AD2E33A}"/>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C839DF7-2997-430E-9B47-836701793A1D}"/>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2AC847FD-178B-407E-B7D1-27F7CD129ED4}"/>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F0287CB2-5D05-4036-9706-4BFDDDBD7C91}"/>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AB21EAF2-1EEC-4D81-9E42-861DD232CD73}"/>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18D7E6C5-0878-48B7-BC19-AE6A089EB8A3}"/>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574DE61A-0AD9-4AB3-885D-028717F01676}"/>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E00B35D2-F783-4DF4-AEE5-2590B90A4E78}"/>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BA15FD18-C100-428D-B96F-831FF0B1652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41F095D1-5FFF-4ADF-932F-A85676EC624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F8F742F8-5E2B-4C5D-910E-53A1C668D0D0}"/>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1DED8329-151F-4AE8-BE0D-76AD63B9838B}"/>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3197211C-6049-47F8-B6C8-5D7945EDC2E1}"/>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7C0CBBBC-C577-47E3-9426-16FD15DA8EF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9E261237-F30C-495B-89A6-81966A04A7F4}"/>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7C58437B-98BB-447F-956B-264314F404AE}"/>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A8F544AF-DA40-480C-97E3-93A61031C992}"/>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2A503607-6563-4639-842E-8DD45E7C1760}"/>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8004DFCF-BB89-4747-8695-8E472F48365D}"/>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47E8A6D2-8A1B-40DA-A7F8-237F12E4CCFF}"/>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4E5CE925-3424-477E-BEA8-D42A283B8CB2}"/>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EA7562B2-C5AC-4222-B570-E69C138A7D7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609302922"/>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82CCF818-5E22-4C53-9E49-9D19EBA4F8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51">
            <a:extLst xmlns:a="http://schemas.openxmlformats.org/drawingml/2006/main">
              <a:ext uri="{FF2B5EF4-FFF2-40B4-BE49-F238E27FC236}">
                <a16:creationId xmlns:a16="http://schemas.microsoft.com/office/drawing/2014/main" id="{3A65C8B0-F9C2-4513-9975-2D562525C7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Crop Task에서 관찰한 접근">
            <a:extLst xmlns:a="http://schemas.openxmlformats.org/drawingml/2006/main">
              <a:ext uri="{FF2B5EF4-FFF2-40B4-BE49-F238E27FC236}">
                <a16:creationId xmlns:a16="http://schemas.microsoft.com/office/drawing/2014/main" id="{7FF32D65-95BD-4E2F-A7D3-B59196ACA18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B80EE88-34C7-4A6A-B379-48B19BF4B6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A98A6223-D8D7-4A64-96F2-38078CE85C0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83DE0973-4769-4D0F-95BC-5F91F7AC92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0DF4DD73-49A7-46CB-AD0C-729137277DB4}"/>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7B5B13DC-F371-4C77-AF05-2ED8CB765B26}"/>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AC5CA993-B26E-4135-93E6-3D4E0D9B7D4F}"/>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3924EF19-DF25-4F62-94C2-A836F6AFFE6E}"/>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1003C3CC-AF30-40EB-B7BF-411B81572F76}"/>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28D8E387-5A96-4211-A707-B22BC37806F7}"/>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B4F68D4A-8D5D-489D-88D7-7C910110FBA1}"/>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26E16EE4-3AAB-4D11-B184-AD184AE4A5B6}"/>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AD967FB8-9AA8-43BF-8D36-A4EFB1F92010}"/>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0F9C7B2F-01A1-4732-B590-E8FC2165DCF1}"/>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05EC753E-44D5-408A-ADDB-6A935B43F7A5}"/>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334ABB63-3542-4F30-A4DC-C5CE5DEC6352}"/>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94E9AEE8-0CDC-4F7D-A125-C72AF1D78219}"/>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E4709DF9-F198-427A-93B2-6F792AED2EFC}"/>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43E9B321-B19B-4AD8-B4A1-E20BDE700953}"/>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93D21CC6-8D7D-4FA4-A7DD-257FA669909A}"/>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F2BC4B91-A435-445E-BF39-08F8B50728B9}"/>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F9A01100-86DA-43FB-B555-15EB57AB9F74}"/>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82099708-D7B0-4910-884B-F4608DE2690A}"/>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85CA179F-89CD-494E-B8BF-6E9F5F8C8F7A}"/>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FEA56357-3E70-480E-A46E-9F10373BB1AA}"/>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57CE62E4-C780-4985-AD10-9DB1C2DE100F}"/>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02999EB0-E4D9-47D6-AE6B-91A5F40FA62D}"/>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40D7F7A7-1246-4670-8410-222CA7505AA9}"/>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370472D9-F70A-44F8-BD93-B5A8CE4E46ED}"/>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F02367DE-4208-47FC-8A7E-E1495CCD0AA2}"/>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97F77570-0804-4EAC-890D-55CDF6031FF8}"/>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184A4332-627E-4B61-890E-C2948BB9265F}"/>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3B54B41D-490E-40FA-915C-3A620F97A134}"/>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C82D3012-9F24-46D5-923A-9CB7EECDE44D}"/>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6CF65844-E97A-45BF-AB79-CC919994505A}"/>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A0021265-588F-486F-B976-4A4CB40B8C7F}"/>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C42D62A8-DD1E-468B-807B-6ACC36F0E5CD}"/>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60E5A44F-7FAE-4A88-8536-9E552A113A27}"/>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B44A2371-BEAE-4EB6-949A-B3D9636480BC}"/>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E6B264F9-4770-45B7-BA62-012EE226DF64}"/>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4F491BDA-72A5-4E0A-B8DD-FF4009C30BE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13653016"/>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3B6D16AF-D2A0-41E6-A701-5433D9F270B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52">
            <a:extLst xmlns:a="http://schemas.openxmlformats.org/drawingml/2006/main">
              <a:ext uri="{FF2B5EF4-FFF2-40B4-BE49-F238E27FC236}">
                <a16:creationId xmlns:a16="http://schemas.microsoft.com/office/drawing/2014/main" id="{6FE06E32-A561-49C2-AFFD-A7397990AA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의존성 질문은 설정과 소스로 답했다">
            <a:extLst xmlns:a="http://schemas.openxmlformats.org/drawingml/2006/main">
              <a:ext uri="{FF2B5EF4-FFF2-40B4-BE49-F238E27FC236}">
                <a16:creationId xmlns:a16="http://schemas.microsoft.com/office/drawing/2014/main" id="{21CA4DEE-0366-4B1A-B2B9-72FF0101A0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24AF420E-CA13-485C-BC96-F528FA0073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359698CD-C9D6-402A-B345-032B05FBC2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EB53D63C-FC4B-4230-ADED-9AB2F88C4C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DF453EBC-6F29-4909-94C3-258729583EC2}"/>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A3FCA92D-CCA6-47B7-B413-14D56ADF263A}"/>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147E4C24-5042-483C-B192-9A321F85521E}"/>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3406FCB8-DF66-4F3E-B5E9-645BF40478A5}"/>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4FF69FEB-5311-4A24-996E-150DCAF60330}"/>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DECD8A53-AC2C-48AA-B7B9-2CAD8D898F91}"/>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93E2117-ECB7-468A-8870-7EDF3BC2029F}"/>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3D1F87D1-C10E-4015-939C-C3E4EA7D156F}"/>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8822F053-1853-405B-852F-9E15252D23EC}"/>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7C0BECA0-3A4C-4131-BF36-7E4C4D20E863}"/>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D3A743CC-B7A1-42B4-A917-8489FA80C7C6}"/>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6B3EF066-78A7-4CED-9693-FF5F8A76215E}"/>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438F2B34-8BD3-4C44-AD04-D6D04A2CF5E7}"/>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58D77C7A-4620-4036-BDF4-8821C1A8B4AE}"/>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82A75DEF-C0EA-4563-9E60-D20F126D9E10}"/>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2AFECC1C-858B-4154-AE60-0E89EFEBF34C}"/>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BE3DB668-840D-4EF1-9CDC-703C34136BC4}"/>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732D7638-6B78-4DAA-9697-480F655606AA}"/>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B9BA6F4C-4A90-41F8-8285-44F7E155E7B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19138537"/>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23474495-4015-4994-A174-6D0407B4710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3">
            <a:extLst xmlns:a="http://schemas.openxmlformats.org/drawingml/2006/main">
              <a:ext uri="{FF2B5EF4-FFF2-40B4-BE49-F238E27FC236}">
                <a16:creationId xmlns:a16="http://schemas.microsoft.com/office/drawing/2014/main" id="{74ECB671-6768-48D1-9062-7D3872AB343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두 Task에서 상세 문서 접근이 달랐다">
            <a:extLst xmlns:a="http://schemas.openxmlformats.org/drawingml/2006/main">
              <a:ext uri="{FF2B5EF4-FFF2-40B4-BE49-F238E27FC236}">
                <a16:creationId xmlns:a16="http://schemas.microsoft.com/office/drawing/2014/main" id="{54A80F00-2B94-44C3-8A05-4122428EA11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C688F681-31D1-492F-BFD0-F7F2062157A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E0EBB2B9-A51C-4ABD-9E2F-8985D0FD6C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6C8293F6-05A3-4BD3-881F-851D411A6F1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9B8E4B47-FAEC-4FCA-91E8-1F7A8C11526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B20210A4-563A-4AE4-AF05-5C9CA0AF1B35}"/>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BA5413B9-4E87-4E5E-8EAB-A71F96075966}"/>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8288423D-031A-41EB-96D9-D5195BC0674E}"/>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A146877-11F9-45A5-BC10-72B00C81C906}"/>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DC5AC04A-9B7D-490D-8186-CC7AA04BA5BD}"/>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4010CCA2-5FED-400E-8326-02080AFFD8D6}"/>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9175929-E7CC-43EF-B669-0603B172A88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33779466"/>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5B5C7475-0288-4C94-BDC6-4273445EC36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4">
            <a:extLst xmlns:a="http://schemas.openxmlformats.org/drawingml/2006/main">
              <a:ext uri="{FF2B5EF4-FFF2-40B4-BE49-F238E27FC236}">
                <a16:creationId xmlns:a16="http://schemas.microsoft.com/office/drawing/2014/main" id="{19248C6F-2214-4435-972D-8B148D29C1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Context 정리에서 확인한 네 가지">
            <a:extLst xmlns:a="http://schemas.openxmlformats.org/drawingml/2006/main">
              <a:ext uri="{FF2B5EF4-FFF2-40B4-BE49-F238E27FC236}">
                <a16:creationId xmlns:a16="http://schemas.microsoft.com/office/drawing/2014/main" id="{C3516909-E55B-4C78-B756-807442BCA2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67BAAE79-2579-46E9-ACB6-F51790236E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DCEA6954-7A6B-4181-A20D-C16219AF00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329894D1-DA2F-4BA0-8297-51B7E7EC76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01054F82-EF46-485E-A1CC-E389E766418E}"/>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EF770833-8842-45B0-A956-B66F32E1734B}"/>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5D2AD0F1-B86B-44A3-AE49-D5946D7C1856}"/>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210B3676-08DA-4FDE-81EF-E9067AB522F6}"/>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3D5240D0-E824-4B95-8936-9E8CD615831F}"/>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76F67A38-EC90-4810-A87F-0530FEF98FCD}"/>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E99C58D8-D7CD-4D47-ABAF-4517A5DB4279}"/>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90021A32-E07D-4D9F-9FC8-98899B62EE93}"/>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E94E37A8-1E52-4661-9726-B5DB8D93C81D}"/>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96385674-CF1F-49ED-9620-3679F9F018B9}"/>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C22BD9A7-6461-4719-891B-241367BCA522}"/>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9E8F2232-3AB1-4ABD-B469-8E03209F0919}"/>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6E7D3B86-C53B-4CC1-B089-F497638DFB3E}"/>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BB8E84E4-1A50-45AA-92D4-11082AA22827}"/>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B118A950-4039-495B-AA91-772BCCE2F035}"/>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434DA7C8-C5EE-43AF-AB1C-F9E70BBA28B0}"/>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CCAD89EE-4FCA-4003-B671-A3E13616801E}"/>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6247492D-D7D5-4A52-93E1-E3ADC7C6563F}"/>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21034A77-E43D-4FBE-8C3E-EAEC4618765E}"/>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749C5C00-935E-4F68-86AF-E8E48F5CFA33}"/>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F2C4932F-4CBB-4485-B545-83C86FC95F7F}"/>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98391C99-C796-4F4E-A5C0-3B834BE0B8BC}"/>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0A34F6DA-D40B-412E-986D-4A95E110D323}"/>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04C26897-A3DE-4540-AAD2-6C41BB83E0DD}"/>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D1ECD713-BF44-4B05-8CD6-E8A9A5AEBF3E}"/>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94804EF5-447F-4375-B3AE-92B45C22AD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116152378"/>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B2C2D0BE-0876-4428-B4F0-7858645B01E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5">
            <a:extLst xmlns:a="http://schemas.openxmlformats.org/drawingml/2006/main">
              <a:ext uri="{FF2B5EF4-FFF2-40B4-BE49-F238E27FC236}">
                <a16:creationId xmlns:a16="http://schemas.microsoft.com/office/drawing/2014/main" id="{C66996AE-240B-4D04-9B99-ECA664682B9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지식은 정리됐지만 절차는 반복된다">
            <a:extLst xmlns:a="http://schemas.openxmlformats.org/drawingml/2006/main">
              <a:ext uri="{FF2B5EF4-FFF2-40B4-BE49-F238E27FC236}">
                <a16:creationId xmlns:a16="http://schemas.microsoft.com/office/drawing/2014/main" id="{5A67EDCB-AA65-46E1-927D-443C3B7B531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0CAA00FB-988B-4BE9-9448-8299883470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11CA9C72-0959-4284-B10F-E2713A9512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4C5226D9-FD53-45A7-AC13-0BDE4B3EA5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54EA417D-6A9E-4220-88AA-98C8D41ED5F5}"/>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EDC5DA91-8A1A-4133-8B3E-49443883D0A2}"/>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38BF095B-B4DD-4675-B128-7E1C842BA55D}"/>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CDA2D8C1-507F-47C4-B656-2F24474387AF}"/>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C87315E5-0FBD-48B1-AF8B-786DB120D3DA}"/>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F1144847-3761-4CF8-9BEB-12DBE180F98B}"/>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70E94496-5C1A-4401-944B-69062AE2CEC0}"/>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2C8BF08C-63E2-4CE7-9C74-CB2B2974C75B}"/>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361B0339-ACCE-4AE3-A119-2719CF813934}"/>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34943D54-0799-4FA2-B2B1-45ED51DA7534}"/>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98265A75-A277-4400-95FE-F2D42CF790EC}"/>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18B2C02-2A9C-4C75-9576-3393FD9E12B8}"/>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A5F1AE73-2463-4905-94E1-155F2242DD5C}"/>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1873C337-5021-43D2-B0B1-D27AC6481FC7}"/>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202DD484-1AB8-42FA-8037-D700C0A28E76}"/>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E0B39AAF-ED21-455B-B31D-F787155DC3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46425675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2026-10-25T11:25:59.6660000Z</dcterms:created>
  <dcterms:modified xsi:type="dcterms:W3CDTF">2026-10-25T11:25:59.6660000Z</dcterms:modified>
</coreProperties>
</file>