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62e65f40618466f" /><Relationship Type="http://schemas.openxmlformats.org/officeDocument/2006/relationships/extended-properties" Target="/docProps/app.xml" Id="R73c535bd392443f0" /><Relationship Type="http://schemas.openxmlformats.org/officeDocument/2006/relationships/officeDocument" Target="/ppt/presentation.xml" Id="Rc95ebe907d4147c0" /></Relationships>
</file>

<file path=ppt/presentation.xml><?xml version="1.0" encoding="utf-8"?>
<p:presentation xmlns:p="http://schemas.openxmlformats.org/presentationml/2006/main">
  <p:sldMasterIdLst>
    <p:sldMasterId xmlns:r="http://schemas.openxmlformats.org/officeDocument/2006/relationships" id="2147483648" r:id="R8181ec3a0b9c4953"/>
  </p:sldMasterIdLst>
  <p:notesMasterIdLst>
    <p:notesMasterId xmlns:r="http://schemas.openxmlformats.org/officeDocument/2006/relationships" r:id="R400a870ce2d74168"/>
  </p:notesMasterIdLst>
  <p:sldIdLst>
    <p:sldId xmlns:r="http://schemas.openxmlformats.org/officeDocument/2006/relationships" id="256" r:id="R0fd5a6e6eafc4808"/>
    <p:sldId xmlns:r="http://schemas.openxmlformats.org/officeDocument/2006/relationships" id="257" r:id="R8da81e3c0db34a26"/>
    <p:sldId xmlns:r="http://schemas.openxmlformats.org/officeDocument/2006/relationships" id="258" r:id="Re0fd70c30b5448e8"/>
    <p:sldId xmlns:r="http://schemas.openxmlformats.org/officeDocument/2006/relationships" id="259" r:id="R81a849ca9327464a"/>
    <p:sldId xmlns:r="http://schemas.openxmlformats.org/officeDocument/2006/relationships" id="260" r:id="Rb6a5dd0f0b8d472f"/>
    <p:sldId xmlns:r="http://schemas.openxmlformats.org/officeDocument/2006/relationships" id="261" r:id="R6737559ed0e74620"/>
    <p:sldId xmlns:r="http://schemas.openxmlformats.org/officeDocument/2006/relationships" id="262" r:id="Rd69708ac79924c7c"/>
    <p:sldId xmlns:r="http://schemas.openxmlformats.org/officeDocument/2006/relationships" id="263" r:id="Ra4943f79210041d1"/>
    <p:sldId xmlns:r="http://schemas.openxmlformats.org/officeDocument/2006/relationships" id="264" r:id="Raef7c05dc859446d"/>
    <p:sldId xmlns:r="http://schemas.openxmlformats.org/officeDocument/2006/relationships" id="265" r:id="Rdcc11494d33942dd"/>
    <p:sldId xmlns:r="http://schemas.openxmlformats.org/officeDocument/2006/relationships" id="266" r:id="R5acacf1c85d64148"/>
    <p:sldId xmlns:r="http://schemas.openxmlformats.org/officeDocument/2006/relationships" id="267" r:id="R83cea2a6335c4397"/>
    <p:sldId xmlns:r="http://schemas.openxmlformats.org/officeDocument/2006/relationships" id="268" r:id="R3ad74d3a7cd84854"/>
    <p:sldId xmlns:r="http://schemas.openxmlformats.org/officeDocument/2006/relationships" id="269" r:id="R3ec59cdf860b47d0"/>
    <p:sldId xmlns:r="http://schemas.openxmlformats.org/officeDocument/2006/relationships" id="270" r:id="R2592e334d722477a"/>
    <p:sldId xmlns:r="http://schemas.openxmlformats.org/officeDocument/2006/relationships" id="271" r:id="Re57e2458bb124573"/>
    <p:sldId xmlns:r="http://schemas.openxmlformats.org/officeDocument/2006/relationships" id="272" r:id="R9e0aa41025b44465"/>
    <p:sldId xmlns:r="http://schemas.openxmlformats.org/officeDocument/2006/relationships" id="273" r:id="R0b6eba21d3324c1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ed8565834674846" /><Relationship Type="http://schemas.openxmlformats.org/officeDocument/2006/relationships/slideMaster" Target="/ppt/slideMasters/slideMaster1.xml" Id="R8181ec3a0b9c4953" /><Relationship Type="http://schemas.openxmlformats.org/officeDocument/2006/relationships/notesMaster" Target="/ppt/notesMasters/notesMaster1.xml" Id="R400a870ce2d74168" /><Relationship Type="http://schemas.openxmlformats.org/officeDocument/2006/relationships/presProps" Target="/ppt/presProps.xml" Id="R985ab7a2a81e48a5" /><Relationship Type="http://schemas.openxmlformats.org/officeDocument/2006/relationships/tableStyles" Target="/ppt/tableStyles.xml" Id="R9bd4264548db4f24" /><Relationship Type="http://schemas.openxmlformats.org/officeDocument/2006/relationships/slide" Target="/ppt/slides/slide1.xml" Id="R0fd5a6e6eafc4808" /><Relationship Type="http://schemas.openxmlformats.org/officeDocument/2006/relationships/slide" Target="/ppt/slides/slide2.xml" Id="R8da81e3c0db34a26" /><Relationship Type="http://schemas.openxmlformats.org/officeDocument/2006/relationships/slide" Target="/ppt/slides/slide3.xml" Id="Re0fd70c30b5448e8" /><Relationship Type="http://schemas.openxmlformats.org/officeDocument/2006/relationships/slide" Target="/ppt/slides/slide4.xml" Id="R81a849ca9327464a" /><Relationship Type="http://schemas.openxmlformats.org/officeDocument/2006/relationships/slide" Target="/ppt/slides/slide5.xml" Id="Rb6a5dd0f0b8d472f" /><Relationship Type="http://schemas.openxmlformats.org/officeDocument/2006/relationships/slide" Target="/ppt/slides/slide6.xml" Id="R6737559ed0e74620" /><Relationship Type="http://schemas.openxmlformats.org/officeDocument/2006/relationships/slide" Target="/ppt/slides/slide7.xml" Id="Rd69708ac79924c7c" /><Relationship Type="http://schemas.openxmlformats.org/officeDocument/2006/relationships/slide" Target="/ppt/slides/slide8.xml" Id="Ra4943f79210041d1" /><Relationship Type="http://schemas.openxmlformats.org/officeDocument/2006/relationships/slide" Target="/ppt/slides/slide9.xml" Id="Raef7c05dc859446d" /><Relationship Type="http://schemas.openxmlformats.org/officeDocument/2006/relationships/slide" Target="/ppt/slides/slide10.xml" Id="Rdcc11494d33942dd" /><Relationship Type="http://schemas.openxmlformats.org/officeDocument/2006/relationships/slide" Target="/ppt/slides/slide11.xml" Id="R5acacf1c85d64148" /><Relationship Type="http://schemas.openxmlformats.org/officeDocument/2006/relationships/slide" Target="/ppt/slides/slide12.xml" Id="R83cea2a6335c4397" /><Relationship Type="http://schemas.openxmlformats.org/officeDocument/2006/relationships/slide" Target="/ppt/slides/slide13.xml" Id="R3ad74d3a7cd84854" /><Relationship Type="http://schemas.openxmlformats.org/officeDocument/2006/relationships/slide" Target="/ppt/slides/slide14.xml" Id="R3ec59cdf860b47d0" /><Relationship Type="http://schemas.openxmlformats.org/officeDocument/2006/relationships/slide" Target="/ppt/slides/slide15.xml" Id="R2592e334d722477a" /><Relationship Type="http://schemas.openxmlformats.org/officeDocument/2006/relationships/slide" Target="/ppt/slides/slide16.xml" Id="Re57e2458bb124573" /><Relationship Type="http://schemas.openxmlformats.org/officeDocument/2006/relationships/slide" Target="/ppt/slides/slide17.xml" Id="R9e0aa41025b44465" /><Relationship Type="http://schemas.openxmlformats.org/officeDocument/2006/relationships/slide" Target="/ppt/slides/slide18.xml" Id="R0b6eba21d3324c1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31790c3c76a48a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e523016104b4122" /><Relationship Type="http://schemas.openxmlformats.org/officeDocument/2006/relationships/notesMaster" Target="/ppt/notesMasters/notesMaster1.xml" Id="Rca1757b7b84a470f" /></Relationships>
</file>

<file path=ppt/notesSlides/_rels/notesSlide2.xml.rels>&#65279;<?xml version="1.0" encoding="utf-8"?><Relationships xmlns="http://schemas.openxmlformats.org/package/2006/relationships"><Relationship Type="http://schemas.openxmlformats.org/officeDocument/2006/relationships/slide" Target="/ppt/slides/slide2.xml" Id="R8144e355f06d4351" /><Relationship Type="http://schemas.openxmlformats.org/officeDocument/2006/relationships/notesMaster" Target="/ppt/notesMasters/notesMaster1.xml" Id="R012c2eef458543d8" /></Relationships>
</file>

<file path=ppt/notesSlides/_rels/notesSlide3.xml.rels>&#65279;<?xml version="1.0" encoding="utf-8"?><Relationships xmlns="http://schemas.openxmlformats.org/package/2006/relationships"><Relationship Type="http://schemas.openxmlformats.org/officeDocument/2006/relationships/slide" Target="/ppt/slides/slide3.xml" Id="R1dee4f814aa14947" /><Relationship Type="http://schemas.openxmlformats.org/officeDocument/2006/relationships/notesMaster" Target="/ppt/notesMasters/notesMaster1.xml" Id="Raac80c302acc4272" /></Relationships>
</file>

<file path=ppt/notesSlides/_rels/notesSlide4.xml.rels>&#65279;<?xml version="1.0" encoding="utf-8"?><Relationships xmlns="http://schemas.openxmlformats.org/package/2006/relationships"><Relationship Type="http://schemas.openxmlformats.org/officeDocument/2006/relationships/slide" Target="/ppt/slides/slide4.xml" Id="R4901b40a9ae6484d" /><Relationship Type="http://schemas.openxmlformats.org/officeDocument/2006/relationships/notesMaster" Target="/ppt/notesMasters/notesMaster1.xml" Id="Ra15fc0ea86a44823" /></Relationships>
</file>

<file path=ppt/notesSlides/_rels/notesSlide5.xml.rels>&#65279;<?xml version="1.0" encoding="utf-8"?><Relationships xmlns="http://schemas.openxmlformats.org/package/2006/relationships"><Relationship Type="http://schemas.openxmlformats.org/officeDocument/2006/relationships/slide" Target="/ppt/slides/slide5.xml" Id="Re8a0a40e61ca4547" /><Relationship Type="http://schemas.openxmlformats.org/officeDocument/2006/relationships/notesMaster" Target="/ppt/notesMasters/notesMaster1.xml" Id="Rf9ecd778d49a4305" /></Relationships>
</file>

<file path=ppt/notesSlides/_rels/notesSlide6.xml.rels>&#65279;<?xml version="1.0" encoding="utf-8"?><Relationships xmlns="http://schemas.openxmlformats.org/package/2006/relationships"><Relationship Type="http://schemas.openxmlformats.org/officeDocument/2006/relationships/slide" Target="/ppt/slides/slide6.xml" Id="Re190adcad78b4f04" /><Relationship Type="http://schemas.openxmlformats.org/officeDocument/2006/relationships/notesMaster" Target="/ppt/notesMasters/notesMaster1.xml" Id="Rb64866b09a0c49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ce9027a31c3d4ede" /><Relationship Type="http://schemas.openxmlformats.org/officeDocument/2006/relationships/notesMaster" Target="/ppt/notesMasters/notesMaster1.xml" Id="R6e08baade0fe4acf" /></Relationships>
</file>

<file path=ppt/notesSlides/_rels/notesSlide8.xml.rels>&#65279;<?xml version="1.0" encoding="utf-8"?><Relationships xmlns="http://schemas.openxmlformats.org/package/2006/relationships"><Relationship Type="http://schemas.openxmlformats.org/officeDocument/2006/relationships/slide" Target="/ppt/slides/slide8.xml" Id="R6b44a882dccb4e44" /><Relationship Type="http://schemas.openxmlformats.org/officeDocument/2006/relationships/notesMaster" Target="/ppt/notesMasters/notesMaster1.xml" Id="Reb59c6865fc746d5" /></Relationships>
</file>

<file path=ppt/notesSlides/_rels/notesSlide9.xml.rels>&#65279;<?xml version="1.0" encoding="utf-8"?><Relationships xmlns="http://schemas.openxmlformats.org/package/2006/relationships"><Relationship Type="http://schemas.openxmlformats.org/officeDocument/2006/relationships/slide" Target="/ppt/slides/slide9.xml" Id="Ref288b5b70b54d5a" /><Relationship Type="http://schemas.openxmlformats.org/officeDocument/2006/relationships/notesMaster" Target="/ppt/notesMasters/notesMaster1.xml" Id="R249c8e22482c433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8299307b01a4747" /><Relationship Type="http://schemas.openxmlformats.org/officeDocument/2006/relationships/notesMaster" Target="/ppt/notesMasters/notesMaster1.xml" Id="R7d89e49685d3437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6339e51fe4b4173" /><Relationship Type="http://schemas.openxmlformats.org/officeDocument/2006/relationships/notesMaster" Target="/ppt/notesMasters/notesMaster1.xml" Id="R3bc17c70339a417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4cbfd715cdd4317" /><Relationship Type="http://schemas.openxmlformats.org/officeDocument/2006/relationships/notesMaster" Target="/ppt/notesMasters/notesMaster1.xml" Id="Rb4c1fcca9bcf404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0ae6a7c8751411b" /><Relationship Type="http://schemas.openxmlformats.org/officeDocument/2006/relationships/notesMaster" Target="/ppt/notesMasters/notesMaster1.xml" Id="R2b71e74bd89b491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5bd43e5726249b7" /><Relationship Type="http://schemas.openxmlformats.org/officeDocument/2006/relationships/notesMaster" Target="/ppt/notesMasters/notesMaster1.xml" Id="Rac78271087824ff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ccca4585e0a4a17" /><Relationship Type="http://schemas.openxmlformats.org/officeDocument/2006/relationships/notesMaster" Target="/ppt/notesMasters/notesMaster1.xml" Id="Rb74549b620904c8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1c148e8d5114279" /><Relationship Type="http://schemas.openxmlformats.org/officeDocument/2006/relationships/notesMaster" Target="/ppt/notesMasters/notesMaster1.xml" Id="R19ade190863d45e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2af25faffda4a2e" /><Relationship Type="http://schemas.openxmlformats.org/officeDocument/2006/relationships/notesMaster" Target="/ppt/notesMasters/notesMaster1.xml" Id="Rd1191cfb8798452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80cae53eb2f46f7" /><Relationship Type="http://schemas.openxmlformats.org/officeDocument/2006/relationships/notesMaster" Target="/ppt/notesMasters/notesMaster1.xml" Id="Re230a55abe3f423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많이 담아도 같은 근거를 똑같이 쓰는가?</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S40으로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S39; production/preview/act2/S39.png.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AI가 필요한 코드를 찾았다는 것을 무엇으로 확인할까?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S39에서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S41의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S41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S40; production/preview/act2/S40.png.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S41; production/preview/act2/S41.png.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e50244f3fb94d2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13cac60b60a46b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6ccb29652b3495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9e45cf16bcd4b9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94cb1a934cb452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07b568d20334d7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A0B8F82-ED19-4255-8E20-F00769C2CD6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38C3AB4-F076-43C0-BE7B-4F8C173058A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223FC7E-C3A4-4C5B-A7D0-5F0205CC6DD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78A464F-8123-4078-884A-BC5C501B3D6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D5F4CF9-526F-46FB-9EAF-03A08EE0B83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807B0B1-DF48-4EE4-89EA-B7DE0700192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1F6826D-3535-4092-AA3A-D30BD609AA7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5BF92C6-EA58-40B0-9D4B-E8689916383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E75386E-6EF3-4CD4-BD55-7A6047FC01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62E409E-B656-4FED-85F0-733D83D39EA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bdc1ef1e35c446d" /><Relationship Type="http://schemas.openxmlformats.org/officeDocument/2006/relationships/slideLayout" Target="/ppt/slideLayouts/slideLayout1.xml" Id="R872d8ecf3d124463" /><Relationship Type="http://schemas.openxmlformats.org/officeDocument/2006/relationships/slideLayout" Target="/ppt/slideLayouts/slideLayout2.xml" Id="Ra6305edc70144797" /><Relationship Type="http://schemas.openxmlformats.org/officeDocument/2006/relationships/slideLayout" Target="/ppt/slideLayouts/slideLayout3.xml" Id="R5a368088114c4e6c" /><Relationship Type="http://schemas.openxmlformats.org/officeDocument/2006/relationships/slideLayout" Target="/ppt/slideLayouts/slideLayout4.xml" Id="R03e88b58b5e0455d" /><Relationship Type="http://schemas.openxmlformats.org/officeDocument/2006/relationships/slideLayout" Target="/ppt/slideLayouts/slideLayout5.xml" Id="Rd4ceea974f4344ab" /><Relationship Type="http://schemas.openxmlformats.org/officeDocument/2006/relationships/slideLayout" Target="/ppt/slideLayouts/slideLayout6.xml" Id="R068e9b442a5841f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72d8ecf3d124463"/>
    <p:sldLayoutId xmlns:r="http://schemas.openxmlformats.org/officeDocument/2006/relationships" id="2147483650" r:id="Ra6305edc70144797"/>
    <p:sldLayoutId xmlns:r="http://schemas.openxmlformats.org/officeDocument/2006/relationships" id="2147483651" r:id="R5a368088114c4e6c"/>
    <p:sldLayoutId xmlns:r="http://schemas.openxmlformats.org/officeDocument/2006/relationships" id="2147483652" r:id="R03e88b58b5e0455d"/>
    <p:sldLayoutId xmlns:r="http://schemas.openxmlformats.org/officeDocument/2006/relationships" id="2147483653" r:id="Rd4ceea974f4344ab"/>
    <p:sldLayoutId xmlns:r="http://schemas.openxmlformats.org/officeDocument/2006/relationships" id="2147483654" r:id="R068e9b442a5841f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45fea3c26bf4ad3" /><Relationship Type="http://schemas.openxmlformats.org/officeDocument/2006/relationships/notesSlide" Target="/ppt/notesSlides/notesSlide1.xml" Id="R860be3eefe024d1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07e3d12136b4f0b" /><Relationship Type="http://schemas.openxmlformats.org/officeDocument/2006/relationships/notesSlide" Target="/ppt/notesSlides/notesSlide2.xml" Id="Rb905d18299a845d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f5f0c2402ea441a" /><Relationship Type="http://schemas.openxmlformats.org/officeDocument/2006/relationships/notesSlide" Target="/ppt/notesSlides/notesSlide3.xml" Id="R69f0b1edaccf4c2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4c993ecc8ab4741" /><Relationship Type="http://schemas.openxmlformats.org/officeDocument/2006/relationships/image" Target="/ppt/media/image.png" Id="R0c874e5e2c0b43fb" /><Relationship Type="http://schemas.openxmlformats.org/officeDocument/2006/relationships/image" Target="/ppt/media/image2.png" Id="R5a9d2077c2654aa3" /><Relationship Type="http://schemas.openxmlformats.org/officeDocument/2006/relationships/notesSlide" Target="/ppt/notesSlides/notesSlide4.xml" Id="R9652dcba04284bc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af932aced884e6a" /><Relationship Type="http://schemas.openxmlformats.org/officeDocument/2006/relationships/image" Target="/ppt/media/image3.png" Id="R5df10ee5ae784a0a" /><Relationship Type="http://schemas.openxmlformats.org/officeDocument/2006/relationships/notesSlide" Target="/ppt/notesSlides/notesSlide5.xml" Id="Rd7ef6b33ac2d497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7a72a4630d24880" /><Relationship Type="http://schemas.openxmlformats.org/officeDocument/2006/relationships/notesSlide" Target="/ppt/notesSlides/notesSlide6.xml" Id="Rd7a5ee30612e4fa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beb844197c74a99" /><Relationship Type="http://schemas.openxmlformats.org/officeDocument/2006/relationships/notesSlide" Target="/ppt/notesSlides/notesSlide7.xml" Id="Rd6403d79cd3b408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275f5c02be544c2" /><Relationship Type="http://schemas.openxmlformats.org/officeDocument/2006/relationships/notesSlide" Target="/ppt/notesSlides/notesSlide8.xml" Id="R01b66aceeeca450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26d44e9fb174f1c" /><Relationship Type="http://schemas.openxmlformats.org/officeDocument/2006/relationships/notesSlide" Target="/ppt/notesSlides/notesSlide9.xml" Id="R838d606010a64c7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4d5a53b07964d3a" /><Relationship Type="http://schemas.openxmlformats.org/officeDocument/2006/relationships/notesSlide" Target="/ppt/notesSlides/notesSlide10.xml" Id="R6a82da7fc66b476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9bea89bb24a4c8e" /><Relationship Type="http://schemas.openxmlformats.org/officeDocument/2006/relationships/notesSlide" Target="/ppt/notesSlides/notesSlide11.xml" Id="Re46e1c922bff489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02d8714ec904d4a" /><Relationship Type="http://schemas.openxmlformats.org/officeDocument/2006/relationships/notesSlide" Target="/ppt/notesSlides/notesSlide12.xml" Id="R0ceee00d015b4de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f74f699ff754298" /><Relationship Type="http://schemas.openxmlformats.org/officeDocument/2006/relationships/notesSlide" Target="/ppt/notesSlides/notesSlide13.xml" Id="Rec2be068aa644b5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642e8a29dd04ad9" /><Relationship Type="http://schemas.openxmlformats.org/officeDocument/2006/relationships/notesSlide" Target="/ppt/notesSlides/notesSlide14.xml" Id="R5bfc18fd1ee34f6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483529ed15644b3" /><Relationship Type="http://schemas.openxmlformats.org/officeDocument/2006/relationships/notesSlide" Target="/ppt/notesSlides/notesSlide15.xml" Id="Ra8867e1842a3420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2ca731938514c66" /><Relationship Type="http://schemas.openxmlformats.org/officeDocument/2006/relationships/notesSlide" Target="/ppt/notesSlides/notesSlide16.xml" Id="Rf52cbc8c29294d9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63e8661c3a014c44" /><Relationship Type="http://schemas.openxmlformats.org/officeDocument/2006/relationships/notesSlide" Target="/ppt/notesSlides/notesSlide17.xml" Id="Ra56388c4838944a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08148ce194c4e4e" /><Relationship Type="http://schemas.openxmlformats.org/officeDocument/2006/relationships/notesSlide" Target="/ppt/notesSlides/notesSlide18.xml" Id="R379b8ba9bae84ce5"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6E30AC9E-6A28-4AA5-90F6-A89F60628B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FB5B91EF-9ADD-43A8-89BA-C5A1AF78AF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44F3FD56-3CF9-4012-B0C4-59EC694CCF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E1234809-3A42-4D33-9C50-E8C2A67FCC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0825FF04-7D19-4DB7-AFD4-FB6EB610F2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F7F71980-F506-4CF7-BCB7-96E4FB9C9D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0C285921-6F4F-4136-920A-F1E0E7CF2A69}"/>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BAFD0DB2-5EE4-4CB4-A07B-2A7C00A61692}"/>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6920EC2E-6D76-4435-A06C-A96D985D8147}"/>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8BE908E9-4008-4CA7-9543-4297B213A94D}"/>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B25C8825-178E-432C-97AB-1AED37591782}"/>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539181D9-554C-4DF2-9B04-1258456448CB}"/>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5DCC9D72-4D79-4905-8172-EBC42BF9CCEE}"/>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0C54FB3E-FFE1-4C73-BD67-C5C34A4EF805}"/>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05C3030F-02CA-444B-B1C0-27092FD99716}"/>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16B5A7A-0C8E-4F21-B46D-2AACF4CD8FCC}"/>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CA150013-BFA2-44DC-872C-CFE84E6B6BC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8734EB0D-F7B1-48E5-91F3-17DD1332E7D2}"/>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F0E16DEE-0C71-4CDD-89D3-60DD83F85361}"/>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B3E9362C-A972-4635-BAFB-FE3AADF8705D}"/>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64B43545-5A56-42A9-B900-F62C972603E4}"/>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12E03BFD-5E51-41FF-BF9A-8D35973D484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434287C2-58E0-4C01-8D19-EDF2B44632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21620556"/>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6D8AC4EE-5C0E-40B2-882A-3BAE888E19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39851628-787B-4ED0-A2A4-998ED20285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B7C7A857-476C-4070-9543-59271F3E7E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30F8B051-2F9E-4A19-80C0-AE56D3F672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7F2A9F47-201C-4AB3-B833-3CCF294F6C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991808BF-36AB-45E5-821D-7C1AB00B64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B49DD2DE-B413-4476-B0B5-EED2310987F8}"/>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C7060278-98B1-42F9-B994-09C6AEBE375F}"/>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A383ECCE-E5E3-4DA1-9B5D-A90293A11FC9}"/>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43722348-D7EC-495E-A874-293CF46E5248}"/>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B6273BC4-4576-4F8D-98DB-177359324284}"/>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01709C23-D32B-4A78-B41A-7E5FBC2ACDEB}"/>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074BCDF-B633-4F2A-AE69-062D14BEFA81}"/>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4514D685-A781-41EF-9F89-B517FFFE317D}"/>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2AF2527F-2363-4BDD-BC93-485683E2C750}"/>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C83D12C5-B418-4D0C-85CF-1BB26288BEC0}"/>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D6D9C718-4F8A-4AA0-9DBD-867030B97708}"/>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EFBC76FE-8573-4F05-9B2F-B75AEBE9F991}"/>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3322394-445C-42A7-9629-10496060345A}"/>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48401E0D-C633-4515-A07D-96836E727969}"/>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47BB3C21-C53C-4912-8DC7-D0E82B89AFD6}"/>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9FECFAC7-4B38-4C34-ADEF-55D2B8B0F432}"/>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9140FBAC-C92C-45DD-A4D9-6722A38900D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CADAEF91-D77E-4850-B976-235154F60548}"/>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EF70272F-1FED-47C8-A8CE-39683934042F}"/>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04A7EF55-4DED-4030-97AF-838F5F9CD5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3955293"/>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F820AE68-1FFD-4CB5-9072-76F699F2FA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860D99B7-7AE0-4FD9-A359-CAA9B54ABC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9A735558-45E2-4E3F-B566-6B75F7A11F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F43E743C-1E16-450E-AB13-11EB0D0E3F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27FF3996-0122-4917-A670-5907EE84F4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F490586A-8F1C-45EF-9502-4AA7EE3A63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F1E069CF-75B1-43EC-8535-218939669E1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C3BE718-B866-4216-89D5-F96EF95BF1D9}"/>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2DACCE82-20F9-4873-95B4-B3FEDEA9F107}"/>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8084E631-1B10-4461-AD45-28D3981C420E}"/>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B63CADC1-39B1-42D0-A156-09E5E28064C3}"/>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5DA94012-CF22-4ECA-AA84-13ECCD315A78}"/>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6489A569-DBA0-4FF9-BA34-0BBCC6777926}"/>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A5573F09-5B7F-4C8D-9F0B-D4A2D94E8F86}"/>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20AD6C2D-EC7D-4BEA-82E9-9782EA24C7C2}"/>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5D1E20A8-5675-4A9A-B812-EDA00FDB8F71}"/>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1BE12951-5A82-4A21-A6BA-5919DD98F08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454B9E5A-C5F1-45CD-A24F-1FC1829EFE24}"/>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8B7F619C-2A83-4DA1-AC1D-1D2FAF645298}"/>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9F24FE9B-A4C0-4737-BC05-AA7C2806EE90}"/>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B237B7E7-1068-498F-957B-148C4CE17EAC}"/>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13B2B8BC-A9AD-4181-92CE-4350DFBA630C}"/>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419C7783-0DFC-4BB9-9ED7-793392B96B96}"/>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66975333-5A60-4ABC-8E2B-D3CA0682673E}"/>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D4FA7635-1CB2-4017-A312-9F83589622EE}"/>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2C9CB2C0-6A19-443E-8C8B-483B1E8899B0}"/>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6EE0A4F-AFBA-4C35-A55D-81CB0C76C193}"/>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41191468-92BE-435A-8299-A306BEF85B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66399830"/>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D314580A-49BD-4C87-85AF-8745DC1433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01970195-EBF1-42CA-9AD7-337E749534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A6B881BC-D9BA-4388-A925-CE59369073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699EE9F1-8495-4A7A-8982-9F8E0A00CC0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158960B0-2B04-4BCB-A0AA-CA1A87CF0C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4857BFCE-6338-4B4A-A22C-929EF928D0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4AABBCEB-8F3B-4232-80BF-76014243CCF6}"/>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4F5AA5C0-C063-49CF-B507-2907F71A90C7}"/>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61201A0A-0ECC-4CA6-9A5C-23C7D0320107}"/>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06BEC197-C514-4EEF-9E4B-A8FD457F3B2D}"/>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4F370AE2-2782-468A-99E2-53B37241CD0D}"/>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6824AA60-6694-49E1-89E1-64923024560B}"/>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B9145D9D-3CC8-464B-A739-C59FED79DA3B}"/>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B598ADF3-5098-4901-9515-919806730D97}"/>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E8FEDA30-A1A8-4532-8EC0-D0427118F898}"/>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1FA8D6E8-DCD5-47EB-9674-8E652722D94B}"/>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798009E-55B4-4899-B81C-0FB68C08509A}"/>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D2404DC-FF33-4A99-883F-88AAF105B958}"/>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BD58289D-6C48-4F06-9BE0-CDC8C1050305}"/>
              </a:ext>
            </a:extLst>
          </p:cNvPr>
          <p:cNvPicPr>
            <a:picLocks xmlns:a="http://schemas.openxmlformats.org/drawingml/2006/main" noChangeAspect="1"/>
          </p:cNvPicPr>
          <p:nvPr/>
        </p:nvPicPr>
        <p:blipFill>
          <a:blip xmlns:r="http://schemas.openxmlformats.org/officeDocument/2006/relationships" xmlns:a="http://schemas.openxmlformats.org/drawingml/2006/main" r:embed="R0c874e5e2c0b43fb"/>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88B2564D-5C2B-4B8F-BD30-8794E53F9648}"/>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1F71992-3EE3-48A4-AC3C-FB1CF55F9457}"/>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68267A41-CDB3-4D36-BA23-B2E0C1D40610}"/>
              </a:ext>
            </a:extLst>
          </p:cNvPr>
          <p:cNvPicPr>
            <a:picLocks xmlns:a="http://schemas.openxmlformats.org/drawingml/2006/main" noChangeAspect="1"/>
          </p:cNvPicPr>
          <p:nvPr/>
        </p:nvPicPr>
        <p:blipFill>
          <a:blip xmlns:r="http://schemas.openxmlformats.org/officeDocument/2006/relationships" xmlns:a="http://schemas.openxmlformats.org/drawingml/2006/main" r:embed="R5a9d2077c2654aa3"/>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CBCB825B-055F-4D89-B79E-599AB133CFB8}"/>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B203E3E0-377B-46E9-9AAF-749D81430F08}"/>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6CFF10FC-3700-4FC5-BF77-EE5A6BC7E95C}"/>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05855062-E6CA-497B-BB03-56ED29547F04}"/>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7EB6E12A-2E21-425F-8C3D-50C4EF79B6BA}"/>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C65F139C-51F1-477B-B386-32AD23BBA5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5651812"/>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E17CB335-3906-4EB8-A233-00CAFA4F02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CBA1A0C8-4575-49C0-B883-3E88371857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8731E45F-9E6D-4E4B-B51A-B3BD1B09F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6A7A7629-6A07-478D-A068-AE6B155170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AFBE0D47-8469-4FBA-A96F-F887CB476F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300ED8CE-E483-4630-9F68-FC3C632CD7A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995CB516-A1F7-475D-929A-9F771F1D5C14}"/>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2529AE41-2892-4A08-9184-0BF0CEEDDC9C}"/>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C422E34C-9AA1-4222-BE01-D141CB1795DD}"/>
              </a:ext>
            </a:extLst>
          </p:cNvPr>
          <p:cNvPicPr>
            <a:picLocks xmlns:a="http://schemas.openxmlformats.org/drawingml/2006/main" noChangeAspect="1"/>
          </p:cNvPicPr>
          <p:nvPr/>
        </p:nvPicPr>
        <p:blipFill>
          <a:blip xmlns:r="http://schemas.openxmlformats.org/officeDocument/2006/relationships" xmlns:a="http://schemas.openxmlformats.org/drawingml/2006/main" r:embed="R5df10ee5ae784a0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61386498-686A-4BB8-91A1-D8B58D5B70FC}"/>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7A941548-AA96-4CC0-B1EE-B2B1DE09FBF9}"/>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374A5F05-8C48-4331-ACAA-15A4618A3DC3}"/>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1A62A611-E294-4FC2-828A-992A7FC2DC73}"/>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407CC127-57CB-4DF9-B958-07511CBCB345}"/>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D82B7736-6174-48A2-98FB-5E36FA64A860}"/>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5FAD2D65-6FA5-4D26-8C00-721853B5B5D4}"/>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C10282BF-DF91-4A4D-A9DD-BB61E688D94F}"/>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7795FC12-53C8-4CDF-ADEB-E354ECF90B34}"/>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255830C1-1FD8-44B7-9D38-951143FE9D3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77C555DF-7E71-403B-916C-70E21C6D8399}"/>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2350F71D-D76B-42DB-AF4D-E9DD6D223DFB}"/>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51F7E4F-891D-4E9B-9B23-F525564CE5B0}"/>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20EDCACD-7C89-4860-901C-3047A15CAC34}"/>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EB0D6A99-12AD-4BA8-A454-70978F27C6D1}"/>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5785EF6B-B6FA-4873-8720-F4407D42C7F7}"/>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F2AE1990-AB9A-4B7A-B3AD-F479AA666B5B}"/>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EE125011-3B68-46C3-865C-310CFA74A934}"/>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A723C14D-0D95-4B30-8C25-2EDD906BF741}"/>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7657D7F6-334F-484C-88FC-BB2B52990BF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48368687"/>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B3566758-773F-43D4-A72D-66971942AA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060FE455-93A8-4497-8F92-4F3608F4E9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29D8676E-B6F3-4548-907D-4A24550073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5EF5F673-4626-451D-85FF-8AE4660CE8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9BA75298-5A4F-4A8F-8B59-61D8711FD3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90961576-1BCC-4452-B5C2-30D82872D5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8FE9826C-74CD-4F72-B346-72FEF6B68473}"/>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CADF5DA1-6FDA-4550-B201-C70D63315364}"/>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FD79C2D6-F956-4FC0-98DF-F318A8ED7988}"/>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A4A289F0-2EB3-4B0D-9AFA-45E86F045C3C}"/>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0FF9B8A1-38BB-482C-9AE7-AC2B79676824}"/>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C4F1A1C3-A0FD-428A-9670-F01A8FA50924}"/>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E230F8DD-E2A3-4BC9-A844-6F03556459FA}"/>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C3AF57B-AB28-48AE-BA89-1E6116D401C3}"/>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757DA32D-9AA6-467E-A3B0-F3A7EE2B5857}"/>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AB99AA19-026E-41CF-8612-D1EC8CDE80E1}"/>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1DD28FF1-6CD8-4A32-A91E-83F3F28E5009}"/>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300894F0-7B0D-4D20-B42E-501161EF6338}"/>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2649ABD8-F7F3-4749-B203-3704037FA512}"/>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1CA7F5B6-F996-41FC-88BB-F2B81C820A5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9984F112-0A3F-487A-A990-CD9823CEDB04}"/>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A4BD6EFC-6750-411E-8651-84F282FA8E01}"/>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2B3582C6-B370-4546-8C20-8123EE7C8D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88890434"/>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DFE81061-A2A1-4CA2-B3CD-37905775C04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82FABE5A-3812-4AF4-B8A1-9093823774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85C3E784-C616-4D8C-9364-279E98777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48F84548-1C5E-40A9-9105-46FC013544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96D748D2-9DFC-454B-B3F5-748F920D81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8DF0C7BC-DD95-4273-B3D9-01E9C23928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33243E65-75B2-470D-B1F8-CEF11718F6F7}"/>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35019CEA-2B17-4011-9CE8-C98EA2B982D2}"/>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31142F59-DDB4-4730-BE2B-8A6D50B6411D}"/>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5AB9F105-582F-4AE5-83B6-46E16C8C05D9}"/>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C0C005CD-8D9E-4463-874B-48FD5530DA3B}"/>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1A50B8A8-483A-4171-A327-7669755FA07F}"/>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BCA5F59B-BE6F-4B05-8494-DA3DAE931658}"/>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3757ABE8-9331-4027-82DD-ACD6DF59CCF0}"/>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4862AECF-1CC1-4876-9C0F-2731A6193B83}"/>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E446FF74-7506-434C-B9F5-13EDD20A5934}"/>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DE41B35D-DAB1-4C05-9FCC-702F043F879F}"/>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8DE46D04-6CC8-410B-AA8A-A1C8CCF10797}"/>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97FC43DA-B469-4015-8983-D0C916061272}"/>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D522361E-DA28-4310-B68C-20AEB73A93F8}"/>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856EB7B0-C59E-4780-9D2B-B2D4340B4343}"/>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361C9FF3-F285-4159-AA25-A12FCE5B6691}"/>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48AAC5D4-5D14-43EC-AE6D-36197D3B2AE6}"/>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728E916A-AA53-4398-BF64-9902C43C501C}"/>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A856D2F9-F64D-4BC1-A08B-C3C541419C7D}"/>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C737E606-075D-4D54-87FE-9D2161816077}"/>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8DB92007-8728-48F6-B130-DAF915186D2C}"/>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797EDE6F-382E-4582-8E13-DCC267CF0B75}"/>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E708636-A114-4FE0-80A6-9E8359ACCB27}"/>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AE279BB7-B571-4AC0-90C5-C850D15BF85F}"/>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3A3A5021-06E2-49C0-B168-C98C1AE3E9A1}"/>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27B6E636-5B19-4D23-BB0D-46E3BD834431}"/>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21393549-63CF-4437-BB6A-6B8A9CDE4DEF}"/>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1095587A-6995-4D95-8CF0-AE716784AE30}"/>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7209D7B4-9F4E-4C82-BD77-4E172778F4B8}"/>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D1A1D83E-88E5-4D76-8B42-77A0F84DA475}"/>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D1193E65-3DAC-40BD-8F44-9F2E4868BAAE}"/>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34AF4A2D-F3BB-45CA-9D02-A2D19215FE85}"/>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0CEE7A32-CD77-4BEE-8FB6-ED4BBD3EEDDA}"/>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4C7F0347-0245-45A1-8AED-EF6A9CC160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06785165"/>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B151F6A9-94A4-40FB-9E32-4E1D999BBC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673B5E81-22C4-4F39-8C88-BE7A691963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F8135FB0-AD68-4D1A-A09D-E6E956AAB0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C046DFF0-6689-4D23-A342-C5CCD59069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C02DB88A-9C35-4DA8-BC0D-CCF20134A0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D9FA0AB8-3582-429D-841D-49E4891D7D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7EB688AF-1E30-4E59-B296-983AF5D53F8F}"/>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D151EFED-988A-40C2-B80E-CBE4DA3CDF32}"/>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5F4688EF-CD29-4E51-8259-C0E702C060FD}"/>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E8114A7C-74A3-498E-8B7A-64AD98AF9FB0}"/>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DE38295B-F0C2-41F9-9E40-81449D1FE4A8}"/>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6F158EF0-711E-4353-8DFF-1EBD4B054AF2}"/>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2BC30646-AB77-4130-B78F-6E0A5882444F}"/>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84FD166A-6F9D-49B0-8CA8-CA4C6036FCDC}"/>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F0535D05-177D-4176-A706-A53A13AA79BC}"/>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647906F2-40DF-477C-B822-9AD641E51210}"/>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0490F466-AFEA-4890-93AA-6CB73CA775A2}"/>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36EC7522-AE78-43A0-9E98-47C8CCF696DC}"/>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814958DF-F04C-4530-BCD2-8530F9C6BB30}"/>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A3E459AC-54A2-4E44-9F2B-D3E4C01ACB19}"/>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FF29C995-DB08-4912-93F9-72D901BDB6DB}"/>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60F1B2C2-E5F2-4752-97CA-4ED1356ABFB9}"/>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9A0ADCC4-424F-450F-A958-D20CCD7823FC}"/>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2F804C34-6C9E-4DDB-9EB9-BED4B02C8188}"/>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39153BB-AD56-408B-91AC-C11D75109DB9}"/>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E763D6EC-1DB8-435E-B7F0-43CADF621F17}"/>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A343ECCD-26BE-423E-AE1C-634EA14902CC}"/>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1F97EF00-D4C7-4599-99A9-FD8DBB6F6B56}"/>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337D5750-AD3B-4E03-B327-126EC0D6D265}"/>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BF1998C6-0FEA-44AF-9916-2DF0BAF9E94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301D3C9-7702-4D43-85F3-F84A9F3B37BC}"/>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F03B7BCA-47CD-4158-9147-043DB1B718F8}"/>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0AAA8368-AAF0-47DD-B015-E89194AC4EB3}"/>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F8427C8C-D4A9-49B1-8280-FE4601866096}"/>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678BF1D6-6417-41AC-9692-C8078A164799}"/>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D0FCEED6-458F-4A9C-B3EA-43C9D17EFC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98341611"/>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B47B619B-23F6-4DA2-8DC2-FDA2168A0D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0">
            <a:extLst xmlns:a="http://schemas.openxmlformats.org/drawingml/2006/main">
              <a:ext uri="{FF2B5EF4-FFF2-40B4-BE49-F238E27FC236}">
                <a16:creationId xmlns:a16="http://schemas.microsoft.com/office/drawing/2014/main" id="{B24B4132-D6EC-498A-9734-27EEFA2608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7E1D21EC-D16E-4EA7-9E03-61EC538B9DF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3B373515-DD32-4EA6-95AA-AD34B47AD9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29DDFC3C-B8F4-433B-978D-7BB50D3760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450C5223-BEEE-4541-9E33-D5452F6A00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27989B4B-781B-405A-9929-1B61653A63B7}"/>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37B8459D-DCF4-457B-B639-42E433E36621}"/>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EAF29C56-B03B-4E33-B2B2-D1081731BD09}"/>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349F725D-1910-41FC-B08A-CEEC3E8A5A31}"/>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95C65A27-3116-489A-AB22-0E5F375738FA}"/>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4D225B1-5741-441D-8C9F-F7C461633F99}"/>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8F4485D5-CD22-484D-BCE6-74C6DA54937B}"/>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1C65A8A1-CB99-4068-B285-7D2189EE8C6B}"/>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AA76246F-0A58-4162-8231-017B510EB4EE}"/>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9EAB11AE-2E80-4F60-A480-CE1D6B1121A7}"/>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11655534-CBED-405A-900F-A20371979407}"/>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32BEBBD6-E0F9-4682-95F1-6A42F4FC10E9}"/>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8D1A71FD-E135-4AB2-BE37-366D8FA3675C}"/>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E1522248-0FEF-4E08-BA24-D05CC256C292}"/>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53F5342F-6AE7-4E3C-891D-B907014C8FB1}"/>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92BD826B-AE4A-47F9-AA86-6E31D53C8C5F}"/>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0207E6C4-5A55-42C1-9D67-DAAF0E1B7DD3}"/>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EC133454-5869-4C6C-8B87-D5F899D3A6E2}"/>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64516BC5-E9D3-44B1-82B4-CEA69F6955F4}"/>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E390E6E6-9B1E-4CCA-B776-7331439486DD}"/>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E58A56D1-E44A-46D3-B5D8-B7F5CBBE994B}"/>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F0DC7CCF-F19F-4FB3-970D-E2FEDAF7049D}"/>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21A080DD-339F-4DC0-BB3D-98C9C3BBC0A0}"/>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6D71349D-F70C-4467-A7D8-70E1710F9B27}"/>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3EDAB0CE-7456-4B18-AB3A-39BF0E491C42}"/>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4432BBEC-1C69-4AE8-84C5-F8BBB69F0F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71463582"/>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B72A580-2A39-49F1-864F-FB42F679C7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E7BF8350-51DD-4826-8647-B631D93BD7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11C61D08-8343-41FA-9156-19524F0629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A90FE0FB-6A8E-452F-B5D5-9747DF19F5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92B3B74A-AAF7-4C07-902E-52AD082A399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136DEB65-E8C6-462C-BB21-03099CCCD3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C75105AD-47E8-4CF0-981D-B9551BA4A2FF}"/>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AA8BA8D7-BF99-4538-BF85-EDE2D9D66F16}"/>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A5571B89-7DBB-40A3-88E0-9A1FB17829BE}"/>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0E29EBAE-8741-4005-B499-F85554FB1687}"/>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F3BAA385-AB91-4F1B-B1C3-31C6ED9BC71C}"/>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B49E24F9-965F-442B-A726-B9E234894B24}"/>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B6530E7F-AAC3-4E73-9415-500B4ACF30CE}"/>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C51FEEB3-EFED-4B0F-A505-264F8593A485}"/>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5FF56094-0C17-455B-95FE-8F6DF7DDE97F}"/>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16FE3F8D-87CD-4482-BC4A-12324FAB4D94}"/>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E03A78EE-D0A4-476D-9DCE-4EA262E40EFD}"/>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E0A86058-FFED-4AD4-9761-C2BAF0E20A6A}"/>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70AE94C4-3CEA-4F08-9A7B-AF9BFBD1081C}"/>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52064F64-7664-49ED-BA7A-96E6946080E0}"/>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9060D1F0-A586-4E4C-AE3D-C92106FD40F0}"/>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189BBC28-0B03-4282-9619-56C4EF5FCB38}"/>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D9651507-AE4A-48AD-A174-A63D02ADF63F}"/>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228AD16A-23F3-42C6-A072-7770E3BBF8D8}"/>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2213B672-25C7-4995-A89F-67BD07A473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5015975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745D53EB-8AAA-4E34-BBF1-59221CB372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EF803779-10E9-409B-A57F-EB683255BC0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7F1D75F4-6595-4B08-8AFF-3680553583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EEF19CC1-6ADC-433F-84D4-2A959F81C91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64CFA95B-3905-4E1F-AE5D-9716331D29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2C2D50F1-C92E-45F6-9017-AE5D91A63D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26071F33-B1BA-4D14-BFE8-8E922AF0D5D5}"/>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6D639FE5-E2BD-4C8A-B872-CA838F8A1DA1}"/>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D9A0B4A1-0BE2-40E4-BABC-80B7839837F5}"/>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C52302D0-22F1-4C6C-B234-CDA7FBD96C2B}"/>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F481F42E-44B9-4AB9-A2A4-CFF51508044C}"/>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36F0F99C-2167-481E-BB3D-F049CE6F9DD3}"/>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34EC1B97-CFE6-4B2F-9068-9007E305005C}"/>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948361C3-4C01-4999-87A5-A10203FDA180}"/>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FD456677-D519-4ECB-992F-871F77F98ACE}"/>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D0970E4C-0321-41EA-A17B-C8EB4F045A4B}"/>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998BA1B6-E889-4916-9BF6-FD559294F7DA}"/>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D2233491-C4E1-4451-BAF6-CA7A57144181}"/>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BF8709DD-E6BD-4EBB-9D8B-B6CD61F8D55C}"/>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784DD983-FC13-4ECD-8B29-F36A50EC35DE}"/>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EC518864-C5E1-41F7-A8AA-8BB1340B8FB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6D0AC81E-78B8-4D86-B1EE-26B3B09BD0D2}"/>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C50C71D1-56F4-445F-B196-8ED1FAA43D32}"/>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E5ED4CCB-24D4-4337-ACA7-9C2E300DE54C}"/>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178BABA7-7B2C-4FE4-A992-C63F040E7362}"/>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B7923745-6CD8-4083-B253-19AD9FE0DE7C}"/>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B26858B1-6D01-4D66-8C9F-5203815F759B}"/>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EA263968-A3EA-4C1E-9917-905B55939A7E}"/>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F0544EA3-E903-4256-A8EB-2765FC88A50F}"/>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0D138A53-3270-4A3B-96B5-58B2E3EE8EA6}"/>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7B1D0F64-EE2A-4FDC-8731-E91F99292A8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5694615"/>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742035F9-1DE2-453A-9DBA-4EC6DE6061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A51BDAF4-F84C-463C-97E4-46CBE135C8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95D247E4-6484-4EED-AE95-B2E31417C7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C6CECA7-D321-44EA-A956-EB201AC2C7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47D4AE0F-5E8F-486A-9DCC-5EC6E3FCAC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B1B48DA2-BB3C-4720-9B8E-50629D246E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1220C66E-F7A8-4282-9E07-EB8F8DD3F6B5}"/>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0A42A315-1ACC-4A4A-AD9E-40DC74F6B81F}"/>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6A1C8D58-D29C-4665-B5B9-7D1F61EDBF57}"/>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1E35DB5F-8AB0-464F-BB73-604ED0E36F1C}"/>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C94931B0-AE32-4FA5-BA78-173D3091D044}"/>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F79F5C4-0310-4D5F-AB21-B056BA12E0DA}"/>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7A645029-3604-47F6-B873-E6317C5112D4}"/>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FC8C1371-B234-41DA-81F4-283AF3B33386}"/>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946D6D80-7315-470B-A450-2E51023B284A}"/>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D5544DA0-3740-40DA-9537-64918A7FCCB9}"/>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CDBF8FF7-94AD-41A6-82E7-BC54A9193E7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F39A65E-730A-4DA7-8624-EFEBC1B530FC}"/>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8549364-FE97-4704-A141-705FEB1B14B0}"/>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2EB0A775-DF90-4ED6-A357-DD8A76C5056C}"/>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835FDD31-7694-4A96-83A8-5C58B757420F}"/>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91D929BD-D217-4D53-97FA-DC3ABFC1ABD0}"/>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73B1CBBC-3C41-44B0-B373-EAB433620916}"/>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9959279B-6E56-4E63-9335-958D365A4924}"/>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589B15BF-FD87-4B2A-9FBD-019BEBF4305D}"/>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CC4B649E-155B-4425-B20D-A62F2393B145}"/>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16CF2A22-2FBE-416B-BD2A-71F4E00C4727}"/>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44817FCB-32C6-4180-93DF-8EC45218F4DD}"/>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26C1835B-13E4-4696-89B0-49C99CDC95FD}"/>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9E4CDDDA-6864-4989-999A-1772CD00AE85}"/>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E572D6A4-B316-4C73-A221-AEEE0437609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0797AAB4-49BD-41DC-B190-663AEA7CC894}"/>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7A778AD2-6B1B-437C-B457-546B908922CB}"/>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897B01B7-8E1A-42F7-BC8C-A88D0B2A0A0F}"/>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22F796F9-F51B-4B69-B50A-49B22D6981EC}"/>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654337A9-19E0-4A37-AA0E-47A12C106B90}"/>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72FF1F3C-6FC8-4682-B39E-77EABA58EAFC}"/>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7DC73878-1E75-41A2-88D5-03DA46766743}"/>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72B92B1B-6873-4E37-A110-0D25BCFC7203}"/>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AA7B008C-0220-433F-BC84-E1BC4E79A723}"/>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83EB7AA8-CF7F-4CF2-9DAE-4749DA1F3F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25341146"/>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7E432F01-4FC7-47DC-9CA1-6F1BBF5D449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15848923-9423-44AE-868A-00C10AAC22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431652D2-53F0-4E18-8672-C3DD5F6D78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2DE6760D-C548-4556-8406-E290C30553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B5880525-D18D-454B-A6FB-119DCCB61B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C0CD3F75-3A48-4A2F-934C-663EEC4119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2D23DFD7-A2E1-4CA2-B9D4-0C15EB9F0E27}"/>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DE8A76E9-58CD-42EB-8D55-147D53367EE7}"/>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97425ABE-7131-4E34-B640-27F1B6BB2CC3}"/>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5E57908A-0E80-485E-A078-AEF2E0C61581}"/>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D1B3548D-B22B-4678-9A6D-28BC92BE34FA}"/>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DEABCB36-F2BF-41FC-918B-A394E8E16DD4}"/>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8FD04CDA-1197-488A-94A5-5ABA069FDF65}"/>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4112CB0-F0D3-4243-9990-D597331DBF5D}"/>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C26B00DA-8FC0-4CAE-80C6-BC15BA550CC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31B6E21D-A015-458D-9EF0-C99D7B6A544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24DDC846-C03D-47E7-BA74-940DB091C9C6}"/>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9FDE82A6-1434-4CF3-B21B-348D65573BAA}"/>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39EC089B-1DE6-4CBD-9C72-3100D57ADB45}"/>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3FA140FC-3BFC-42DA-9312-4BE05C03E473}"/>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00D86B9-8D2C-4AF7-BAE6-73502C41FF4E}"/>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EE1518BE-E215-4313-804C-DFD64F97B07B}"/>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9CAEB552-5064-4BE2-B4F2-1453C9C1390C}"/>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A29A137F-5A81-4DDE-94BE-44BCF5BA2B33}"/>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C0DF2019-2EA8-4956-9F31-22D7201896CE}"/>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7BF55BE2-D98A-4D3F-91C9-F315BCB4ACBC}"/>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5AA0CF7A-2566-4923-BEB4-B88BBB452878}"/>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4F0194C-903C-49E1-A690-F17C72226724}"/>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4902AE48-F40D-48AE-8847-9F298272D4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3009166"/>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38B46795-C7A9-4A5C-82D6-899F3B3ACE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16BBD293-5000-44A9-A634-12536FEE1D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E7E93BE3-4AB1-4331-8BBD-90759E3BF5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B71D5D29-EFC2-4112-8D3B-171F5304D3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7EA2031C-E49A-43F6-8838-984B6CA785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7BBFD6C2-6315-4F51-8481-A5F6A4EB63C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3CFD1623-C1B7-4B35-82EF-0BE01A35E8D5}"/>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DE8E8598-11CE-49CC-A1CC-764D3DE45E44}"/>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A8B442F2-8647-4DFE-B8F0-07E6F08F4577}"/>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3D0DA7C6-9764-4E72-9795-DB5B52E9D23D}"/>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A3B7562E-FE4E-4753-8267-27E37BEC84F0}"/>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B98CEDDD-7F3A-46A1-A5C2-8FD50E16CFCF}"/>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B3B27717-6CA9-46EC-970D-D8D1CDA4C63F}"/>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CB01164E-6351-4C3D-9A2F-96764288DDC8}"/>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9F939728-EE29-4CE4-ABE7-932F22BC8A87}"/>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5CC7274E-8FA1-452D-8311-D69BD427E840}"/>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F4FCD5A2-BACE-4E74-9A8C-FDA5B61E4AD7}"/>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6ABA0002-B2AF-4A9E-B534-1F3DF7CE2827}"/>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9078F78-B619-49D6-AEAC-E57EEEFCF104}"/>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09035BD0-D16E-4F8D-80A8-A42B28752C17}"/>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4FF637D5-B911-4A7C-9478-D08003E9BAC8}"/>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8D344C7F-0003-4BEE-A6E7-BF5B591FC9A9}"/>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51B5D019-0C84-4DB3-984E-F64A10447640}"/>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788EE71C-64C0-4398-8B9D-A0D4CDC0A426}"/>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AD2AD94-ECDF-4466-BB87-B700CC46053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6A502C82-8BB7-4166-860B-B8DC83C13408}"/>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6793AEF2-B7C1-4D99-8CDC-EAE538144F1D}"/>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6F9AB5F4-302A-46ED-B70C-433FBCBD727B}"/>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22067034-2B93-40C3-93B4-9475CA5BA92E}"/>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959B5EC8-6882-4C08-9698-C6D3CD9CA97B}"/>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139A8437-1539-4A85-B5B7-C440B04C0570}"/>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D72E6751-0B53-4D16-83BD-B90D046991BF}"/>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EC31AC5C-F772-431A-B0B2-9709C015E849}"/>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8C53393E-2342-432D-8E25-C1A38FA952D7}"/>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6146EA57-2BDC-4766-A4D0-8F0D28EAC086}"/>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8ACED149-27F2-46DB-9272-13908D3EAFD8}"/>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B104148D-F0EC-419D-BD0B-DEE6C93F73A2}"/>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34AE5B3B-DC7F-4971-A88F-16D5D23BB48D}"/>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AFF70540-E22C-498F-A5CE-2FEBCC35F75A}"/>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B102C8AC-3F1D-43DA-B7E4-6B9B6C2337C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DE2532AA-0750-4AEB-B8BB-46D461EC860F}"/>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ED5E3E55-EE41-42B2-B2FB-F3DC9D6A6941}"/>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FD6C2687-019F-4343-972A-82C8D6BCFD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028215262"/>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3EE91AE6-8E31-465A-86DE-A3070A010CA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76AEB58E-7C0A-4C4F-B898-3C0B933EB9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F69C8509-7921-44FA-97C7-F262AF6499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B7FB0A8C-731A-4C7B-AB30-528BEE10E9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190B0556-F469-49C5-8DA5-C40E003E95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F09EB73C-9121-46CE-88B1-6E9386471C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17DE8253-E368-4DD0-A44C-879262A7B745}"/>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38078F7F-70F6-489E-8C33-BE5F90076677}"/>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40613845-56CC-493D-A4E8-E4DDA25B6052}"/>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1863F57F-BEE9-4B72-8FA3-CC91C9C12EAD}"/>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F37CB84B-4F03-4B54-857C-FE55BBB9C281}"/>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0D9AFE29-E35D-48ED-B641-8EFEE70A2E95}"/>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EF0ACEE9-D36B-4675-94DC-8E675FE6412E}"/>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5830E8F8-14C0-46FA-96C2-4ABA4B91B141}"/>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F5B3ED77-1047-4D56-B6A5-20321AEF6536}"/>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A9FB4FE8-EBDD-4174-8AAB-148D8AD73486}"/>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AD2712F0-FB2B-4EF0-8618-8BA38DC070B5}"/>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8A30DE95-2465-4D00-BD0D-0EA8E27DDB32}"/>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74166627-01E7-4E30-83C6-553533362B8A}"/>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A176BB04-8AB3-4E49-9720-65BC87075F4A}"/>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0A2C281E-9E29-48EC-8041-517DB4AF6E0A}"/>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B7E7BE89-156C-4FCC-873A-25997B4613F7}"/>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EF04D6A7-4B13-4C90-8C6D-FD1528E58C30}"/>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F0707439-E7E0-47C6-A125-B8C351638944}"/>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6C67EEAE-78B5-4B50-9D45-0DD0261987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06245937"/>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CB3C1CF7-9B44-40F6-BB69-D3154A5941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CFE2D556-3283-4DD3-BFB4-BD8C64DAD02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590339E8-7233-4BE0-8EF2-DF44FFF758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C4DBC07A-9B20-458F-A617-C9B5DFCF29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FDA6C7DF-93F6-4A28-A611-04A43BCD38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C83AB04C-5193-4CA0-BEFD-F00142225F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DDD5526C-3EF7-4E0B-980C-33F2F6531119}"/>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6FE878D2-F175-4478-8FEA-907D84A7AF12}"/>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7A973D9E-36B7-47C9-9E3C-8124A2567C59}"/>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6D33D886-4377-4CBD-A8B0-9330081F762A}"/>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1F0AA776-6ABF-45DF-BB09-CF33424BC2CD}"/>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83E60ACD-291A-4511-AE1E-AFD0989B20F8}"/>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AC167BC3-6A7C-4518-8B12-B2A41B9181EE}"/>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A532C79D-0D2A-42D9-B380-4150F156BA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22042458"/>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E3FEB9FA-FD36-4752-84F9-4FEBD6FAA2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451FF70B-2460-4BA1-B477-E78A311230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8418A0E5-2995-459A-8EE5-947170CE4A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210EDFDD-3507-4A23-AB6B-6CFC2AC4A1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6924ABC1-D1AC-469D-A0B4-308B632FE6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886B58BE-1421-4EA0-B7FC-8F90713373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B4FBAE6E-2751-48C8-9450-93E2F7C2CCE3}"/>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90DE89CF-ADD9-40BD-877E-DF6CFBB8E116}"/>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9022428A-6DB4-4992-BE82-BF9BA83D0A83}"/>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85D345C7-592B-44A8-A4BB-0188609E7E25}"/>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BF44404-4B81-4D29-B6CB-DA50A36C173A}"/>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BF738044-CA56-4B33-BEFE-56701678C488}"/>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D3ECFAA6-7C59-42D8-A3F4-F55AB461FEB0}"/>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AD1D6A62-D37D-4DA3-AF1B-D684761C076C}"/>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934915B7-737A-49D3-A458-FC5EDC3BA64F}"/>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404BD02B-D851-4B7D-B999-DE2598B9D45D}"/>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2F2786B6-0A82-4405-961E-A9AE02A04510}"/>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C5A85A48-0AA2-4D64-BFB8-6E54A33A3A67}"/>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2BE55F76-82A6-44DE-8305-7BDD3B5529B4}"/>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685ED53A-94F5-4E95-B7E6-D1B55E4CE3BE}"/>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E89195C6-440C-433D-96A4-758BF34A53C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ECC599FA-D1AB-414B-A1D1-1D45FD7E5D8D}"/>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B2E73C56-6957-4A49-B513-79CEDE5A0155}"/>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332D0F17-9563-41F7-B428-180441A61000}"/>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5E7540AF-F6D8-4129-B168-D1992D03450F}"/>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0198D3F-A3A4-48D0-84FC-8A9AB3927C90}"/>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0EF90A5C-0AD9-4E35-94D8-3781719DE697}"/>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0A0DAB18-0574-40EA-BDDD-A55EE8F0ED52}"/>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8960B24C-0FD8-4612-97DD-303D2F0F6085}"/>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9108E9DC-6FEE-4BFA-99BC-04CEC8E28CFA}"/>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A9D3184D-BA0A-4798-9A84-CD50F1F5FBE7}"/>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520C6DC0-8C1D-45EA-96A7-2E1D6B0790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18358873"/>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7B63E031-A32C-4674-8261-4D1C9E4B35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954DBF34-D39D-45C1-9551-A594AC73C9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31748F58-D3B4-49FD-B54E-C27BB86AEB2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398301E4-1B20-4FD2-AB2D-52793E16A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7F5FEDCC-D2E0-4E8C-91F9-1ACF579F5B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D9497DD1-80B2-467D-B0D6-C3A2443C97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90C82C5B-B009-4323-B235-00AA0E153801}"/>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EEEB3EC4-31AD-4930-A226-BC0D5343AE7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5B63FAB0-7B0F-47E4-80B1-B41395146A35}"/>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E90E1212-56E1-4D0A-9CC6-CC926A118B16}"/>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57F9C8C4-688F-4C35-BFA0-838765B3A467}"/>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2C83CB4F-D9A1-49BC-A5C9-49F0F454C5AC}"/>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57395286-82D0-4578-A84F-D49991EF780B}"/>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9180F6A3-7A53-4E09-9100-9B526487C101}"/>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FD3522DE-A2D1-499F-BCCE-232BB1D49DB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A1F4F455-CFC8-4259-B423-D1F7A7814B0B}"/>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5D77ACAD-14C5-4197-B109-8DB3B7B3951E}"/>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71C3F149-835F-4749-BC66-066560B70A6C}"/>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363CED30-47BC-4F0F-B047-0DCF8FADD491}"/>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4B9DF32-6DDA-46C5-80AD-24F37616E24F}"/>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6B071137-790D-4D8E-9929-1DD5E0109057}"/>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C582700A-0ABE-4E6E-822E-D5E22E8ABA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45800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2026-10-22T04:10:00.5710000Z</dcterms:created>
  <dcterms:modified xsi:type="dcterms:W3CDTF">2026-10-22T04:10:00.5710000Z</dcterms:modified>
</coreProperties>
</file>