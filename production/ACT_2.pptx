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5a2672a6a441ad" /><Relationship Type="http://schemas.openxmlformats.org/officeDocument/2006/relationships/extended-properties" Target="/docProps/app.xml" Id="Rb4f4c428c1c2496e" /><Relationship Type="http://schemas.openxmlformats.org/officeDocument/2006/relationships/officeDocument" Target="/ppt/presentation.xml" Id="R52e4134f2e634d4d" /></Relationships>
</file>

<file path=ppt/presentation.xml><?xml version="1.0" encoding="utf-8"?>
<p:presentation xmlns:p="http://schemas.openxmlformats.org/presentationml/2006/main">
  <p:sldMasterIdLst>
    <p:sldMasterId xmlns:r="http://schemas.openxmlformats.org/officeDocument/2006/relationships" id="2147483648" r:id="R73d7f700803a4da8"/>
  </p:sldMasterIdLst>
  <p:notesMasterIdLst>
    <p:notesMasterId xmlns:r="http://schemas.openxmlformats.org/officeDocument/2006/relationships" r:id="Re5812fa49bad4e5c"/>
  </p:notesMasterIdLst>
  <p:sldIdLst>
    <p:sldId xmlns:r="http://schemas.openxmlformats.org/officeDocument/2006/relationships" id="256" r:id="R2bb64bb03de64988"/>
    <p:sldId xmlns:r="http://schemas.openxmlformats.org/officeDocument/2006/relationships" id="257" r:id="Rf96030c801614958"/>
    <p:sldId xmlns:r="http://schemas.openxmlformats.org/officeDocument/2006/relationships" id="258" r:id="R1a35e79e6f3f4c59"/>
    <p:sldId xmlns:r="http://schemas.openxmlformats.org/officeDocument/2006/relationships" id="259" r:id="R9e30dae99ca644c9"/>
    <p:sldId xmlns:r="http://schemas.openxmlformats.org/officeDocument/2006/relationships" id="260" r:id="Ree4fd84e0c3f4502"/>
    <p:sldId xmlns:r="http://schemas.openxmlformats.org/officeDocument/2006/relationships" id="261" r:id="Reccb00c612d84d94"/>
    <p:sldId xmlns:r="http://schemas.openxmlformats.org/officeDocument/2006/relationships" id="262" r:id="Rfac5d01ac24244af"/>
    <p:sldId xmlns:r="http://schemas.openxmlformats.org/officeDocument/2006/relationships" id="263" r:id="Rf30222fa7e4a484e"/>
    <p:sldId xmlns:r="http://schemas.openxmlformats.org/officeDocument/2006/relationships" id="264" r:id="R5a1115eb79e141b2"/>
    <p:sldId xmlns:r="http://schemas.openxmlformats.org/officeDocument/2006/relationships" id="265" r:id="R6b62b1c026414d54"/>
    <p:sldId xmlns:r="http://schemas.openxmlformats.org/officeDocument/2006/relationships" id="266" r:id="R0cca35a9ac914e83"/>
    <p:sldId xmlns:r="http://schemas.openxmlformats.org/officeDocument/2006/relationships" id="267" r:id="R282dba942bf34a25"/>
    <p:sldId xmlns:r="http://schemas.openxmlformats.org/officeDocument/2006/relationships" id="268" r:id="R34f1421018694932"/>
    <p:sldId xmlns:r="http://schemas.openxmlformats.org/officeDocument/2006/relationships" id="269" r:id="Raf26d50bb82b4c53"/>
    <p:sldId xmlns:r="http://schemas.openxmlformats.org/officeDocument/2006/relationships" id="270" r:id="R11998c64f1a749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6da3163053438e" /><Relationship Type="http://schemas.openxmlformats.org/officeDocument/2006/relationships/slideMaster" Target="/ppt/slideMasters/slideMaster1.xml" Id="R73d7f700803a4da8" /><Relationship Type="http://schemas.openxmlformats.org/officeDocument/2006/relationships/notesMaster" Target="/ppt/notesMasters/notesMaster1.xml" Id="Re5812fa49bad4e5c" /><Relationship Type="http://schemas.openxmlformats.org/officeDocument/2006/relationships/presProps" Target="/ppt/presProps.xml" Id="R05c4255efc004398" /><Relationship Type="http://schemas.openxmlformats.org/officeDocument/2006/relationships/tableStyles" Target="/ppt/tableStyles.xml" Id="R0ea4808191e8478e" /><Relationship Type="http://schemas.openxmlformats.org/officeDocument/2006/relationships/slide" Target="/ppt/slides/slide1.xml" Id="R2bb64bb03de64988" /><Relationship Type="http://schemas.openxmlformats.org/officeDocument/2006/relationships/slide" Target="/ppt/slides/slide2.xml" Id="Rf96030c801614958" /><Relationship Type="http://schemas.openxmlformats.org/officeDocument/2006/relationships/slide" Target="/ppt/slides/slide3.xml" Id="R1a35e79e6f3f4c59" /><Relationship Type="http://schemas.openxmlformats.org/officeDocument/2006/relationships/slide" Target="/ppt/slides/slide4.xml" Id="R9e30dae99ca644c9" /><Relationship Type="http://schemas.openxmlformats.org/officeDocument/2006/relationships/slide" Target="/ppt/slides/slide5.xml" Id="Ree4fd84e0c3f4502" /><Relationship Type="http://schemas.openxmlformats.org/officeDocument/2006/relationships/slide" Target="/ppt/slides/slide6.xml" Id="Reccb00c612d84d94" /><Relationship Type="http://schemas.openxmlformats.org/officeDocument/2006/relationships/slide" Target="/ppt/slides/slide7.xml" Id="Rfac5d01ac24244af" /><Relationship Type="http://schemas.openxmlformats.org/officeDocument/2006/relationships/slide" Target="/ppt/slides/slide8.xml" Id="Rf30222fa7e4a484e" /><Relationship Type="http://schemas.openxmlformats.org/officeDocument/2006/relationships/slide" Target="/ppt/slides/slide9.xml" Id="R5a1115eb79e141b2" /><Relationship Type="http://schemas.openxmlformats.org/officeDocument/2006/relationships/slide" Target="/ppt/slides/slide10.xml" Id="R6b62b1c026414d54" /><Relationship Type="http://schemas.openxmlformats.org/officeDocument/2006/relationships/slide" Target="/ppt/slides/slide11.xml" Id="R0cca35a9ac914e83" /><Relationship Type="http://schemas.openxmlformats.org/officeDocument/2006/relationships/slide" Target="/ppt/slides/slide12.xml" Id="R282dba942bf34a25" /><Relationship Type="http://schemas.openxmlformats.org/officeDocument/2006/relationships/slide" Target="/ppt/slides/slide13.xml" Id="R34f1421018694932" /><Relationship Type="http://schemas.openxmlformats.org/officeDocument/2006/relationships/slide" Target="/ppt/slides/slide14.xml" Id="Raf26d50bb82b4c53" /><Relationship Type="http://schemas.openxmlformats.org/officeDocument/2006/relationships/slide" Target="/ppt/slides/slide15.xml" Id="R11998c64f1a749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69ee8704c541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ecd02e92c54451" /><Relationship Type="http://schemas.openxmlformats.org/officeDocument/2006/relationships/notesMaster" Target="/ppt/notesMasters/notesMaster1.xml" Id="Rd23e2a2e639543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43b4124c234e22" /><Relationship Type="http://schemas.openxmlformats.org/officeDocument/2006/relationships/notesMaster" Target="/ppt/notesMasters/notesMaster1.xml" Id="R470d6c54822b4b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1cd7208555a4575" /><Relationship Type="http://schemas.openxmlformats.org/officeDocument/2006/relationships/notesMaster" Target="/ppt/notesMasters/notesMaster1.xml" Id="Rfa9829f7586f4e6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4f6922d7e6b44de" /><Relationship Type="http://schemas.openxmlformats.org/officeDocument/2006/relationships/notesMaster" Target="/ppt/notesMasters/notesMaster1.xml" Id="R748f37d89589499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b2d47472414d62" /><Relationship Type="http://schemas.openxmlformats.org/officeDocument/2006/relationships/notesMaster" Target="/ppt/notesMasters/notesMaster1.xml" Id="R1d65942bd0ff48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a11d6ab9e44fec" /><Relationship Type="http://schemas.openxmlformats.org/officeDocument/2006/relationships/notesMaster" Target="/ppt/notesMasters/notesMaster1.xml" Id="Rc4696ada93b542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6d352eed9d457c" /><Relationship Type="http://schemas.openxmlformats.org/officeDocument/2006/relationships/notesMaster" Target="/ppt/notesMasters/notesMaster1.xml" Id="R1a6877feac64498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15f503c10543ae" /><Relationship Type="http://schemas.openxmlformats.org/officeDocument/2006/relationships/notesMaster" Target="/ppt/notesMasters/notesMaster1.xml" Id="R2533144f67a04d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97e315656fe4cc5" /><Relationship Type="http://schemas.openxmlformats.org/officeDocument/2006/relationships/notesMaster" Target="/ppt/notesMasters/notesMaster1.xml" Id="R7e66aa27dd7142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97c8ff988374a53" /><Relationship Type="http://schemas.openxmlformats.org/officeDocument/2006/relationships/notesMaster" Target="/ppt/notesMasters/notesMaster1.xml" Id="Rdedeb18d666648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10ddc2ff6442c8" /><Relationship Type="http://schemas.openxmlformats.org/officeDocument/2006/relationships/notesMaster" Target="/ppt/notesMasters/notesMaster1.xml" Id="Rf18ec1d9a3b44db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f8c10f4f3d945f9" /><Relationship Type="http://schemas.openxmlformats.org/officeDocument/2006/relationships/notesMaster" Target="/ppt/notesMasters/notesMaster1.xml" Id="R6c9785b970f64db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08af2cfb4d54d0e" /><Relationship Type="http://schemas.openxmlformats.org/officeDocument/2006/relationships/notesMaster" Target="/ppt/notesMasters/notesMaster1.xml" Id="R3f292325ec834cb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aa0cfe8a3cd4392" /><Relationship Type="http://schemas.openxmlformats.org/officeDocument/2006/relationships/notesMaster" Target="/ppt/notesMasters/notesMaster1.xml" Id="R66f6c42e19c349c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8364362f6a340e4" /><Relationship Type="http://schemas.openxmlformats.org/officeDocument/2006/relationships/notesMaster" Target="/ppt/notesMasters/notesMaster1.xml" Id="R96f6e22fdae642f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96f113a440492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38b23845b464df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5190bb8b83845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e070515914e4f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791fde19404491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0cdaf2dcb4649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09D10E-A502-44F8-8D82-FB899B1EE05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793BECC-FE75-4666-8B11-94E2A0F01A6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2BA24F-5E4A-4CAC-8EB4-26B604C996B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778972-C036-45AD-AF4E-88DD6877C4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CA49EBB-82FA-4AB8-BBF9-60FDF275DC1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FCDCBCB-CC9F-45C1-B4EC-FF0B8C67A4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291079-CDDC-4E10-8571-0DC36A03EC3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6C444A-7CCE-45CF-B1A0-8C066DE299C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2B70FC-A206-45BD-A993-D11673676F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29F887-AC71-476F-95A7-9D0AE3F9E2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e3c08dbdfa488a" /><Relationship Type="http://schemas.openxmlformats.org/officeDocument/2006/relationships/slideLayout" Target="/ppt/slideLayouts/slideLayout1.xml" Id="R703fe362e0264e82" /><Relationship Type="http://schemas.openxmlformats.org/officeDocument/2006/relationships/slideLayout" Target="/ppt/slideLayouts/slideLayout2.xml" Id="Ra92bedaec5144c1b" /><Relationship Type="http://schemas.openxmlformats.org/officeDocument/2006/relationships/slideLayout" Target="/ppt/slideLayouts/slideLayout3.xml" Id="R068d484dfec34718" /><Relationship Type="http://schemas.openxmlformats.org/officeDocument/2006/relationships/slideLayout" Target="/ppt/slideLayouts/slideLayout4.xml" Id="R3001962f42b24e98" /><Relationship Type="http://schemas.openxmlformats.org/officeDocument/2006/relationships/slideLayout" Target="/ppt/slideLayouts/slideLayout5.xml" Id="R10546437a8b041c7" /><Relationship Type="http://schemas.openxmlformats.org/officeDocument/2006/relationships/slideLayout" Target="/ppt/slideLayouts/slideLayout6.xml" Id="R07fc92b42903473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3fe362e0264e82"/>
    <p:sldLayoutId xmlns:r="http://schemas.openxmlformats.org/officeDocument/2006/relationships" id="2147483650" r:id="Ra92bedaec5144c1b"/>
    <p:sldLayoutId xmlns:r="http://schemas.openxmlformats.org/officeDocument/2006/relationships" id="2147483651" r:id="R068d484dfec34718"/>
    <p:sldLayoutId xmlns:r="http://schemas.openxmlformats.org/officeDocument/2006/relationships" id="2147483652" r:id="R3001962f42b24e98"/>
    <p:sldLayoutId xmlns:r="http://schemas.openxmlformats.org/officeDocument/2006/relationships" id="2147483653" r:id="R10546437a8b041c7"/>
    <p:sldLayoutId xmlns:r="http://schemas.openxmlformats.org/officeDocument/2006/relationships" id="2147483654" r:id="R07fc92b42903473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32494d4c12c477b" /><Relationship Type="http://schemas.openxmlformats.org/officeDocument/2006/relationships/notesSlide" Target="/ppt/notesSlides/notesSlide1.xml" Id="Rc6fde19a861c40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afa70033fa8407c" /><Relationship Type="http://schemas.openxmlformats.org/officeDocument/2006/relationships/notesSlide" Target="/ppt/notesSlides/notesSlide2.xml" Id="R33e1c07439dc4c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e30a586db5e4fca" /><Relationship Type="http://schemas.openxmlformats.org/officeDocument/2006/relationships/notesSlide" Target="/ppt/notesSlides/notesSlide3.xml" Id="R1600fe018c26495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0d4f80f92154cfc" /><Relationship Type="http://schemas.openxmlformats.org/officeDocument/2006/relationships/image" Target="/ppt/media/image.png" Id="Rbab7016336af4ca1" /><Relationship Type="http://schemas.openxmlformats.org/officeDocument/2006/relationships/image" Target="/ppt/media/image2.png" Id="R86354bec35e84f7d" /><Relationship Type="http://schemas.openxmlformats.org/officeDocument/2006/relationships/notesSlide" Target="/ppt/notesSlides/notesSlide4.xml" Id="R2800215f328143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f32bd8f277a4b8d" /><Relationship Type="http://schemas.openxmlformats.org/officeDocument/2006/relationships/image" Target="/ppt/media/image3.png" Id="R1ce4cc3f45584646" /><Relationship Type="http://schemas.openxmlformats.org/officeDocument/2006/relationships/notesSlide" Target="/ppt/notesSlides/notesSlide5.xml" Id="Ra6125e45316a4b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679cb9111824ebe" /><Relationship Type="http://schemas.openxmlformats.org/officeDocument/2006/relationships/notesSlide" Target="/ppt/notesSlides/notesSlide6.xml" Id="R286ca13f9d3a42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70a937f9bf3495b" /><Relationship Type="http://schemas.openxmlformats.org/officeDocument/2006/relationships/notesSlide" Target="/ppt/notesSlides/notesSlide7.xml" Id="Raca2264eafb548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f0b36ddc9434536" /><Relationship Type="http://schemas.openxmlformats.org/officeDocument/2006/relationships/notesSlide" Target="/ppt/notesSlides/notesSlide8.xml" Id="R249995bffb7d49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92232d8b71e4d3b" /><Relationship Type="http://schemas.openxmlformats.org/officeDocument/2006/relationships/notesSlide" Target="/ppt/notesSlides/notesSlide9.xml" Id="Rf84a4a469ec64d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0437795132d4639" /><Relationship Type="http://schemas.openxmlformats.org/officeDocument/2006/relationships/notesSlide" Target="/ppt/notesSlides/notesSlide10.xml" Id="R4623863c9b03407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b49ed58f2df4d4e" /><Relationship Type="http://schemas.openxmlformats.org/officeDocument/2006/relationships/notesSlide" Target="/ppt/notesSlides/notesSlide11.xml" Id="Rfca1427215984a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f77398a939d4b6a" /><Relationship Type="http://schemas.openxmlformats.org/officeDocument/2006/relationships/notesSlide" Target="/ppt/notesSlides/notesSlide12.xml" Id="R4a20e67c8336437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97a1ce61a344d50" /><Relationship Type="http://schemas.openxmlformats.org/officeDocument/2006/relationships/notesSlide" Target="/ppt/notesSlides/notesSlide13.xml" Id="Rce57ccbefecc472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8547037aa4f41b6" /><Relationship Type="http://schemas.openxmlformats.org/officeDocument/2006/relationships/notesSlide" Target="/ppt/notesSlides/notesSlide14.xml" Id="R7b2b69b239c840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266684e262c49ce" /><Relationship Type="http://schemas.openxmlformats.org/officeDocument/2006/relationships/notesSlide" Target="/ppt/notesSlides/notesSlide15.xml" Id="Rfe3957fd82764ac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28E7DB2-3E81-4C45-A651-784373D872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7300681B-474A-415C-83B1-B20853FB7B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BD3DD8BE-F110-464C-955B-2F1C7E04E1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A2AF06F-D4CF-4730-B82A-F0C95CF91F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29AB393D-8F28-4E94-BDB9-0527920713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330B965-6C27-4A6B-86F5-D5E64FFDFE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B64AA6A9-D260-4E95-8AE2-4747543FA4D4}"/>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2AE48F3-9A17-4C4F-BB49-AFD70365ACAC}"/>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B994E8D-C377-408F-B787-BF0E71F5D35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0AAE230-F36E-460E-A222-043BA28E9017}"/>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5BF14CC-C2A9-4516-AC23-0623C944FB62}"/>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EC1C2D-A5FF-44E7-AEB5-5E0DAE90E9E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2098890-3AF8-4590-AE4C-9B037815722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133DC4-D3B1-4C58-84F0-FBE55671EC3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0E88EF0-B104-4933-B19A-6A02BE5F7C0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7C9C6DB-B522-4B16-B33A-B4A3D62BFD78}"/>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C089028-1179-44FE-B196-CDD7AA3DA8B1}"/>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141B5AF6-AFFB-4BD7-A982-AE92CB756E6A}"/>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C1E4AFC-0AAC-4069-BE73-0387055DC02A}"/>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B25DD45-70C1-4545-8720-58E9CECE4BBB}"/>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634FB6A-987A-4B15-B0E1-2C5EC2852FA3}"/>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95925B5-F13D-47F6-BB8F-E64736296AF3}"/>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677D1DBF-F0B1-4B36-9C21-7071C7CB89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680050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76C8A648-D771-41CE-99DD-8A48286D3D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1B6ABE52-CEB0-40CB-B153-053A2D74EA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0B83456A-A818-431D-845C-F230B81B45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4F4E1888-7109-417F-91F7-F8AB61E0E4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DADE76E8-ABEF-421B-B3EC-AB6828D592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9DA3B57D-AFE3-4EDD-9C95-40C7016119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6E5E682E-8DBB-43AB-82FF-4ECA090BF301}"/>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7A923AB-F47B-40AA-BF19-B270BAF968BD}"/>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A920604-CA69-4458-8006-3EFFCB22D74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DC8BBF6E-7A17-4BAC-8EA3-B01B2925562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1B123A9-DEF6-4259-B975-E637BDCE896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22020FC0-5E16-402F-A3A7-9422BBFE311A}"/>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7E3C4A3-2815-4000-854E-000036A132CA}"/>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F12DC8AC-0F56-4FFA-8F2C-6E1CC792320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30A7C76-5C6B-4AA4-87F6-84E9C836A13B}"/>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9ED585A1-11D5-4AF6-91B1-09A45CF875FD}"/>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1AA30238-016D-47C7-B21D-9541A3C90D4D}"/>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56D00CBA-AB61-4DC9-B9D0-C375D67CEB68}"/>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E8F9AD77-3D9C-4A84-A6C3-EB7326A7F123}"/>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DE869786-3BE5-4E08-90E5-538631C2AC51}"/>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DAE2DCA6-6BE1-49FF-A582-E9E2ADAD3994}"/>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025BB8C9-81DE-404D-9498-0BF445C0853E}"/>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61EB3DF3-17BE-481D-8F5E-364CD3EE1D74}"/>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8B7FFE6-BDC3-4999-8F38-D45198C16B80}"/>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BAB59020-1C8E-404C-9EC6-EF5E471B2045}"/>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BBAC54B-506C-4DB2-ABDA-391509FB77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585168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704EBBEE-9384-4069-89FA-856E8B653C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B9EF866D-2270-4925-B4FD-5C9AF45039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64EB0387-5092-4FD2-91BD-48BB0E73E4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92EAA1CE-6B56-4610-B2FA-ABCAC9F3F5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69033043-55BA-4E5F-ACBD-A007A179AA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2F77432-B15E-42CD-994C-74ACA1A23A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43F28050-EBEC-42A0-BDE7-74A69D8AD021}"/>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7AC6C474-E903-40E7-91FD-8188686D015A}"/>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27E09D94-AB8C-4BD4-A25D-CEA0193CD1AE}"/>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DF10631-701A-4765-A59E-B5BBE57E91EC}"/>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DC62B03-87EA-4E8F-9DE8-464B7A685CDD}"/>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63ED32F2-B524-4ADF-A010-2EC25BACC57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E42E4EB-3F2B-4AC8-9CAA-F21D7797581A}"/>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5E6C5CD-34D1-41AB-A363-692465A1538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A953B7A0-A26F-4328-B709-551671FDE06A}"/>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7E6CAF3E-D845-4669-BC8B-6D02A7AEAE66}"/>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2DEA48F4-6B74-4F32-81B1-69DCAB1973F0}"/>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F2D84D1-67AF-4478-83CF-CB418687F8EE}"/>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2252354-9BC1-422D-86A1-5864741DB7C8}"/>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DC72ECA1-0124-4B92-8A30-F651FBEDDD37}"/>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01EA0862-A666-4797-880C-8D19FE556CB1}"/>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C691E09A-9901-42FD-9443-B896A7A47F2F}"/>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6E2893D1-1E33-45DD-B7D1-4CD36F39D0C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7AE5748B-6C89-4DED-B49C-AAC3E3A3CBB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C2120A20-9E4D-4794-87AF-0921A0CF4982}"/>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3284EE67-8C62-4D1A-B51D-3382BA4CA5E7}"/>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38E32AD5-C0A9-4F8D-8698-16C68AB037CF}"/>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114E5EDB-3432-4D31-B8B4-2A78B35348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3547320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01B9A9A6-E73B-4883-B0F4-96BD424342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0D31C035-FE83-4F4F-97BD-A73698D0AF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51F6A50B-B279-4562-99CF-8010490047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134B4312-588C-4A9B-9C9B-E36AEF5CC7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5E7F71DB-830C-4D74-9EC0-0C09BC1DD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5BF586E9-CE7D-4894-A1D8-60D4835B21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19659604-956F-4633-9D6D-C1A8FD9A50D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E5096877-D9F5-48D7-B04E-2E8682EAF9E4}"/>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C6A70932-130F-4477-AFDF-1728BED1683D}"/>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BCFCF3B3-AA5B-4647-B2B1-D31712C5C68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F64838D7-657E-4C75-93E2-B9C760C97684}"/>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9BC4C076-0628-40CA-AC70-981AF20D9B7A}"/>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A8C0057-330A-4A2D-BEF8-DAC4399519AA}"/>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869F39E9-097C-40A7-B0A0-10480CFA7DF7}"/>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B032B3C-8547-42AA-B867-071283345BA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45292960-164B-4771-B187-04726EC9589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70EB3954-8570-4AFF-BC82-DCD81A1EAA05}"/>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F796A26-55FE-4376-99EE-CFFA2A468E1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40B91C31-A168-4371-B295-00FA194EA0D7}"/>
              </a:ext>
            </a:extLst>
          </p:cNvPr>
          <p:cNvPicPr>
            <a:picLocks xmlns:a="http://schemas.openxmlformats.org/drawingml/2006/main" noChangeAspect="1"/>
          </p:cNvPicPr>
          <p:nvPr/>
        </p:nvPicPr>
        <p:blipFill>
          <a:blip xmlns:r="http://schemas.openxmlformats.org/officeDocument/2006/relationships" xmlns:a="http://schemas.openxmlformats.org/drawingml/2006/main" r:embed="Rbab7016336af4ca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9AF89ED7-239F-41E2-A265-28D7315C2C27}"/>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41030A8-C7AC-4E41-90AF-3B2A120201F9}"/>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0F21121-9BB6-4562-BAF9-F3EDAC4DA8C3}"/>
              </a:ext>
            </a:extLst>
          </p:cNvPr>
          <p:cNvPicPr>
            <a:picLocks xmlns:a="http://schemas.openxmlformats.org/drawingml/2006/main" noChangeAspect="1"/>
          </p:cNvPicPr>
          <p:nvPr/>
        </p:nvPicPr>
        <p:blipFill>
          <a:blip xmlns:r="http://schemas.openxmlformats.org/officeDocument/2006/relationships" xmlns:a="http://schemas.openxmlformats.org/drawingml/2006/main" r:embed="R86354bec35e84f7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1402292F-9308-4EC3-811A-333274B5A04B}"/>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95BA0EE7-6E3F-450A-A9C0-1C86862659F6}"/>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E6D1A58-545F-47F4-ABF5-F3C8ADBBD9A5}"/>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91B193EA-4A88-406E-AD44-B813B2441470}"/>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27AB2C0A-3741-4AD0-91C4-0DCDC3BD1D87}"/>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DF2B02F-81CB-4263-B8E0-C65A7FCBC3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151286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EA552585-B4B3-49CD-BBAF-A37ECAE582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0C0E4F0A-1B21-4599-9180-45A20E470A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1EE1AECD-E353-4902-A700-3EF709B491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A1F28B4B-4480-4E58-88DD-8829B6DA27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EDBC05EB-2D91-45F0-BE7F-F6785F4632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198B569A-BB0D-4A31-9ABE-89D13ECAE6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C0962D3A-E128-49BF-ADAA-23DCCF507E27}"/>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96481C8-8E3B-481B-8C9D-0649CEEDADAE}"/>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CF614C9D-45AD-4CC4-8A18-A15CFE5F2E26}"/>
              </a:ext>
            </a:extLst>
          </p:cNvPr>
          <p:cNvPicPr>
            <a:picLocks xmlns:a="http://schemas.openxmlformats.org/drawingml/2006/main" noChangeAspect="1"/>
          </p:cNvPicPr>
          <p:nvPr/>
        </p:nvPicPr>
        <p:blipFill>
          <a:blip xmlns:r="http://schemas.openxmlformats.org/officeDocument/2006/relationships" xmlns:a="http://schemas.openxmlformats.org/drawingml/2006/main" r:embed="R1ce4cc3f45584646"/>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A16B04F6-D202-42A3-9DDF-42024D6E616B}"/>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EE059DA0-173D-4BA3-B7A9-7C9667DA0112}"/>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25639898-E31D-4FA8-B5A2-9E39EB17B746}"/>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35498B11-72FF-4477-9E96-50BD6217230D}"/>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653C82D-EE9C-470F-926A-E258414F341B}"/>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27A413D-FF88-4252-AEB1-7E6500B485E2}"/>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8668C38E-C6C9-46DC-A527-F3A2A22E16A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64413833-8665-40D2-96FB-442B78373874}"/>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8D1BB834-FA2F-4791-B703-BB9917EC43EF}"/>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9DE46863-9B2D-4FD2-ADD3-311614C84F25}"/>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366912FE-1BDE-44B3-A9D3-99A543099939}"/>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C23BB007-79F4-463F-8A9D-E7655868E67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641F67EA-AB06-40BF-8E3E-EC7A97C2A4D3}"/>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5E54A250-5C3D-4DD5-A669-FEB06426619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6A068A61-F3F2-453D-AC57-CB130189B72D}"/>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8E9B1E3-CCFB-4B63-AF96-E07BC07FBB4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E139FAF-0C4D-49B9-8C52-6CF8D5590DEC}"/>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1217424-35B5-40DE-AF58-613AB6ADA5A9}"/>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1E708C97-218E-44DA-9A26-24D318A5AF44}"/>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2F6124CA-EE2F-4ACE-8A90-CDE1572F26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310304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2FF7C06F-5098-4221-AE86-9F350CD2C9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AFBE2C72-5733-4035-A57A-8C2216CE8F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E17BC2B8-75D7-413F-A572-6E5E71AD7C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523A4BC8-EB87-4F4E-807A-A16E6C365C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9C490EE1-1D05-464A-A2D9-D1049AA4BB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B31BF2B4-5156-4ED9-9F4F-DC8119B1B0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FD7E2644-8686-4899-804D-D7615AC27449}"/>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9B84B9F-87F9-4773-8697-FC20E0DD9B64}"/>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59FF5421-089A-490A-8DBC-EEF95A6F00D1}"/>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D1AB957F-D964-4DF1-97C9-BFF2A2605EEF}"/>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CB002613-8AB0-4E5A-AC48-FCEAD46FE209}"/>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D542DF9-D6CF-46B9-9548-73866A82450C}"/>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208D782A-D064-4B49-A6EC-CDC49F8ACF91}"/>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24B0D9-3E5A-47F3-87C2-BF190D3AE921}"/>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C4F43E4C-98FF-4A10-AE9B-F4E5FF5522C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168FEC4-5321-4905-B4E0-0D041F013C6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C37DDAFA-53D1-4F74-8E53-9BE2CE312CC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85603CBA-6100-411A-9DA9-D60E10C04C3E}"/>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C416C029-792B-4364-B561-A76DD09866C9}"/>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31351489-0CDD-4B31-A047-5C5E57AF4DA1}"/>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76A82C8F-2655-47A9-BC42-95AFF264F87B}"/>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A5F9C27E-F1C1-4951-B4DD-887F979AD3F1}"/>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C24076B-38B9-4455-B2FA-1AC037A115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792504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347DF013-18BB-4E4E-9263-467A804EBB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56D45C82-2F69-4B39-8CE6-6904FE8DFE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EA6C55B8-4372-4C14-8282-E16EC10E13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A4DDD68E-060C-4495-B604-C748E01F40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1B2D7320-9753-4E28-8C00-BB6D634B72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EDDC12D1-B3DB-4401-8DF4-8809A80151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C4D6E1AE-50F3-4E60-B6E4-153090B74640}"/>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444A2443-CF86-414E-B4D3-211A045DD1AD}"/>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6C0107B4-91B9-4F80-A142-79730A15C120}"/>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ECCBC284-75A9-40A7-BE26-5E816A325847}"/>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5039E9DC-5BEE-46E5-92C1-266051CD4BC4}"/>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EA8EF3F9-05C7-4620-A706-AE64C7298229}"/>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42E1D062-6ACB-4724-9D83-04347992B5C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8105157-4472-47E2-AB2D-DDFDC2C3DAB4}"/>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0436E494-F5DF-4ED3-9A9C-682E10102F41}"/>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6D8D63B2-31F6-4A36-8CA0-23F38FB8AD44}"/>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E8CBC033-25C2-457F-AE60-D11A7E7A1648}"/>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5ACDC921-1576-4DC4-A2B9-12DFEFAEE457}"/>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F6CAC108-F39B-4E27-8437-DA3E00BB1F77}"/>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5D2D5B69-0785-4196-B952-C50E28242192}"/>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FCC90AD1-9C15-48AE-B2FB-2709126FB8D8}"/>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9BA215CD-9BB4-4732-B52F-0DFB30E6DDCC}"/>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3F14225C-1CA9-4C18-91FA-9303CC989AC3}"/>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9BB34007-4FDF-44B9-90C9-495B782FE47C}"/>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BB2DEF6E-67A3-490F-9BF3-74B6739BED74}"/>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3F28BDEE-5F34-4D40-8F49-6C3E8B3C3DE3}"/>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80F6CF3F-5BC0-4AB8-BF4B-E0D576AF84B0}"/>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BF11A9AD-31CA-4D64-8839-4213EC8BE2F1}"/>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E89EF033-EA77-4C3A-A518-B6A3C5B245C6}"/>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E9B33661-6CA0-4A00-9A6B-6C2D4D726CC6}"/>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0888903D-0ABE-4733-AC71-F6BE6D678A02}"/>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0A6B824C-A65A-41F9-8D4E-DE56FB500891}"/>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D5085180-A5C2-43A0-A162-AEA0715FAFB7}"/>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F2C99631-F978-484F-A28B-68438EDF2E1E}"/>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91DB2435-1902-465B-9604-419DEA0E7487}"/>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2333CB6C-F224-4666-B119-61FA67A6C814}"/>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A4BED7EC-0705-4FD3-A85F-21BAA5D143D3}"/>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37936610-17F8-411C-968D-5DA247E2F390}"/>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0A755496-8104-4D20-AD25-569B9BA008DB}"/>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F174A9B5-FD3B-4684-A1B0-56D424FB0965}"/>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A228EB53-D185-4EF7-9A50-48BC48333D00}"/>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407B8424-5750-4518-9612-7C2C43907AD2}"/>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5D1F6046-9837-4487-8833-B14AC51508C0}"/>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FD76704-6744-4DDE-83FF-4EA04CFF4944}"/>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79B87924-0467-49F5-A8A3-144E59397556}"/>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20A177F1-4C90-4C0A-A3CD-41A62741311E}"/>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9CC93864-E105-44F2-A25F-400B85102DC4}"/>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51E5ED5A-ED54-431C-9B3B-1ACD46712321}"/>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AB6513AB-E68D-4A10-8CA6-93E59E128C54}"/>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E198B764-8DA4-4128-B1B6-0DF9AC30E00C}"/>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6F896408-0FA0-4B0C-9A11-6B396E842B66}"/>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15D16891-A840-42AC-A016-E69C6C055247}"/>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E92031C5-AD4B-4978-A12E-89607511AB33}"/>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9353B73F-3AE8-4442-927E-46796A0552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6511527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B7E354D5-EDF7-47D5-A4F6-2B46F8A805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BF8A1E9E-3FF4-4A17-90CC-233A731B9F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A2A2A534-EDEA-4467-9A8E-C8817F9309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C7372221-5F31-4862-86E7-9BB89A0710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D13DA242-EA35-461C-B546-9981A45C81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FC5E3C28-F9FE-47B7-BFEB-C00ECDB61F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0A2487B1-E21C-4ACC-AE40-E0B1CEA3196C}"/>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6D4BE026-C099-4481-9056-E120DB4965A9}"/>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7DD90DB2-FECA-4CFB-BC37-550E3D7F0BB5}"/>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23DBA8B9-CA45-4C97-8A17-EB3136D09E68}"/>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4BA1415F-D1C6-448C-BE68-004E68C4E42C}"/>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3E01835B-C6C6-4E48-9713-21E0189CCA12}"/>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D3CBC1CF-3A25-4E12-9A7A-7AC70BFF0446}"/>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757F2EBF-10C2-417D-970B-0379E7427F6F}"/>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32F8A2D8-1BC2-4981-8CE3-07146C9CBC3C}"/>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CCFB7438-48D4-42AF-8DD1-AEE83EA0CE56}"/>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2CD1D97-B4FA-4F37-A5A9-7DAA731C4C13}"/>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76A384D0-7FF4-4811-9311-0AB24DF0FCA2}"/>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13811864-96A0-43EB-A49D-DD5FACC33FF1}"/>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3F4C6615-5E5B-4E5E-B245-03ED8E43D1C8}"/>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C03180A-8521-4615-965D-4371ED2B0C5C}"/>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DD03A7F-6A57-4374-BF78-A75B9C1B9B38}"/>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5D912E54-7C1E-4861-BD0F-E60561231E24}"/>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DDBE569F-0F1C-4839-A514-6F96CB0EC8B1}"/>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74804FE-FEDB-4CE9-BFA2-6D6236291B55}"/>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C6EBA130-A7A3-4256-A2BB-7C082D550951}"/>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1CFF3221-7B40-4F93-A5E4-C2A30137E448}"/>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1E8BBDB-BF18-43E1-AD95-501B3B42795C}"/>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30A0716-A722-4357-8607-3CC4C5F12BFA}"/>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B5E695DC-B759-45DD-AA0F-F7AEF84214E1}"/>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CBC6C8C-8F53-407A-BEA9-18707E95AC33}"/>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140B07E6-4C70-476E-8A19-C01B7C0A6A35}"/>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1C0963E4-5123-47F8-ACD4-027823FD86A2}"/>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0ACCAD85-76E0-415C-B0D8-2985077F40ED}"/>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4CE38E92-D823-4DEC-9632-6085DC431B13}"/>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15D76FC3-E4B3-4150-A4AA-4C9006F2E764}"/>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27DB595E-F70F-4699-9341-3EC245A21758}"/>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4E19592A-810D-4211-BE63-1FDD56B6BCA7}"/>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0EE95C41-B69D-43BA-82A7-E93EA9D382E1}"/>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969A0586-B0D8-48D7-A819-8E40904BE730}"/>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89390525-8E82-493A-98DD-F167B47B56E0}"/>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A4A9E7A2-E189-4669-874A-1664056BFFE5}"/>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4CE47A66-8CEA-47C0-9867-DAD21B0A1B58}"/>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2B3AAD01-1417-46AA-990E-9651043B4805}"/>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E42E97F5-ACFC-40F2-AD43-AB9C84FA6B06}"/>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64D58BA9-F592-4D25-9F37-1F6E43054D1A}"/>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575FF388-74BD-4DA4-9EF2-30499A77DB49}"/>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332A0097-8182-46E9-AB0C-A49318F578E1}"/>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10FF6507-54A4-4A7C-9A32-DC9535CF19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427743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5FD2A626-F609-4FFA-812C-87B2914156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BE545685-BC6C-43D0-8EF7-239615B149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0667D4A6-EEAF-40B3-B20C-A123E3AF68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D9224C0-C56F-4076-8E60-3D3D5C3BFD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C9C5C76A-023D-4708-8F94-9B4CB48151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A26E8A11-E79F-4F49-9825-EB218B2C4E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D84EDC22-2191-457E-B68A-CDE21CF28EC6}"/>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41D7C276-ED19-4662-9C7D-FD61C1159637}"/>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AF765AF9-183F-4D4B-B8EE-D0F133E1A185}"/>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8B1CC0A1-6537-40B8-9A8E-6BC64AF3D64B}"/>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A986AE64-9046-42A6-B716-2F45EA71B1FA}"/>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87AFAC22-686D-4E87-BB1C-F5C1D7E385AA}"/>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8698165D-60FC-4351-B1FA-09119CE17C90}"/>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9C9A75DE-356D-4E74-82C0-5366F371ADBE}"/>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56E621A-62A7-427A-9774-891F523AD8F4}"/>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8300C4F1-FA86-4A87-ABEB-DAB0493E8785}"/>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3947CBA0-4DA0-4E11-8125-31A8AD688987}"/>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563BA984-7CF7-4F43-B3B5-937331320E59}"/>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B938FD1E-E8C6-4723-94FC-969B5DACAD4A}"/>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A8E348D2-06EE-46F9-9631-B640CF3DAA60}"/>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181291D-37C9-4261-ADD2-22D030DDCC56}"/>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25253136-2690-489E-B35E-70DC76895FF1}"/>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F0FB89D2-9586-42AB-B479-D9CA3E48BF04}"/>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4D921943-C2E1-4CAE-BBED-255558BBC812}"/>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CBFB7A0F-E01B-4503-95D6-4AC4998CDB29}"/>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5D3E9D6F-C9ED-4B9E-82F6-27BD4ED91148}"/>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A953EC99-AE9C-479B-B0AC-405677BF7C11}"/>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996F468C-9707-43A2-993E-5CBED99754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864410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8832BCC3-31CF-4A58-9653-69DC6978A2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C6CAD413-A1E1-4979-A9EF-0DA6828A0C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2A2AF7D4-6276-4926-A07C-434AB752FF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8B853ED0-B55B-407A-B50A-91CF7D978F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E161152C-B87D-4FBE-8CBC-2580EC5CAD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28FD2104-F9C1-46B3-903F-251F6205DE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3C03FF4A-8BA8-47DD-A35B-FF75C335C3CE}"/>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4D4E0D8A-A0A0-4DAA-AF80-C653E39BF6E4}"/>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027D6415-725E-443E-9DF3-98755CF9FE6A}"/>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E472FC9F-3B7B-486F-A338-585810C5EB62}"/>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3BB58918-2DBB-4DD1-B45E-14DBB13E8EF8}"/>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FE95BA45-252E-4FA4-965A-60D678D7E8EE}"/>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6149DDD6-E2FF-470E-8C0D-D183F3B8F7E4}"/>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E3C7043D-ACF8-4154-AB46-74D13FD70709}"/>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87754A05-21F9-46AC-8140-799BF8C788D2}"/>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76BFAD02-5D8B-4863-83CF-FEC79B02FA4E}"/>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5C15DA39-8A78-4C12-9BAC-FCA8B046D1C9}"/>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C5A9CAD4-A63C-4667-BABE-7141FBBF0286}"/>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7317C6CE-7C2F-4403-891F-D0A9D1633F38}"/>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72685829-4036-4F8B-8825-E4EE8845B7DA}"/>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651646E3-2F25-43C0-816A-570AD53078AA}"/>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8873D479-D5BF-4B49-A164-4C1DAE8D2AF8}"/>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1A17BB8A-1053-4D65-B8EA-BD45B426E0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034259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B46F270E-8774-4089-94D7-8565998CF7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BAC0CFCF-C83D-4159-AF9F-3436851D14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9F67AB06-2B42-4D8A-9DFD-B63062880E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8069DF1B-86D0-4349-855B-134A72A59C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F8D5BDD2-3D77-4A55-91D5-2898F8A6A4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1214087C-7E5E-4619-AB9D-DAF62692BB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0A2B1437-E1C6-4A26-86FD-71DF3BA723B9}"/>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F43F5B7C-7A94-404E-8D59-890FA422E557}"/>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7E3FC309-0C07-4A7A-A503-1AE01DE0CB5F}"/>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2C7EFF5E-EE0F-45CC-BC8B-F476010096E4}"/>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2E5D216E-61CA-4A21-B69F-D852B7D0B4AC}"/>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FB42D1EC-7F43-4343-A41A-6F1D74828C03}"/>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CB216AB-5CF3-4B7E-885E-82036D6DEFF9}"/>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F1FC7FC8-E6E5-4EA4-9DB4-C7FD195D1387}"/>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948B244E-4D7D-4786-B510-7778C7CBF868}"/>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6FB4C5A3-122F-4029-8A31-96B76736C52F}"/>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CB5FA6F0-3ACD-4AB9-8B83-2D39B1E718BC}"/>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90F4822C-406B-4831-9D55-42F19ADF9D73}"/>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F6020FC7-FF5A-45BD-8A1D-786D0F4F4983}"/>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9703D092-3799-4454-A534-109089A838D5}"/>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B345D82D-6F4F-40AB-9672-9872A67BE7E4}"/>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865ABFB8-8DC8-4AD4-8DCD-11E04E4A35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489376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B1958E8E-F891-4B0D-842E-9342387F90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97717FAD-BB43-4BB4-B0F6-E58F666A4F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17A2E956-FB3C-4316-B2C7-D771DA7628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AD2FFE17-E818-4A79-AA40-555BE68878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46F5B18A-4484-4E59-B676-B6980C2E74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DC9BAF9D-C8ED-4AEB-89CF-45B286E4E9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30C3E42A-4615-48E4-9C9F-8732B5848C4D}"/>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DDE32B31-30CB-48D7-B804-3349BE113002}"/>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4A21FBD4-D185-44CF-B333-B103D6934558}"/>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BAC1D1A-E701-4EAC-8CC0-3C33957B6DF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26E5C9C8-A7A0-4C85-B9A1-208269038435}"/>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E3BF833F-3453-4227-9F40-DC9E0B593C2D}"/>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20A8072D-2C85-4531-92CC-55058C8C334E}"/>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BF9117DA-D56F-4ED1-B0DF-56B329B770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275153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C795A9A7-ECAD-411F-979B-EFD4987B0B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7DAE9BD7-B55D-4675-B838-4896E6B186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B32C613F-7819-4C84-BE60-395B5BEC6A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9F47686B-A7BD-4C8C-AF31-C4226DC4F7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FEC8585A-1129-4237-97E6-8D5EC5DDAD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F88A5D41-9631-4B86-8DA9-89793F7E43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81068BE9-4022-4388-9A21-E5790A3B2D0C}"/>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AB97475E-F352-41A6-977D-57629BD0EE80}"/>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E0FC8050-3F54-4083-95AA-AC47BF6BC798}"/>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CF136B20-9657-4E32-8644-AAD6423381B5}"/>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34048763-5F03-459A-B783-2F17786149EE}"/>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95C80F6D-E6CC-4097-BB79-B68E9FB51276}"/>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A2665930-0167-43DA-BBBB-049C2E14EC85}"/>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BED23354-B419-4DAD-901F-5B3A202975EB}"/>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CC056D80-58D1-44AE-B1AF-878BE15B4EB6}"/>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E5E9B6A6-79B4-43A8-B9DE-8AE5B7EDB9A8}"/>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0C7CBD82-F51C-4A43-B896-ACF5B4F2598C}"/>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AC8D8117-F0B4-46C0-A507-78D9D53CFACE}"/>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61368EA3-6386-4983-9D6D-6EF8987BF4A1}"/>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51E7ED30-0598-4F02-810A-C4C1C21BD694}"/>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10E03413-9141-4922-9828-3BD3A3F2DE08}"/>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8B0A1142-73E5-400A-88C2-AD78D282430C}"/>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5CB98250-1A02-4CEC-A424-F702E8E88F17}"/>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5CF78C9A-BDC5-4835-95F9-234BE81F17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6288971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6DF72975-F3A6-4E8C-AF7C-CE02967955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0D3723B3-2777-4EA9-9F6C-F811B3E4FC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C045B630-70CB-4074-9F75-B1BF509457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ABAFCF24-4DEB-432C-AA05-AEFAFEC858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459AF9EA-53BA-4793-A75C-FE40094F42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E049964D-53A9-4841-8F42-E91E91C4E0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47517F40-5B96-48E6-9EC9-5B1777073B41}"/>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4A32B22B-1EAB-4563-BF15-2C4819E2475E}"/>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E7B340E1-FBA1-49DF-80A3-9719D6882595}"/>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FC31CD6C-6A52-453B-8C79-E2A14BD7FADD}"/>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DC83C493-2FE8-48EF-99F3-C4F7C168ADDD}"/>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8AAD3F15-B949-4751-80C9-C741202045B8}"/>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DA354F5B-A193-4216-A80B-8680730F6A56}"/>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E1FFB1EE-B741-43F0-9FA9-13FE3788DFFC}"/>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82B39A95-F06A-45D4-AA16-15C8A7213836}"/>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B21AC045-2FD8-4BCB-B202-9D4AA48DFA2B}"/>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7D382970-024D-4872-8555-F6EB052E2422}"/>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86127B45-9CB6-4D71-9E42-CB528BF08478}"/>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97B73941-D471-4511-B991-D8654296CC76}"/>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7C55E79C-30C5-42AE-9E2C-20E656C08F7A}"/>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54ED37F5-7231-4C5D-89DB-AAAD57400F2B}"/>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4DE9C8C0-B3ED-45F2-9E06-3184F8E23CBE}"/>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A7F5E551-2D4E-4026-9381-B0026B720E60}"/>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C09ACB2E-B48C-4DC6-BFED-50F81F1424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664945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2B7ACD97-B2C0-4F94-814A-3501EFECE2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F406161E-0DA4-432F-84CE-C2029DA8BD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EBE18489-0C59-425C-8BED-93941515EA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C0D6FA9-EF69-4E22-9175-A4C201F4AB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D2DCA4D1-EFDC-4E35-9907-AFA430B5FB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0D8C61D0-7513-4BF4-9895-088A6FD429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270B8945-43F0-4D66-A0F7-F5E06FAF5133}"/>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AF415975-11D9-43E6-B6CF-20BE3CA326BB}"/>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12C9E6C2-6625-4ED8-AE52-E987B2A4C925}"/>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59938AF-0A5E-4AB7-B66C-8379C5B63D9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C76FDD09-642C-4D77-BB8D-398140F76A35}"/>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B31EE41B-DFED-4D57-8159-78B66D7B5CE8}"/>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61C7BE2B-B2DC-497A-ABE4-DF2B7842C77B}"/>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29F301F6-18FA-4F6D-AE99-5B8B0C46B5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644531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2026-10-21T20:44:20.9480000Z</dcterms:created>
  <dcterms:modified xsi:type="dcterms:W3CDTF">2026-10-21T20:44:20.9480000Z</dcterms:modified>
</coreProperties>
</file>