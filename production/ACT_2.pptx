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7f31000c5648bb" /><Relationship Type="http://schemas.openxmlformats.org/officeDocument/2006/relationships/extended-properties" Target="/docProps/app.xml" Id="Rf4ae87c638f74edb" /><Relationship Type="http://schemas.openxmlformats.org/officeDocument/2006/relationships/officeDocument" Target="/ppt/presentation.xml" Id="R96464e19651f4567" /></Relationships>
</file>

<file path=ppt/presentation.xml><?xml version="1.0" encoding="utf-8"?>
<p:presentation xmlns:p="http://schemas.openxmlformats.org/presentationml/2006/main">
  <p:sldMasterIdLst>
    <p:sldMasterId xmlns:r="http://schemas.openxmlformats.org/officeDocument/2006/relationships" id="2147483648" r:id="R48c04b366cac4d14"/>
  </p:sldMasterIdLst>
  <p:notesMasterIdLst>
    <p:notesMasterId xmlns:r="http://schemas.openxmlformats.org/officeDocument/2006/relationships" r:id="R19132cb0b82c42a3"/>
  </p:notesMasterIdLst>
  <p:sldIdLst>
    <p:sldId xmlns:r="http://schemas.openxmlformats.org/officeDocument/2006/relationships" id="256" r:id="Re2e5600259c54d2c"/>
    <p:sldId xmlns:r="http://schemas.openxmlformats.org/officeDocument/2006/relationships" id="257" r:id="Rb3f2b78a15a24e6c"/>
    <p:sldId xmlns:r="http://schemas.openxmlformats.org/officeDocument/2006/relationships" id="258" r:id="Rec5e7a5bc8c44fd5"/>
    <p:sldId xmlns:r="http://schemas.openxmlformats.org/officeDocument/2006/relationships" id="259" r:id="R1c0ecbbd685e4bc6"/>
    <p:sldId xmlns:r="http://schemas.openxmlformats.org/officeDocument/2006/relationships" id="260" r:id="R97d9e53529184743"/>
    <p:sldId xmlns:r="http://schemas.openxmlformats.org/officeDocument/2006/relationships" id="261" r:id="R47425c7497734372"/>
    <p:sldId xmlns:r="http://schemas.openxmlformats.org/officeDocument/2006/relationships" id="262" r:id="Rf4b74d3db58d49c2"/>
    <p:sldId xmlns:r="http://schemas.openxmlformats.org/officeDocument/2006/relationships" id="263" r:id="Rbd79a9b82d654688"/>
    <p:sldId xmlns:r="http://schemas.openxmlformats.org/officeDocument/2006/relationships" id="264" r:id="Rfa28ba7248e94fc1"/>
    <p:sldId xmlns:r="http://schemas.openxmlformats.org/officeDocument/2006/relationships" id="265" r:id="R7ab1fe7ef455409a"/>
    <p:sldId xmlns:r="http://schemas.openxmlformats.org/officeDocument/2006/relationships" id="266" r:id="Re684bb071c8342fc"/>
    <p:sldId xmlns:r="http://schemas.openxmlformats.org/officeDocument/2006/relationships" id="267" r:id="R97417fb4fca74fbe"/>
    <p:sldId xmlns:r="http://schemas.openxmlformats.org/officeDocument/2006/relationships" id="268" r:id="R495f4d6f988c422c"/>
    <p:sldId xmlns:r="http://schemas.openxmlformats.org/officeDocument/2006/relationships" id="269" r:id="R6f48fec7feae4c97"/>
    <p:sldId xmlns:r="http://schemas.openxmlformats.org/officeDocument/2006/relationships" id="270" r:id="R142851b4dcf048d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7a5080f1c6b4ad3" /><Relationship Type="http://schemas.openxmlformats.org/officeDocument/2006/relationships/slideMaster" Target="/ppt/slideMasters/slideMaster1.xml" Id="R48c04b366cac4d14" /><Relationship Type="http://schemas.openxmlformats.org/officeDocument/2006/relationships/notesMaster" Target="/ppt/notesMasters/notesMaster1.xml" Id="R19132cb0b82c42a3" /><Relationship Type="http://schemas.openxmlformats.org/officeDocument/2006/relationships/presProps" Target="/ppt/presProps.xml" Id="R1cf61b15aae746bd" /><Relationship Type="http://schemas.openxmlformats.org/officeDocument/2006/relationships/tableStyles" Target="/ppt/tableStyles.xml" Id="R30b2d41c0c934ad5" /><Relationship Type="http://schemas.openxmlformats.org/officeDocument/2006/relationships/slide" Target="/ppt/slides/slide1.xml" Id="Re2e5600259c54d2c" /><Relationship Type="http://schemas.openxmlformats.org/officeDocument/2006/relationships/slide" Target="/ppt/slides/slide2.xml" Id="Rb3f2b78a15a24e6c" /><Relationship Type="http://schemas.openxmlformats.org/officeDocument/2006/relationships/slide" Target="/ppt/slides/slide3.xml" Id="Rec5e7a5bc8c44fd5" /><Relationship Type="http://schemas.openxmlformats.org/officeDocument/2006/relationships/slide" Target="/ppt/slides/slide4.xml" Id="R1c0ecbbd685e4bc6" /><Relationship Type="http://schemas.openxmlformats.org/officeDocument/2006/relationships/slide" Target="/ppt/slides/slide5.xml" Id="R97d9e53529184743" /><Relationship Type="http://schemas.openxmlformats.org/officeDocument/2006/relationships/slide" Target="/ppt/slides/slide6.xml" Id="R47425c7497734372" /><Relationship Type="http://schemas.openxmlformats.org/officeDocument/2006/relationships/slide" Target="/ppt/slides/slide7.xml" Id="Rf4b74d3db58d49c2" /><Relationship Type="http://schemas.openxmlformats.org/officeDocument/2006/relationships/slide" Target="/ppt/slides/slide8.xml" Id="Rbd79a9b82d654688" /><Relationship Type="http://schemas.openxmlformats.org/officeDocument/2006/relationships/slide" Target="/ppt/slides/slide9.xml" Id="Rfa28ba7248e94fc1" /><Relationship Type="http://schemas.openxmlformats.org/officeDocument/2006/relationships/slide" Target="/ppt/slides/slide10.xml" Id="R7ab1fe7ef455409a" /><Relationship Type="http://schemas.openxmlformats.org/officeDocument/2006/relationships/slide" Target="/ppt/slides/slide11.xml" Id="Re684bb071c8342fc" /><Relationship Type="http://schemas.openxmlformats.org/officeDocument/2006/relationships/slide" Target="/ppt/slides/slide12.xml" Id="R97417fb4fca74fbe" /><Relationship Type="http://schemas.openxmlformats.org/officeDocument/2006/relationships/slide" Target="/ppt/slides/slide13.xml" Id="R495f4d6f988c422c" /><Relationship Type="http://schemas.openxmlformats.org/officeDocument/2006/relationships/slide" Target="/ppt/slides/slide14.xml" Id="R6f48fec7feae4c97" /><Relationship Type="http://schemas.openxmlformats.org/officeDocument/2006/relationships/slide" Target="/ppt/slides/slide15.xml" Id="R142851b4dcf048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90c69797554d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117438e5af4847" /><Relationship Type="http://schemas.openxmlformats.org/officeDocument/2006/relationships/notesMaster" Target="/ppt/notesMasters/notesMaster1.xml" Id="R27ee349dee774e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36584e884c4005" /><Relationship Type="http://schemas.openxmlformats.org/officeDocument/2006/relationships/notesMaster" Target="/ppt/notesMasters/notesMaster1.xml" Id="R088f17e61c4542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5f1c364b94866" /><Relationship Type="http://schemas.openxmlformats.org/officeDocument/2006/relationships/notesMaster" Target="/ppt/notesMasters/notesMaster1.xml" Id="R6a3c07b4384249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9ed65110774a57" /><Relationship Type="http://schemas.openxmlformats.org/officeDocument/2006/relationships/notesMaster" Target="/ppt/notesMasters/notesMaster1.xml" Id="R0183d642cbd745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2afb239fab4343" /><Relationship Type="http://schemas.openxmlformats.org/officeDocument/2006/relationships/notesMaster" Target="/ppt/notesMasters/notesMaster1.xml" Id="Rf810e0652f0545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de8eb846664a90" /><Relationship Type="http://schemas.openxmlformats.org/officeDocument/2006/relationships/notesMaster" Target="/ppt/notesMasters/notesMaster1.xml" Id="R365a9519524a44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87d23f0def439f" /><Relationship Type="http://schemas.openxmlformats.org/officeDocument/2006/relationships/notesMaster" Target="/ppt/notesMasters/notesMaster1.xml" Id="Rcfba15650ea14c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500d7d12cf48e9" /><Relationship Type="http://schemas.openxmlformats.org/officeDocument/2006/relationships/notesMaster" Target="/ppt/notesMasters/notesMaster1.xml" Id="R7f0b201622b443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68309a3bfd4d3a" /><Relationship Type="http://schemas.openxmlformats.org/officeDocument/2006/relationships/notesMaster" Target="/ppt/notesMasters/notesMaster1.xml" Id="Re5823d1c156b44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7782393dad04e70" /><Relationship Type="http://schemas.openxmlformats.org/officeDocument/2006/relationships/notesMaster" Target="/ppt/notesMasters/notesMaster1.xml" Id="R52a45849b7f142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0ab2b652ea495d" /><Relationship Type="http://schemas.openxmlformats.org/officeDocument/2006/relationships/notesMaster" Target="/ppt/notesMasters/notesMaster1.xml" Id="R5e4fce8c37b14d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329eee2cdb4d9d" /><Relationship Type="http://schemas.openxmlformats.org/officeDocument/2006/relationships/notesMaster" Target="/ppt/notesMasters/notesMaster1.xml" Id="Raa7ae7004955438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70ae76ad9043c6" /><Relationship Type="http://schemas.openxmlformats.org/officeDocument/2006/relationships/notesMaster" Target="/ppt/notesMasters/notesMaster1.xml" Id="R77deda6d427943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4c6f1cfbd44122" /><Relationship Type="http://schemas.openxmlformats.org/officeDocument/2006/relationships/notesMaster" Target="/ppt/notesMasters/notesMaster1.xml" Id="Raf1a6287e3a541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b048caa7c9f4c95" /><Relationship Type="http://schemas.openxmlformats.org/officeDocument/2006/relationships/notesMaster" Target="/ppt/notesMasters/notesMaster1.xml" Id="R7a1cc4e2a00449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S34에서 본 기록을 회수한 뒤 두 열의 수명을 비교한다. 왼쪽은 다음 작업에서 바뀔 목표, 오른쪽은 여러 작업에서 다시 참고할 사실이다. S31의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S32–S34.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95c7f89fd943c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fbd3567bc02407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416cfd8db184a6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ed19e4f1b4407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249e7f0e89b44f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8efab407ba41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DF5881-264E-44D7-A635-3BB714D7F12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90DCB29-F45E-4712-B650-643FFBC7EC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330AF74-ED51-4219-8425-AAAA778F591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84F0B4-6A34-49C8-A8B6-8CF9A60DEA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64FDFBA-E59F-41E2-8E70-CA593FEBCA1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9A8F840-72F3-4584-91B1-2E7C1ECEE3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691EE8-2295-4E30-BF1C-72EEF33C3B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4BB77F0-5B8D-4DCF-A85A-02A4C2F420B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929841-6CAF-4866-ACCF-BE9D688833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44E1F5-6AF5-4459-B687-2414A996E3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e909f5d1714860" /><Relationship Type="http://schemas.openxmlformats.org/officeDocument/2006/relationships/slideLayout" Target="/ppt/slideLayouts/slideLayout1.xml" Id="R1bc9d7cdfdd54871" /><Relationship Type="http://schemas.openxmlformats.org/officeDocument/2006/relationships/slideLayout" Target="/ppt/slideLayouts/slideLayout2.xml" Id="Ra085ec864561459a" /><Relationship Type="http://schemas.openxmlformats.org/officeDocument/2006/relationships/slideLayout" Target="/ppt/slideLayouts/slideLayout3.xml" Id="R759f130e187c453e" /><Relationship Type="http://schemas.openxmlformats.org/officeDocument/2006/relationships/slideLayout" Target="/ppt/slideLayouts/slideLayout4.xml" Id="R08ac9a16f6ad4c6b" /><Relationship Type="http://schemas.openxmlformats.org/officeDocument/2006/relationships/slideLayout" Target="/ppt/slideLayouts/slideLayout5.xml" Id="Rfc9c5bb7d8144efc" /><Relationship Type="http://schemas.openxmlformats.org/officeDocument/2006/relationships/slideLayout" Target="/ppt/slideLayouts/slideLayout6.xml" Id="R48cf5b3273844c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c9d7cdfdd54871"/>
    <p:sldLayoutId xmlns:r="http://schemas.openxmlformats.org/officeDocument/2006/relationships" id="2147483650" r:id="Ra085ec864561459a"/>
    <p:sldLayoutId xmlns:r="http://schemas.openxmlformats.org/officeDocument/2006/relationships" id="2147483651" r:id="R759f130e187c453e"/>
    <p:sldLayoutId xmlns:r="http://schemas.openxmlformats.org/officeDocument/2006/relationships" id="2147483652" r:id="R08ac9a16f6ad4c6b"/>
    <p:sldLayoutId xmlns:r="http://schemas.openxmlformats.org/officeDocument/2006/relationships" id="2147483653" r:id="Rfc9c5bb7d8144efc"/>
    <p:sldLayoutId xmlns:r="http://schemas.openxmlformats.org/officeDocument/2006/relationships" id="2147483654" r:id="R48cf5b3273844c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f1fc67fb6d448c" /><Relationship Type="http://schemas.openxmlformats.org/officeDocument/2006/relationships/notesSlide" Target="/ppt/notesSlides/notesSlide1.xml" Id="Rc95fb063300e4f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60e7c44b7f54d03" /><Relationship Type="http://schemas.openxmlformats.org/officeDocument/2006/relationships/notesSlide" Target="/ppt/notesSlides/notesSlide2.xml" Id="R57c481b4e9f244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61d81cd6eb438a" /><Relationship Type="http://schemas.openxmlformats.org/officeDocument/2006/relationships/notesSlide" Target="/ppt/notesSlides/notesSlide3.xml" Id="R89daacb119f14c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8cd00244fe44402" /><Relationship Type="http://schemas.openxmlformats.org/officeDocument/2006/relationships/notesSlide" Target="/ppt/notesSlides/notesSlide4.xml" Id="R5b0ab5d951b240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450eb787aa441cf" /><Relationship Type="http://schemas.openxmlformats.org/officeDocument/2006/relationships/notesSlide" Target="/ppt/notesSlides/notesSlide5.xml" Id="Raeae44497d614f3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1c5c041ab342a3" /><Relationship Type="http://schemas.openxmlformats.org/officeDocument/2006/relationships/notesSlide" Target="/ppt/notesSlides/notesSlide6.xml" Id="R4e0e960a1c0e40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19de0493fb24c92" /><Relationship Type="http://schemas.openxmlformats.org/officeDocument/2006/relationships/notesSlide" Target="/ppt/notesSlides/notesSlide7.xml" Id="R16a8d895d7d24a1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4c3b09a3d0b4fc7" /><Relationship Type="http://schemas.openxmlformats.org/officeDocument/2006/relationships/notesSlide" Target="/ppt/notesSlides/notesSlide8.xml" Id="Rf05e6b33f77a4b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3a424a0aa1f4ec3" /><Relationship Type="http://schemas.openxmlformats.org/officeDocument/2006/relationships/notesSlide" Target="/ppt/notesSlides/notesSlide9.xml" Id="Rfce98e71b0f142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e7651dba62644ed" /><Relationship Type="http://schemas.openxmlformats.org/officeDocument/2006/relationships/notesSlide" Target="/ppt/notesSlides/notesSlide10.xml" Id="R691db58613f946c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13289e130b84832" /><Relationship Type="http://schemas.openxmlformats.org/officeDocument/2006/relationships/notesSlide" Target="/ppt/notesSlides/notesSlide11.xml" Id="R6e604e3111524c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b6318aafe94fd6" /><Relationship Type="http://schemas.openxmlformats.org/officeDocument/2006/relationships/notesSlide" Target="/ppt/notesSlides/notesSlide12.xml" Id="Rbb044bcdd83f43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476e4f0794947eb" /><Relationship Type="http://schemas.openxmlformats.org/officeDocument/2006/relationships/notesSlide" Target="/ppt/notesSlides/notesSlide13.xml" Id="R880f65f6f99b4d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7648165e927403a" /><Relationship Type="http://schemas.openxmlformats.org/officeDocument/2006/relationships/notesSlide" Target="/ppt/notesSlides/notesSlide14.xml" Id="R26d18272cc7b4cc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edac60a2b704a06" /><Relationship Type="http://schemas.openxmlformats.org/officeDocument/2006/relationships/notesSlide" Target="/ppt/notesSlides/notesSlide15.xml" Id="R70eb849233274620"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D0894A7B-3DC7-4332-A05B-66001CD426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A675DEA-2A47-4FC4-A319-4265BA083D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E4177645-AF9B-4884-BA8D-FA751166A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3D01951-31EB-4A8F-80DC-C5CD546E84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8E9945C-DD60-43C7-9FB6-C2FB875BF8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7202511-EA80-456C-967E-5AF20CC3AA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282B0A4-9045-48C0-944D-FC1093B5674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4225B9E7-DBD8-49BE-AA39-135E547806A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4E02788-4D93-4F0E-BBF3-6F65D199881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FE2D200-34CD-466F-AA55-29833F87CE7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9917155-FC76-493D-8C6C-6C22B593D02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6025AC1-DD4F-4ED8-8DCB-0F9760AF864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8BA64B73-C3CF-4918-B115-583C7BAB59A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B0121EC-C41B-4F2C-A6A6-CA4C899E9EEE}"/>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8CC922E-09A9-4041-A8A4-8317F182171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E89AD4C-D78C-4A50-8ACA-10BAAE023722}"/>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9000C0F-9C61-49B2-84D9-4EF6F3DD42C2}"/>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E1C9DEA-C849-49D3-A811-6CB8571E4F7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3A9E51D3-2503-481B-9C6C-4AABB9B77D2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539C1A1-CCE9-4856-95D9-85C0166D7FB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52A6C1A-FF2F-4CC5-AA06-1120DFDE255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1D01295-DCAA-44A0-AFCB-27806E9CBD6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F94BF3A-A7AB-41D4-94FB-6D0322FD1E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233593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B69138B-22D1-4D66-A9C0-033A540CDB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CEE84F9D-8AD0-4225-AFBE-72A123D67B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54EB8D8A-4CB1-445F-A05A-8AA344FA7E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EF9B45A-F8E0-461F-BD5F-0C573313CC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42221A1-7E71-4D93-9DC5-176C68E462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FFB8742-60B9-4E3E-946A-AC9D1C7F41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4C5BCF7-C51B-40D1-AE2E-38B1260E013E}"/>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8558C74A-1B88-4361-8921-F013AB813AA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F1C856F-9430-44DB-8F9C-4608C191149F}"/>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24B1061-A2BC-44D1-966B-5A546C4ADAAF}"/>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084F74A-E438-4037-87E7-7ADB4A14E58B}"/>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BDA5AC08-BDCE-4162-B24A-AD86711D331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BB074327-93C3-40E0-BCAF-D71EA840AD5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D7B35717-8ADD-4171-A54A-274FA151300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6685801-A445-4571-97F9-AD6C7FF0672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36C7A0AD-BEEA-4EA2-9FBA-AE407F8DCF1E}"/>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63DF4A7A-9229-48BF-925E-9DB993D56E4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AFE3159-1CA9-4EC2-9EED-FA5057070F0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60DA1D5-E8AE-4F55-AED5-120AE23189B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1CC9956-BD33-4A20-ACA5-F8C513D5FB8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8CECD4F6-934C-4994-B7E6-DEA8B9852B7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5C0EC6C-56C6-434E-B6F8-41B692EFD2F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6B3AC9A-C7CC-43F7-B323-31CDC238BF1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973DEA6-F09D-4CCE-9F09-AF49E489D4B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FFE9A5C2-BE8C-4776-AD4A-BCDE42C6609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B58DC56-CBF2-479B-BC5F-99FACE1741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402819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368ED7E-35DE-471A-8C4B-BA6B5D80DA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ADFE9C4-210B-4AF6-8541-750E5CF3B5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C58F7CC-7E01-47A7-903D-657660DA73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2296AFD-0089-4EDC-A415-7061C78231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7FDAA33D-B90A-4169-BA3A-31FDF6B2E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D1EF4FCA-2F19-486E-929C-5F173CFD39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EE43A46-01CB-4CBE-B3B9-2A508D29FE37}"/>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2C15DA8-4908-4642-8FBB-B22E507A593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275BFA6-5783-4947-A802-F683B4CA792C}"/>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2BB19A6-A9EB-42D4-8FFC-E40F098D1DA2}"/>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DE16CD7-598D-44F9-8765-8A5BB956809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0F783295-C5A1-488C-BCB7-884522613A89}"/>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F283DB8-25BF-486E-A510-CD504D5B301E}"/>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67FDDE5E-C189-4739-85D4-3D139A30768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EFBBF97-A090-4ADB-B47A-219C8C7D8BE6}"/>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51CBB0CB-B0D9-4534-ADF8-5820332C9C6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FF61EAC-2D9B-4E0F-BDA8-834E286938C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9EDF5B87-6CA9-417E-8993-C9ECDCDFF29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DE613C1-B27D-4C10-B870-06C6E441EA6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80435F8-89EB-458E-95C1-945AF7596E46}"/>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3C2061B3-F83E-492D-B84F-F2F33DD826E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9F02CB75-0F12-4EE2-A6EC-631FD3C1474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366237B6-E4EA-4254-A24A-7F11A8484E8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C527183-82DD-482B-A921-E4234A97D0C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72BD2AC-8832-4866-BD3F-CAB12BCC9BF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CA5ADFE-A98C-4294-BADB-AE7E0BF566C1}"/>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4A0F2321-CC57-482B-8DEE-45D5AFCC8276}"/>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3AE68E2-E31E-450E-B8B0-DB80C16E25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709564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064B24DB-0E24-45A2-9C11-527212E0D4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0460DEF2-C619-4239-88DB-12DCCA911C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907C8313-B936-46AE-B97A-FDAF1FC517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5BEFC8A3-3C20-4064-932F-E0DB6BEE76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08D56BFD-0E19-4D1F-B8FB-EF1EE50E9D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EBB9E36-B616-4C74-8068-B630FBB604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B3C4A8F-BBB6-4BFD-BA7A-9D27BD9FDAF3}"/>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E7FE595-A6F0-40B7-9B47-140B28EB5B10}"/>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E1C41E0-F1C6-46D0-9851-EF8CFCECF488}"/>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F9DDE614-4448-41AA-BA11-DC774114DED0}"/>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FAC97E1-D83D-4AC3-8E02-3EB3DCEFEAEB}"/>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454B30D7-5EE1-483A-8BC9-56C11620DF81}"/>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B77CEF2F-53A1-47BE-9AAE-580A13ED64AE}"/>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4CA90FAB-707E-4860-967F-D671BD50E15E}"/>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4F14577E-DC14-4DA3-A94C-E651E7972060}"/>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769C3EC7-34C1-4838-86E5-9157BBB93FDD}"/>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910D542-5184-450B-B957-CC8C313858A3}"/>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5DBC62E0-3F2E-4793-AB3C-C64514B53077}"/>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03AED6D8-06FD-4F87-B959-D53E00B1D08B}"/>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EC68D939-F63A-4253-83FF-B1192F1542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589241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C7ECA2FD-0C8C-4BF4-B15C-C11CFC343C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D82A908A-7A72-49F5-8A03-325CC16F0C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4338357-496D-4C83-9446-C5E154E2A1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8DB0C7D-3967-4803-830A-484F521523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5591743B-DD9C-4417-B5A5-30A543DB9E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7D72EA76-728F-4521-B779-3D8FB598E2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2B92228C-FC98-4220-A090-4A6461B1EE57}"/>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A734A9CB-FD5B-44FA-B210-C8690F273901}"/>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C9D96C0E-0C83-4A15-8B4A-8E6E29CA3AE3}"/>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13696680-B1FB-462A-81F0-0C8787D976F1}"/>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0785D638-3E17-470F-A361-D9DBC0B2827A}"/>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38482859-2248-4ED8-A879-2C21A8F829D1}"/>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D937A920-C58B-43D2-82FE-36FCEF965C00}"/>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72F606B8-9D96-46DE-9D0C-689ED3305061}"/>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C0AE5539-B216-4F86-8D05-42BE749DAAEE}"/>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77BEA0B0-0DE4-4522-A21F-3F4F207661A1}"/>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BF40D6B5-2C0F-43B5-A48C-2A86902703D6}"/>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BFFC6BFF-4D56-4FB3-9177-0889E98EA095}"/>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465CD36F-EC1B-46CE-9FC8-7493E88426A9}"/>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DFE5291E-378F-48A1-9F39-A7D7BBD99B3F}"/>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E3BCB735-BE30-457D-8081-59B148CE90DE}"/>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591A48D0-E4C5-4694-87F0-4C4492BEE374}"/>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7D62F280-C254-4C36-B2C7-74C530A6CED6}"/>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C5F5EE6C-1885-4457-894A-3ACBE53C9A6C}"/>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4B931394-46D9-4393-BC42-95DA063C48CF}"/>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CB5AC529-2A4E-40C2-9DF0-7291AEA5C4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503913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85BF020B-4AEC-4E22-8059-8B0433665E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06D44983-AF8E-4B8F-AFF4-2F293CB8FA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B49E6C21-71ED-4284-A96C-C4AEE63B94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2776CC55-5C14-4635-AD41-840E0F7C99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05E5D316-8719-423B-8083-B0DAF7163E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B48927F9-D39E-4B4E-B517-8C04160A42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3AFDE055-96A6-47E0-9AD5-03F25A3ACD98}"/>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7ACFFB66-C0ED-4530-9302-D45AA056C732}"/>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2BFFA7C7-E716-4437-A8CF-B6BB2BB2BD7F}"/>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C22A2A44-1F27-450D-A4FF-4D62AA523994}"/>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49F9FAB-2C50-45C2-A7FA-35D8B3937D5A}"/>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584E3517-A902-4099-B553-A8C66350815B}"/>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96DC7E42-21F7-4EB0-98D8-C7C35869C851}"/>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B49178CD-24E5-4B87-9D5E-C3D0D4CA7AFB}"/>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0B8CC011-6C5E-40BA-BB34-E890A02010A5}"/>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337D2A5B-4EB2-4556-8400-3B25096878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609368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5A5C7810-2B1F-4C5E-8FBA-C57CB3DBCE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4F10BD55-B5F1-41BA-88C6-0A6AB42034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C012D7A-8A4C-450B-B338-08ADA6815E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18FA0DF-0EBD-41BB-99BF-5B2656E578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170DB0CB-0FAC-416B-AF0B-94191D1702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6D7FB37E-3FC7-49DA-BA94-3F18C6BD63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1CDAEDD0-1458-4DB2-B2DB-A6581632781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0B41DEC0-C389-4FEC-9F60-E2180A6ECAB3}"/>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996C1EB8-2C7C-46A9-95A5-D6C96D54FA4A}"/>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6670F1F0-FB12-4F6B-A1BD-A13D8C0B8F30}"/>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33414DB0-6E25-4EAA-9695-1D36A56A794F}"/>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C4B9C729-CFB7-4F39-82AF-E5DC93E76B29}"/>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012D9743-CDEA-46CE-B857-5A4570560298}"/>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CA654C58-9A25-4DD0-B1EA-0BA1ACA4AD89}"/>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CACB1A65-2D41-4B2F-BD49-8160CDA30AC4}"/>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23170754-665D-4EA6-BA8E-C3665862523D}"/>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0F1A1C7C-AA9C-473D-BD7F-B8380528DDA0}"/>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E66CE3E4-AB37-48DF-9AF6-5DB0553F3A48}"/>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D4B90196-A69E-419A-B5DE-9BEBF7DBB7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458129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BE011435-7859-4E9A-840F-0B79268899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AA1088F1-AF99-4083-8BF1-B9BDD2C393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EEF7D841-33BC-4F71-914C-BB0497CAA2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5BA1CDE0-DC0F-438E-A1C6-01368A204F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58D6E41A-512D-4360-BD73-A396FA61D0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5BC92802-D012-4854-AEAC-04B17D9D79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98EFC674-6174-43AE-84B5-6673298FBD25}"/>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90EB6B7D-2264-4CA6-9A33-A6653724351F}"/>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0907F42B-86D7-4EE8-A6C6-57AEA0CB2851}"/>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E9DB280A-D4B4-43E1-8FCE-D152A33EEC9F}"/>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3ADC0F69-E9CE-434E-BDDF-74116156D858}"/>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51B4E478-0A98-449C-B6D1-28E9C6B89C87}"/>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3448A1A2-BA71-42AC-9B7E-0464CB0CFDA8}"/>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4D9B8C8-2A1A-46C0-93E1-EA093577F3B2}"/>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EBF54A6-A0EC-4F29-B493-0AD0AEA3CD80}"/>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B349E468-9ED9-47CA-BDD9-B27B6E34C643}"/>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C7A5B8B-9D47-4938-AF11-CEDAFC63C038}"/>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9AF540F-8BEF-4073-A1E3-566D84C590B7}"/>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659BBCE-8365-4BAF-8C0F-08E37BC67106}"/>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35A8FAD-E2CB-4B82-B4FC-C31903A6ED79}"/>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2717171-55C5-4731-9C1F-D1CD86C03E8E}"/>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2176FB4-BC34-4593-A869-98ECAEC58C8B}"/>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D67EDE2-83DA-4284-A9AC-B848BDBA00F6}"/>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6FB271C-AEA7-4FF9-B465-0D485C106727}"/>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EC5D1D3-02A8-4D53-BC90-85DAC3924E1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E4C2F6D-58AD-4E3E-86A3-744D42588612}"/>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69F469A6-7217-4CBA-A959-E14511687083}"/>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ABBF50DB-FB72-458D-AF6D-6CA05CE1380E}"/>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9689C334-283F-465B-84F2-211F319910E1}"/>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347BC2D-1581-462B-832A-967FE931537E}"/>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81974341-CBC0-4194-9868-A9FD4A3915F5}"/>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7733AD7B-567A-4590-BD2B-21641FF69850}"/>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E404DF84-3533-4B4A-B7A2-6B4D57DFF7FE}"/>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97EB99B2-D0E6-4C19-B517-60284FC2A437}"/>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3D6CEBD1-72DE-4014-A31B-F30FBE7A2096}"/>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92C3BC30-F0C2-420D-905C-EDF67C654E7A}"/>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50E1D43C-3BAF-4A6A-B918-084D2EFCE6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038114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97CB9AB1-109B-4C0B-97A3-86F86F17CA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A2030149-D407-49D2-BF26-45A23E921A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7300DDF3-F303-4D6C-9A98-FCC6EAEE4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6866518-2524-4D8B-BD5B-42291C672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0B970C39-B99E-4BDE-AE5E-FC802F0252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9D5C9031-6111-48BD-B559-5350789AF7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44A61BC5-CD74-4FB5-8458-837DDAA9049D}"/>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36FABDD2-A256-4B82-ACC5-B68E91864953}"/>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1E12E64E-D92D-4BF8-9009-9DE8182DAE8C}"/>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87980899-1570-460D-8B20-F0EBC1F33DE8}"/>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B1E13A2A-1C74-4A0A-9893-AA410AF3EB04}"/>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E2CDAA-9AE1-49D8-9392-B7793F83D230}"/>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9D185EE9-9BA6-4208-8EF0-899C407F6F77}"/>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4D82A83B-DE00-4867-B6FD-005D2BA04780}"/>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E9422A39-BF3A-4A4C-A72A-77A37799F139}"/>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8917FB9-7CC4-49F3-9AD2-E25D48FCD84B}"/>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07A7E5FA-E4A5-49A9-8705-0C6785DFDA30}"/>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DAB3E15A-7C19-4B9F-937E-36770A60185F}"/>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121FD79C-1CAC-4FB4-89F1-E7C9DED32A91}"/>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0B08213C-F2C3-4988-9127-3843F1A580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331658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BF04823F-D1EE-4D15-B595-13951C4E58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418DE1F6-54BB-4BBB-8BAD-25B4855D26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5A017F05-43F1-44F7-AA02-5F232EE2AF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705070AD-B1DA-4CEE-97FD-EB5AEFC462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47443AC8-BDA1-4E2C-B969-4EA9153858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429A4371-0DA1-4EAB-B3A8-A6471D791A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F2B72A04-B411-4A7E-847A-50EE6304593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8B2E297F-B1F7-474C-A50B-C1B667EA6C29}"/>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730F96F8-0FF9-4130-9B60-3DFF8279C51F}"/>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FE108564-DF4A-4B1B-8CDB-2E17AE886F65}"/>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26347AE3-5ADB-4CC0-B128-6BC1451B8504}"/>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26CC45DB-BF5A-4F15-87B8-09338C711643}"/>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B30E8E3E-4060-47C1-88AF-FFAA54F2CCC4}"/>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9849ABEC-66B5-44E9-96B7-3CE8149E2EAE}"/>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5C2A3247-8BF3-4ACF-88EF-1C6928C77448}"/>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0DD8ED97-C991-40A8-9EA8-18C2702B596D}"/>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6C6C9D0A-C1FF-47F7-B4D8-38BEBCAD5AB6}"/>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6EE63B3E-E64D-427F-9124-E62BE340C195}"/>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776AB2FF-8727-4A5B-8020-902EE45C7AA5}"/>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20E5C796-716C-4092-992A-2DD522872C04}"/>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28DA3AF0-7220-4D28-81F5-1490DB6B8C80}"/>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D88E2F2B-9AB8-447C-A732-4E9E5518A1F1}"/>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7B3D1E79-B990-49C8-9CD6-30F7D8896C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088736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AE934988-40F7-4087-AE44-F6FFE61333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C0F9AE18-225C-4B2F-ADFB-6A60C3AC35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5A82246C-559A-496C-B94B-3FBDFFC7DD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92E7B882-72C6-4927-8A62-B8EA31DAF6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DD7A586F-8E90-460E-BAE0-6CC621ABB9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F81F3E5B-F4ED-4430-99F2-90F15FA8FD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0F2A4CDA-CFE7-421C-AC71-660BB7A10B28}"/>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4903F889-FCA5-40C5-8244-4163D7E4EB6E}"/>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B3B2D7F1-6D53-4185-B57A-CA9A0F99A0C3}"/>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61D8D41F-6636-4AED-BA50-2EB6346A3162}"/>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DC9BDE11-EB37-4B5D-B3CA-300D11B79F6C}"/>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86CBEC06-1309-43DC-BC2B-04D9BEA0A642}"/>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90A933C-F89F-425A-B4AD-75146774DB5E}"/>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239BA903-F428-4AD2-BE5A-5DA697EA33B2}"/>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F21BF108-EBB8-41C7-9CE4-AE8F156714C6}"/>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6747FE6C-AE41-4DD3-B1BB-4579E2D3073D}"/>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797BDB3A-7AEF-4DF2-B7FF-CBF779D4ED64}"/>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D72D90DB-A6F1-4D10-AFEB-4C6AF5EE0B7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C37D1E36-74E3-4C24-9419-74F7A166A03D}"/>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FE3D6798-2A64-4BB9-9ABF-D30C665D8F3C}"/>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C5494EF0-E834-4D59-9E89-966C081572A3}"/>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D390B235-91B3-4615-9009-A24B112E4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687956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6379DC24-B318-424C-ACC3-064FC8344A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016666E4-B44A-4795-AF1F-D6A352F087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6943D656-A3FC-4A88-926D-03567E098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3A2538E-4F15-4FB4-B95D-D2318CF7C0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7AADBE1E-08B2-4943-8944-718D5E2A51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38B74755-14E9-4812-9F0F-D8EC3B9CF1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06528A0E-38EE-4FF0-BEA1-AD39BE1D34BF}"/>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627D3778-5124-4AD4-B83B-CB10CC8EFDAB}"/>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A07DDF62-A9CC-44DD-8BA6-5B3C777B1AA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1732334-4B6A-4053-BC1A-E404E80A7EA7}"/>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5B6CA234-0CA4-43D2-B8F7-8934859E932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FA251FA8-0CA1-4732-9DA2-ED7A73FE0607}"/>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0CE885F0-E8AB-4AA3-84CE-7CB1129DC9E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C662D92D-BE69-4395-B634-A1688AED44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26963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F1839253-B1BD-46C8-9B97-B4A5BDF5C1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9D65C997-E773-47E7-A72E-8ED9726C72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C23B94FB-4768-4A8C-B67F-563EB9B7C9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FFDF331-1EAB-499C-8EFD-DE17EAE8E2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3813A8C3-E89D-4B94-A6EE-8883F73319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7CC37B7-5662-4F70-9E23-F3F20D268B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11B3EFFC-CC4F-44EE-8286-B1C9D9380198}"/>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4E4779BB-0802-4E62-8AE1-536B36EB0F4C}"/>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B28D5384-55FA-4A69-B087-994BFEC54026}"/>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35B8E305-A0EA-4A3C-88D0-36BC717CF184}"/>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12D4F42C-52F9-43CB-B173-68E57F3227B0}"/>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44A75084-485F-4DD4-B617-5840CA991D9E}"/>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6034B5EF-3DEE-49FB-8FC6-3E81530AAB53}"/>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F76964EC-FE89-4664-910F-384D2D63CDE9}"/>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A41545A1-979A-4FF8-A1EB-ECD62BA3CC8F}"/>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C3FDBE82-D829-4198-BA5C-C56C8D68F743}"/>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1B233383-F5FB-40D5-8570-CD976A9A612A}"/>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22134701-1E71-4065-9817-EF2619CEB867}"/>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641EEB82-97D3-4BEF-A802-C9D64A71E2EE}"/>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319C73D-77B4-4107-965E-6A8FE0DA41F6}"/>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D23255E7-8FA4-4821-86C1-06D17A7435EC}"/>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D14D84BD-B5AE-42D9-89D1-9C8DFD3D4ED3}"/>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C1C81D2B-1EA8-439B-B905-0F6DEE00E6B5}"/>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264ADDDC-E614-4095-B095-5CCED2AE93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7272038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2091EC04-3653-453F-A987-5B0237A81C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5A9F4DE9-4F46-4649-96D6-F64B5FF048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1FD90C3F-AE92-43B4-8102-B7F2E818BB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E7FE08EE-58A9-4563-BDD4-E2E388F709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AC784114-E11D-4922-8F2B-A9E39B3DF4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6151D4AE-4D2F-4CAC-A303-145C5D2B4F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DC080383-06F0-4CC9-B9B4-773765509B4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876A8F29-0D4F-4BFB-A8AF-BC9B53C11233}"/>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E2B0F14A-0403-409D-8FDB-2892956DE9FB}"/>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1092D00A-CB0B-4B19-9688-92AE59A569B8}"/>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DABC8090-34EE-401F-9B82-E9BEE9045CA1}"/>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C97A9C72-ACE0-4722-A40E-C673135F0A6F}"/>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F6B733B7-AE8E-4B2B-BDB7-BBDC926924E7}"/>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6E0EBC0-211E-41D2-8FF1-8C7FD374590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B3FD7B73-0B98-44FE-855E-56C04CA2D51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FA5C0A42-579C-4962-BBA1-B49BC21EC050}"/>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76E63F2E-B7C0-4D75-B930-C8FC248F9BCD}"/>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749B167F-1582-4632-A456-CF936837C07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BC23918-0134-449B-8222-D7759B5DE62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434B80D0-3BAC-4790-9F02-04B960798F47}"/>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676E5065-7B30-4EDF-9B5E-9E74DED691C5}"/>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F391D322-D43D-41F3-B52E-64B8AF2AB213}"/>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3E4843DB-D3D2-452E-ADE1-91E63EEF9CA8}"/>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95326358-1A29-4BF6-95DA-F375F0BF91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883211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BB0ABB5-B318-4D4C-A725-4E905031CA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52431293-9E8E-4F03-AF51-6E4218FDB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8E03F037-B45E-4098-8B0C-BE9757462B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949747E-C5B9-4CE5-AF74-1806B20FEF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2B5156B8-A270-4B56-ACCC-F16C5AECDF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379FD311-7B0E-4A56-AEC5-089C9A54B8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6F397A93-5B49-4662-B387-5153B89DB1FD}"/>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595A0120-C062-4025-9324-BA7CA96B0F9E}"/>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84F305A6-0BC7-4657-B1AA-F4D905D5676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8D369FF-4A40-43D0-B8A5-B22933D714F3}"/>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DE81EE7F-2815-49BB-AC04-AF29641C5B49}"/>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9083FC92-30E4-47D0-8185-2246DD1D5AFB}"/>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C91A7280-3331-4D5C-A322-4AFB8A9DCB3A}"/>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2307BE9B-C0C0-48BA-94A3-D184E0C1C1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57686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2026-10-21T14:14:42.2540000Z</dcterms:created>
  <dcterms:modified xsi:type="dcterms:W3CDTF">2026-10-21T14:14:42.2540000Z</dcterms:modified>
</coreProperties>
</file>