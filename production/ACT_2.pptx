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c756226fc1447d" /><Relationship Type="http://schemas.openxmlformats.org/officeDocument/2006/relationships/extended-properties" Target="/docProps/app.xml" Id="R43ba059188964c91" /><Relationship Type="http://schemas.openxmlformats.org/officeDocument/2006/relationships/officeDocument" Target="/ppt/presentation.xml" Id="Rba3ca1c995c445c5" /></Relationships>
</file>

<file path=ppt/presentation.xml><?xml version="1.0" encoding="utf-8"?>
<p:presentation xmlns:p="http://schemas.openxmlformats.org/presentationml/2006/main">
  <p:sldMasterIdLst>
    <p:sldMasterId xmlns:r="http://schemas.openxmlformats.org/officeDocument/2006/relationships" id="2147483648" r:id="R17be735587fe4f44"/>
  </p:sldMasterIdLst>
  <p:notesMasterIdLst>
    <p:notesMasterId xmlns:r="http://schemas.openxmlformats.org/officeDocument/2006/relationships" r:id="Raacf81d2f9484c9d"/>
  </p:notesMasterIdLst>
  <p:sldIdLst>
    <p:sldId xmlns:r="http://schemas.openxmlformats.org/officeDocument/2006/relationships" id="256" r:id="R8404e773622d436f"/>
    <p:sldId xmlns:r="http://schemas.openxmlformats.org/officeDocument/2006/relationships" id="257" r:id="R53435098222e4579"/>
    <p:sldId xmlns:r="http://schemas.openxmlformats.org/officeDocument/2006/relationships" id="258" r:id="R822c0deb84ec40c9"/>
    <p:sldId xmlns:r="http://schemas.openxmlformats.org/officeDocument/2006/relationships" id="259" r:id="R09f4295d14cb4c06"/>
    <p:sldId xmlns:r="http://schemas.openxmlformats.org/officeDocument/2006/relationships" id="260" r:id="R3f6d3107cbd84610"/>
    <p:sldId xmlns:r="http://schemas.openxmlformats.org/officeDocument/2006/relationships" id="261" r:id="R1b90766930ca424e"/>
    <p:sldId xmlns:r="http://schemas.openxmlformats.org/officeDocument/2006/relationships" id="262" r:id="R494ae9326dc64e9f"/>
    <p:sldId xmlns:r="http://schemas.openxmlformats.org/officeDocument/2006/relationships" id="263" r:id="R60ac74f7defd4732"/>
    <p:sldId xmlns:r="http://schemas.openxmlformats.org/officeDocument/2006/relationships" id="264" r:id="R94b5d8875ff94f56"/>
    <p:sldId xmlns:r="http://schemas.openxmlformats.org/officeDocument/2006/relationships" id="265" r:id="Rd23cf66d0b1d4b41"/>
    <p:sldId xmlns:r="http://schemas.openxmlformats.org/officeDocument/2006/relationships" id="266" r:id="R1abcf1d6c37f4c4f"/>
    <p:sldId xmlns:r="http://schemas.openxmlformats.org/officeDocument/2006/relationships" id="267" r:id="R36381972e12943f3"/>
    <p:sldId xmlns:r="http://schemas.openxmlformats.org/officeDocument/2006/relationships" id="268" r:id="R61da57c076b4470d"/>
    <p:sldId xmlns:r="http://schemas.openxmlformats.org/officeDocument/2006/relationships" id="269" r:id="R6adfc76577ec412f"/>
    <p:sldId xmlns:r="http://schemas.openxmlformats.org/officeDocument/2006/relationships" id="270" r:id="R6dfca10516c943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3f114ac5b84c50" /><Relationship Type="http://schemas.openxmlformats.org/officeDocument/2006/relationships/slideMaster" Target="/ppt/slideMasters/slideMaster1.xml" Id="R17be735587fe4f44" /><Relationship Type="http://schemas.openxmlformats.org/officeDocument/2006/relationships/notesMaster" Target="/ppt/notesMasters/notesMaster1.xml" Id="Raacf81d2f9484c9d" /><Relationship Type="http://schemas.openxmlformats.org/officeDocument/2006/relationships/presProps" Target="/ppt/presProps.xml" Id="R9a6a5983569a4345" /><Relationship Type="http://schemas.openxmlformats.org/officeDocument/2006/relationships/tableStyles" Target="/ppt/tableStyles.xml" Id="Ra2c43fb12ddb4a05" /><Relationship Type="http://schemas.openxmlformats.org/officeDocument/2006/relationships/slide" Target="/ppt/slides/slide1.xml" Id="R8404e773622d436f" /><Relationship Type="http://schemas.openxmlformats.org/officeDocument/2006/relationships/slide" Target="/ppt/slides/slide2.xml" Id="R53435098222e4579" /><Relationship Type="http://schemas.openxmlformats.org/officeDocument/2006/relationships/slide" Target="/ppt/slides/slide3.xml" Id="R822c0deb84ec40c9" /><Relationship Type="http://schemas.openxmlformats.org/officeDocument/2006/relationships/slide" Target="/ppt/slides/slide4.xml" Id="R09f4295d14cb4c06" /><Relationship Type="http://schemas.openxmlformats.org/officeDocument/2006/relationships/slide" Target="/ppt/slides/slide5.xml" Id="R3f6d3107cbd84610" /><Relationship Type="http://schemas.openxmlformats.org/officeDocument/2006/relationships/slide" Target="/ppt/slides/slide6.xml" Id="R1b90766930ca424e" /><Relationship Type="http://schemas.openxmlformats.org/officeDocument/2006/relationships/slide" Target="/ppt/slides/slide7.xml" Id="R494ae9326dc64e9f" /><Relationship Type="http://schemas.openxmlformats.org/officeDocument/2006/relationships/slide" Target="/ppt/slides/slide8.xml" Id="R60ac74f7defd4732" /><Relationship Type="http://schemas.openxmlformats.org/officeDocument/2006/relationships/slide" Target="/ppt/slides/slide9.xml" Id="R94b5d8875ff94f56" /><Relationship Type="http://schemas.openxmlformats.org/officeDocument/2006/relationships/slide" Target="/ppt/slides/slide10.xml" Id="Rd23cf66d0b1d4b41" /><Relationship Type="http://schemas.openxmlformats.org/officeDocument/2006/relationships/slide" Target="/ppt/slides/slide11.xml" Id="R1abcf1d6c37f4c4f" /><Relationship Type="http://schemas.openxmlformats.org/officeDocument/2006/relationships/slide" Target="/ppt/slides/slide12.xml" Id="R36381972e12943f3" /><Relationship Type="http://schemas.openxmlformats.org/officeDocument/2006/relationships/slide" Target="/ppt/slides/slide13.xml" Id="R61da57c076b4470d" /><Relationship Type="http://schemas.openxmlformats.org/officeDocument/2006/relationships/slide" Target="/ppt/slides/slide14.xml" Id="R6adfc76577ec412f" /><Relationship Type="http://schemas.openxmlformats.org/officeDocument/2006/relationships/slide" Target="/ppt/slides/slide15.xml" Id="R6dfca10516c943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0c8e4a856448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36141df1584d2d" /><Relationship Type="http://schemas.openxmlformats.org/officeDocument/2006/relationships/notesMaster" Target="/ppt/notesMasters/notesMaster1.xml" Id="R3cbe7d7adc854f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9aff72251241b4" /><Relationship Type="http://schemas.openxmlformats.org/officeDocument/2006/relationships/notesMaster" Target="/ppt/notesMasters/notesMaster1.xml" Id="Rcb0c6090189c43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1ef8d8c44c406d" /><Relationship Type="http://schemas.openxmlformats.org/officeDocument/2006/relationships/notesMaster" Target="/ppt/notesMasters/notesMaster1.xml" Id="R529d18d560d144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25e7d141254eb2" /><Relationship Type="http://schemas.openxmlformats.org/officeDocument/2006/relationships/notesMaster" Target="/ppt/notesMasters/notesMaster1.xml" Id="R5c2927c835474d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47f90a0a2841b1" /><Relationship Type="http://schemas.openxmlformats.org/officeDocument/2006/relationships/notesMaster" Target="/ppt/notesMasters/notesMaster1.xml" Id="R20538c657ae747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74844d30974194" /><Relationship Type="http://schemas.openxmlformats.org/officeDocument/2006/relationships/notesMaster" Target="/ppt/notesMasters/notesMaster1.xml" Id="R3ae4ddfe7ad342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6b4b4c6d284d93" /><Relationship Type="http://schemas.openxmlformats.org/officeDocument/2006/relationships/notesMaster" Target="/ppt/notesMasters/notesMaster1.xml" Id="R08c40761ec6449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713de841e449dc" /><Relationship Type="http://schemas.openxmlformats.org/officeDocument/2006/relationships/notesMaster" Target="/ppt/notesMasters/notesMaster1.xml" Id="R083fc187dab54a9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d7ff38b61e4a2b" /><Relationship Type="http://schemas.openxmlformats.org/officeDocument/2006/relationships/notesMaster" Target="/ppt/notesMasters/notesMaster1.xml" Id="Rc4dd660b255140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7d74d57b7c46f2" /><Relationship Type="http://schemas.openxmlformats.org/officeDocument/2006/relationships/notesMaster" Target="/ppt/notesMasters/notesMaster1.xml" Id="R2f30191dd1d749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ee3ac3a9634455" /><Relationship Type="http://schemas.openxmlformats.org/officeDocument/2006/relationships/notesMaster" Target="/ppt/notesMasters/notesMaster1.xml" Id="Re506d049d2a34c8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16ca3e1cbf4ada" /><Relationship Type="http://schemas.openxmlformats.org/officeDocument/2006/relationships/notesMaster" Target="/ppt/notesMasters/notesMaster1.xml" Id="R21979752454746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86e8b204f745d3" /><Relationship Type="http://schemas.openxmlformats.org/officeDocument/2006/relationships/notesMaster" Target="/ppt/notesMasters/notesMaster1.xml" Id="R258ab0848c654c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808c9faf6a34349" /><Relationship Type="http://schemas.openxmlformats.org/officeDocument/2006/relationships/notesMaster" Target="/ppt/notesMasters/notesMaster1.xml" Id="Ra6da7bfef5c54a0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1690652efb40fb" /><Relationship Type="http://schemas.openxmlformats.org/officeDocument/2006/relationships/notesMaster" Target="/ppt/notesMasters/notesMaster1.xml" Id="Rfce3f6f7b68f40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404d80f55b41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16b1c87ca949d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80accd56c6433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ffa7145a0b440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eb9087f3364d2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db3134e85649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F5E01CA-65D0-4F32-B04D-400564002C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4D6B20F-7ED8-4D0B-A7D3-8C6B21A42C7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793E5D3-AEF7-4189-8389-089F537FAA7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FF24DF-C626-4D16-A623-6DE0EE23014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FECA37F-E0DA-4047-B808-D41D5DCB7B8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552A064-2ED4-49FA-9196-45270F951F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4294A4-8886-44EF-B059-151DFD900AD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597F9B-153C-4A23-947B-07282666BCB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EFAFB5-2269-4111-BAB9-3444D5ECC5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08A8D7-08AD-4685-BB75-B885AB2D88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dec7b12cc348ec" /><Relationship Type="http://schemas.openxmlformats.org/officeDocument/2006/relationships/slideLayout" Target="/ppt/slideLayouts/slideLayout1.xml" Id="Rdc2f3b73bbb24ede" /><Relationship Type="http://schemas.openxmlformats.org/officeDocument/2006/relationships/slideLayout" Target="/ppt/slideLayouts/slideLayout2.xml" Id="R8161d9f8f5e44545" /><Relationship Type="http://schemas.openxmlformats.org/officeDocument/2006/relationships/slideLayout" Target="/ppt/slideLayouts/slideLayout3.xml" Id="Rbbb9e601a0e54d7b" /><Relationship Type="http://schemas.openxmlformats.org/officeDocument/2006/relationships/slideLayout" Target="/ppt/slideLayouts/slideLayout4.xml" Id="Rb3ed29dc22734aa1" /><Relationship Type="http://schemas.openxmlformats.org/officeDocument/2006/relationships/slideLayout" Target="/ppt/slideLayouts/slideLayout5.xml" Id="Rf359d2b469fd4946" /><Relationship Type="http://schemas.openxmlformats.org/officeDocument/2006/relationships/slideLayout" Target="/ppt/slideLayouts/slideLayout6.xml" Id="R7d76907f985f4a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2f3b73bbb24ede"/>
    <p:sldLayoutId xmlns:r="http://schemas.openxmlformats.org/officeDocument/2006/relationships" id="2147483650" r:id="R8161d9f8f5e44545"/>
    <p:sldLayoutId xmlns:r="http://schemas.openxmlformats.org/officeDocument/2006/relationships" id="2147483651" r:id="Rbbb9e601a0e54d7b"/>
    <p:sldLayoutId xmlns:r="http://schemas.openxmlformats.org/officeDocument/2006/relationships" id="2147483652" r:id="Rb3ed29dc22734aa1"/>
    <p:sldLayoutId xmlns:r="http://schemas.openxmlformats.org/officeDocument/2006/relationships" id="2147483653" r:id="Rf359d2b469fd4946"/>
    <p:sldLayoutId xmlns:r="http://schemas.openxmlformats.org/officeDocument/2006/relationships" id="2147483654" r:id="R7d76907f985f4a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de799bf008f4abf" /><Relationship Type="http://schemas.openxmlformats.org/officeDocument/2006/relationships/notesSlide" Target="/ppt/notesSlides/notesSlide1.xml" Id="Rba806d585e2443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9b644f99dc44e3" /><Relationship Type="http://schemas.openxmlformats.org/officeDocument/2006/relationships/notesSlide" Target="/ppt/notesSlides/notesSlide2.xml" Id="R1e034a033e9d48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1240ee68a38400b" /><Relationship Type="http://schemas.openxmlformats.org/officeDocument/2006/relationships/notesSlide" Target="/ppt/notesSlides/notesSlide3.xml" Id="R1272465688b343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fa69da07f414054" /><Relationship Type="http://schemas.openxmlformats.org/officeDocument/2006/relationships/image" Target="/ppt/media/image.png" Id="R45dd1ac11720439b" /><Relationship Type="http://schemas.openxmlformats.org/officeDocument/2006/relationships/image" Target="/ppt/media/image2.png" Id="R0ba84b16e4ca401c" /><Relationship Type="http://schemas.openxmlformats.org/officeDocument/2006/relationships/notesSlide" Target="/ppt/notesSlides/notesSlide4.xml" Id="R98800bc2a9a5477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460dc4e0afc475f" /><Relationship Type="http://schemas.openxmlformats.org/officeDocument/2006/relationships/image" Target="/ppt/media/image3.png" Id="Rc372d4b9c8ef4124" /><Relationship Type="http://schemas.openxmlformats.org/officeDocument/2006/relationships/notesSlide" Target="/ppt/notesSlides/notesSlide5.xml" Id="Rf1a1331ae41e47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0e124ca85744483" /><Relationship Type="http://schemas.openxmlformats.org/officeDocument/2006/relationships/notesSlide" Target="/ppt/notesSlides/notesSlide6.xml" Id="R98e4c6381fda416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1f1d5bb110040f1" /><Relationship Type="http://schemas.openxmlformats.org/officeDocument/2006/relationships/notesSlide" Target="/ppt/notesSlides/notesSlide7.xml" Id="R6b1153155c4940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39715ae3584d61" /><Relationship Type="http://schemas.openxmlformats.org/officeDocument/2006/relationships/notesSlide" Target="/ppt/notesSlides/notesSlide8.xml" Id="R8c9d7a91435f41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89195d2614f4224" /><Relationship Type="http://schemas.openxmlformats.org/officeDocument/2006/relationships/notesSlide" Target="/ppt/notesSlides/notesSlide9.xml" Id="Rda7d1f35ff5149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4f588ec1854dfd" /><Relationship Type="http://schemas.openxmlformats.org/officeDocument/2006/relationships/notesSlide" Target="/ppt/notesSlides/notesSlide10.xml" Id="R92b21448158647d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e13676c7b504202" /><Relationship Type="http://schemas.openxmlformats.org/officeDocument/2006/relationships/notesSlide" Target="/ppt/notesSlides/notesSlide11.xml" Id="Rd215b2a751044fd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10b696e4fd04fa1" /><Relationship Type="http://schemas.openxmlformats.org/officeDocument/2006/relationships/notesSlide" Target="/ppt/notesSlides/notesSlide12.xml" Id="R9092989e37f445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334a0d2bfb54d61" /><Relationship Type="http://schemas.openxmlformats.org/officeDocument/2006/relationships/notesSlide" Target="/ppt/notesSlides/notesSlide13.xml" Id="R4e63fcc2f51a4b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a3af72d6aa642d5" /><Relationship Type="http://schemas.openxmlformats.org/officeDocument/2006/relationships/notesSlide" Target="/ppt/notesSlides/notesSlide14.xml" Id="R054fd45c5525446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228591c844422f" /><Relationship Type="http://schemas.openxmlformats.org/officeDocument/2006/relationships/notesSlide" Target="/ppt/notesSlides/notesSlide15.xml" Id="Ra3ed7df1ba4b49a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8F921BB-4E41-48BC-8C42-E05C8D167E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3A683694-F909-4421-90CE-AB99B53FB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6DD3C91F-6AC8-49E1-95CD-1DB421B971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0177FE3-392C-4110-B16A-86F24162A4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5691C56-E46F-4B64-96C5-46BDCB94F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A9CA6E39-49D3-42CB-A2E1-BEFDEB04BC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0A38087A-5FA2-4F7A-9E04-3D581F34C13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D33A88D-CD9E-4FAE-9A12-812D1537AF4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9483A69-27B6-4E72-9614-2C722A12013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4BF2D59-0D9C-46CB-A7BB-6C0B23855E6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19F91E0-4BA0-49F4-BA06-12475BC3DF5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35213B1-D0C8-45EC-AA5B-5C25940C1C81}"/>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164CE2F-1C49-446A-9312-50546A66A71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3BCF5A4-907F-441B-8309-DE904FB9285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367FCEC-220F-46D6-815C-448BA378D64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9095DB4-D831-4F37-9740-6228A8031C6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DEBD07C2-CEBE-48EA-A01F-CA1CA83C45B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3B37F46D-FE84-4DFE-B80C-8FAE9D31D061}"/>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2324A7A-5AAF-479E-8A2C-4CAC4E795B0E}"/>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C2DD544-D995-4EED-BFFD-F4FDBAA36335}"/>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867AD6D-D622-497E-A16B-0BC457D1746D}"/>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0163A8D2-F4F9-4065-9A3B-FD2363EBC42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9AB40B6-9FDF-4486-A138-3CBD219459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53218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DBFD39CF-CB8F-4FD4-AD39-20E5B391C2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6BFC059E-E864-4243-9132-F38D8F7528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E13F10C0-2EA6-47B7-9832-4A12FB3B7F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9AFA5E0-332A-45B7-813E-F9D03D5A43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9B8044C2-DAF3-44E2-93F5-2288B95BA6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D76CE41-7308-4F59-B9BC-70117A8735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D257039B-EE02-44DC-8BD5-1A9269C9849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BE9372C-3BA4-4977-B0FA-83A4BCCF1B73}"/>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B30F746E-4181-4EAB-BDB0-453036ECFC7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E85D9664-982B-4DD4-83BD-B2E74947F6E2}"/>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DABCF15F-585B-4AF8-A450-1271D07C86B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EEBC865-7B00-4EC9-A8B5-896A2D9EBDD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8EC3BD3-C882-4AD7-9710-BAFF371750A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C1E46F0-99B8-494E-882F-7EDCCD9EFC7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851D023-6C00-4414-9035-63625444A5E8}"/>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0050F6A-71ED-428A-9CFA-0E46DE3EA63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BDC2255-2F5C-46FC-B4AE-496E1111698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F9A3B81-7409-4DA8-9C3D-30D13DCD12A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37E18AC-8DC8-4034-9F30-2A74EE3A16D6}"/>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DBD23CE-3218-4293-BF52-043B3D852D6C}"/>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A34AC23-4AA2-4DDC-9976-75040E3A226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EE79252-7371-4BCE-AAB1-44CB43B01AD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BEFE3CB-7B42-46C7-9EF1-AC4CA0DF2C4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761D476-3584-4563-A7A9-BFB748EA897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AC009C7C-76AE-422B-96A9-F8500BD6332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C6D1CF9-2991-431C-AA49-560E626C6D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848713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FCBC6A-D76D-4D55-A16C-947F3774E5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A473FF23-54F1-494F-9541-5CE57F0ECE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43E40748-69E1-44B3-B56F-932EE44913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10DFF6E2-35EC-4A70-B419-D3293B5177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C8DAEC2D-7413-431A-B2B3-7CD192E867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67010625-43F5-4F9E-BA81-43228C4778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4D5B39EF-E50C-45F8-94BC-81CA5298434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A09EFA0-FA81-4F22-A474-B52643105760}"/>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3CE0AD28-71F8-4FBE-842B-8967BBA206F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95D65C26-DA31-4BC5-8F5D-93950E93C837}"/>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15C5179-FDD1-43C2-B602-B164EE034485}"/>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B08CC3C-BFE5-470B-A785-B253F6DC3BF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A11378B-1819-4D30-A16B-D36FC571EA65}"/>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60D2321-0E3E-44DA-B0DD-D419A480769C}"/>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28D0006A-C28F-477B-98B4-E4A54AF5494E}"/>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660A1AC-8F42-479F-A76E-71EB48765E5B}"/>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C5562E7-95DF-4E3D-8AB0-8AFB750E7CF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4FF1FE7-9859-4E51-9E91-2A0398AF858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BE17F4DD-973A-4DA3-A976-5356AD70923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536DF731-FDDF-44A2-A05D-268DAAA82F1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05593A9A-46CC-4FD4-851C-A5A2E3BEABF7}"/>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7F02417-7C41-472D-B662-E33497D280B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CDD1FE12-A7E5-41F6-9B68-852146BD1509}"/>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D0A28FD3-DD74-4D0F-B7DF-06216E4A457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00D698F-75A2-4722-BD36-980E984114C4}"/>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C2DAE4C-F2AE-4EF6-81F5-3E280E3DB62F}"/>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3D299881-0482-4C0B-97E4-05353EE58F87}"/>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7009E9F-D7F6-4321-8C20-43ABEB1301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489795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E659810-815D-4105-95F4-6FA85E5612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58D03CD8-7014-4413-9A63-FD32DE1F1E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2FD08AC-215E-4A85-B94E-F9822039A1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53A1C40-E6A1-48B4-95D8-F9C381A26E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3FE4FBFA-03AC-4322-90EC-F5E92B7B63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3F9A9D9-21E0-46B7-982F-B43EEB2E85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4DB54A0-1E57-4A83-B4BD-68ACD9D5E98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843D956-A3F4-4092-8386-3C3997AA4545}"/>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EE2626D9-84EF-4952-911C-04285B21315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CCA1C12-B9F5-4A8C-B343-89DBE8734832}"/>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2B79BB4A-18FF-42CB-9A2C-8FA9FEC4B1E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F328071D-2E38-4CBD-AA93-962A3F46364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6C1B470-BE9F-4998-A9AD-6C5B73550FA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EDE34BB0-C915-4A51-B0F6-05AFF32A7DB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E1C14CB-BFC5-427F-A05F-C5D3F5809B5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A33E3085-91CA-43B2-BB27-03F18056C08A}"/>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751CCDF-6327-4AF6-A67F-946B42A91603}"/>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4F0AB6-4D6A-48BD-89B9-5BCF18487DC1}"/>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6D8E107-2E6D-47B8-8DA9-FD856870EC6A}"/>
              </a:ext>
            </a:extLst>
          </p:cNvPr>
          <p:cNvPicPr>
            <a:picLocks xmlns:a="http://schemas.openxmlformats.org/drawingml/2006/main" noChangeAspect="1"/>
          </p:cNvPicPr>
          <p:nvPr/>
        </p:nvPicPr>
        <p:blipFill>
          <a:blip xmlns:r="http://schemas.openxmlformats.org/officeDocument/2006/relationships" xmlns:a="http://schemas.openxmlformats.org/drawingml/2006/main" r:embed="R45dd1ac11720439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1DE67E6C-ADBC-43EB-920B-E843183D8C8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DE4893C-925E-46F4-873E-1D1A9CD4091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ED02097B-4551-4AC8-82CB-D85031CFDE8B}"/>
              </a:ext>
            </a:extLst>
          </p:cNvPr>
          <p:cNvPicPr>
            <a:picLocks xmlns:a="http://schemas.openxmlformats.org/drawingml/2006/main" noChangeAspect="1"/>
          </p:cNvPicPr>
          <p:nvPr/>
        </p:nvPicPr>
        <p:blipFill>
          <a:blip xmlns:r="http://schemas.openxmlformats.org/officeDocument/2006/relationships" xmlns:a="http://schemas.openxmlformats.org/drawingml/2006/main" r:embed="R0ba84b16e4ca401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001750C-9E3E-43C8-8C70-236B84BA49C6}"/>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C7391494-95FF-4462-813C-94B425156B4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A8B89C3-3D05-4106-B14B-79B7F796D7A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21044F98-04A4-4CC4-965A-581BCF68CC53}"/>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DBFC47E-A17D-4A00-AB6C-477CBCA95782}"/>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2515308-201D-470B-B075-35EE715404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335334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056F09E-DEF0-4EE5-BB30-3D098D056F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57CB46FC-399F-4E15-BB43-36D4FAFDBF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35918D10-F460-4A9C-8FD5-C044B6A729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0D574BFF-208C-49DF-9587-43B5C50F33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DEB92FA2-CDB3-4BBB-B9DF-6DDDA76844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E2C4030D-9C25-431D-B3E1-D272DCF25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CA643323-3D16-4015-AC22-912C95325430}"/>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878C5C0-E0ED-45DF-92FE-F578DE884AD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BA0BF1A2-C646-40DB-9C27-7FE195467EA6}"/>
              </a:ext>
            </a:extLst>
          </p:cNvPr>
          <p:cNvPicPr>
            <a:picLocks xmlns:a="http://schemas.openxmlformats.org/drawingml/2006/main" noChangeAspect="1"/>
          </p:cNvPicPr>
          <p:nvPr/>
        </p:nvPicPr>
        <p:blipFill>
          <a:blip xmlns:r="http://schemas.openxmlformats.org/officeDocument/2006/relationships" xmlns:a="http://schemas.openxmlformats.org/drawingml/2006/main" r:embed="Rc372d4b9c8ef412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BEB7C339-0CF9-4FF9-AD19-F3DE46688E43}"/>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67771B1-F404-4939-AED9-A55D754D75E3}"/>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A42D0B3A-80B1-42AB-A810-106E6E6E798A}"/>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D0660DA-35B9-4D4E-A6E4-490F6C8AF93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139E587-9309-4708-92A3-4DBF3BA7437A}"/>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ABE44B87-8C73-4D95-B790-3EFB960DEDE6}"/>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6508992-201F-4838-802F-8AB49172D63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41257A7-8BF2-4612-BC1B-5D967F6EA06D}"/>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1CAB4834-0DB3-46CB-B3B1-0F6543F4A968}"/>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BC223862-AA97-4D5C-B86E-46B882C73F8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64D595E-2C08-4835-89EF-12EBBB00B7F4}"/>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3A8581B-7D84-45F7-8F97-D1A89041D8D9}"/>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1854F735-272C-49F9-9ECE-4D334F5E2805}"/>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EF147673-DAC2-4674-9D86-82F245FD0B57}"/>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D87224F-3A0B-4A27-8896-BB8B331B538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EA8189EC-24D9-4EAE-B954-0F04A985597B}"/>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E7182B5-E64B-4F0F-ABB8-690513A37F54}"/>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29A5B027-BB9E-4B7D-B53E-478F84AC6403}"/>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E6A7F16-79B6-4CC9-AA42-99C4EB00E6CE}"/>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E59D94D3-0706-41B7-8585-84BA7483A9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297383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4E76042-5C6C-4123-9B87-A8B9A6E09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D5768C77-8A8E-4809-B77B-B6AAD40BCA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4DE4F426-143F-463D-9229-9EDBA18DCA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14C88BA0-B814-4AC5-8EAD-E7E6209847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64A92567-5791-445E-8330-951BA6BD24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4631910-8F71-4854-B201-DF7031DF18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3CB3B65-99C2-41B6-B38A-6F4310BDA25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636BA0AF-E43D-4A34-94FC-87529F4BF75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C2B4FFDB-5AA4-4625-B829-E27BFE1E9397}"/>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4416C5C-AD9F-457E-91C6-C60EBB171CF3}"/>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BE4B184-9F6D-4835-A6BD-71D01E2393D3}"/>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2E5E8D4-BF22-4688-9361-E1DBD7B988C7}"/>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58FFBA40-CBA8-4A1D-931D-1084A8DCA0E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E44FDBE-C97E-4FFF-B814-B0B0A68A5711}"/>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4DBE254C-9D0D-443B-9EE4-B9332C972ED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884FC6C-0DE2-4AC4-A15E-ACA14079FC15}"/>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F340A494-C951-4D4B-ABF8-40A21E4C2AE5}"/>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F181FEA4-7F1D-4518-9689-DDF2DF0364AC}"/>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61A03F43-118D-485D-8A0E-F2C79E23E5A0}"/>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3032AEE-9A42-44E8-9264-2991DC80BC69}"/>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83862569-AA5C-4DF1-BB93-4D55DF889242}"/>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F8B75A4C-8907-47B8-910D-6F0C623DE9A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A66E24E-312B-4FE3-8F65-402761CC0E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151185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C343515F-3CF6-48A3-9DA0-91FA56E56E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F11F073F-56D6-4269-97E8-0DE9C753D3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1A50DB60-CD87-4BEC-8870-DE784A74B2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C4092BF-2015-4B26-A36A-DF52055011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2333056E-A619-4E20-84EA-70FF24BD3E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CEF1904C-3D73-4252-B3ED-4757F969AF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5942E6F8-AE7E-41F1-84BC-85CF42EBA7DC}"/>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F0177BC7-180E-4B44-8CF3-0EF56627E09B}"/>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3C9C67A9-E0E0-4F0C-A72B-131D1E37FAF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FFC2EFA6-293F-4318-A982-559890D0024E}"/>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9CA0D02-EA14-47B3-9721-36C1080C4C4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5D037CEC-9D1C-477E-8EAE-D8957F2EDFD2}"/>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5A1888A8-62FD-463A-A5AA-ED64EE0345E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F407EFD-3050-468B-85C0-91BFA7864DB4}"/>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B51DB205-AB3C-433C-99BC-03AFAC2CFA12}"/>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20E097B3-DFA5-4DF3-8E2B-A6763F5583CE}"/>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714AAC30-8526-41DD-B492-6310CE6D817B}"/>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CF7A26EA-B3A3-4893-9F3C-51ACE28EFF35}"/>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CADA596B-7C7D-4A1B-909E-D4FAB0106DDD}"/>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5C704221-1400-4110-9C22-999B58233AA8}"/>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B5090898-A2DE-41B8-9C27-670535B497CF}"/>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9065ACC8-DA42-4C79-B5E0-3AE5480E2505}"/>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0CD9E12B-5EF8-4629-A29D-A061AD726E87}"/>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E73218D7-47C8-45CE-86C3-6649482D546F}"/>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F1820DC9-568E-442F-897D-C26AD5B7D8EC}"/>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B47AD18F-0A97-47C6-934B-094F61D2B0E7}"/>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C80B7258-E431-432C-8D34-DE01464A19D9}"/>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25B03402-4656-449F-AFB1-3E85D313EE9B}"/>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DDA342BD-6C0C-4E45-BAA5-36AFA1EE6204}"/>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CC832C4-F1F6-4296-94F5-AACE96B80DB7}"/>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F27C6477-B047-41B6-9FA0-3B88F545DE44}"/>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03807D80-284F-45D4-B91B-BD9302812BBE}"/>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9E3D9B13-DA50-4DD4-BC59-05C088327B03}"/>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03ACE18B-C9F4-4F0F-AFBE-B2446AFAC7B0}"/>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CDA01D5-4479-4272-A6A9-C00DEA3DA160}"/>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5C971849-98DC-47DB-A344-E44BAAB3FD66}"/>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C5BEB4CF-BB6B-417C-97D9-1105ADB964F0}"/>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2C1768BF-B0C5-4700-B060-66EB8E2D6D22}"/>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7403902E-9A95-4448-8CD4-3827AC25541D}"/>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8F29EC96-C7B7-4694-9C9E-DC7461E34970}"/>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876282CC-8C2B-4A1C-97EE-8F2BF2C915BF}"/>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6AFFC3BB-5CFC-4554-AF23-48DC6F2D0585}"/>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7EFB654A-BA15-4E62-B9E4-454073B304F2}"/>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778FE852-8D69-48F3-AF39-1CE44C2D723A}"/>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62CAD77F-3385-40C0-9947-91F5A58DC9F8}"/>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835B18A9-AAFD-47D6-A09E-F6FDCB674172}"/>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2BC77EAC-7642-4534-B172-156F77732782}"/>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54BFAC72-4C19-4792-BEA8-56A6879DA4FE}"/>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4BD154E4-B477-47BF-8E72-21F11142038B}"/>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F4D2C640-9830-489C-857D-3B03C4632960}"/>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61961901-B1B1-48D5-B43A-65AABF8F185D}"/>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BD45E751-5D64-4BCE-8270-B1AD34ECD9C9}"/>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5FB7C9B3-D190-46B1-9F9C-91236057D3E3}"/>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3EB2F5EF-97BC-45D4-B874-9C42888F18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896528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F4EBB010-99B1-4A26-87D8-D2CA250613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B3989C34-7CCD-4735-906A-5CB700630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83EA06F3-75DE-48C4-BC97-C5C5FA350E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3D66460C-715A-4236-BB61-207525DF10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0C160D9B-06D1-4065-8768-3CDC59AFC8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E505CE1E-BB89-4B0C-ABD4-C354E0D097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D5CAEE96-F70A-47F2-96A5-361C55176E4E}"/>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244D0D08-0381-47BE-A239-693B91976EA2}"/>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3A0C693C-75CC-4155-AAEC-4F6BFD8BF5A6}"/>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49A439D0-F2A3-48E5-A860-9F12C581B1AD}"/>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8832B1D0-A5AE-4C77-B6FD-2A87C7BDC0A4}"/>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8B5376DB-EB6E-4A9E-9675-1E0C880F0CD3}"/>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C5FFE2EB-E66B-4EF9-BD0E-F47B9E44ABFD}"/>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E709A92E-00DE-4E2C-BCE1-3F54F69DE8EB}"/>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250ACA62-77EA-4908-A450-FDC6C448C012}"/>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63DF5ABD-11CA-4D14-AB03-2A95D8E45B71}"/>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7F0282F-C50F-4DB5-A779-095CF71FF560}"/>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660A01D-E19B-4D35-AF8B-DE836F804C38}"/>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02896BE3-AB58-4630-A62D-48191CDD8505}"/>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2DF93637-29E7-4BB2-A17D-44BAF7E21CA4}"/>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5B9E4B7-9FB9-4A25-B3FB-EE4645AA3B8E}"/>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D06C0E9-D919-4AD9-884D-ED28D73E7451}"/>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08843D3F-B005-4657-B7A3-FB69536C1C42}"/>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CD27A8E1-CA80-4019-8F45-5149938F6060}"/>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D23367F-985B-4980-8D3C-283C2673C5EA}"/>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8BF170E6-AE9B-4C40-AE38-E48ADB5F8488}"/>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68131EF5-EE5D-42B1-A395-90E116738143}"/>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2A705BAB-AA85-41EE-A868-70B84FBF7759}"/>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A89E071-1369-4FBD-9E0B-78B1D3044DB1}"/>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3DECC5D4-99B0-4556-A32E-09A9A1A7BD86}"/>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9786EF17-48F0-4ACB-93EF-6B867B30F134}"/>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B330FF1E-896C-4862-B3AB-79DF169364F8}"/>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739E5E21-9406-4880-9CBD-322066008EF1}"/>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938DF571-78E4-4C4C-80A2-08B9FC2EF9B7}"/>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BF6B183D-28EA-4988-B9EE-0F2FE3CEDA88}"/>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47A79669-B619-44D7-BE71-EDE89C4FADDF}"/>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23646A24-0BD2-493C-A77A-528300D9FE64}"/>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357E00EF-1B17-4152-B1E6-2A63D8CDD28D}"/>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21FF6CA5-17A1-4BCA-8B0C-E59F197E69CE}"/>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90FF074E-7D23-4AE4-9414-B053B746DBFE}"/>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C56FFC1D-3062-4210-A5AB-74F7B36FF5A7}"/>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F2E66D8D-5CA5-4A12-ACA4-42E8942711E9}"/>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17A2F683-6F73-4D9A-A652-FF0FF59BA0A4}"/>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E58846EF-5E2A-4899-A31D-EEA80D9C768F}"/>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F194EC31-21D3-4384-A9E1-12ECB02A79F7}"/>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C98816C7-406A-45BD-8BA1-A20474448D98}"/>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7C05958A-2A95-4EDF-B21B-E2EEE9FE0049}"/>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43409DDE-7C24-4426-ABAB-E57F1D95B45B}"/>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59B4CDF5-0446-495C-B67A-FB3664BEB3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918271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5B64178C-4728-4C1B-8EDF-B3780C3F6D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E5DBE012-CE15-44C3-BB70-7814E9796D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B6D7A096-B818-468F-B6B7-F018B1B780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E1E3AED7-180E-4172-A2B1-2243C428E2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EB3F13EC-68D6-4925-B56E-92F67E4718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8F5782BE-52CE-455D-AAC2-7BB76FCB6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1086F681-60C1-4ACA-ABD3-7772765478C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F24C91D2-3575-43CC-BEEC-129297ABE0B9}"/>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CE3A6688-EE50-4916-A4BB-E2267564324E}"/>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A6B69A64-DE94-4BA8-8EE5-A43E4FE790FD}"/>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56A76367-8F1C-438E-83D7-BE118FAF055D}"/>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5A6E60BB-439E-46E3-9DD1-387C0A60E55E}"/>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80767B60-F423-4674-B429-D8F9DE5C9C9E}"/>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EED7FDFC-F5AC-4E3B-BE79-3468CA15DEA6}"/>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BE1AB0-5EF1-4777-93E0-4989C21AFCF8}"/>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77078491-618A-4CCF-AB2D-B0F45CD07266}"/>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76F6DE9A-96FA-492E-AAD6-C04D4DB0DE24}"/>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85286595-21B6-45B5-B830-BDBCE3D9BFC6}"/>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E1B1C62D-47C5-4C07-933B-295F51E5AC06}"/>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C3AC523E-91D7-4C7B-8E14-FFC2E535BB60}"/>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2C667D3-C349-459A-9543-D2DA57AA319F}"/>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0FAF3A99-635B-4E2A-B32C-444A8E8AE0C9}"/>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FA5854B0-25E5-4A2E-81FA-23F7F51E5038}"/>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328149C6-E45E-439D-9752-99E58999FBA0}"/>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6FC231C7-E8CA-48B2-AE23-B138CD56C4CA}"/>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7BFDC19D-5E62-48F7-A1A0-DDDA3EEB0A8D}"/>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722AE944-DFA1-453B-AA83-8BA31AF7A221}"/>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EA01C493-44A5-48D1-895B-25076914AD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281286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D0CA8490-D9C9-4D41-B71A-A37A15950C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95925310-D7B1-4892-84D9-E80FC3C176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21E68601-E40D-4E1A-B154-DDF55E0BA5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9E236FE-B154-4C7D-AB43-5C11D361FD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ECA1A91F-14B9-4534-840D-8B367E3673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4F53077C-D641-4581-985F-4236C0C3A9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8693E6CC-81DC-4B58-91AB-CAEB61FD7F0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F6C3427C-6AE0-4DAF-9F8C-D929F0D9B8DC}"/>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CEED4E08-C9B8-4E07-AAFD-5C6BAE41B174}"/>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4788F501-7915-475C-ABB3-DF02325D1CB1}"/>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14F9F722-FD8C-4B0B-BCC2-1F040CAE0D42}"/>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3594D507-4B00-468E-876B-B86CE49E0396}"/>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16555042-82BC-431B-AEA1-0605FF89F45F}"/>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FFF47FA9-CC75-49C9-AAD1-31FA66000F8B}"/>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0B40C315-82B6-4367-9E3D-967A6F4B13DF}"/>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04409921-A81A-42A2-9D47-8F07FE65FD71}"/>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47E4AC54-DA6A-4900-9794-0C6DBF666D42}"/>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90549220-5DBF-4886-BB6E-BB685DAAA05C}"/>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90F6E70E-6CB5-4249-B648-5D6C54098C32}"/>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9C8BF57F-B1BD-4C3C-B062-809B2C353409}"/>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5CC2F4DA-9953-4544-9379-9B2DA51F254C}"/>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D6BA5FFB-7CBB-4CAD-ACF6-CD195CDDA8EE}"/>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BC2ACF45-5A7E-4216-91F1-89300940B2C3}"/>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07AD60D0-DA39-42A9-AD70-78633796B7B6}"/>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D4F40AC8-2CC6-4C46-B7CC-585D4D1AD1C3}"/>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1F315E7F-0311-4171-804B-B295401E5CCB}"/>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C697C5E0-77D9-44B2-B429-CEA1E485034F}"/>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2D193889-7E29-4F2E-9BA9-546632D79856}"/>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F90F0382-C7BC-442E-8900-3C7C4872F6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968295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5D1EF67-4A12-4CD7-8DA2-CA6AB98B5F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F90185DB-B2EE-4D56-81BD-242045ADC6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9B784708-7A36-45B4-872C-C2BD1AD7BC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6500372-97AA-4F6F-A94E-B4CD35770D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85274956-091E-4BDC-A835-22A33DC56C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BC91DDD7-ED53-47FC-BFD5-2ACDD2F947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60A91DC6-F71E-4A6F-9D90-6D0CA982047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E865A21A-D845-4E38-9625-81FCD807B208}"/>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35D0841D-DC03-4B8F-9000-EEE2810CFA97}"/>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79271750-4418-4744-BDEC-BCCE6580761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C670B139-6F25-4939-87A3-09BB4DE0D47D}"/>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B935107B-EEB6-4F2F-AB30-3079269D1530}"/>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A6DA17BB-8F94-4ADD-8911-64B64FC660C9}"/>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48E421EB-A127-4072-A0B8-F84213EE2A23}"/>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6AE372FB-4A32-4B35-8F49-E4A74BF39494}"/>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6149F8DC-702A-422D-BB6D-745C45486ECA}"/>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1B8CB760-EA4B-462F-95AA-2774377C662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44E43A9-2078-43F2-8628-88846289C799}"/>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C001519-51A8-4BB6-AE3A-7B4EE28029EB}"/>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6858A85E-A2F7-41CE-954B-2968375E88E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E66442D-9B22-485C-93E8-EBBF61FBEC78}"/>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1DF474B-F786-4708-A4DC-16624BFD896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0D16783-E40F-45EF-9FB7-8CAAF897D320}"/>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B1F0FB6E-0D3D-4C0E-A732-1370A699EA26}"/>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4E1A27E7-C9C1-46A4-8ECE-003B6518F394}"/>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38F80AF9-0318-4072-94F0-D4BE017DA1B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3BBF13F-EE0A-48C6-8809-7A5EB906ABEC}"/>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4589B00-1007-406C-9DF8-8335801086A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5B91ED3-D6B6-420E-8C9B-E8DBE00DD69A}"/>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E2560507-206A-4D02-8057-CB547902768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DA49FB3-3F12-4C4A-AB48-D6C04D5B2294}"/>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61A0F32E-260D-401F-9F41-08AA2B806F4D}"/>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10CBF0-D2AB-444B-940D-220F53F788C7}"/>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E458A909-21E1-4277-BAA9-B5F2E905C0D9}"/>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A401FD08-0D66-4B4E-A9FF-E3002D72DF5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B97ACC9-AD8E-45EC-8AD5-6A4B4F659D60}"/>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14AF0D2B-21B9-4958-9C95-346577BBAFDC}"/>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6B6BD65-3B6A-4685-92C8-3F0248ADF129}"/>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23E49A1-B01D-49E5-9D76-2B9242FC2988}"/>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AED388FD-6DE2-4C8C-9F75-DC88DFCC3F3B}"/>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8772761B-5CF5-4D56-891D-3A76780F4D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073699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AFC09601-B7EF-4363-A492-454965AF06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EB063FA4-41AA-4A07-A73A-38CB735FFD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17736D89-FD64-4837-A91F-F163A72503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90E5542-911F-4CAC-B9B8-0E74B6504B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4919A7A4-54B7-46A8-AF4F-19455EDA90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EC4C923-6621-4518-BD4F-A7776B7A57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31C8ECE7-931F-4569-B094-9F3A98901FD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357729E-2AD6-4C17-95C6-4CBB482FD65C}"/>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A9FB4215-81A8-47F9-B351-DB6E957EE6B3}"/>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1A1C95D6-D4BB-4008-AEE6-B80ECAB45F2E}"/>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1AB09A89-86DA-4D3E-9117-182E68A5FED2}"/>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8A5D60-E381-428C-8448-DAF0161BD388}"/>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5DC5141D-CF12-42C3-8C01-7A1272B07CF9}"/>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2AA2FB6-0BCE-4E87-B2BA-55B592B9B461}"/>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4F62832-1A12-498A-BD78-A607AF4ACF5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121A3E8-0014-4C4E-8C7C-5441C8713F98}"/>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F5604C2-2675-4771-BEC1-EBE4D9B6BDB8}"/>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1ADBB820-CD07-4D08-A0F2-67877E82A716}"/>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FBFF3D31-4419-4307-9769-C435DEDD6C3C}"/>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8DF65B27-2002-4666-9974-65FD4823F19C}"/>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03C742E-0CF8-4179-845D-E0C87C15375E}"/>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34AD6F5A-28FA-4BF3-99B7-4708C0756AD0}"/>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2BB77EA3-4FE3-43AD-9028-5120F7511549}"/>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FAC9D276-E9C3-4440-873D-6CD76F4BB369}"/>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A40D248B-84C0-4955-8F3A-B1E9343B1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880F1F3-A3BC-4DE1-8BC9-A9A6E10B9C6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3AAA15D-3797-4DA9-ACE7-B29D20E5F3D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F99D83D9-B244-4CAE-B588-6158CC5F162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C28AC34-8DA8-40B2-B2EB-FAA9B35D0F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530907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260D0C64-DE29-4D1C-837D-FE0E2A09D8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699F93E2-35FF-4FB4-8418-0D2001AAEC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75E64732-4E52-43E6-A260-29B818EEC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64077AB-763C-496B-BBEB-D1601F2611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025A818-B7EB-4AC7-83B7-B1041E6592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ACE23136-0C98-444E-B18A-7BE306029E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A313471F-D62E-4874-909B-8D366F23DCD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87873A90-3A26-4D6D-8327-415E4A430EF7}"/>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1F0F8514-5D9A-45F4-8F75-D221EED83044}"/>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E5039419-3B3F-423F-9083-55ED5180CCC7}"/>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CFFDF8C-0AA4-4F06-827D-D31545D71C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1D98DEB3-7390-4294-922D-5F981AF7B66D}"/>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D040240-51E9-45E8-90DE-9A81277F3E90}"/>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A589138E-B19C-42BB-B3EF-D2F7D2FB2D1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8F218CDB-BDBE-43B9-9A67-35FA6CA2D03E}"/>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F3EBA5BC-CB18-4132-A222-8B5B50F922E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578CD17-385F-4AB0-B945-7C6B2B2E07F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DFC5955F-43F9-4787-BE6F-112BD80DCE24}"/>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EE3E075-B03A-4D30-B472-E7A0BC0F7B7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D1748026-6025-4030-BB2C-B7CE017F1C3E}"/>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3E3DA23A-646F-4854-A46A-BAAAEA2C0B8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3C3B9DEC-6601-4A58-AF96-D92D0C9AF09D}"/>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8279254D-A57A-472D-BA68-95180745569E}"/>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73CD72B1-3AFD-47F4-AF20-D8B031867C0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7607C4C6-E0F8-45B2-80EB-52BD8F9B476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C8D2BE6C-F596-4D64-91CB-E60727092220}"/>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DD4F8CA5-B255-4021-BC91-5334A0BC0722}"/>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2DCE95D9-A0A3-4DF2-A610-A7BFEEEC92A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A81714A-1D74-4629-AD6A-E50179B9AD29}"/>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2596EA22-4A50-4536-BD69-C6A2A514E0DD}"/>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BB41285-499A-4CBA-A6C1-FB55D9577B3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63BE213A-12E3-41FE-ACFA-6F3C895A5A21}"/>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A9A4342C-097D-4C38-9860-461157658743}"/>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848222D5-685B-454D-8F60-27E4D4BD93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7E0B401-85EE-4068-A489-BC596362A717}"/>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4D64E253-1BA8-410F-8F3E-2AA6AAB7F63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D2759B3-BE20-4F7F-B19F-C7936F88DDA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073D6B7D-1B56-4D5E-9D34-128FF83FC233}"/>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B7949434-3328-453A-86C5-21028D1532FC}"/>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EBEF0B2-DD6F-4DEC-B8FF-BBFE6A345BD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60B1F650-DA31-4A06-AE67-E2C1A2D66F97}"/>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4D80253C-F6E1-4EFC-902D-95E99ECE8480}"/>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E860595A-29E3-4582-8D1F-EAE3CE9A4A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8645795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61DAB5B2-4D7E-49A1-A0DD-894EFD7F1D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53A79906-5287-4B2D-8617-6F5A98EDF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F3450F8D-209F-4082-896C-A152ABB11F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CACC8D4C-1CFD-4819-B258-6DE6E1A905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B7A252C4-7141-4E4F-A8CD-8E7AA8C669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BE9B75B8-1733-4A2F-9726-12AB31BA88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64BC646E-9299-47C6-82B7-02F1EA370D16}"/>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05B52E89-B956-470E-BF9E-3A48F77DD319}"/>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6C79F6EB-2E2C-4D12-969B-2FF30122A6A5}"/>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14BE552C-6725-4946-A56D-94BD2404F5E7}"/>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8ED65C3-15D7-4C26-8902-367345D9CC65}"/>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A552F1EE-9555-416C-8C7C-9623B44BB847}"/>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A3EF97D3-5008-4106-9C1B-A2E8A5A4BB69}"/>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7CA23D6B-04E5-4D6F-92DC-435EA70A3332}"/>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4E231FA9-4269-4921-BB03-BB9DAAF62B36}"/>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3D541771-9291-45CF-9233-70D4A9661FCF}"/>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04252705-F644-4A9F-A659-9905FB164D6D}"/>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E9950275-E25E-455A-99E7-56F95D748A88}"/>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99E13EF6-0D06-4DD2-8045-B9607BBE5404}"/>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F0A3E318-2E01-4990-B57F-FF8B543DA08C}"/>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B565751-241B-4CCB-AEAC-6249A3469EC4}"/>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569A3DEE-CBC7-4F99-8EF1-E7522CEDB40A}"/>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F7B6C788-8FEE-4FB3-89D3-2E9002FF5BD2}"/>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485C020A-C855-490C-A4E6-96734A6043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285328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4899FB4-8C41-439E-8DD6-9508BF12C8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86334FAD-0AD4-436D-806B-0AA997454D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F7C5B7B7-E1AA-4207-8C7C-1DB4215ECD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A079B5C-DD38-427B-8D95-D8AE2A7355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C3E384A7-7133-4B0C-BC13-7B5D2CA9C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22D0B6BD-A106-4FA1-9333-D085C02ABA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EE4AE817-7F21-48A7-8C6F-F7D9FF4D0F71}"/>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AC14A86A-66A0-4965-9F38-95BF9A6C047A}"/>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DAD8D01D-D33B-4B1E-B13F-125B99074F1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1ADA042-2588-4FBF-B7B5-D4A01BB2F841}"/>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A058CF86-6F11-499A-924A-23F54E1E1BD2}"/>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9433025F-8983-4843-ABDF-A51347D6E0DD}"/>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86F6238-AF52-45FA-A743-9EDE5A13771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A1360109-5A5E-48D3-A625-053EFEC813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404075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2026-10-22T01:41:17.7700000Z</dcterms:created>
  <dcterms:modified xsi:type="dcterms:W3CDTF">2026-10-22T01:41:17.7700000Z</dcterms:modified>
</coreProperties>
</file>