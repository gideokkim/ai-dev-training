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f54f46dd02644d9" /><Relationship Type="http://schemas.openxmlformats.org/officeDocument/2006/relationships/extended-properties" Target="/docProps/app.xml" Id="R3c164803eb8f46e1" /><Relationship Type="http://schemas.openxmlformats.org/officeDocument/2006/relationships/officeDocument" Target="/ppt/presentation.xml" Id="Rca022da21c394798" /></Relationships>
</file>

<file path=ppt/presentation.xml><?xml version="1.0" encoding="utf-8"?>
<p:presentation xmlns:p="http://schemas.openxmlformats.org/presentationml/2006/main">
  <p:sldMasterIdLst>
    <p:sldMasterId xmlns:r="http://schemas.openxmlformats.org/officeDocument/2006/relationships" id="2147483648" r:id="Redf7c195495044a2"/>
  </p:sldMasterIdLst>
  <p:notesMasterIdLst>
    <p:notesMasterId xmlns:r="http://schemas.openxmlformats.org/officeDocument/2006/relationships" r:id="Rdfb5a5ee121e4a44"/>
  </p:notesMasterIdLst>
  <p:sldIdLst>
    <p:sldId xmlns:r="http://schemas.openxmlformats.org/officeDocument/2006/relationships" id="256" r:id="R47a91081481744d4"/>
    <p:sldId xmlns:r="http://schemas.openxmlformats.org/officeDocument/2006/relationships" id="257" r:id="R46e1d662be9a441a"/>
    <p:sldId xmlns:r="http://schemas.openxmlformats.org/officeDocument/2006/relationships" id="258" r:id="R816b0c8dc6d74f18"/>
    <p:sldId xmlns:r="http://schemas.openxmlformats.org/officeDocument/2006/relationships" id="259" r:id="R65a6ab3fe59549f5"/>
    <p:sldId xmlns:r="http://schemas.openxmlformats.org/officeDocument/2006/relationships" id="260" r:id="R4d35fe8b5cca4f92"/>
    <p:sldId xmlns:r="http://schemas.openxmlformats.org/officeDocument/2006/relationships" id="261" r:id="R1a557f344314464e"/>
    <p:sldId xmlns:r="http://schemas.openxmlformats.org/officeDocument/2006/relationships" id="262" r:id="R54f556ba770343a0"/>
    <p:sldId xmlns:r="http://schemas.openxmlformats.org/officeDocument/2006/relationships" id="263" r:id="Rba80a0c21df845a0"/>
    <p:sldId xmlns:r="http://schemas.openxmlformats.org/officeDocument/2006/relationships" id="264" r:id="Rf2d3b9a953ec4771"/>
    <p:sldId xmlns:r="http://schemas.openxmlformats.org/officeDocument/2006/relationships" id="265" r:id="R31eba6aef8b142e8"/>
    <p:sldId xmlns:r="http://schemas.openxmlformats.org/officeDocument/2006/relationships" id="266" r:id="Rd14a9fd7c01f4cc2"/>
    <p:sldId xmlns:r="http://schemas.openxmlformats.org/officeDocument/2006/relationships" id="267" r:id="Rdcae584ef45a4b92"/>
    <p:sldId xmlns:r="http://schemas.openxmlformats.org/officeDocument/2006/relationships" id="268" r:id="Rac94de18effb4f83"/>
    <p:sldId xmlns:r="http://schemas.openxmlformats.org/officeDocument/2006/relationships" id="269" r:id="R9d42b73e2192488d"/>
    <p:sldId xmlns:r="http://schemas.openxmlformats.org/officeDocument/2006/relationships" id="270" r:id="Re39b4521328b4c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c2519ba01342d9" /><Relationship Type="http://schemas.openxmlformats.org/officeDocument/2006/relationships/slideMaster" Target="/ppt/slideMasters/slideMaster1.xml" Id="Redf7c195495044a2" /><Relationship Type="http://schemas.openxmlformats.org/officeDocument/2006/relationships/notesMaster" Target="/ppt/notesMasters/notesMaster1.xml" Id="Rdfb5a5ee121e4a44" /><Relationship Type="http://schemas.openxmlformats.org/officeDocument/2006/relationships/presProps" Target="/ppt/presProps.xml" Id="R6d09e38e5acf409d" /><Relationship Type="http://schemas.openxmlformats.org/officeDocument/2006/relationships/tableStyles" Target="/ppt/tableStyles.xml" Id="Re5ea68a8ac994631" /><Relationship Type="http://schemas.openxmlformats.org/officeDocument/2006/relationships/slide" Target="/ppt/slides/slide1.xml" Id="R47a91081481744d4" /><Relationship Type="http://schemas.openxmlformats.org/officeDocument/2006/relationships/slide" Target="/ppt/slides/slide2.xml" Id="R46e1d662be9a441a" /><Relationship Type="http://schemas.openxmlformats.org/officeDocument/2006/relationships/slide" Target="/ppt/slides/slide3.xml" Id="R816b0c8dc6d74f18" /><Relationship Type="http://schemas.openxmlformats.org/officeDocument/2006/relationships/slide" Target="/ppt/slides/slide4.xml" Id="R65a6ab3fe59549f5" /><Relationship Type="http://schemas.openxmlformats.org/officeDocument/2006/relationships/slide" Target="/ppt/slides/slide5.xml" Id="R4d35fe8b5cca4f92" /><Relationship Type="http://schemas.openxmlformats.org/officeDocument/2006/relationships/slide" Target="/ppt/slides/slide6.xml" Id="R1a557f344314464e" /><Relationship Type="http://schemas.openxmlformats.org/officeDocument/2006/relationships/slide" Target="/ppt/slides/slide7.xml" Id="R54f556ba770343a0" /><Relationship Type="http://schemas.openxmlformats.org/officeDocument/2006/relationships/slide" Target="/ppt/slides/slide8.xml" Id="Rba80a0c21df845a0" /><Relationship Type="http://schemas.openxmlformats.org/officeDocument/2006/relationships/slide" Target="/ppt/slides/slide9.xml" Id="Rf2d3b9a953ec4771" /><Relationship Type="http://schemas.openxmlformats.org/officeDocument/2006/relationships/slide" Target="/ppt/slides/slide10.xml" Id="R31eba6aef8b142e8" /><Relationship Type="http://schemas.openxmlformats.org/officeDocument/2006/relationships/slide" Target="/ppt/slides/slide11.xml" Id="Rd14a9fd7c01f4cc2" /><Relationship Type="http://schemas.openxmlformats.org/officeDocument/2006/relationships/slide" Target="/ppt/slides/slide12.xml" Id="Rdcae584ef45a4b92" /><Relationship Type="http://schemas.openxmlformats.org/officeDocument/2006/relationships/slide" Target="/ppt/slides/slide13.xml" Id="Rac94de18effb4f83" /><Relationship Type="http://schemas.openxmlformats.org/officeDocument/2006/relationships/slide" Target="/ppt/slides/slide14.xml" Id="R9d42b73e2192488d" /><Relationship Type="http://schemas.openxmlformats.org/officeDocument/2006/relationships/slide" Target="/ppt/slides/slide15.xml" Id="Re39b4521328b4c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273982d5e842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49a46cef8c4553" /><Relationship Type="http://schemas.openxmlformats.org/officeDocument/2006/relationships/notesMaster" Target="/ppt/notesMasters/notesMaster1.xml" Id="R3f9a168abbd44e9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36b83747e8e4a7b" /><Relationship Type="http://schemas.openxmlformats.org/officeDocument/2006/relationships/notesMaster" Target="/ppt/notesMasters/notesMaster1.xml" Id="Rf636d4db052f4f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0855d2a538946c2" /><Relationship Type="http://schemas.openxmlformats.org/officeDocument/2006/relationships/notesMaster" Target="/ppt/notesMasters/notesMaster1.xml" Id="R345ee9de2fa742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104626f0b8084701" /><Relationship Type="http://schemas.openxmlformats.org/officeDocument/2006/relationships/notesMaster" Target="/ppt/notesMasters/notesMaster1.xml" Id="R9e8602bb072c45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c9080f94374403" /><Relationship Type="http://schemas.openxmlformats.org/officeDocument/2006/relationships/notesMaster" Target="/ppt/notesMasters/notesMaster1.xml" Id="R25452049c04c4e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bb33d0029234f9e" /><Relationship Type="http://schemas.openxmlformats.org/officeDocument/2006/relationships/notesMaster" Target="/ppt/notesMasters/notesMaster1.xml" Id="R49945a44726b47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e3886f1b71f47f8" /><Relationship Type="http://schemas.openxmlformats.org/officeDocument/2006/relationships/notesMaster" Target="/ppt/notesMasters/notesMaster1.xml" Id="Recc6a56f3d094de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cd5eeca1d8c47e5" /><Relationship Type="http://schemas.openxmlformats.org/officeDocument/2006/relationships/notesMaster" Target="/ppt/notesMasters/notesMaster1.xml" Id="Ra91e9a48468d47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d59a8fa88e414a" /><Relationship Type="http://schemas.openxmlformats.org/officeDocument/2006/relationships/notesMaster" Target="/ppt/notesMasters/notesMaster1.xml" Id="R12cd26fa05a049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80dc6b3bba47fc" /><Relationship Type="http://schemas.openxmlformats.org/officeDocument/2006/relationships/notesMaster" Target="/ppt/notesMasters/notesMaster1.xml" Id="R0d1c8c9dfe1b43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98d4e14a64465d" /><Relationship Type="http://schemas.openxmlformats.org/officeDocument/2006/relationships/notesMaster" Target="/ppt/notesMasters/notesMaster1.xml" Id="Rfd717739033747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688e4caf1ca4072" /><Relationship Type="http://schemas.openxmlformats.org/officeDocument/2006/relationships/notesMaster" Target="/ppt/notesMasters/notesMaster1.xml" Id="R488c1dc901b949e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bd53105efb4f95" /><Relationship Type="http://schemas.openxmlformats.org/officeDocument/2006/relationships/notesMaster" Target="/ppt/notesMasters/notesMaster1.xml" Id="R5d033b6944e8405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1fb091e2724b3f" /><Relationship Type="http://schemas.openxmlformats.org/officeDocument/2006/relationships/notesMaster" Target="/ppt/notesMasters/notesMaster1.xml" Id="Rad6b91283b0f452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1613a72db464f54" /><Relationship Type="http://schemas.openxmlformats.org/officeDocument/2006/relationships/notesMaster" Target="/ppt/notesMasters/notesMaster1.xml" Id="R1073f4dfa852485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31ea922b3c450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72e12990297400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69c755fa1b4d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972498138c0415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c89bb9c8e34a8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c263524f3cb4a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B16118-7113-45F9-B288-A80B7287E15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3BF3E1A-CE81-404A-9833-5849C5CBBCA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1891D17-55BC-43E7-A528-8A52ED9113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EED14-30CB-403A-B7C0-D9208F10259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C471536-7DC8-47D0-A89A-87D0E3F5E23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1BF8C23-6F4E-4412-B081-C053FE1FAB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607781D-3D61-4A27-8226-E7EB647209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0766278-6F8B-48D6-95F4-C4E418C75C5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253D44-36FF-416F-BD3D-8875D477AD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C1B7228-2247-4492-945A-547643F1AF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3cdc45ce3b47a3" /><Relationship Type="http://schemas.openxmlformats.org/officeDocument/2006/relationships/slideLayout" Target="/ppt/slideLayouts/slideLayout1.xml" Id="R7a35a394fe78437f" /><Relationship Type="http://schemas.openxmlformats.org/officeDocument/2006/relationships/slideLayout" Target="/ppt/slideLayouts/slideLayout2.xml" Id="Rc54e41697a494804" /><Relationship Type="http://schemas.openxmlformats.org/officeDocument/2006/relationships/slideLayout" Target="/ppt/slideLayouts/slideLayout3.xml" Id="R54cb914931564869" /><Relationship Type="http://schemas.openxmlformats.org/officeDocument/2006/relationships/slideLayout" Target="/ppt/slideLayouts/slideLayout4.xml" Id="Rc4e4176c78ff4234" /><Relationship Type="http://schemas.openxmlformats.org/officeDocument/2006/relationships/slideLayout" Target="/ppt/slideLayouts/slideLayout5.xml" Id="R74922a1405bf4a0a" /><Relationship Type="http://schemas.openxmlformats.org/officeDocument/2006/relationships/slideLayout" Target="/ppt/slideLayouts/slideLayout6.xml" Id="R3c1bd1f0918f42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35a394fe78437f"/>
    <p:sldLayoutId xmlns:r="http://schemas.openxmlformats.org/officeDocument/2006/relationships" id="2147483650" r:id="Rc54e41697a494804"/>
    <p:sldLayoutId xmlns:r="http://schemas.openxmlformats.org/officeDocument/2006/relationships" id="2147483651" r:id="R54cb914931564869"/>
    <p:sldLayoutId xmlns:r="http://schemas.openxmlformats.org/officeDocument/2006/relationships" id="2147483652" r:id="Rc4e4176c78ff4234"/>
    <p:sldLayoutId xmlns:r="http://schemas.openxmlformats.org/officeDocument/2006/relationships" id="2147483653" r:id="R74922a1405bf4a0a"/>
    <p:sldLayoutId xmlns:r="http://schemas.openxmlformats.org/officeDocument/2006/relationships" id="2147483654" r:id="R3c1bd1f0918f42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525261e31f5429e" /><Relationship Type="http://schemas.openxmlformats.org/officeDocument/2006/relationships/notesSlide" Target="/ppt/notesSlides/notesSlide1.xml" Id="Rf5a85c3dcc72447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592fcf1db794029" /><Relationship Type="http://schemas.openxmlformats.org/officeDocument/2006/relationships/notesSlide" Target="/ppt/notesSlides/notesSlide2.xml" Id="R54fad7f3d56149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19a93ecfe034bb5" /><Relationship Type="http://schemas.openxmlformats.org/officeDocument/2006/relationships/notesSlide" Target="/ppt/notesSlides/notesSlide3.xml" Id="Rfba8ba1e7ecb45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90a54e2ebdb46d7" /><Relationship Type="http://schemas.openxmlformats.org/officeDocument/2006/relationships/image" Target="/ppt/media/image.png" Id="Ra8618a5a24944ae8" /><Relationship Type="http://schemas.openxmlformats.org/officeDocument/2006/relationships/image" Target="/ppt/media/image2.png" Id="R5e9633d4ef7a4c9c" /><Relationship Type="http://schemas.openxmlformats.org/officeDocument/2006/relationships/notesSlide" Target="/ppt/notesSlides/notesSlide4.xml" Id="R8435572dcc9b4d2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6eab997e48c4965" /><Relationship Type="http://schemas.openxmlformats.org/officeDocument/2006/relationships/image" Target="/ppt/media/image3.png" Id="Rc710fe0560024ece" /><Relationship Type="http://schemas.openxmlformats.org/officeDocument/2006/relationships/notesSlide" Target="/ppt/notesSlides/notesSlide5.xml" Id="Ra60db3a629c04ca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5d5c8fa975d4fe4" /><Relationship Type="http://schemas.openxmlformats.org/officeDocument/2006/relationships/notesSlide" Target="/ppt/notesSlides/notesSlide6.xml" Id="R6a34d4c7a3ca41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11109ce8a1d4601" /><Relationship Type="http://schemas.openxmlformats.org/officeDocument/2006/relationships/notesSlide" Target="/ppt/notesSlides/notesSlide7.xml" Id="Re25cdab9113f46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3fd14f2fb3a4a61" /><Relationship Type="http://schemas.openxmlformats.org/officeDocument/2006/relationships/notesSlide" Target="/ppt/notesSlides/notesSlide8.xml" Id="R8d50ac1c76db4e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742eb3883f14b84" /><Relationship Type="http://schemas.openxmlformats.org/officeDocument/2006/relationships/notesSlide" Target="/ppt/notesSlides/notesSlide9.xml" Id="R24229261a59a479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c44cab70e9c4752" /><Relationship Type="http://schemas.openxmlformats.org/officeDocument/2006/relationships/notesSlide" Target="/ppt/notesSlides/notesSlide10.xml" Id="Rdaa14f341af244d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776db9e986145c9" /><Relationship Type="http://schemas.openxmlformats.org/officeDocument/2006/relationships/notesSlide" Target="/ppt/notesSlides/notesSlide11.xml" Id="Ra93d6ea00cbd49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f0588390d934c60" /><Relationship Type="http://schemas.openxmlformats.org/officeDocument/2006/relationships/notesSlide" Target="/ppt/notesSlides/notesSlide12.xml" Id="Raa4ac3b59663450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315e0ab269749b1" /><Relationship Type="http://schemas.openxmlformats.org/officeDocument/2006/relationships/notesSlide" Target="/ppt/notesSlides/notesSlide13.xml" Id="Rb4f73114f67f457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8ffa9928b10427e" /><Relationship Type="http://schemas.openxmlformats.org/officeDocument/2006/relationships/notesSlide" Target="/ppt/notesSlides/notesSlide14.xml" Id="Ra2976633b0854c8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9069ab1c9c8413b" /><Relationship Type="http://schemas.openxmlformats.org/officeDocument/2006/relationships/notesSlide" Target="/ppt/notesSlides/notesSlide15.xml" Id="Rde74565230224ecb"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25B7AF3C-87D8-48BE-8A74-8DC9BC9E56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B46A3603-5D8E-449C-998A-52B3539FFD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D33C0E3D-5D77-40EE-A4EE-645818C73C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53A73AD-676C-4E78-886A-8625101648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28F811D-F1EA-453C-83E2-0000C3DC99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11E7B802-C3DD-44C0-A7D6-3FA2229580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98EEF58-D3AA-45F6-82E8-8323769EF10E}"/>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0573FD67-6FA4-4604-AC6A-6D0F3CCF5F1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1B82D93-24C6-4B43-9479-1E53A30C57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D1C7243-B074-46C6-A79C-C8538C5DD16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5E603DC-7665-4AE6-A61F-0B1C9712C04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1EA381A-2E7B-41BD-98F9-241BD502770E}"/>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66A6E741-465A-4850-B225-B136112D6CE4}"/>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16A875B6-A525-4912-8093-01A7A40A27DF}"/>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B345187-1D70-4E73-87BD-377C960E493D}"/>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4F0D502-3AA7-4EEB-AAAE-BFD4CAD121F6}"/>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C70B970-D553-4931-94C0-78FEBDFA76EA}"/>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4BDB748E-722C-4C9F-A62C-BFC9C90DDEE4}"/>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5A5CB49A-1FA0-453C-BA45-288306339F62}"/>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E360E6D-71F0-40B5-AFB5-047ABA828923}"/>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AC9EAD2-5488-441E-9525-A40B171C72B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ED914090-7578-4526-B5C6-77496F3035A9}"/>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1A5BC54-61C4-4673-8A20-1033CF3F5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7828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F5D61A1E-1C06-4C66-BA2B-FB35B8D62C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51C03EFF-C1DB-4240-B96D-AD94342623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A542F27A-ED01-4E8A-9C9F-AAB5B029FD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5EF938EC-CA64-4F16-8E6F-08951EB2D3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9A463FAF-3186-426D-9BE2-1604A37494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5378C14F-8EAE-4E00-A9A6-236640022B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62C03ABA-5769-408C-95A0-0A76280BBC49}"/>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52B1D6DC-9F83-43A5-B102-CC25D9A1B385}"/>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EB9D3C8-B2C5-4A85-847F-82E7B2560FC7}"/>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89812E77-7607-4AE2-9D48-BF2AE5C4AF72}"/>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CB05B1C3-893B-456B-8868-5B60CC1BD8F0}"/>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162A661C-445C-4AB4-93A5-5B20F82BC6A8}"/>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170D0A8-B211-4842-BD56-5C84B1AE730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F0AF32E-F7EA-4F21-B323-A483640CE78B}"/>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838BE325-253C-45C2-8042-6C948B41F253}"/>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49886B0E-7E15-4EBA-A236-4366B8B70F01}"/>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221D08F5-2A70-4E50-92D7-8495406525E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F9238E35-6DD6-48DC-AD80-FC6977B4D8CD}"/>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4A4CF2CF-78AF-4579-AEA9-CA33FEB58727}"/>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8538035-1EFF-43FA-9955-2E2DE6FC451A}"/>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9517C31-A1B6-48CF-A4B0-4E435C5ED8B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14BED34D-81E6-4CFB-9983-428BD4D45A31}"/>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B34F4EEA-F08A-4201-835F-202ECEA1A94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8528E367-1E80-44C3-B1B0-84B4B22BAD96}"/>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1054CE84-16A9-47F6-B00A-E21C4472C29B}"/>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7E3013F4-1A90-4D02-8829-A5E9CBD313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7404181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7707A19F-CADC-4130-82C8-A009AE7CBE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626D10FD-C020-4BAC-8FE4-23C26EC716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3226253F-CAFD-4517-B066-DB61EF86E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0616E881-7AD0-4863-AE6E-6A0D2B37AE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2623AB8-DB33-494E-B00C-27B5BF1401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724205CE-A59F-4126-BEAE-7A8DB55023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80308ACB-8568-4AEC-B7F8-F909C44B78B2}"/>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9743CFB5-4EA5-4205-B701-0E00C7CAD9A9}"/>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583A4E9-02B1-4CB0-A934-0B54504EF9FA}"/>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A5C2044A-9253-4BC4-8E80-069B9984B45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8C4D13B-E5B9-49B6-84A9-B11E4BD5A2A6}"/>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71F9A429-9C92-442C-84A4-C4AF48CF8C74}"/>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8810D1A-15A3-426C-8F17-4ADC9749A50A}"/>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AEFE402D-99B2-4D6D-B218-085A128C417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FAB0F91F-623A-4D1F-8034-C5BE0A55C9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0C70C66-F56B-43D2-A39C-71DDEEA7F15F}"/>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ACCA751-14E7-49A1-9421-E2C204728F32}"/>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4989533E-A3C5-4750-BD90-762B633C4CE1}"/>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4461A38E-F6F8-42EB-8A23-472F993F0737}"/>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BBCD2A84-C0A1-4097-BFC5-590DE9D2FFCB}"/>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5DBA09CC-EC79-45C2-BFB2-798555B3806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A96408C-05CF-4978-96F5-FCF324DD70B2}"/>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8066C8D-1E62-417E-A58A-C77878E1C7E6}"/>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1805375D-93C9-497B-8DD9-C5E34A929D75}"/>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F1FA7B6C-B6D5-49BD-85C2-56FFF308932A}"/>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4D2A37B-025E-41AE-A57F-CB97CD146F3C}"/>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FD0F5CC8-4953-4580-9FC4-FAC5D4A18A64}"/>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66630E8-7963-4768-91B5-DA8C5EC1E5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273172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B6F3288-702A-4549-89C1-91D909AA65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A0C2C73B-0126-490D-B2C9-1FAC92904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7DD116DE-2C0C-4344-8AD4-94B5292EF1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DCC093E5-557F-4791-9302-E1EF2C7D8B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1B474975-083A-42FB-A9DC-5B75953262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9598912C-D586-4A15-9F95-4D03DD8A2A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133BA26A-F3C2-413F-BAA7-C8171D234A4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EC1415C8-018A-45AE-83E7-566B4262C1B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5AD666AF-1E8E-4070-9C80-60CC26CA6941}"/>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D9B1FF4-3680-4D8E-8F1E-5BF967F32E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98FD8E7D-C557-4868-B731-A3A24C40B16E}"/>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BC9BB0C5-5436-4BA0-B5B4-D8314B809069}"/>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8460976F-7FAE-48B5-A4AC-B95FF97CE54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75A7585B-9E1D-4A10-A22D-9F139BF6BFE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3C81879B-0A57-44CF-96D5-2554E655445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586D5BF8-E578-4768-9FCA-B2028A21BBFC}"/>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073E901A-41CB-4E3C-9845-46F719EE49C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3D94C41-39C0-4AA2-B80D-BA75AA1A5995}"/>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4A6390E-4549-433F-A8A5-CC6D49D0443B}"/>
              </a:ext>
            </a:extLst>
          </p:cNvPr>
          <p:cNvPicPr>
            <a:picLocks xmlns:a="http://schemas.openxmlformats.org/drawingml/2006/main" noChangeAspect="1"/>
          </p:cNvPicPr>
          <p:nvPr/>
        </p:nvPicPr>
        <p:blipFill>
          <a:blip xmlns:r="http://schemas.openxmlformats.org/officeDocument/2006/relationships" xmlns:a="http://schemas.openxmlformats.org/drawingml/2006/main" r:embed="Ra8618a5a24944ae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15658C3A-2F3C-4F87-82E1-A4588154F37D}"/>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4D8FCAA2-A0EE-4B07-8B04-5B69A6A3D5C8}"/>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9B8ECB29-32D3-479D-8B3D-1155E2864C92}"/>
              </a:ext>
            </a:extLst>
          </p:cNvPr>
          <p:cNvPicPr>
            <a:picLocks xmlns:a="http://schemas.openxmlformats.org/drawingml/2006/main" noChangeAspect="1"/>
          </p:cNvPicPr>
          <p:nvPr/>
        </p:nvPicPr>
        <p:blipFill>
          <a:blip xmlns:r="http://schemas.openxmlformats.org/officeDocument/2006/relationships" xmlns:a="http://schemas.openxmlformats.org/drawingml/2006/main" r:embed="R5e9633d4ef7a4c9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8C7A0A9A-F993-41FE-83F2-36726FA1051B}"/>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CC6802F3-50F5-4D8D-91BF-3667AFD9637B}"/>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C37E9EB-5E88-4ED8-8F53-216AA716FC3F}"/>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C74CB552-BDFF-4716-899A-A3DDF2B527EB}"/>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BBD3CDD4-3931-403E-AC46-50F07E0FFA9A}"/>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09A0173A-8B0E-49CE-8901-1B75FD8BFD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876977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9A17A6A4-DB81-4400-83C8-F659725C7B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CACA9924-07B8-4252-9039-4FBDE0F4C9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36071A40-75DF-4454-A0AE-1AF49573D4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DC718594-5FB4-4443-837F-61F6FD223C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6FE9E066-DA14-4A4E-AD63-5492A6DAED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28B0E48D-9A75-43ED-9D21-7DE69208E3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A269F0BC-A8A8-4482-BBB6-F87AA432DA7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47D55ABF-4716-467A-AD72-67E4184F89B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8D6CE2AD-3305-4FB9-8E45-8A3AD3B955A7}"/>
              </a:ext>
            </a:extLst>
          </p:cNvPr>
          <p:cNvPicPr>
            <a:picLocks xmlns:a="http://schemas.openxmlformats.org/drawingml/2006/main" noChangeAspect="1"/>
          </p:cNvPicPr>
          <p:nvPr/>
        </p:nvPicPr>
        <p:blipFill>
          <a:blip xmlns:r="http://schemas.openxmlformats.org/officeDocument/2006/relationships" xmlns:a="http://schemas.openxmlformats.org/drawingml/2006/main" r:embed="Rc710fe0560024ece"/>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E404D58E-4CAD-4BF4-A7D2-67C34CD78F4D}"/>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89A08078-CED6-4832-B1D9-5A695A422DF0}"/>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CD9AB07B-8CF5-4338-AB27-72429A1139BC}"/>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4A16DBBD-EFBA-4DEF-B5B2-115891E180C6}"/>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C04B034E-4D98-4193-BCB7-B16F561B1549}"/>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B4648FD7-8528-4ADC-97D1-7C869BB07546}"/>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5C11791-D92C-4E4F-B6B5-0B0B417BC6E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0937B00A-B39E-4975-8BF9-E0D99B7B07FD}"/>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A0B1643-5FBD-4096-904C-6FAD72AEAAC3}"/>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D57CA26F-BDC6-4F42-895F-DD774E931853}"/>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72A3CD3-66C5-4AD7-BCBB-02334D7C5A7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5729BAB7-D1EC-4919-B688-27284D139DD3}"/>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BCA9D1C7-6C10-4989-9E90-DF7B25DB05E1}"/>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6040366B-9CF2-4FB9-924C-0E4CA8FBC70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C93C1D1B-C0AE-44D5-9C18-C731337BE2E1}"/>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CB00D118-6F9B-46D5-A05B-AB2FCD63B40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6671EE7-A649-4D9C-8378-342ECF8970AB}"/>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E9E8FDBD-7057-41AE-B895-E46027CBD68E}"/>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2469F88C-94B1-43FD-AF32-4E686031FA1E}"/>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FCEFAFB1-8212-498E-87B0-4ACA40B476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048323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8F515C65-CD41-44A7-B190-2D549E2167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51257671-7AE5-4367-A327-47A61F794E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86E7BE3C-D9CC-42A2-ABEA-BC0B68B560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312C84DC-6BD1-4A59-8137-B418FAA2F5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1169CFA5-C343-46C3-99FD-7CB72AD9F9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4B4C2694-2F0E-4328-BAC8-43AE6C9E06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C32398E3-7254-4EB6-BF19-C054B5F62C7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4092F0C3-C923-4D16-83AB-FE0BAFD9C2AF}"/>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814295C-71BB-4328-99F0-52F5B37C49AC}"/>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B78BDF16-1CCC-4C2D-96FF-47E7E596EA6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11F659E1-6DB1-4CD7-82C9-09926F714E2D}"/>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C617479B-5F0E-4C4A-A05E-22C28224F8C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F700A3D7-DAB1-4CC8-952E-2481B21046BF}"/>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66B1C8B-95FF-4897-8F02-1849CA4F3202}"/>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298E6FA2-D468-4253-903B-F13B064B5ADD}"/>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8A4BFB63-1BD3-49E5-98D2-E5AC59761E91}"/>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6F66681F-E883-44FD-A15F-A6E839E0BAEB}"/>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885E6C2C-EC9E-4F9F-83DB-D0EDABDBF3F8}"/>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4C0B8DED-2F2E-4421-9D0E-8C0C7477B8DB}"/>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2E2C59DC-A29A-4E40-B638-E9CB167FDCD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0F5443C-7DE1-4E52-A7C6-38F1ECADD0D9}"/>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F2DC59C-730D-4675-A7ED-1DFDC21FF851}"/>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F98B8D77-1F71-48C7-9712-040E5C4D2E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0404504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4C1FCA8B-EDB8-4D53-9F87-BCDB94875A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13BD2659-0B30-4F35-BCF8-FE75FE825D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F363B809-9BDB-418D-B89E-5B02E262E5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1AF257B-1C5F-4C38-97F6-0C3D055072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0CD6C583-1643-441A-8F64-ED0F8D4B48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915BA25C-CB6D-4C65-AD59-ED91156F4E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2ECCF0D6-64D6-4BE4-B372-7283F00FD777}"/>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834AA586-49CC-4058-B527-3C93B3DEA0F8}"/>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200D3928-37FF-4ECA-83E7-B111E32200A9}"/>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8F432AE8-77AC-42BE-BE1E-4EBE58D8748E}"/>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FC847621-DB91-43D2-8859-1A1959A268B5}"/>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1A3EA860-6196-4494-BF2A-22C7FCD729FC}"/>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03793C6C-63B4-4F8E-A99D-F283B2BCBBAA}"/>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80FE3652-026E-4135-B12D-8C92B791A294}"/>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CA8E4226-1351-4CD5-AED8-CD7B2BB8C8C7}"/>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85595DEA-DE63-4DCF-AE2A-7CE2632530A2}"/>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0A5E29FA-5A64-44F4-8426-CC8A13D92FE2}"/>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073E6FBE-18A5-4EC7-8731-45D0DBA9886E}"/>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46B09476-A565-450C-B302-089452F1A241}"/>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2E980C4F-1E15-444A-A4A0-095B6B8F03B3}"/>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F1A36FFB-3D1E-4C23-895E-1A53BDAC766C}"/>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7FF3CB98-93C2-4C13-860D-05A9B338EAD0}"/>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63387716-ED48-4DF6-81AC-4A9E675E865E}"/>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7CED6A38-34C2-4D25-8C0D-D2D6FBD96671}"/>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BDF0F32E-FDA3-448A-A6ED-5EE17784F900}"/>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F26B4564-41FF-4BC4-BACE-C62EC70BD47A}"/>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EA9A92A5-0B17-49C2-B23A-14E41B43FEFC}"/>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5C96890B-DDA0-4329-9CB9-2A7088736734}"/>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CAFB0E2B-4C1A-456F-8FE1-D3F2F574D6B4}"/>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A9A5F573-7F18-41F2-889F-464E301BDC0D}"/>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725EFE02-D994-41E8-8291-F3D5D4D9E886}"/>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1149A203-43C3-4646-88EF-CDF843290F26}"/>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0FE3F663-075C-4982-BA65-CA742C92F696}"/>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AD792ECA-ADC3-4DDC-BA57-1CBD14CF7D4B}"/>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663A00C6-EC16-4150-8CD1-EF2E06DEF6BC}"/>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F7C21975-3182-47EC-ACCF-7C8F0AC011FE}"/>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67E247C4-8651-4163-9F2B-207FA502BB7A}"/>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660CD1B9-93A7-4FCE-A82A-EF6AD14AA8F9}"/>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735AB6BD-6E73-4E53-91F0-0170FCD4DCF5}"/>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949BCC21-1502-4189-94A7-DF759E16BD4B}"/>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0AE3A445-4546-4E4F-AA8B-8C491BFE25B6}"/>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D507A61B-7828-40E7-8983-78DF3F300ADF}"/>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F7CD39D0-09B6-4936-9225-102246E734F2}"/>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E6C2F97-7E7B-4F98-8786-B158D3350C69}"/>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59023B67-F639-4C7E-ABB1-E60F344F1A32}"/>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6402B894-9D42-443E-8AC7-E4CC38A7F1FA}"/>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0D304988-AF98-48CF-9FE3-D97AA9AFA14C}"/>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2258BA8B-63AA-4CD7-81CF-4B689492CCC7}"/>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9674A9EF-3B1D-48D0-BE79-37A1181730C1}"/>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F9B9FE4C-1242-40A0-A00D-3B8478DC5304}"/>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74488F53-0012-4EC1-A1E1-0BF31FC381A5}"/>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A4DD0BD8-B980-4100-AC79-1003CA3C14FC}"/>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F2017824-B90D-4B44-A643-FA66794A218F}"/>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B84656F1-CDBE-4378-BC4B-98F495770E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076749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E911CCAD-D754-4189-A38B-85FD814663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8DC0CAB1-AE6B-497E-82ED-D72D273849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CA266648-A282-4D0D-B7A2-64766033EE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684EA37C-8846-4D08-B9EE-85C46D1843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30CCE2D0-7AAF-4C08-8482-4A5A2272A0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7877F615-7F36-43DE-8EDE-64327E5054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1CA9B41A-F513-4A0D-9754-24350888CB68}"/>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CEB0A379-4970-4409-8BBE-3531AD9EBF23}"/>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A887F31E-010A-4D76-87A8-AD2839D88199}"/>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7336BD09-1B29-48A4-B167-E92DF57685C8}"/>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1685682A-999F-409A-B0AF-B0AC5A80FA47}"/>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4224F544-187F-4A38-8214-29783AE42B59}"/>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D63D5261-FDBE-4935-9112-4609CB868D5D}"/>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30A7A54B-8E7A-43E5-B9A1-95A430B21896}"/>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E95C25C-74F5-4FDB-A5A1-E39E5C51926D}"/>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779DA5A8-80A3-45EB-9325-1F92AA62E472}"/>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612A1B0-8C0C-4432-BF39-21E6969D48F5}"/>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5772213-D017-48B1-BAB6-B05A19E88B74}"/>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89066ABB-B7A5-4BC0-951E-E4FEA28545E0}"/>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C3C7639-9F0F-466D-8ACB-C6A5721072D2}"/>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C530F80-9732-40C6-8239-55CBDB028115}"/>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AE33095-23AA-4F1A-B982-982FEC09748A}"/>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D186155D-493B-4091-9CCF-F55409330124}"/>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99F866FE-52F9-478D-A71E-B14853FD681C}"/>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D77261A-D4A5-4517-8F35-F7A155B4E0E2}"/>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84ADB0AB-9EED-4514-9BF6-B0E2CFC50A05}"/>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70DA4F3-1155-4906-BAAD-468DCBCAFAA1}"/>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32BAEB01-A2CB-460F-8C02-697B01D53325}"/>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4EFBAD42-9BE7-465B-8A45-30C6F77D7862}"/>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046D7BE-C4BD-4C27-960C-BD51AFF19729}"/>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CC34228E-2C3F-4769-9765-EEB780D7132E}"/>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2A502A2D-2E96-499D-897A-41CBCA4E29F6}"/>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290EDB60-49E2-4A40-B111-D2824FBBE071}"/>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994DAB05-7CA6-400C-8BAA-4D8D203CD523}"/>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D7329FFD-123C-418E-9517-3529A88D4784}"/>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F93EC7D8-A956-4297-88EF-7EC0A9A4661B}"/>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326A9902-9D75-4421-8EF7-5BA43F9DA3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672180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D9C18D76-AE68-48CF-9D1D-5130E4C47E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A186C8EF-0F1D-4C8F-8E5E-636A453528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06668474-23BE-4F40-827E-3FCD130E86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B3392FF-F46B-4DA2-8522-09777A20FF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42E31ECA-EBF0-402E-9427-35CEB468BB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4ACB7601-F9EF-4A12-B258-2D465BE6D0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DF0AFC46-A276-469D-B6F1-047619DBAB5F}"/>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75480B34-F2DC-4F6D-A436-417513138F63}"/>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DDB52428-72DF-4368-9B2D-260E9A530D59}"/>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F4F781C7-6B0E-430A-85DB-332AD6773136}"/>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DD57ACB9-77E5-4B0F-913D-645E820311C3}"/>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C42593-758D-4BA2-989F-8A2B83B39FD5}"/>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E25477E6-E2F7-44FA-945E-9625FE9AC5DB}"/>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ADF19B53-E517-4557-9C11-CABDC9364A34}"/>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9518A505-19B0-4A28-8B25-33489BB2DC17}"/>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1B44B90-137D-4F08-81C5-3F74AD2C6EBA}"/>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B9EC61BC-03A9-4D2D-9545-9494127936FA}"/>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FB7BCAB4-45C5-4650-96BE-C61B32765304}"/>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651F27FD-31E7-4C43-8727-E5F162087D3D}"/>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F43240C6-68DF-4B6E-89C5-F49602C129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6955079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87D524B4-9C86-434A-B34E-654B91B83B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F092C51E-FB75-4246-87D3-7915FB2FF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B9EFF010-E950-40A1-AF2D-9DC11DBFE1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EEC5881-67FD-459E-89E3-2CDE8C911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F78ED977-0023-479A-B35B-3FA95DD0C7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AA223E48-E600-43F1-80E4-7F9029C54A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04E1F337-EC69-4710-8A90-6607F14C75F4}"/>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1973755A-B61B-4A1E-879A-7D5702D0D1F0}"/>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FA941928-95EF-4F4B-B45C-1F753AA5399B}"/>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8EDEB35F-B1DE-451F-A526-AE51D8DB932A}"/>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DD6D853E-788B-4A10-A94A-9C86C8FBCD20}"/>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872E1360-E6DB-4ABD-8D72-CCEB95643B6C}"/>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FFDF4369-7450-42EB-81E6-35C88C2D3134}"/>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A762592B-C0B6-4FF4-B45E-D81286DEB536}"/>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91932062-924E-4550-86F8-AC2DE9548919}"/>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8F2FC09F-2811-4A28-BE52-6E9BB3B731A5}"/>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0D6872BF-94E4-47D1-A704-C83511969745}"/>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4784B0F0-1286-430F-A49B-550001A16EEA}"/>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C20BF170-8028-4002-89BB-E72ED69DB087}"/>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F63FA92A-24A6-47A9-8941-B1DE3E03741C}"/>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EE08BE4C-9EC0-438F-950E-8AB662CDFC4A}"/>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6727AB84-5DD1-486A-B6E0-A20765FEF438}"/>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8857E8E6-B299-42DB-BE2B-3583E7A093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35258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4C163ECB-C484-4357-95DF-837CF4AD26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889256BB-144F-4735-97A2-A6D1DAF540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EF97ED56-8985-4A5A-9061-D2E6827B7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1F3701F-6D9C-46C3-8E2F-25FEEFA85A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BA62B8F0-5B07-43C4-8B22-6DADF876FF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D68EE15A-EFC3-4BFA-9687-6728A6185A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B774FB77-9D57-4155-BAA8-B25135C05596}"/>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E5035575-76DE-472A-A0C8-E25B2F539811}"/>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BF13BBB0-CCDC-4893-A0A2-6E92FD036D2D}"/>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BF50D8D4-FCFF-46FB-992B-EB623154E943}"/>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F0D7C250-5BAC-410B-B7AB-8776AF8D9AAA}"/>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379A6B51-C6D3-4377-8F83-D8E207BD8E6A}"/>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08DEC966-DF4E-4BCE-AECB-CAB3F32062A1}"/>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6666A5D5-CE4B-4ECC-BB32-E0463CEE6230}"/>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00EA0FA4-3AAD-4CAF-89AC-46B034E735B5}"/>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F311A18E-69EF-4B1D-8449-FEE0E7DB6013}"/>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C2903AF8-EC64-4498-AD33-4817F2D85923}"/>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20834514-6B14-49C9-8C59-B4C0807F8102}"/>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4B033BCA-42D7-4B80-AA39-7C820D6342B6}"/>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11DB8F30-945D-458E-8972-BEB0F3CC8C68}"/>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92F22CEF-867F-40F5-A6A4-106340B0284B}"/>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082D0824-D8C4-4549-B59C-93E56DE541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100132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FD31540B-A918-40D3-8E85-E23367A253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9BAC7173-99E7-4957-9E4A-AE3AB5478E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0442A2D8-64A8-45CE-A727-B2CA960A8F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A422854-5137-4C41-A89E-43FCFDAEF6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639FEDBF-057E-418B-9F7D-45F2988442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59DA79C1-83F2-4CE4-8E78-1DA12E5937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01EA1638-9CB4-4681-B41F-671D556E4CD9}"/>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9A0E9E06-B68F-4B8E-B055-D39B164F3339}"/>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75D753AC-CA23-4710-B698-D62A50498016}"/>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B915822-438E-47F9-8BAA-31E64847D951}"/>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4BCB244E-7029-42A3-95D4-CD8BACCF612A}"/>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FD040E0B-CCB7-4FAC-B8F2-76B484CE02FE}"/>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77034499-A0BB-41DC-9090-A9EF667DEF5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94EDBA12-AC55-4754-8D24-26D775B87C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951027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3636ECF7-619D-4E7B-B098-8184E80045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B1293123-8DCD-4A37-A5CA-E26307EC72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160CD72F-C2A1-4AE2-8E38-3104D2265A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A8E9493-0202-46EB-8437-B6B3C3FDB6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7891C644-04CC-4E3E-8DA3-96381E6F04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9E134177-BF75-4A32-9A7A-72C47DE408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2D8563FA-1424-4231-BC63-A61AB38A9473}"/>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2572FC40-AD5D-4D07-BCE3-0CCF8EBDF45B}"/>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CE0D50B6-B3B6-4EAE-A4EF-6193A2FC82CA}"/>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2138BBCB-1626-48CF-A1EC-3299F9229370}"/>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67BDDC69-C17E-434C-98E9-A6696299ABD5}"/>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408E1EB2-A7EC-4E9E-931B-3D8E7598FAEB}"/>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EEABBECC-9969-43B4-9D33-AE41D977C801}"/>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FE3DE290-A9FF-4750-91E8-431E40C648D3}"/>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188A2824-149C-4CFC-9D3D-C93CCEF4A694}"/>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B9C42A64-DDFE-4ED5-B920-966908E882C1}"/>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76DDAAC6-3226-4048-B08D-0BFE6EA986AD}"/>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AF5CE4FD-C8E9-4D09-8289-900109A5860D}"/>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E4558D57-053B-443D-9800-137CEB9D9468}"/>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23A636D3-395F-4337-AD0D-6DD5A4BC1694}"/>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C6D0390A-AA91-4BC5-9C86-BABCE0FF709B}"/>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A86FE991-59B4-495E-A0DF-5FD397509A56}"/>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880FAA69-4606-43A4-A458-C1924B667A84}"/>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15FA4DA0-4E4F-4627-B329-0632891744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7487629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51766684-DA3A-4D49-9316-FEE05957BC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2562CEE0-A05C-4CE6-8B89-7994939BC6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87079D42-63DF-4ECD-BCAD-A027FB7473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888EB97F-43E6-478F-A71A-079759D405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A0D36B38-F4B2-4566-91B5-B59D1614B8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C942185A-BA4A-486E-926D-33B1B59536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06484328-EACD-4A13-86A3-CB05A7F68852}"/>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93BC02EA-933B-4AD1-B2E3-F2CCCB6211B1}"/>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C30BC998-83CA-4FBB-BE9D-E36F7C7625FC}"/>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3308A179-DA9E-4480-BB87-05D36976A502}"/>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5256D7F0-54C2-49A5-970D-9981A08A20B7}"/>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02C7F7EB-0B8D-4D13-8D91-1D772917F20C}"/>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02D2A050-0891-426E-94AC-B8647742A17A}"/>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4C2D3D76-681B-427A-8DB7-553598F1A07B}"/>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6344C860-FA08-462F-BE59-3B6C43D218CC}"/>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36CF656B-820B-4D14-90FF-1DDEA65CAEB3}"/>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83B38DBF-5FFA-415D-9E21-E37686C74D9F}"/>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A01EE17E-7456-42CE-8CF8-7B00F0BEF57F}"/>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8BA179E4-081B-4F19-A338-C02CC05A1D14}"/>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67399203-9C18-49E2-85B6-C1D5D7D333AC}"/>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8DFB4F46-9160-43EF-80F1-9F529F618671}"/>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F045360C-3E1B-437A-AC24-A0A8C4A4A2FF}"/>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408BFA36-3C82-44D1-8B1C-7FC473727208}"/>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3F2DE3AD-EC2C-4DF9-9CBA-1A5BBEB1B3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9262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EE6B81CD-8BD9-4793-9DC2-F3598B4FEA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6F26884D-F5A2-4BF1-8F86-13D84629F4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9D45DE10-1E6E-43B3-AF80-B614FA664B1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26A07361-7B0F-4040-A0B7-4E14B17723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3FF4D348-DAB3-4E54-9336-729C74E4EC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87045995-C84C-4A61-96BB-5BEE88091C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9B1A93EC-200E-418C-B2DB-F273BBD343EE}"/>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8C999943-1AB8-40AF-A0C0-550846EB96AC}"/>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D8FAC767-8B2D-43F2-8A2A-88257495A15D}"/>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9151C3AE-FDD1-4CB7-8F35-CA38D441612B}"/>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B1A502B4-FDF8-462B-B344-3242BBCCC447}"/>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36D350BE-FBBB-4114-9888-DBB258767366}"/>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1B3D793B-AA03-4C9A-A72A-66A0D00578FC}"/>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8E122554-3FB7-48D1-BFD3-2A9B0F9A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884271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2026-10-21T14:56:28.8230000Z</dcterms:created>
  <dcterms:modified xsi:type="dcterms:W3CDTF">2026-10-21T14:56:28.8230000Z</dcterms:modified>
</coreProperties>
</file>