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필요한 정보를 찾아 쓰게 하기</a:t>
            </a:r>
          </a:p>
          <a:p>
            <a:r>
              <a:t xml:space="preserve"/>
            </a:r>
          </a:p>
          <a:p>
            <a:r>
              <a:t xml:space="preserve">**Slide ID:**</a:t>
            </a:r>
          </a:p>
          <a:p>
            <a:r>
              <a:t xml:space="preserve">S37</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S38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S38로 넘긴다. 실측 리허설 UNVERIFIED.</a:t>
            </a:r>
          </a:p>
          <a:p>
            <a:r>
              <a:t xml:space="preserve"/>
            </a:r>
          </a:p>
          <a:p>
            <a:r>
              <a:t xml:space="preserve">**Fallback:**</a:t>
            </a:r>
          </a:p>
          <a:p>
            <a:r>
              <a:t xml:space="preserve">LOCAL STATIC ARTIFACT — production/preview/full/S37.png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다른 Task에 같은 설명이 반복된다</a:t>
            </a:r>
          </a:p>
          <a:p>
            <a:r>
              <a:t xml:space="preserve"/>
            </a:r>
          </a:p>
          <a:p>
            <a:r>
              <a:t xml:space="preserve">Slide ID:</a:t>
            </a:r>
          </a:p>
          <a:p>
            <a:r>
              <a:t xml:space="preserve">S38</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작은 Project Context의 첫 기록</a:t>
            </a:r>
          </a:p>
          <a:p>
            <a:r>
              <a:t xml:space="preserve"/>
            </a:r>
          </a:p>
          <a:p>
            <a:r>
              <a:t xml:space="preserve">Slide ID:</a:t>
            </a:r>
          </a:p>
          <a:p>
            <a:r>
              <a:t xml:space="preserve">S39</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S40로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S39 및 `production/preview/act2/S39.png`에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S40 handoff. 명령어 옵션별 설명은 생략한다.</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AGENTS.md의 지침대로 검증했다</a:t>
            </a:r>
          </a:p>
          <a:p>
            <a:r>
              <a:t xml:space="preserve"/>
            </a:r>
          </a:p>
          <a:p>
            <a:r>
              <a:t xml:space="preserve">Slide ID:</a:t>
            </a:r>
          </a:p>
          <a:p>
            <a:r>
              <a:t xml:space="preserve">S40</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S41 연결. Demo4분·기존 Mode는 유지하며 실측 리허설은 UNVERIFIED다.</a:t>
            </a:r>
          </a:p>
          <a:p>
            <a:r>
              <a:t xml:space="preserve"/>
            </a:r>
          </a:p>
          <a:p>
            <a:r>
              <a:t xml:space="preserve">Fallback:</a:t>
            </a:r>
          </a:p>
          <a:p>
            <a:r>
              <a:t xml:space="preserve">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Task Prompt와 Project Context</a:t>
            </a:r>
          </a:p>
          <a:p>
            <a:r>
              <a:t xml:space="preserve"/>
            </a:r>
          </a:p>
          <a:p>
            <a:r>
              <a:t xml:space="preserve">Slide ID:</a:t>
            </a:r>
          </a:p>
          <a:p>
            <a:r>
              <a:t xml:space="preserve">S41</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정확한 정보도 계속 늘어난다</a:t>
            </a:r>
          </a:p>
          <a:p>
            <a:r>
              <a:t xml:space="preserve"/>
            </a:r>
          </a:p>
          <a:p>
            <a:r>
              <a:t xml:space="preserve">Slide ID:</a:t>
            </a:r>
          </a:p>
          <a:p>
            <a:r>
              <a:t xml:space="preserve">S42</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S43의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정확하지만 이번 작업에는 불필요한 정보</a:t>
            </a:r>
          </a:p>
          <a:p>
            <a:r>
              <a:t xml:space="preserve"/>
            </a:r>
          </a:p>
          <a:p>
            <a:r>
              <a:t xml:space="preserve">Slide ID:</a:t>
            </a:r>
          </a:p>
          <a:p>
            <a:r>
              <a:t xml:space="preserve">S43</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정보의 범위와 제공 시점</a:t>
            </a:r>
          </a:p>
          <a:p>
            <a:r>
              <a:t xml:space="preserve"/>
            </a:r>
          </a:p>
          <a:p>
            <a:r>
              <a:t xml:space="preserve">Slide ID:</a:t>
            </a:r>
          </a:p>
          <a:p>
            <a:r>
              <a:t xml:space="preserve">S44</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S43 회수30초, 공통 안내1분, 요청별 상세1분, 재사용 절차1분, 경계·S45 연결30초로 Lecture4분을 유지한다. 제품 기능이나 Skill 호출 설명으로 확장하지 않는다.</a:t>
            </a:r>
          </a:p>
          <a:p>
            <a:r>
              <a:t xml:space="preserve"/>
            </a:r>
          </a:p>
          <a:p>
            <a:r>
              <a:t xml:space="preserve">Fallback:</a:t>
            </a:r>
          </a:p>
          <a:p>
            <a:r>
              <a:t xml:space="preserve">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많이 담아도 같은 근거를 똑같이 쓰는가?</a:t>
            </a:r>
          </a:p>
          <a:p>
            <a:r>
              <a:t xml:space="preserve"/>
            </a:r>
          </a:p>
          <a:p>
            <a:r>
              <a:t xml:space="preserve">Slide ID:</a:t>
            </a:r>
          </a:p>
          <a:p>
            <a:r>
              <a:t xml:space="preserve">S45</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S46으로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AI가 필요한 코드를 찾았다는 것을 무엇으로 확인할까?</a:t>
            </a:r>
          </a:p>
          <a:p>
            <a:r>
              <a:t xml:space="preserve"/>
            </a:r>
          </a:p>
          <a:p>
            <a:r>
              <a:t xml:space="preserve">Slide ID:</a:t>
            </a:r>
          </a:p>
          <a:p>
            <a:r>
              <a:t xml:space="preserve">S46</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S45의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S47의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S45 연결40초, 위치 확인40초, 명세·코드 대응60초, 주변 근거60초, S47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S46; production/preview/act2/S46.png.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S45→S46→S47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필요한 상세 정보로 가는 길</a:t>
            </a:r>
          </a:p>
          <a:p>
            <a:r>
              <a:t xml:space="preserve"/>
            </a:r>
          </a:p>
          <a:p>
            <a:r>
              <a:t xml:space="preserve">Slide ID:</a:t>
            </a:r>
          </a:p>
          <a:p>
            <a:r>
              <a:t xml:space="preserve">S47</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AGENTS.md에는 무엇을 남길까?</a:t>
            </a:r>
          </a:p>
          <a:p>
            <a:r>
              <a:t xml:space="preserve"/>
            </a:r>
          </a:p>
          <a:p>
            <a:r>
              <a:t xml:space="preserve">Slide ID:</a:t>
            </a:r>
          </a:p>
          <a:p>
            <a:r>
              <a:t xml:space="preserve">S48</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S49, 문서 접근의 관찰과 한계는 S51–S53에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정보를 지우지 않고 위치를 나누기</a:t>
            </a:r>
          </a:p>
          <a:p>
            <a:r>
              <a:t xml:space="preserve"/>
            </a:r>
          </a:p>
          <a:p>
            <a:r>
              <a:t xml:space="preserve">Slide ID:</a:t>
            </a:r>
          </a:p>
          <a:p>
            <a:r>
              <a:t xml:space="preserve">S49</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서로 다른 두 Task가 무엇을 읽을까?</a:t>
            </a:r>
          </a:p>
          <a:p>
            <a:r>
              <a:t xml:space="preserve"/>
            </a:r>
          </a:p>
          <a:p>
            <a:r>
              <a:t xml:space="preserve">Slide ID:</a:t>
            </a:r>
          </a:p>
          <a:p>
            <a:r>
              <a:t xml:space="preserve">S50</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S51–S53의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Crop Task에서 관찰한 접근</a:t>
            </a:r>
          </a:p>
          <a:p>
            <a:r>
              <a:t xml:space="preserve"/>
            </a:r>
          </a:p>
          <a:p>
            <a:r>
              <a:t xml:space="preserve">Slide ID:</a:t>
            </a:r>
          </a:p>
          <a:p>
            <a:r>
              <a:t xml:space="preserve">S51</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의존성 질문은 설정과 소스로 답했다</a:t>
            </a:r>
          </a:p>
          <a:p>
            <a:r>
              <a:t xml:space="preserve"/>
            </a:r>
          </a:p>
          <a:p>
            <a:r>
              <a:t xml:space="preserve">Slide ID:</a:t>
            </a:r>
          </a:p>
          <a:p>
            <a:r>
              <a:t xml:space="preserve">S52</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S50의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S52; production/preview/act2/S52.png.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Task별 접근은 달랐지만 완벽하지는 않다</a:t>
            </a:r>
          </a:p>
          <a:p>
            <a:r>
              <a:t xml:space="preserve"/>
            </a:r>
          </a:p>
          <a:p>
            <a:r>
              <a:t xml:space="preserve">Slide ID:</a:t>
            </a:r>
          </a:p>
          <a:p>
            <a:r>
              <a:t xml:space="preserve">S53</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Context 정리에서 확인한 네 가지</a:t>
            </a:r>
          </a:p>
          <a:p>
            <a:r>
              <a:t xml:space="preserve"/>
            </a:r>
          </a:p>
          <a:p>
            <a:r>
              <a:t xml:space="preserve">Slide ID:</a:t>
            </a:r>
          </a:p>
          <a:p>
            <a:r>
              <a:t xml:space="preserve">S54</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S55–S57의 팁을 거친 뒤 S58의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AGENTS.md는 어디에 둘까?</a:t>
            </a:r>
          </a:p>
          <a:p>
            <a:r>
              <a:t xml:space="preserve"/>
            </a:r>
          </a:p>
          <a:p>
            <a:r>
              <a:t xml:space="preserve">**Slide ID:**</a:t>
            </a:r>
          </a:p>
          <a:p>
            <a:r>
              <a:t xml:space="preserve">S55</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S54는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S56로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S55; production/preview/act2/S55.png.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공통 지침에 모듈 지침을 더한다</a:t>
            </a:r>
          </a:p>
          <a:p>
            <a:r>
              <a:t xml:space="preserve"/>
            </a:r>
          </a:p>
          <a:p>
            <a:r>
              <a:t xml:space="preserve">**Slide ID:**</a:t>
            </a:r>
          </a:p>
          <a:p>
            <a:r>
              <a:t xml:space="preserve">S56</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적용할 지침을 실제로 읽었을까?</a:t>
            </a:r>
          </a:p>
          <a:p>
            <a:r>
              <a:t xml:space="preserve"/>
            </a:r>
          </a:p>
          <a:p>
            <a:r>
              <a:t xml:space="preserve">**Slide ID:**</a:t>
            </a:r>
          </a:p>
          <a:p>
            <a:r>
              <a:t xml:space="preserve">S57</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S58의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지식은 정리됐지만 절차는 반복된다</a:t>
            </a:r>
          </a:p>
          <a:p>
            <a:r>
              <a:t xml:space="preserve"/>
            </a:r>
          </a:p>
          <a:p>
            <a:r>
              <a:t xml:space="preserve">Slide ID:</a:t>
            </a:r>
          </a:p>
          <a:p>
            <a:r>
              <a:t xml:space="preserve">S58</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S60으로 넘긴다.</a:t>
            </a:r>
          </a:p>
          <a:p>
            <a:r>
              <a:t xml:space="preserve">기존 연결 질문을 유지한 채 ACT 3 제목 S59를 거쳐 S60의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S60에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S60에서 기록의 반복 구조를 확인한다.</a:t>
            </a:r>
          </a:p>
          <a:p>
            <a:r>
              <a:t xml:space="preserve"/>
            </a:r>
          </a:p>
          <a:p>
            <a:r>
              <a:t xml:space="preserve">Audience Interaction:</a:t>
            </a:r>
          </a:p>
          <a:p>
            <a:r>
              <a:t xml:space="preserve">Q&amp;A6分은 팀에서 반복하는 작업 방법을 묻는다. S53의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S59를 거쳐 S60의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S60으로 handoff한다.</a:t>
            </a:r>
          </a:p>
          <a:p>
            <a:r>
              <a:t xml:space="preserve"/>
            </a:r>
          </a:p>
          <a:p>
            <a:r>
              <a:t xml:space="preserve">Fallback:</a:t>
            </a:r>
          </a:p>
          <a:p>
            <a:r>
              <a:t xml:space="preserve">LOCAL STATIC ARTIFACT — production/ACT_2.pptx의 S58 또는 production/preview/act2/S58.png를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5">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6">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7">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8">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