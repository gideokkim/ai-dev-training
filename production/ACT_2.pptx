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e02d4b407e4bfb" /><Relationship Type="http://schemas.openxmlformats.org/officeDocument/2006/relationships/extended-properties" Target="/docProps/app.xml" Id="Rce4e2ac7b03f4c58" /><Relationship Type="http://schemas.openxmlformats.org/officeDocument/2006/relationships/officeDocument" Target="/ppt/presentation.xml" Id="Rc3c54ad023554c3e" /></Relationships>
</file>

<file path=ppt/presentation.xml><?xml version="1.0" encoding="utf-8"?>
<p:presentation xmlns:p="http://schemas.openxmlformats.org/presentationml/2006/main">
  <p:sldMasterIdLst>
    <p:sldMasterId xmlns:r="http://schemas.openxmlformats.org/officeDocument/2006/relationships" id="2147483648" r:id="Racd79921cd304d8b"/>
  </p:sldMasterIdLst>
  <p:notesMasterIdLst>
    <p:notesMasterId xmlns:r="http://schemas.openxmlformats.org/officeDocument/2006/relationships" r:id="R34b3615ea00e4e8f"/>
  </p:notesMasterIdLst>
  <p:sldIdLst>
    <p:sldId xmlns:r="http://schemas.openxmlformats.org/officeDocument/2006/relationships" id="256" r:id="Red82075e0eda4bf7"/>
    <p:sldId xmlns:r="http://schemas.openxmlformats.org/officeDocument/2006/relationships" id="257" r:id="R1eb4639555624b20"/>
    <p:sldId xmlns:r="http://schemas.openxmlformats.org/officeDocument/2006/relationships" id="258" r:id="Rabfa123fc14b4dde"/>
    <p:sldId xmlns:r="http://schemas.openxmlformats.org/officeDocument/2006/relationships" id="259" r:id="R5998b575ea2e4a4f"/>
    <p:sldId xmlns:r="http://schemas.openxmlformats.org/officeDocument/2006/relationships" id="260" r:id="Rf8547106af2a4e80"/>
    <p:sldId xmlns:r="http://schemas.openxmlformats.org/officeDocument/2006/relationships" id="261" r:id="R8b0a1bc49ac7468f"/>
    <p:sldId xmlns:r="http://schemas.openxmlformats.org/officeDocument/2006/relationships" id="262" r:id="Rb497ca1178564dae"/>
    <p:sldId xmlns:r="http://schemas.openxmlformats.org/officeDocument/2006/relationships" id="263" r:id="R9ffc42e39b534f76"/>
    <p:sldId xmlns:r="http://schemas.openxmlformats.org/officeDocument/2006/relationships" id="264" r:id="Rcc6a4f9d8fe045ec"/>
    <p:sldId xmlns:r="http://schemas.openxmlformats.org/officeDocument/2006/relationships" id="265" r:id="R5309635294164db0"/>
    <p:sldId xmlns:r="http://schemas.openxmlformats.org/officeDocument/2006/relationships" id="266" r:id="R7347409d1fcf4dfc"/>
    <p:sldId xmlns:r="http://schemas.openxmlformats.org/officeDocument/2006/relationships" id="267" r:id="R68c195c9a6794f7f"/>
    <p:sldId xmlns:r="http://schemas.openxmlformats.org/officeDocument/2006/relationships" id="268" r:id="R09ab795e265f472b"/>
    <p:sldId xmlns:r="http://schemas.openxmlformats.org/officeDocument/2006/relationships" id="269" r:id="Ra3a2a4561d4f40b8"/>
    <p:sldId xmlns:r="http://schemas.openxmlformats.org/officeDocument/2006/relationships" id="270" r:id="R01824e6874c545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75973cf38b45ab" /><Relationship Type="http://schemas.openxmlformats.org/officeDocument/2006/relationships/slideMaster" Target="/ppt/slideMasters/slideMaster1.xml" Id="Racd79921cd304d8b" /><Relationship Type="http://schemas.openxmlformats.org/officeDocument/2006/relationships/notesMaster" Target="/ppt/notesMasters/notesMaster1.xml" Id="R34b3615ea00e4e8f" /><Relationship Type="http://schemas.openxmlformats.org/officeDocument/2006/relationships/presProps" Target="/ppt/presProps.xml" Id="Rf4a9fe5729c7470b" /><Relationship Type="http://schemas.openxmlformats.org/officeDocument/2006/relationships/tableStyles" Target="/ppt/tableStyles.xml" Id="Rd8a66f74c6f74499" /><Relationship Type="http://schemas.openxmlformats.org/officeDocument/2006/relationships/slide" Target="/ppt/slides/slide1.xml" Id="Red82075e0eda4bf7" /><Relationship Type="http://schemas.openxmlformats.org/officeDocument/2006/relationships/slide" Target="/ppt/slides/slide2.xml" Id="R1eb4639555624b20" /><Relationship Type="http://schemas.openxmlformats.org/officeDocument/2006/relationships/slide" Target="/ppt/slides/slide3.xml" Id="Rabfa123fc14b4dde" /><Relationship Type="http://schemas.openxmlformats.org/officeDocument/2006/relationships/slide" Target="/ppt/slides/slide4.xml" Id="R5998b575ea2e4a4f" /><Relationship Type="http://schemas.openxmlformats.org/officeDocument/2006/relationships/slide" Target="/ppt/slides/slide5.xml" Id="Rf8547106af2a4e80" /><Relationship Type="http://schemas.openxmlformats.org/officeDocument/2006/relationships/slide" Target="/ppt/slides/slide6.xml" Id="R8b0a1bc49ac7468f" /><Relationship Type="http://schemas.openxmlformats.org/officeDocument/2006/relationships/slide" Target="/ppt/slides/slide7.xml" Id="Rb497ca1178564dae" /><Relationship Type="http://schemas.openxmlformats.org/officeDocument/2006/relationships/slide" Target="/ppt/slides/slide8.xml" Id="R9ffc42e39b534f76" /><Relationship Type="http://schemas.openxmlformats.org/officeDocument/2006/relationships/slide" Target="/ppt/slides/slide9.xml" Id="Rcc6a4f9d8fe045ec" /><Relationship Type="http://schemas.openxmlformats.org/officeDocument/2006/relationships/slide" Target="/ppt/slides/slide10.xml" Id="R5309635294164db0" /><Relationship Type="http://schemas.openxmlformats.org/officeDocument/2006/relationships/slide" Target="/ppt/slides/slide11.xml" Id="R7347409d1fcf4dfc" /><Relationship Type="http://schemas.openxmlformats.org/officeDocument/2006/relationships/slide" Target="/ppt/slides/slide12.xml" Id="R68c195c9a6794f7f" /><Relationship Type="http://schemas.openxmlformats.org/officeDocument/2006/relationships/slide" Target="/ppt/slides/slide13.xml" Id="R09ab795e265f472b" /><Relationship Type="http://schemas.openxmlformats.org/officeDocument/2006/relationships/slide" Target="/ppt/slides/slide14.xml" Id="Ra3a2a4561d4f40b8" /><Relationship Type="http://schemas.openxmlformats.org/officeDocument/2006/relationships/slide" Target="/ppt/slides/slide15.xml" Id="R01824e6874c545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1dfdd1938344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ed73ec8bc349cd" /><Relationship Type="http://schemas.openxmlformats.org/officeDocument/2006/relationships/notesMaster" Target="/ppt/notesMasters/notesMaster1.xml" Id="R0d90d24941284c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0acd306ed1456d" /><Relationship Type="http://schemas.openxmlformats.org/officeDocument/2006/relationships/notesMaster" Target="/ppt/notesMasters/notesMaster1.xml" Id="R2c8745c701a84f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224539b8554843" /><Relationship Type="http://schemas.openxmlformats.org/officeDocument/2006/relationships/notesMaster" Target="/ppt/notesMasters/notesMaster1.xml" Id="Rb51be1df619540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b95ec29cab462c" /><Relationship Type="http://schemas.openxmlformats.org/officeDocument/2006/relationships/notesMaster" Target="/ppt/notesMasters/notesMaster1.xml" Id="R7504933519134c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c414f4bf6e4e38" /><Relationship Type="http://schemas.openxmlformats.org/officeDocument/2006/relationships/notesMaster" Target="/ppt/notesMasters/notesMaster1.xml" Id="Rcd2747e55e7748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01b3279042348b7" /><Relationship Type="http://schemas.openxmlformats.org/officeDocument/2006/relationships/notesMaster" Target="/ppt/notesMasters/notesMaster1.xml" Id="Rdb84e8358e7443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27f8f1b88e4871" /><Relationship Type="http://schemas.openxmlformats.org/officeDocument/2006/relationships/notesMaster" Target="/ppt/notesMasters/notesMaster1.xml" Id="Rb32edf1674674e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b22b95089f4572" /><Relationship Type="http://schemas.openxmlformats.org/officeDocument/2006/relationships/notesMaster" Target="/ppt/notesMasters/notesMaster1.xml" Id="R77e0ba36e61346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54b9b0f03aff48e4" /><Relationship Type="http://schemas.openxmlformats.org/officeDocument/2006/relationships/notesMaster" Target="/ppt/notesMasters/notesMaster1.xml" Id="R6e3c7c4139af45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5fa9fcb27404762" /><Relationship Type="http://schemas.openxmlformats.org/officeDocument/2006/relationships/notesMaster" Target="/ppt/notesMasters/notesMaster1.xml" Id="R636c1215fb474e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244cfa3e3f24823" /><Relationship Type="http://schemas.openxmlformats.org/officeDocument/2006/relationships/notesMaster" Target="/ppt/notesMasters/notesMaster1.xml" Id="Rfb5969cf86944d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951ba1462b4a02" /><Relationship Type="http://schemas.openxmlformats.org/officeDocument/2006/relationships/notesMaster" Target="/ppt/notesMasters/notesMaster1.xml" Id="Ra67a15963f46491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8f7e02747d4418" /><Relationship Type="http://schemas.openxmlformats.org/officeDocument/2006/relationships/notesMaster" Target="/ppt/notesMasters/notesMaster1.xml" Id="R673ff4171e6042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0154ecbd4346d6" /><Relationship Type="http://schemas.openxmlformats.org/officeDocument/2006/relationships/notesMaster" Target="/ppt/notesMasters/notesMaster1.xml" Id="Rec37b9503f0341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f3def4c6d724ac7" /><Relationship Type="http://schemas.openxmlformats.org/officeDocument/2006/relationships/notesMaster" Target="/ppt/notesMasters/notesMaster1.xml" Id="R4fcde74ad15547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8bd851b69445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5bdafa9f9fb42a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35621dbae14d7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ccac376cb8471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9a97effa2b41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b53707d352f47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9D2C0A-07B9-401F-B85C-3FC7D6E2D84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A21D12-62E9-4A52-B036-A0B1D49128B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D5D965C-A715-4E0B-AFBD-CE7A369133C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7B0FC5-7728-4892-A699-51F745D6FA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DD99FCA-D7DC-4101-8B33-EA3AD38A42A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6D8E294-4913-45A5-9506-6B9CDAC99D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6EDCFF-FA92-457C-9B3F-36DE924527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5570C2E-7507-40E2-9824-8703831DA24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C4A2BA-C2B3-435D-858D-DA5B0DB056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678C6A-3369-4D1A-B4EE-808FFCEE9FB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d5179d90904f1f" /><Relationship Type="http://schemas.openxmlformats.org/officeDocument/2006/relationships/slideLayout" Target="/ppt/slideLayouts/slideLayout1.xml" Id="R23d4488912184fde" /><Relationship Type="http://schemas.openxmlformats.org/officeDocument/2006/relationships/slideLayout" Target="/ppt/slideLayouts/slideLayout2.xml" Id="R2caed127a5364831" /><Relationship Type="http://schemas.openxmlformats.org/officeDocument/2006/relationships/slideLayout" Target="/ppt/slideLayouts/slideLayout3.xml" Id="Rbdaf4ef61eda43f3" /><Relationship Type="http://schemas.openxmlformats.org/officeDocument/2006/relationships/slideLayout" Target="/ppt/slideLayouts/slideLayout4.xml" Id="R6f6c33a7dc1846ad" /><Relationship Type="http://schemas.openxmlformats.org/officeDocument/2006/relationships/slideLayout" Target="/ppt/slideLayouts/slideLayout5.xml" Id="Rdcaf738fbfc245dd" /><Relationship Type="http://schemas.openxmlformats.org/officeDocument/2006/relationships/slideLayout" Target="/ppt/slideLayouts/slideLayout6.xml" Id="R7bb10469ffce48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d4488912184fde"/>
    <p:sldLayoutId xmlns:r="http://schemas.openxmlformats.org/officeDocument/2006/relationships" id="2147483650" r:id="R2caed127a5364831"/>
    <p:sldLayoutId xmlns:r="http://schemas.openxmlformats.org/officeDocument/2006/relationships" id="2147483651" r:id="Rbdaf4ef61eda43f3"/>
    <p:sldLayoutId xmlns:r="http://schemas.openxmlformats.org/officeDocument/2006/relationships" id="2147483652" r:id="R6f6c33a7dc1846ad"/>
    <p:sldLayoutId xmlns:r="http://schemas.openxmlformats.org/officeDocument/2006/relationships" id="2147483653" r:id="Rdcaf738fbfc245dd"/>
    <p:sldLayoutId xmlns:r="http://schemas.openxmlformats.org/officeDocument/2006/relationships" id="2147483654" r:id="R7bb10469ffce48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cfb4b95a264aad" /><Relationship Type="http://schemas.openxmlformats.org/officeDocument/2006/relationships/notesSlide" Target="/ppt/notesSlides/notesSlide1.xml" Id="R4cdfc1717bb94e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eed9795f804781" /><Relationship Type="http://schemas.openxmlformats.org/officeDocument/2006/relationships/notesSlide" Target="/ppt/notesSlides/notesSlide2.xml" Id="Rd680fff4a4794d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239aab804447d0" /><Relationship Type="http://schemas.openxmlformats.org/officeDocument/2006/relationships/notesSlide" Target="/ppt/notesSlides/notesSlide3.xml" Id="R0777dfcf01864c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cdef4e308a43aa" /><Relationship Type="http://schemas.openxmlformats.org/officeDocument/2006/relationships/image" Target="/ppt/media/image.png" Id="Rb56cf79fea664745" /><Relationship Type="http://schemas.openxmlformats.org/officeDocument/2006/relationships/image" Target="/ppt/media/image2.png" Id="Rc113e823e58a49cf" /><Relationship Type="http://schemas.openxmlformats.org/officeDocument/2006/relationships/notesSlide" Target="/ppt/notesSlides/notesSlide4.xml" Id="Rf4babeeca80341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9a25c9b8e9c4392" /><Relationship Type="http://schemas.openxmlformats.org/officeDocument/2006/relationships/image" Target="/ppt/media/image3.png" Id="R59284189b73045bf" /><Relationship Type="http://schemas.openxmlformats.org/officeDocument/2006/relationships/notesSlide" Target="/ppt/notesSlides/notesSlide5.xml" Id="Re699cc5a371c4a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24e7e1be9b34a24" /><Relationship Type="http://schemas.openxmlformats.org/officeDocument/2006/relationships/notesSlide" Target="/ppt/notesSlides/notesSlide6.xml" Id="R2602ee19290946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f62b54a55ce4779" /><Relationship Type="http://schemas.openxmlformats.org/officeDocument/2006/relationships/notesSlide" Target="/ppt/notesSlides/notesSlide7.xml" Id="R5ed9bfaf91ad4c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53a3b171ad14e8e" /><Relationship Type="http://schemas.openxmlformats.org/officeDocument/2006/relationships/notesSlide" Target="/ppt/notesSlides/notesSlide8.xml" Id="R499c8a71474341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9ba778a108a445f" /><Relationship Type="http://schemas.openxmlformats.org/officeDocument/2006/relationships/notesSlide" Target="/ppt/notesSlides/notesSlide9.xml" Id="R104efa7ae9f140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83373bd9d1a4b5d" /><Relationship Type="http://schemas.openxmlformats.org/officeDocument/2006/relationships/notesSlide" Target="/ppt/notesSlides/notesSlide10.xml" Id="R8be4d9910d374b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8b0a26f00c4a16" /><Relationship Type="http://schemas.openxmlformats.org/officeDocument/2006/relationships/notesSlide" Target="/ppt/notesSlides/notesSlide11.xml" Id="R360d6b0a97724c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0dfbabf88484c44" /><Relationship Type="http://schemas.openxmlformats.org/officeDocument/2006/relationships/notesSlide" Target="/ppt/notesSlides/notesSlide12.xml" Id="Rcc6a35e6721e45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86650b064864945" /><Relationship Type="http://schemas.openxmlformats.org/officeDocument/2006/relationships/notesSlide" Target="/ppt/notesSlides/notesSlide13.xml" Id="R4ce3c695dbb746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fd2831724284abb" /><Relationship Type="http://schemas.openxmlformats.org/officeDocument/2006/relationships/notesSlide" Target="/ppt/notesSlides/notesSlide14.xml" Id="Ra85b269688a4461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05efa81b2cc45da" /><Relationship Type="http://schemas.openxmlformats.org/officeDocument/2006/relationships/notesSlide" Target="/ppt/notesSlides/notesSlide15.xml" Id="Rc96d6eccba4548fe"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D905B49-FADF-4078-A7AF-06C81592EC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73B3E4C6-1FFF-42EB-8A24-EF70C1AF2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886AFB62-F775-484F-904F-807BD0CA4B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1BC30EA-8C1E-467F-8603-480420AD5A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270FBA4-893F-45CF-A70D-D2988A4D90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02B757E9-CCC3-41E8-A2DA-8C719CF254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77D0DC6-12DF-4BDD-8A5A-BDB28ACBAB11}"/>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CBBFA901-52F1-4737-A9E4-C59D25D2EF6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5839F5F-6CF1-402F-A88C-FEF36375B56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33D13EF-9413-4757-9916-1498BC42ABD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9416157-DF81-4BBA-97EA-195F47F8DC93}"/>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A9DD7D8-EAC2-440A-A4F5-E8A8F183BCA4}"/>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1D178E62-CEFF-4B4E-83CC-5AA8A0EFBC6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4CACF71E-DC47-4688-961C-74ACF83A433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A102EDA-AE2B-45E5-BAAD-4E80DBF9A1D0}"/>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35CF27E-8D9B-49B7-A304-3E8B8E837EB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5515913A-F77C-4845-BD1E-9F75322DDE6D}"/>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387766D-EC0C-4227-9805-E41617F2245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6AAC00C-A33C-4C66-BF8A-7F717130CB6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9B05C5C-E449-4211-8797-C209F1DB7789}"/>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527162F-C75F-4C01-9EF7-2CD8C7072D6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030A2D1-D471-45F5-8EB3-C019C25115B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27AE5D9E-6C2B-4F8C-85F1-E5DCBCC09D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276186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E199DFD-2BF6-40D0-B44C-3EDD3AD558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88C6A668-4553-4F23-9D43-6AE816F072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28A63A3A-C68C-4ED0-86FF-B988002170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1247824F-CFC4-4833-8A6B-5909324AC2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20811E7-5B66-42D5-B825-5340FC35C3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FA5F5429-0538-4325-BEB5-CD92FC934B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790C3D4-CCF6-42A8-A8C3-0551F567494E}"/>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87A5FF0F-A3B6-4786-BD0B-C9C8814BD941}"/>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B771E813-998F-40B0-91F8-6447D9FCA95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DB07B9E2-95AE-476F-9380-BA38BE97E3AC}"/>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A2816D8-EC15-40D3-9CB9-1AC64A3DF23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2D255A5-D7DA-4476-901D-A3D001E9A53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0299013-1F02-49E5-BA22-06D0BC56292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7BEC659-61DC-476F-9480-DA767CF4B58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962D6DE-E3EE-438F-8FDE-66FEFEA3B4A5}"/>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53E4391-A087-47D8-B18B-7C961A915A7B}"/>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DAA597F-2AC4-4AF4-8D1A-084FFC5A134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2354B6F0-FFBE-4311-BD75-683BB4AEF6D9}"/>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3D45CD2-6CB3-4129-9B42-4B58D81A23E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F561580-C109-4B00-8E91-571395BA08E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AA442771-D87C-4902-A3F1-75C1376ADE22}"/>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12596AF-891A-463F-A111-BCB4494E319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FBCEBC7-7670-406A-989D-8AE465631099}"/>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B76CEE7-7A1D-49BB-9ECB-2B4B5D586E1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D6AB6F41-0508-485C-9D78-223B11BE886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EC35FCF-29EB-4EAA-BADC-2D57B69474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001675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1C7F4604-66F1-4F4C-B8C2-294CC69E1E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DED596D-418F-414E-8A8C-7C1771CF6D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C1B41976-A5BA-453C-A225-0818FC4020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A1083F3-080A-478E-92A5-8EF3685AB6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270EB58E-FC3C-48A9-AE0F-1B59174139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0529AC35-C7E2-4283-80A7-5019BE9C98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C8346C8-028E-42DD-ADBD-2AC566C79C3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58C14EB-3D90-4AA0-9F1C-407402BCB66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CA7B8A3-0EEC-415A-8E66-AE10887F19F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50A66E8-A105-4E3E-ADB1-7D2AFBB83F95}"/>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1F97C0C-7A1B-4E59-9AC3-F0F806DAA39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CF36420D-3A79-4E98-BF02-E2D70D3B7AD9}"/>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BC13C0C7-7223-428D-8306-747920A8C35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089F31B2-4AFA-4239-8B4E-8C38E7994637}"/>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E504F56-F2EA-43E7-B8FA-80FA4C858E6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BFE6E986-D953-4FBD-9A86-0D248B033D4B}"/>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9B423F8-85B0-4FCD-8131-30453E9D660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4BDF7E8-F626-4F0E-B308-F0FCB7267E5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EAB1F13-D978-4BE4-82F1-6B28FAECB7B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DB5FF523-9865-45FE-8F69-76A158AA26AE}"/>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99DB38F1-5A08-4548-B5B8-BBF446BD1179}"/>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0D34F09F-A22C-4700-9BF4-D6DC1BA5B0C4}"/>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AEE16FA-C75F-4715-B3C2-DCAB2256888B}"/>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909269A6-629E-424E-9E7E-C8858763015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335CB2BE-D3F3-4130-B024-0173693E20AB}"/>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F5C3E32-B64D-4C31-B320-BD5666645C1F}"/>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FB70417E-3DA6-470D-89B7-771F1FC17221}"/>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031B9CA-7FCF-4ED0-AC38-829B08FBC6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928132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AA5A341-5229-4ED6-9CE9-DFB8FB1C86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A3787D6-B8F5-4E4C-8EAB-3125AD55F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BC180E19-5D88-40C6-AFBD-3FAB84BAB1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4FFA034-F643-479B-A421-25379F3752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078CED7-8742-4380-A423-E097AFD4C2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BFC2568-EEE7-45C9-94F9-2DBF2BEC1F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5E4B632-3DAC-479C-9420-40F8BF43761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8D10EFA-8B7D-4525-972A-C68EEC0DD506}"/>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E0E557D9-C0E6-41AD-A8CB-7376874DEE2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70EA0EB5-6BDC-4DE5-8992-0BE55415854E}"/>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5E88A5E2-7A24-4156-B3A2-6103D4FD54E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5EBD72CC-42AB-4AF4-AF5B-3B3B08F4CE0E}"/>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100059A5-8118-4ED2-AACE-57623C1435B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5E04CB5-EE23-4985-AB5B-1ABBDBDF23DD}"/>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5CC177ED-EF2F-41C6-8F40-8B5320377B39}"/>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F1EDC1B-4C17-40D6-A796-6AC2767CBF3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A54D3344-5B11-451B-B047-9EA9313D6C8C}"/>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DCB10B8-A93E-4A5C-BD39-E84B0D1FCA7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5E36A0AB-BAF2-4020-B147-38B0B784A5B2}"/>
              </a:ext>
            </a:extLst>
          </p:cNvPr>
          <p:cNvPicPr>
            <a:picLocks xmlns:a="http://schemas.openxmlformats.org/drawingml/2006/main" noChangeAspect="1"/>
          </p:cNvPicPr>
          <p:nvPr/>
        </p:nvPicPr>
        <p:blipFill>
          <a:blip xmlns:r="http://schemas.openxmlformats.org/officeDocument/2006/relationships" xmlns:a="http://schemas.openxmlformats.org/drawingml/2006/main" r:embed="Rb56cf79fea664745"/>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F87D8484-4736-427C-A154-B64D07FD54B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1FD21B0-BA16-4728-BCC9-80CE4915FBF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51E23B94-9D58-452A-95BB-57AD8E7595D1}"/>
              </a:ext>
            </a:extLst>
          </p:cNvPr>
          <p:cNvPicPr>
            <a:picLocks xmlns:a="http://schemas.openxmlformats.org/drawingml/2006/main" noChangeAspect="1"/>
          </p:cNvPicPr>
          <p:nvPr/>
        </p:nvPicPr>
        <p:blipFill>
          <a:blip xmlns:r="http://schemas.openxmlformats.org/officeDocument/2006/relationships" xmlns:a="http://schemas.openxmlformats.org/drawingml/2006/main" r:embed="Rc113e823e58a49cf"/>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B1F091E-1129-4D48-97A4-496DAAEDECBF}"/>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04BAF41-95F5-4104-8C72-2527508E2B9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4727CF1-803E-4720-8773-86F0E22DF8B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8544434-E9C0-4F80-A6C5-AF5C444A0C7A}"/>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DB197E0-A681-4D68-ABF7-F4CA7B79B90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3671709-8B54-4A24-91E0-A5F3C9C4F4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285630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EFDEFFF9-DF78-4CBB-A41F-E003BB267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7CE01CB6-2954-4A23-9248-87D75D3975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322D4B7-30E0-488D-B67E-2164EB717C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60DA7A3-F8B8-41CC-80F1-378E358A2D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1405755-6E2B-4C9A-A98C-C1B27ED99A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C44FABE-3F14-4D18-9752-B7083DE81B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079D91D9-53A3-41F8-9CC7-7167BAF4256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A365F06-B59C-4D04-B738-E07F8951ECCF}"/>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BB4F701D-2114-4602-A322-D07BA0EE3403}"/>
              </a:ext>
            </a:extLst>
          </p:cNvPr>
          <p:cNvPicPr>
            <a:picLocks xmlns:a="http://schemas.openxmlformats.org/drawingml/2006/main" noChangeAspect="1"/>
          </p:cNvPicPr>
          <p:nvPr/>
        </p:nvPicPr>
        <p:blipFill>
          <a:blip xmlns:r="http://schemas.openxmlformats.org/officeDocument/2006/relationships" xmlns:a="http://schemas.openxmlformats.org/drawingml/2006/main" r:embed="R59284189b73045bf"/>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D28280C4-7269-4472-A29D-9B985B920367}"/>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21877E1-8023-4786-8030-0FE43D9D0406}"/>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568046A-1D1E-4432-B235-E572E09CC4EB}"/>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B8BE79CB-DB66-49AD-BA30-642FD3BFD1C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43A94F2-1A1A-4F42-A912-3A5B7812961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E9FE99DE-0774-4E11-95B0-8B8C738722E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6E558A90-7507-43BF-BAD3-FE244652FCD7}"/>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F4FCEAF-6BAF-4F7F-947A-F41860A23A27}"/>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E382FD56-75F9-4069-AE16-052BE87B04BC}"/>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33CE76BA-2D3A-4EFA-A81C-A37D3A85D884}"/>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A3A151D-74A3-45F6-AA00-1A1480413938}"/>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15F99B2-A4DF-46E2-9CB5-6B19B5F7F4E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6AE8A0D-688C-4AB7-90D6-40FB1F9A8D26}"/>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7A55AD85-4F02-4B95-B2F3-0F8FF5F34E82}"/>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BD8F29A6-3CC2-4A83-BB8E-824F42ECF59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693F402-83BD-4005-BE17-E8D53D0D963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EE34F42E-C36B-4B21-BCFF-A524BA0485C6}"/>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982A270-C359-41E1-A4F8-8074C6A20C1B}"/>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98072FE8-E0C8-476F-825E-DAD2B3516980}"/>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47254CF-0895-41F6-91E2-8642BCF050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356276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17254D5-7418-4A8E-B515-1131BDC0EF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260C0F5C-57BC-4FFB-B105-2CD84E2F97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34D1687E-05ED-4A8E-877C-A43A537955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DC0A91B8-ACCC-45E7-81E6-A471647091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5CCA2946-C4E2-48EF-AC60-0FC6A8265E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F6E373F-56CB-4811-A08E-3597D8FA6C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273E47B2-CD8C-4562-B3B8-D5A9DD9DB8EC}"/>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61FD4FE-FEA4-4F53-A6C8-14B00AD9BBD6}"/>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B9198F8F-9083-40C2-83A1-61F24E2A6EB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FE26432B-B9C3-4A63-B7CB-B08F6D5BC98B}"/>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294B0AE-3363-4DA5-B381-C3DD4407B1B7}"/>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47E4CDA9-BCC1-4656-82D6-D4C62935BB6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93CC46A-E0C7-4AFE-8881-EFE6E64218BA}"/>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248FBF1-0957-44C1-B65D-57A7BAE91AE9}"/>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9AED1FF8-8FE4-47E9-9BE3-80659890D204}"/>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C8F7DEEF-8C2C-4900-BF36-5284639ED18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E4BD8810-079C-4C6A-8D72-0E5FE2F6FD2E}"/>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CD574098-0FA6-46B8-817B-5608167BBFAB}"/>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6CE4FE34-B0FC-4A71-BB2D-669F310DE41A}"/>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E2E982E-BF62-4FA4-91A1-85F398D29B3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BB5F224-A87B-4DA6-84E3-3907FC26C949}"/>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921AB78-C798-4779-BE04-AB2D212EF1E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34D43B7A-2EBC-4CD2-9F4F-7323FB2388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087875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1F267ED5-1DF5-4679-9AC4-F14F3BA219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B98FCB96-72FA-4FA3-A36C-9D047EFA47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264CCF8-3153-4A45-A83E-2E1455F15D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7B9F276B-6A5D-4EE7-B207-E51F6E9474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DED9EB37-D9C7-4A1F-BAEE-5C8B213D5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6EAB1D96-2B94-4CED-AD8B-10812F4071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2D9CAAC9-0570-4C88-9ACA-997A9433C2ED}"/>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B6884E21-E70A-46C1-AF9D-A81FAAD924F8}"/>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5E485E0E-F598-4D55-84FA-FF51DC0BC6B3}"/>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54CC261C-290A-449F-A82B-B2E47837C035}"/>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CB66FEF5-5871-46E7-A628-AE5E3A56EC89}"/>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CEDD2B70-4475-4F2B-9691-0F0107E8B7E7}"/>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CFAFF912-2D6F-4CC8-8AC0-559C994F5777}"/>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95CB1AF6-BEBE-40F0-838E-C01D464029D2}"/>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FB8E3E0D-FC8A-4239-B636-ACB7003F21E4}"/>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04407AB7-3485-4E25-B006-94707981211A}"/>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1AF03465-A2FD-451C-B0BB-5F4AB95BF075}"/>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98AA085E-1894-4690-ACFE-1A00DE3651E7}"/>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3E9EB196-056F-42E4-B4C3-82A3FEBE56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06352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47877AE5-943B-4006-8F38-5A7148359D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B23CD23D-ECEA-413C-B8AE-E4333B661C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3D335C90-F6E2-4358-B250-3BA577C0CE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92162782-A7A0-448F-B47A-54DFAF469A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3B81D257-4732-493C-85CC-641C979C22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8BD63E30-FB92-45B4-85B5-B89C90BF7A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0778B46F-E6AC-4465-83B1-830CBC190F53}"/>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FD902BED-89BF-4794-A1B0-2F54A09BBE33}"/>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539E39F6-8D74-4AE0-804F-C004D0D74345}"/>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75752A6F-F204-40B2-A822-62258FA8FB6C}"/>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67E9AD7D-8286-4B38-A3D7-C41157A269EB}"/>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7769A7C0-0FB8-4453-AA0C-BB2F78E8E4E1}"/>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39C2101F-1DC4-4713-A813-024530C305FA}"/>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99E163A-36DB-463E-91E3-16A07DCDCA67}"/>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AA297B1-98CE-460D-A42D-486329B4BD78}"/>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7752551F-E799-4CC7-B021-2712697882ED}"/>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6D8BBBE-6FAB-4EBD-9A1D-C20F9E4C3921}"/>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CA66159F-0453-40A1-A31A-2D7A001E15F2}"/>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880925D-9C55-455F-B7E3-0018CA276E4F}"/>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5C794A0-8464-45A8-AA95-05CC8B94A006}"/>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0602D2B-CD16-421A-AA88-D282DD3A10C2}"/>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05BB44D-E394-45A0-BCD3-2C2ED2C754B5}"/>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33F05BB-F260-4920-801B-17F53E37FFFF}"/>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CED8F24F-C3FA-4A55-820A-46096B1F9348}"/>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5CEA88C-ACA1-4357-8ED6-8F9AA2308869}"/>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DF220DCD-9DD4-465B-A7A3-7490F971DAE9}"/>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DB72855-8450-4807-8354-AE8FACD3E155}"/>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0A1A3405-E797-4A17-B5B3-17CB71C5DCA2}"/>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95A3F7C0-CD81-4355-8D70-0F27F6135B73}"/>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0C491F99-28B0-4723-AE84-A93CCD10DC52}"/>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B9C207B8-A92D-465D-9019-DC7173DC3169}"/>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1A401E6D-59B9-4C9D-9C7C-019FF5364FE9}"/>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5B89E38C-BED3-4648-80C0-2B5E20546303}"/>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400B471A-0013-405D-A26D-AB89C08726C9}"/>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1A21B2CA-9F43-456E-9DF2-8B2BC06FC62C}"/>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659DA51-F8F9-446C-B797-1D027582C4BD}"/>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6453864D-0857-4A35-8093-961BA0BE4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157309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851F5E09-1F2A-4328-8CB9-8E184D3E38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B452141D-02A3-4038-AF56-7D154E6C9C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90EE0CD6-1F71-4A45-B328-9606EED74C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739A653-2FAA-4815-9E68-27FB8D6215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AD64A43C-D77B-474B-B48E-21CAC92E1C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1D877FEF-CA99-4767-B367-FD721E41DB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A7519609-39F1-4320-919D-480F7143D922}"/>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C589ED94-FADD-458D-A848-4916A218F2A4}"/>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4EA73B2B-3B7C-45EA-A1F2-A4BCBD3A2BCE}"/>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F6865D70-53B5-451B-92B3-1C533576AA4F}"/>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DC18E369-F7FE-4BA5-B9F8-2E4D09571B01}"/>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5536D38-15D8-45C3-90AA-6EA13B44389C}"/>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AE084F36-3AE7-4ECB-A36B-E286E097A191}"/>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64A50AF7-67C9-4C6B-BF66-5FBCCB8C8E58}"/>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7F69DC6F-B488-456F-82FB-F24092C15DBE}"/>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5B89E50-7563-491C-AC58-CA90ECB8AF5C}"/>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E44054D8-4CA2-4C4E-9CA6-31D90528DF73}"/>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C40ECFC7-3466-44A0-9D8E-66D0F0AC6F2A}"/>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28DA237F-AD8A-4050-8CF8-DCEA6A0223B0}"/>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89CFA8DB-D8EF-4BC0-AA9F-B257D60309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326533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9737DE19-B591-4B22-ACB0-BFBA9A827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8659E315-36E7-4489-AA7A-78EC712DD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3E4B3F2F-4083-443A-BF9E-3E7A609E51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6D5B53DD-FF9E-494C-A9F7-3818923C58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2F591CEC-3219-4F6C-B2A7-4040325F2C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F3B4B0A7-97DB-4E96-A114-618FA31855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2CFD2A9A-60BB-4CDF-AFE3-DB7DD41D0521}"/>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4A97736B-E778-4691-8989-03625FFEB1BB}"/>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88EB3B8A-AA1F-454A-8DF6-F7E908A108B1}"/>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53A8E732-30B2-4751-90C6-F4DF592C05CF}"/>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17451EB9-4C55-4D06-B117-FD1EABAEC4DD}"/>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260313FB-D98C-436A-877D-A8980D4C74FD}"/>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9AD53D37-DFDF-45F4-81BE-2C3B7D3186AC}"/>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F9A0E29F-EDFF-4924-A4DD-A79039B7C85E}"/>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76847CB4-6FBB-4D10-96BB-4951AD46C8E1}"/>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9CC99ABB-6B1E-49B7-AA0C-B38508B5B1DD}"/>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A908A04C-5FCA-4BF8-9475-9C84F3C79D74}"/>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1261A893-2FDE-41F2-A259-1559D7A1DBDB}"/>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FB85C414-6C10-4A5E-B2B9-2AA9A1EE2F56}"/>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84CF695C-DCCE-4436-AC25-E1A6A486B512}"/>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2628A5E7-862B-4205-8061-4A182D33DBFC}"/>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2811C309-9178-4774-983D-F253D7E30993}"/>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BBD6B380-FEC7-47A0-B1F8-8FD67654CE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6532708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C11BAC15-A7A4-4F44-99F6-5916C26763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CAA3B12E-16B2-44C6-B979-031B1312A2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8C1E324F-3AEB-4A71-9A3C-61FCA17A6E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EDE7885-616C-40BF-AFE6-93B4C8E586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EFE3FEAC-6FD3-488F-8C37-8A4D702418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7265D9CB-F208-40EE-B7D5-9D8FEFCB1D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82B86DED-0C22-4011-8C30-29C5F2C38E0C}"/>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3A580DB4-4F57-4263-AC46-EE2A81181624}"/>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6125096B-D902-45C1-A074-B78B2EC6E1F5}"/>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80E1A48D-7559-4873-A1F1-7A7FDF1984AD}"/>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F708A896-C167-4CBD-B42D-084DF1B50976}"/>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FD021A8F-BDFA-49D9-8964-AD08EA70328E}"/>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8A2DF1D-2FD2-48FF-BDCE-ADAFEEBB92E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4F7AA11A-D784-49FA-8876-42031B27ED24}"/>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594099AC-ED23-4436-81CB-75165F9E20E8}"/>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F0CB321E-7B96-4B97-9A51-6C9F3D1548BF}"/>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BB60D9CA-F671-4ED0-8290-7E12BAAD2910}"/>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295E650D-EAA6-4478-9F21-711335A400D0}"/>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1BACA891-69EA-45F6-A087-EE8B302CFA39}"/>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48BD2DF-100E-496B-BFFD-902CFFD95FBE}"/>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883D062F-F5BA-4833-918E-C8AAC02EC7EC}"/>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42489AD9-F3FE-4D08-8680-92F98D7CCB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003133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154C77B1-C0D1-43A6-BC5C-B8AA710E5F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98D0E09E-5984-44EC-A101-B8F6C5DE6A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5150E232-36BF-4591-91D4-3E973A8047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7A7086B-68CE-4699-B735-94D33A6BBF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BF46F90-AD96-488D-A4D7-AB592F4B0E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52E8D69-E118-4789-935C-0053079967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FFEDA919-495C-4243-A049-21FFED2BED9A}"/>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37B2D0EA-035B-453A-B5E0-0CEC15454541}"/>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E9DE930-09C1-42F3-9C6F-BD2D704818BC}"/>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9575C8F-EC6B-48DF-AD3C-3FFA71D2DE3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7FCBAD49-3971-4EA2-BDB8-F288F7864CFF}"/>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13F32FD6-4E7D-4D93-A4B6-782A07DEE95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FDCB6355-DB46-406C-B2EA-EA72FD05BA2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F2D25602-7010-4CC2-8082-A6423EAA94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570325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4488D50C-952B-4525-A687-3DA6AAD992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3316C1AF-095E-4DDE-B8D5-7A6E0894B9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B7344ABD-E94B-495B-BC89-BDD43B6FDE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D6F0AF6-92CD-4267-B743-11A77522CE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EDB27054-88A7-4A69-B10F-2688BE3D9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4C7190C-1AE4-4430-A8F9-6B803DA318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5201A185-21F9-4EC4-A992-50B6AA46C3E8}"/>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7110966C-9790-44F4-AD29-D748B3283D8B}"/>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2FD76684-523E-4683-8753-C2C1616884ED}"/>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0C20CB21-D921-4E46-8052-EA26A8F91FDC}"/>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E6179CFD-2262-4FC6-9A88-B2D7764520AB}"/>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A78CB40-3314-422C-9AD9-B9773D9C64BA}"/>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9619E4BB-76A2-423A-A3AB-BDD8D74993A0}"/>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A816339E-B373-4D49-8BD7-EF569F4C539C}"/>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7683B827-77B7-47AF-AB42-501907577B28}"/>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94BC6E72-CBF3-4450-AA2C-284138FF5E82}"/>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9405A0C8-7F72-43A7-902D-82B4E4E9D2C8}"/>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9E86E8D7-2347-4B74-9515-0429F18C9CFD}"/>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72F1CC1-509D-4ACE-BB47-F6342E3A9216}"/>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9EF6666F-937C-4501-951D-CF1E91528C5E}"/>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62DE8044-84E1-4B9D-A157-8116D8BAE305}"/>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40DEA9E3-DC61-4688-A70F-CF47FCE3F8B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B5308A2C-48D4-4B61-861F-18126D962D0F}"/>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426060B8-7E92-4815-9852-2E8746B8DA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5048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4BCF687B-0E35-4EF6-A945-C43DA099A0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F85554F3-8F46-44E3-A86D-3355480417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6A7E37C2-2D4A-4F2B-BFEA-1617C16A19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767E1814-8F2C-4107-8A75-74CF032D6A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BB0BBDA4-4260-4D56-A20E-D525DA75F8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79BD371D-3607-43E2-B787-4576952300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3FCF2744-1A9F-491D-A017-32268B4348AA}"/>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C9AC66A5-2AF9-42C2-9482-09874024A59F}"/>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847E4773-3B7D-4B59-85E7-A2DEDD73A2F9}"/>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5BD81F6B-3A8A-44F5-9077-94928C92B9F3}"/>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C32FE9C-EB1C-4710-8102-9194380962F3}"/>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37CF366A-4B47-461A-AD4B-DB0FE9B04847}"/>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B3BA960F-A42E-429F-AC31-E9DD20C36B10}"/>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5201B02F-03EA-41B9-BC12-25B0E098E96D}"/>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E438DF02-3405-48C9-B970-50326F6104D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76FBC26-6013-4DEC-88D5-B6A419DA5125}"/>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261F0E7D-2F96-4B63-8AA0-F1F2BC4F1CA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D742F839-2081-40E6-B85C-6709EFF3423B}"/>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E6C57720-9ED5-463B-BF78-063A77B3327C}"/>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E69FC8B6-E9C4-4BFE-8AD2-120951B0637F}"/>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C7506314-4759-47ED-B1CF-DF7890A374F9}"/>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EC6D0B0-2F3A-4D1E-B7D2-54844F38F8C8}"/>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59D8B953-F47F-411A-8319-C7F56218976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EA896D3C-B6BE-4458-B764-416442000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359878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A3E8FC40-9E49-4323-9BBC-20E47A698C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1CE7BFCD-7216-491C-833C-5B93083BE8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089AE185-5F5B-41DD-9A9F-91C5095D67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DD01B90-6449-4F21-8087-1E61FD8C78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7E049D2C-1765-4072-8D8C-9E2C9B6259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ED144E75-2F15-45F3-A483-68E473691D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6C6644C3-26A6-40B0-9386-226496232CA0}"/>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00C89498-153F-47F9-AABD-F6A319B9056C}"/>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7C328216-F672-4901-8E2F-4A8C8BA2814E}"/>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EAEE4FD-AD46-4AF8-8E9C-748C8F2F38EA}"/>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A10F07E-CFB0-4B7D-B9A4-114E1E78533B}"/>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4E125E9D-98B7-4029-A4CF-7C99C1E4EDCF}"/>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E534F537-DA43-4C91-83AB-1F59F3E01E31}"/>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D017CB7F-2223-4475-89D6-4F6B049DDB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01438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2026-10-21T14:49:48.6210000Z</dcterms:created>
  <dcterms:modified xsi:type="dcterms:W3CDTF">2026-10-21T14:49:48.6210000Z</dcterms:modified>
</coreProperties>
</file>