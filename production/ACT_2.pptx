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1d602b9a5346e8" /><Relationship Type="http://schemas.openxmlformats.org/officeDocument/2006/relationships/extended-properties" Target="/docProps/app.xml" Id="Rae2fa0d4f6cf42b1" /><Relationship Type="http://schemas.openxmlformats.org/officeDocument/2006/relationships/officeDocument" Target="/ppt/presentation.xml" Id="R0765880ac2b4458b" /></Relationships>
</file>

<file path=ppt/presentation.xml><?xml version="1.0" encoding="utf-8"?>
<p:presentation xmlns:p="http://schemas.openxmlformats.org/presentationml/2006/main">
  <p:sldMasterIdLst>
    <p:sldMasterId xmlns:r="http://schemas.openxmlformats.org/officeDocument/2006/relationships" id="2147483648" r:id="R6509c520dab14544"/>
  </p:sldMasterIdLst>
  <p:notesMasterIdLst>
    <p:notesMasterId xmlns:r="http://schemas.openxmlformats.org/officeDocument/2006/relationships" r:id="R4286dda84e524d5b"/>
  </p:notesMasterIdLst>
  <p:sldIdLst>
    <p:sldId xmlns:r="http://schemas.openxmlformats.org/officeDocument/2006/relationships" id="256" r:id="R6c450eacdbba4e54"/>
    <p:sldId xmlns:r="http://schemas.openxmlformats.org/officeDocument/2006/relationships" id="257" r:id="R9f16fc52da3549d7"/>
    <p:sldId xmlns:r="http://schemas.openxmlformats.org/officeDocument/2006/relationships" id="258" r:id="Raab386c6dcac44c4"/>
    <p:sldId xmlns:r="http://schemas.openxmlformats.org/officeDocument/2006/relationships" id="259" r:id="Rb36bd5fab5da4819"/>
    <p:sldId xmlns:r="http://schemas.openxmlformats.org/officeDocument/2006/relationships" id="260" r:id="R94d16cbedcd84157"/>
    <p:sldId xmlns:r="http://schemas.openxmlformats.org/officeDocument/2006/relationships" id="261" r:id="Rbb0fdffe49be4fa1"/>
    <p:sldId xmlns:r="http://schemas.openxmlformats.org/officeDocument/2006/relationships" id="262" r:id="R93dd91ca4e8148c5"/>
    <p:sldId xmlns:r="http://schemas.openxmlformats.org/officeDocument/2006/relationships" id="263" r:id="Rf685c7e5f6ba4046"/>
    <p:sldId xmlns:r="http://schemas.openxmlformats.org/officeDocument/2006/relationships" id="264" r:id="R91b51fe24129451b"/>
    <p:sldId xmlns:r="http://schemas.openxmlformats.org/officeDocument/2006/relationships" id="265" r:id="Rf2ecfa59b0e347ba"/>
    <p:sldId xmlns:r="http://schemas.openxmlformats.org/officeDocument/2006/relationships" id="266" r:id="R5df90fb4a2734b3e"/>
    <p:sldId xmlns:r="http://schemas.openxmlformats.org/officeDocument/2006/relationships" id="267" r:id="R8c0971a7d6a744c1"/>
    <p:sldId xmlns:r="http://schemas.openxmlformats.org/officeDocument/2006/relationships" id="268" r:id="R3d56d0ab7a104165"/>
    <p:sldId xmlns:r="http://schemas.openxmlformats.org/officeDocument/2006/relationships" id="269" r:id="Rac4cf77666bb45d0"/>
    <p:sldId xmlns:r="http://schemas.openxmlformats.org/officeDocument/2006/relationships" id="270" r:id="R0d1d96d964c649f6"/>
    <p:sldId xmlns:r="http://schemas.openxmlformats.org/officeDocument/2006/relationships" id="271" r:id="R42655c32cd3d4282"/>
    <p:sldId xmlns:r="http://schemas.openxmlformats.org/officeDocument/2006/relationships" id="272" r:id="R59f9f98a7ee2461b"/>
    <p:sldId xmlns:r="http://schemas.openxmlformats.org/officeDocument/2006/relationships" id="273" r:id="R347b8a3e23c74f02"/>
    <p:sldId xmlns:r="http://schemas.openxmlformats.org/officeDocument/2006/relationships" id="275" r:id="AgentsScopeTip1"/>
    <p:sldId xmlns:r="http://schemas.openxmlformats.org/officeDocument/2006/relationships" id="276" r:id="AgentsScopeTip2"/>
    <p:sldId xmlns:r="http://schemas.openxmlformats.org/officeDocument/2006/relationships" id="277" r:id="AgentsScopeTip3"/>
    <p:sldId xmlns:r="http://schemas.openxmlformats.org/officeDocument/2006/relationships" id="274" r:id="R748ee43f6af146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d35d812d651b43ff"/><Relationship Type="http://schemas.openxmlformats.org/officeDocument/2006/relationships/slideMaster" Target="/ppt/slideMasters/slideMaster1.xml" Id="R6509c520dab14544"/><Relationship Type="http://schemas.openxmlformats.org/officeDocument/2006/relationships/notesMaster" Target="/ppt/notesMasters/notesMaster1.xml" Id="R4286dda84e524d5b"/><Relationship Type="http://schemas.openxmlformats.org/officeDocument/2006/relationships/presProps" Target="/ppt/presProps.xml" Id="Ree85c44983fc48d6"/><Relationship Type="http://schemas.openxmlformats.org/officeDocument/2006/relationships/tableStyles" Target="/ppt/tableStyles.xml" Id="R6202b52fb25644f2"/><Relationship Type="http://schemas.openxmlformats.org/officeDocument/2006/relationships/slide" Target="/ppt/slides/slide1.xml" Id="R6c450eacdbba4e54"/><Relationship Type="http://schemas.openxmlformats.org/officeDocument/2006/relationships/slide" Target="/ppt/slides/slide2.xml" Id="R9f16fc52da3549d7"/><Relationship Type="http://schemas.openxmlformats.org/officeDocument/2006/relationships/slide" Target="/ppt/slides/slide3.xml" Id="Raab386c6dcac44c4"/><Relationship Type="http://schemas.openxmlformats.org/officeDocument/2006/relationships/slide" Target="/ppt/slides/slide4.xml" Id="Rb36bd5fab5da4819"/><Relationship Type="http://schemas.openxmlformats.org/officeDocument/2006/relationships/slide" Target="/ppt/slides/slide5.xml" Id="R94d16cbedcd84157"/><Relationship Type="http://schemas.openxmlformats.org/officeDocument/2006/relationships/slide" Target="/ppt/slides/slide6.xml" Id="Rbb0fdffe49be4fa1"/><Relationship Type="http://schemas.openxmlformats.org/officeDocument/2006/relationships/slide" Target="/ppt/slides/slide7.xml" Id="R93dd91ca4e8148c5"/><Relationship Type="http://schemas.openxmlformats.org/officeDocument/2006/relationships/slide" Target="/ppt/slides/slide8.xml" Id="Rf685c7e5f6ba4046"/><Relationship Type="http://schemas.openxmlformats.org/officeDocument/2006/relationships/slide" Target="/ppt/slides/slide9.xml" Id="R91b51fe24129451b"/><Relationship Type="http://schemas.openxmlformats.org/officeDocument/2006/relationships/slide" Target="/ppt/slides/slide10.xml" Id="Rf2ecfa59b0e347ba"/><Relationship Type="http://schemas.openxmlformats.org/officeDocument/2006/relationships/slide" Target="/ppt/slides/slide11.xml" Id="R5df90fb4a2734b3e"/><Relationship Type="http://schemas.openxmlformats.org/officeDocument/2006/relationships/slide" Target="/ppt/slides/slide12.xml" Id="R8c0971a7d6a744c1"/><Relationship Type="http://schemas.openxmlformats.org/officeDocument/2006/relationships/slide" Target="/ppt/slides/slide13.xml" Id="R3d56d0ab7a104165"/><Relationship Type="http://schemas.openxmlformats.org/officeDocument/2006/relationships/slide" Target="/ppt/slides/slide14.xml" Id="Rac4cf77666bb45d0"/><Relationship Type="http://schemas.openxmlformats.org/officeDocument/2006/relationships/slide" Target="/ppt/slides/slide15.xml" Id="R0d1d96d964c649f6"/><Relationship Type="http://schemas.openxmlformats.org/officeDocument/2006/relationships/slide" Target="/ppt/slides/slide16.xml" Id="R42655c32cd3d4282"/><Relationship Type="http://schemas.openxmlformats.org/officeDocument/2006/relationships/slide" Target="/ppt/slides/slide17.xml" Id="R59f9f98a7ee2461b"/><Relationship Type="http://schemas.openxmlformats.org/officeDocument/2006/relationships/slide" Target="/ppt/slides/slide18.xml" Id="R347b8a3e23c74f02"/><Relationship Type="http://schemas.openxmlformats.org/officeDocument/2006/relationships/slide" Target="/ppt/slides/slide22.xml" Id="R748ee43f6af14616"/><Relationship Id="AgentsScopeTip1" Type="http://schemas.openxmlformats.org/officeDocument/2006/relationships/slide" Target="/ppt/slides/slide19.xml"/><Relationship Id="AgentsScopeTip2" Type="http://schemas.openxmlformats.org/officeDocument/2006/relationships/slide" Target="/ppt/slides/slide20.xml"/><Relationship Id="AgentsScopeTip3" Type="http://schemas.openxmlformats.org/officeDocument/2006/relationships/slide" Target="/ppt/slides/slide21.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d312b6d3c141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60923480df4dc3" /><Relationship Type="http://schemas.openxmlformats.org/officeDocument/2006/relationships/notesMaster" Target="/ppt/notesMasters/notesMaster1.xml" Id="Rf975236fad1347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b97793de0d6042b8" /><Relationship Type="http://schemas.openxmlformats.org/officeDocument/2006/relationships/notesMaster" Target="/ppt/notesMasters/notesMaster1.xml" Id="R5d88c22b5cb04f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2d596326f84a8c" /><Relationship Type="http://schemas.openxmlformats.org/officeDocument/2006/relationships/notesMaster" Target="/ppt/notesMasters/notesMaster1.xml" Id="R192971fe0fd04a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e4242b45944c5a" /><Relationship Type="http://schemas.openxmlformats.org/officeDocument/2006/relationships/notesMaster" Target="/ppt/notesMasters/notesMaster1.xml" Id="R4a9d9f70f9c948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e58913c6bd9402a" /><Relationship Type="http://schemas.openxmlformats.org/officeDocument/2006/relationships/notesMaster" Target="/ppt/notesMasters/notesMaster1.xml" Id="R19649659cc1c4d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040102660e4135" /><Relationship Type="http://schemas.openxmlformats.org/officeDocument/2006/relationships/notesMaster" Target="/ppt/notesMasters/notesMaster1.xml" Id="R0387ae7f1844491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53ba447fe34065" /><Relationship Type="http://schemas.openxmlformats.org/officeDocument/2006/relationships/notesMaster" Target="/ppt/notesMasters/notesMaster1.xml" Id="Re5a8ba5af0f540c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6c9baf27bd4249" /><Relationship Type="http://schemas.openxmlformats.org/officeDocument/2006/relationships/notesMaster" Target="/ppt/notesMasters/notesMaster1.xml" Id="R03d2a4b660a742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763f11e92864dcc" /><Relationship Type="http://schemas.openxmlformats.org/officeDocument/2006/relationships/notesMaster" Target="/ppt/notesMasters/notesMaster1.xml" Id="R3bf46180fd07488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0d2a5080977462c" /><Relationship Type="http://schemas.openxmlformats.org/officeDocument/2006/relationships/notesMaster" Target="/ppt/notesMasters/notesMaster1.xml" Id="R008c6351308e4c9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55f08f874c46cd" /><Relationship Type="http://schemas.openxmlformats.org/officeDocument/2006/relationships/notesMaster" Target="/ppt/notesMasters/notesMaster1.xml" Id="R4b39179d12934c2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54f0dd3a5344e2" /><Relationship Type="http://schemas.openxmlformats.org/officeDocument/2006/relationships/notesMaster" Target="/ppt/notesMasters/notesMaster1.xml" Id="R6af6ed1ca2bd46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243be9a590a435f" /><Relationship Type="http://schemas.openxmlformats.org/officeDocument/2006/relationships/notesMaster" Target="/ppt/notesMasters/notesMaster1.xml" Id="R0cbabe3e12334af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cf898dec51a429f" /><Relationship Type="http://schemas.openxmlformats.org/officeDocument/2006/relationships/notesMaster" Target="/ppt/notesMasters/notesMaster1.xml" Id="Rf11cce30820d49a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e774d0ed0454100" /><Relationship Type="http://schemas.openxmlformats.org/officeDocument/2006/relationships/notesMaster" Target="/ppt/notesMasters/notesMaster1.xml" Id="R09322b1194cc4fd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1f4d84ecb14ab7" /><Relationship Type="http://schemas.openxmlformats.org/officeDocument/2006/relationships/notesMaster" Target="/ppt/notesMasters/notesMaster1.xml" Id="R8745b2a69d2b4d4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77570bf880a4837" /><Relationship Type="http://schemas.openxmlformats.org/officeDocument/2006/relationships/notesMaster" Target="/ppt/notesMasters/notesMaster1.xml" Id="Rabe952e42a084a8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47937791d404376" /><Relationship Type="http://schemas.openxmlformats.org/officeDocument/2006/relationships/notesMaster" Target="/ppt/notesMasters/notesMaster1.xml" Id="R342ad15c33094314" /></Relationships>
</file>

<file path=ppt/notesSlides/_rels/notesSlide19.xml.rels><?xml version="1.0" encoding="utf-8"?><Relationships xmlns="http://schemas.openxmlformats.org/package/2006/relationships"><Relationship Type="http://schemas.openxmlformats.org/officeDocument/2006/relationships/slide" Target="/ppt/slides/slide19.xml" Id="Rc318f49d3acc4830"/><Relationship Type="http://schemas.openxmlformats.org/officeDocument/2006/relationships/notesMaster" Target="/ppt/notesMasters/notesMaster1.xml" Id="Rab283a938dc64efe"/></Relationships>
</file>

<file path=ppt/notesSlides/_rels/notesSlide20.xml.rels><?xml version="1.0" encoding="utf-8"?><Relationships xmlns="http://schemas.openxmlformats.org/package/2006/relationships"><Relationship Type="http://schemas.openxmlformats.org/officeDocument/2006/relationships/slide" Target="/ppt/slides/slide20.xml" Id="R37b3914b36894636"/><Relationship Type="http://schemas.openxmlformats.org/officeDocument/2006/relationships/notesMaster" Target="/ppt/notesMasters/notesMaster1.xml" Id="Rd01408e265974e05"/></Relationships>
</file>

<file path=ppt/notesSlides/_rels/notesSlide21.xml.rels><?xml version="1.0" encoding="utf-8"?><Relationships xmlns="http://schemas.openxmlformats.org/package/2006/relationships"><Relationship Type="http://schemas.openxmlformats.org/officeDocument/2006/relationships/slide" Target="/ppt/slides/slide21.xml" Id="R04c54d61fbfb4c39"/><Relationship Type="http://schemas.openxmlformats.org/officeDocument/2006/relationships/notesMaster" Target="/ppt/notesMasters/notesMaster1.xml" Id="R50058a4ee4ca4c37"/></Relationships>
</file>

<file path=ppt/notesSlides/_rels/notesSlide22.xml.rels><?xml version="1.0" encoding="utf-8"?><Relationships xmlns="http://schemas.openxmlformats.org/package/2006/relationships"><Relationship Type="http://schemas.openxmlformats.org/officeDocument/2006/relationships/slide" Target="/ppt/slides/slide22.xml" Id="R47cc988c197d4989" /><Relationship Type="http://schemas.openxmlformats.org/officeDocument/2006/relationships/notesMaster" Target="/ppt/notesMasters/notesMaster1.xml" Id="Rdab77de531ad42a2"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필요한 정보를 찾아 쓰게 하기</a:t>
            </a:r>
          </a:p>
          <a:p>
            <a:r>
              <a:t xml:space="preserve"/>
            </a:r>
          </a:p>
          <a:p>
            <a:r>
              <a:t xml:space="preserve">Slide ID:</a:t>
            </a:r>
          </a:p>
          <a:p>
            <a:r>
              <a:t xml:space="preserve">S38</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S37의 공통 기준 관리·참조 질문을 받아 ACT2 제목을 가리킨다.</a:t>
            </a:r>
          </a:p>
          <a:p>
            <a:r>
              <a:t xml:space="preserve">2. (0:20–0:40 / Transition) Context Engineering은 여러 작업에 필요한 정보를 어디에 두고 어떤 범위에서 제공·참고하게 할지 살피는 이번 구간의 관점이라고 짧게 연결한다. 저장 기능·해결 결과를 앞당기지 않는다.</a:t>
            </a:r>
          </a:p>
          <a:p>
            <a:r>
              <a:t xml:space="preserve">3. (0:40–1:00 / Transition) S39의 서로 다른 세 요청에서 공통 기준을 확인하겠다고 이동한다. 앞 장의 질문이나 성찰을 다시 운영하지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“서로 다른 세 작업에서도 같은 프로젝트 기준이 필요한지 보겠습니다.”라고 S39로 이동한다.</a:t>
            </a:r>
          </a:p>
          <a:p>
            <a:r>
              <a:t xml:space="preserve"/>
            </a:r>
          </a:p>
          <a:p>
            <a:r>
              <a:t xml:space="preserve">Time Management:</a:t>
            </a:r>
          </a:p>
          <a:p>
            <a:r>
              <a:t xml:space="preserve">Transition1분. ACT2 총90분, 전체417분을 유지한다. 제목과 연결만 안내하고1분에 S39로 넘긴다. 실제 시간 적합성은 리허설 전까지 UNVERIFIED다.</a:t>
            </a:r>
          </a:p>
          <a:p>
            <a:r>
              <a:t xml:space="preserve"/>
            </a:r>
          </a:p>
          <a:p>
            <a:r>
              <a:t xml:space="preserve">Fallback:</a:t>
            </a:r>
          </a:p>
          <a:p>
            <a:r>
              <a:t xml:space="preserve">LOCAL STATIC ARTIFACT — production/preview/full/S38.png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다른 Task에 같은 설명이 반복된다</a:t>
            </a:r>
          </a:p>
          <a:p>
            <a:r>
              <a:t xml:space="preserve"/>
            </a:r>
          </a:p>
          <a:p>
            <a:r>
              <a:t xml:space="preserve">Slide ID:</a:t>
            </a:r>
          </a:p>
          <a:p>
            <a:r>
              <a:t xml:space="preserve">S39</a:t>
            </a:r>
          </a:p>
          <a:p>
            <a:r>
              <a:t xml:space="preserve"/>
            </a:r>
          </a:p>
          <a:p>
            <a:r>
              <a:t xml:space="preserve">Working Title:</a:t>
            </a:r>
          </a:p>
          <a:p>
            <a:r>
              <a:t xml:space="preserve">다른 Task에 같은 설명이 반복된다</a:t>
            </a:r>
          </a:p>
          <a:p>
            <a:r>
              <a:t xml:space="preserve"/>
            </a:r>
          </a:p>
          <a:p>
            <a:r>
              <a:t xml:space="preserve">ACT / Section:</a:t>
            </a:r>
          </a:p>
          <a:p>
            <a:r>
              <a:t xml:space="preserve">ACT 2 / 2A</a:t>
            </a:r>
          </a:p>
          <a:p>
            <a:r>
              <a:t xml:space="preserve"/>
            </a:r>
          </a:p>
          <a:p>
            <a:r>
              <a:t xml:space="preserve">Allocated Time:</a:t>
            </a:r>
          </a:p>
          <a:p>
            <a:r>
              <a:t xml:space="preserve">5 minutes</a:t>
            </a:r>
          </a:p>
          <a:p>
            <a:r>
              <a:t xml:space="preserve"/>
            </a:r>
          </a:p>
          <a:p>
            <a:r>
              <a:t xml:space="preserve">Mode Split:</a:t>
            </a:r>
          </a:p>
          <a:p>
            <a:r>
              <a:t xml:space="preserve">Lecture 4 minutes + Case 1 minute</a:t>
            </a:r>
          </a:p>
          <a:p>
            <a:r>
              <a:t xml:space="preserve"/>
            </a:r>
          </a:p>
          <a:p>
            <a:r>
              <a:t xml:space="preserve">Primary Message:</a:t>
            </a:r>
          </a:p>
          <a:p>
            <a:r>
              <a:t xml:space="preserve">버그 수정·성능 조사·README 수정의 목표는 달라도 같은 프로젝트 기준을 참고할 수 있다. 공통 기준의 변경을 여러 요청에 어떻게 반영할지가 다음 관리 질문이다.</a:t>
            </a:r>
          </a:p>
          <a:p>
            <a:r>
              <a:t xml:space="preserve"/>
            </a:r>
          </a:p>
          <a:p>
            <a:r>
              <a:t xml:space="preserve">Opening Question:</a:t>
            </a:r>
          </a:p>
          <a:p>
            <a:r>
              <a:t xml:space="preserve">“공통 기준이 바뀌면, 세 요청에 어떻게 반영할까?”</a:t>
            </a:r>
          </a:p>
          <a:p>
            <a:r>
              <a:t xml:space="preserve"/>
            </a:r>
          </a:p>
          <a:p>
            <a:r>
              <a:t xml:space="preserve">Speaker Flow:</a:t>
            </a:r>
          </a:p>
          <a:p>
            <a:r>
              <a:t xml:space="preserve">1. (0:00–1:30 / Lecture) S36/S37의 한 crop 요청에서 범위를 넓혀 버그 수정·성능 조사·README 수정이라는 서로 다른 세 목표를 가리킨다. 다시 문장 분류를 시험하지 않는다.</a:t>
            </a:r>
          </a:p>
          <a:p>
            <a:r>
              <a:t xml:space="preserve">2. (1:30–3:30 / Lecture) 아래에 반복된 테스트 실행, 근거가 있을 때 의존성 추가, 로컬 합성 데이터, 기존 동작 보존의 공통 기준을 비교한다. 세 요청은 교육용 구성이고 실제 Trial 원문이 아니다.</a:t>
            </a:r>
          </a:p>
          <a:p>
            <a:r>
              <a:t xml:space="preserve">3. (3:30–4:00 / Lecture) 복사 입력의 수고에서 공통 정보의 관리 문제로 연결한다. 기준이 바뀐 경우를 가정한 하단 질문이며 실제 프로젝트에서 잘못된 기준을 실행한 관찰이 아니다.</a:t>
            </a:r>
          </a:p>
          <a:p>
            <a:r>
              <a:t xml:space="preserve">4. (4:00–5:00 / Case) 세 요청에 같은 기준을 어떻게 제공할지 조용히 생각하게 한다. 저장 파일이나 자동 적용 결과를 답으로 먼저 보여주지 않고 S40의 실제 기록 위치로 넘긴다.</a:t>
            </a:r>
          </a:p>
          <a:p>
            <a:r>
              <a:t xml:space="preserve"/>
            </a:r>
          </a:p>
          <a:p>
            <a:r>
              <a:t xml:space="preserve">Evidence / Source:</a:t>
            </a:r>
          </a:p>
          <a:p>
            <a:r>
              <a:t xml:space="preserve">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a:t>
            </a:r>
          </a:p>
          <a:p>
            <a:r>
              <a:t xml:space="preserve">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 공통 기준이 바뀌는 경우는 교육용 관리 질문이며 실제 Demo 실패나 새 실험이 아니다.</a:t>
            </a:r>
          </a:p>
          <a:p>
            <a:r>
              <a:t xml:space="preserve"/>
            </a:r>
          </a:p>
          <a:p>
            <a:r>
              <a:t xml:space="preserve">Beginner Explanation:</a:t>
            </a:r>
          </a:p>
          <a:p>
            <a:r>
              <a:t xml:space="preserve">서로 다른 작업에도 공통인 프로젝트 정보가 있다. 같은 정보를 요청마다 따로 관리할지, 프로젝트에서 관리하고 참고하게 할지 생각한다.</a:t>
            </a:r>
          </a:p>
          <a:p>
            <a:r>
              <a:t xml:space="preserve"/>
            </a:r>
          </a:p>
          <a:p>
            <a:r>
              <a:t xml:space="preserve">Advanced Insight:</a:t>
            </a:r>
          </a:p>
          <a:p>
            <a:r>
              <a:t xml:space="preserve">Broaden a single request to several tasks before choosing a source for common guidance. The change-propagation question is conceptual and supplies no observed failure, automatic consistency guarantee or measured efficiency claim.</a:t>
            </a:r>
          </a:p>
          <a:p>
            <a:r>
              <a:t xml:space="preserve"/>
            </a:r>
          </a:p>
          <a:p>
            <a:r>
              <a:t xml:space="preserve">C++ Vision Bridge:</a:t>
            </a:r>
          </a:p>
          <a:p>
            <a:r>
              <a:t xml:space="preserve">N/A.</a:t>
            </a:r>
          </a:p>
          <a:p>
            <a:r>
              <a:t xml:space="preserve"/>
            </a:r>
          </a:p>
          <a:p>
            <a:r>
              <a:t xml:space="preserve">Demo Operation:</a:t>
            </a:r>
          </a:p>
          <a:p>
            <a:r>
              <a:t xml:space="preserve">N/A.</a:t>
            </a:r>
          </a:p>
          <a:p>
            <a:r>
              <a:t xml:space="preserve"/>
            </a:r>
          </a:p>
          <a:p>
            <a:r>
              <a:t xml:space="preserve">Audience Interaction:</a:t>
            </a:r>
          </a:p>
          <a:p>
            <a:r>
              <a:t xml:space="preserve">마지막1분은 세 요청에 공통 기준을 어떻게 제공할지 생각하는 Case 시간이다. 실습·답안·공개 응답은 요구하지 않는다.</a:t>
            </a:r>
          </a:p>
          <a:p>
            <a:r>
              <a:t xml:space="preserve"/>
            </a:r>
          </a:p>
          <a:p>
            <a:r>
              <a:t xml:space="preserve">Transition:</a:t>
            </a:r>
          </a:p>
          <a:p>
            <a:r>
              <a:t xml:space="preserve">“반복되던 프로젝트 정보를 실제로 어디에 기록했는지 보겠습니다.”라고 S40로 이동한다.</a:t>
            </a:r>
          </a:p>
          <a:p>
            <a:r>
              <a:t xml:space="preserve"/>
            </a:r>
          </a:p>
          <a:p>
            <a:r>
              <a:t xml:space="preserve">Time Management:</a:t>
            </a:r>
          </a:p>
          <a:p>
            <a:r>
              <a:t xml:space="preserve">Spend four minutes on the repeated facts and one minute on the question. Do not preview the solution.</a:t>
            </a:r>
          </a:p>
          <a:p>
            <a:r>
              <a:t xml:space="preserve"/>
            </a:r>
          </a:p>
          <a:p>
            <a:r>
              <a:t xml:space="preserve">Fallback:</a:t>
            </a:r>
          </a:p>
          <a:p>
            <a:r>
              <a:t xml:space="preserve">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a:t>
            </a:r>
          </a:p>
          <a:p>
            <a:r>
              <a:t xml:space="preserve">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작은 Project Context의 첫 기록</a:t>
            </a:r>
          </a:p>
          <a:p>
            <a:r>
              <a:t xml:space="preserve"/>
            </a:r>
          </a:p>
          <a:p>
            <a:r>
              <a:t xml:space="preserve">Slide ID:</a:t>
            </a:r>
          </a:p>
          <a:p>
            <a:r>
              <a:t xml:space="preserve">S40</a:t>
            </a:r>
          </a:p>
          <a:p>
            <a:r>
              <a:t xml:space="preserve"/>
            </a:r>
          </a:p>
          <a:p>
            <a:r>
              <a:t xml:space="preserve">Working Title:</a:t>
            </a:r>
          </a:p>
          <a:p>
            <a:r>
              <a:t xml:space="preserve">작은 Project Context의 첫 기록</a:t>
            </a:r>
          </a:p>
          <a:p>
            <a:r>
              <a:t xml:space="preserve"/>
            </a:r>
          </a:p>
          <a:p>
            <a:r>
              <a:t xml:space="preserve">ACT / Section:</a:t>
            </a:r>
          </a:p>
          <a:p>
            <a:r>
              <a:t xml:space="preserve">ACT 2 / 2B</a:t>
            </a:r>
          </a:p>
          <a:p>
            <a:r>
              <a:t xml:space="preserve"/>
            </a:r>
          </a:p>
          <a:p>
            <a:r>
              <a:t xml:space="preserve">Allocated Time:</a:t>
            </a:r>
          </a:p>
          <a:p>
            <a:r>
              <a:t xml:space="preserve">4 minutes</a:t>
            </a:r>
          </a:p>
          <a:p>
            <a:r>
              <a:t xml:space="preserve"/>
            </a:r>
          </a:p>
          <a:p>
            <a:r>
              <a:t xml:space="preserve">Mode Split:</a:t>
            </a:r>
          </a:p>
          <a:p>
            <a:r>
              <a:t xml:space="preserve">Demo 4 minutes (HYBRID planned; activation unverified)</a:t>
            </a:r>
          </a:p>
          <a:p>
            <a:r>
              <a:t xml:space="preserve"/>
            </a:r>
          </a:p>
          <a:p>
            <a:r>
              <a:t xml:space="preserve">Primary Message:</a:t>
            </a:r>
          </a:p>
          <a:p>
            <a:r>
              <a:t xml:space="preserve">STATE-01의 실제 AGENTS.md에 프로젝트 목적·실행 방법·테스트 명령·기본 제약을 기록했다. 이 장은 기록 위치와 내용을 보여주고, 실제 사용 기록은 S41에서 확인한다.</a:t>
            </a:r>
          </a:p>
          <a:p>
            <a:r>
              <a:t xml:space="preserve"/>
            </a:r>
          </a:p>
          <a:p>
            <a:r>
              <a:t xml:space="preserve">Opening Question:</a:t>
            </a:r>
          </a:p>
          <a:p>
            <a:r>
              <a:t xml:space="preserve">“반복되던 프로젝트 정보를 실제로 어디에 기록했을까?”</a:t>
            </a:r>
          </a:p>
          <a:p>
            <a:r>
              <a:t xml:space="preserve"/>
            </a:r>
          </a:p>
          <a:p>
            <a:r>
              <a:t xml:space="preserve">Speaker Flow:</a:t>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S41로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a:t>
            </a:r>
          </a:p>
          <a:p>
            <a:r>
              <a:t xml:space="preserve">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a:t>
            </a:r>
          </a:p>
          <a:p>
            <a:r>
              <a:t xml:space="preserve">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a:t>
            </a:r>
          </a:p>
          <a:p>
            <a:r>
              <a:t xml:space="preserve">A small set of facts that applies across Project Tasks can be written down once in the repository.</a:t>
            </a:r>
          </a:p>
          <a:p>
            <a:r>
              <a:t xml:space="preserve"/>
            </a:r>
          </a:p>
          <a:p>
            <a:r>
              <a:t xml:space="preserve">Advanced Insight:</a:t>
            </a:r>
          </a:p>
          <a:p>
            <a:r>
              <a:t xml:space="preserve">The design choice is about context scope and maintenance ownership, not a measured quality or performance effect.</a:t>
            </a:r>
          </a:p>
          <a:p>
            <a:r>
              <a:t xml:space="preserve"/>
            </a:r>
          </a:p>
          <a:p>
            <a:r>
              <a:t xml:space="preserve">C++ Vision Bridge:</a:t>
            </a:r>
          </a:p>
          <a:p>
            <a:r>
              <a:t xml:space="preserve">N/A.</a:t>
            </a:r>
          </a:p>
          <a:p>
            <a:r>
              <a:t xml:space="preserve"/>
            </a:r>
          </a:p>
          <a:p>
            <a:r>
              <a:t xml:space="preserve">Demo Operation:</a:t>
            </a:r>
          </a:p>
          <a:p>
            <a:r>
              <a:t xml:space="preserve">`production/ACT_2.pptx`의 S40 및 `production/preview/act2/S40.png`에 있는 실제 AGENTS.md 원문 발췌를 가리킨다. 편집기 screenshot이 아니다. Live/HYBRID는 발표 환경 검증 전까지 비활성이다.</a:t>
            </a:r>
          </a:p>
          <a:p>
            <a:r>
              <a:t xml:space="preserve"/>
            </a:r>
          </a:p>
          <a:p>
            <a:r>
              <a:t xml:space="preserve">Audience Interaction:</a:t>
            </a:r>
          </a:p>
          <a:p>
            <a:r>
              <a:t xml:space="preserve">Point out the recurring facts without asking the audience to inspect a repository.</a:t>
            </a:r>
          </a:p>
          <a:p>
            <a:r>
              <a:t xml:space="preserve"/>
            </a:r>
          </a:p>
          <a:p>
            <a:r>
              <a:t xml:space="preserve">Transition:</a:t>
            </a:r>
          </a:p>
          <a:p>
            <a:r>
              <a:t xml:space="preserve">“기록해 둔 것과 실제로 참고한 것은 각각 확인해야 합니다. 다음에는 이 지침을 사용한 실행 기록을 보겠습니다.”라고 S41로 이동한다.</a:t>
            </a:r>
          </a:p>
          <a:p>
            <a:r>
              <a:t xml:space="preserve"/>
            </a:r>
          </a:p>
          <a:p>
            <a:r>
              <a:t xml:space="preserve">Time Management:</a:t>
            </a:r>
          </a:p>
          <a:p>
            <a:r>
              <a:t xml:space="preserve">Demo 4분 유지. 1분 상태 전환, 2분 네 발췌, 1분 의미와 S41 handoff. 명령어 옵션별 설명은 생략한다.</a:t>
            </a:r>
          </a:p>
          <a:p>
            <a:r>
              <a:t xml:space="preserve"/>
            </a:r>
          </a:p>
          <a:p>
            <a:r>
              <a:t xml:space="preserve">Fallback:</a:t>
            </a:r>
          </a:p>
          <a:p>
            <a:r>
              <a:t xml:space="preserve">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a:t>
            </a:r>
          </a:p>
          <a:p>
            <a:r>
              <a:t xml:space="preserve">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AGENTS.md의 지침대로 검증했다</a:t>
            </a:r>
          </a:p>
          <a:p>
            <a:r>
              <a:t xml:space="preserve"/>
            </a:r>
          </a:p>
          <a:p>
            <a:r>
              <a:t xml:space="preserve">Slide ID:</a:t>
            </a:r>
          </a:p>
          <a:p>
            <a:r>
              <a:t xml:space="preserve">S41</a:t>
            </a:r>
          </a:p>
          <a:p>
            <a:r>
              <a:t xml:space="preserve"/>
            </a:r>
          </a:p>
          <a:p>
            <a:r>
              <a:t xml:space="preserve">Working Title:</a:t>
            </a:r>
          </a:p>
          <a:p>
            <a:r>
              <a:t xml:space="preserve">AGENTS.md의 지침대로 검증했다</a:t>
            </a:r>
          </a:p>
          <a:p>
            <a:r>
              <a:t xml:space="preserve"/>
            </a:r>
          </a:p>
          <a:p>
            <a:r>
              <a:t xml:space="preserve">ACT / Section:</a:t>
            </a:r>
          </a:p>
          <a:p>
            <a:r>
              <a:t xml:space="preserve">ACT 2 / 2B</a:t>
            </a:r>
          </a:p>
          <a:p>
            <a:r>
              <a:t xml:space="preserve"/>
            </a:r>
          </a:p>
          <a:p>
            <a:r>
              <a:t xml:space="preserve">Allocated Time:</a:t>
            </a:r>
          </a:p>
          <a:p>
            <a:r>
              <a:t xml:space="preserve">4 minutes</a:t>
            </a:r>
          </a:p>
          <a:p>
            <a:r>
              <a:t xml:space="preserve"/>
            </a:r>
          </a:p>
          <a:p>
            <a:r>
              <a:t xml:space="preserve">Mode Split:</a:t>
            </a:r>
          </a:p>
          <a:p>
            <a:r>
              <a:t xml:space="preserve">Demo 4 minutes (HYBRID planned; activation unverified)</a:t>
            </a:r>
          </a:p>
          <a:p>
            <a:r>
              <a:t xml:space="preserve"/>
            </a:r>
          </a:p>
          <a:p>
            <a:r>
              <a:t xml:space="preserve">Primary Message:</a:t>
            </a:r>
          </a:p>
          <a:p>
            <a:r>
              <a:t xml:space="preserve">이번 기록에서는 Agent가 AGENTS.md의 테스트 지침을 실제 작업에 적용했다. 작업 Prompt에는 검증 근거 보고가 있었지만 테스트 실행 명령은 없었다.</a:t>
            </a:r>
          </a:p>
          <a:p>
            <a:r>
              <a:t xml:space="preserve"/>
            </a:r>
          </a:p>
          <a:p>
            <a:r>
              <a:t xml:space="preserve">Opening Question:</a:t>
            </a:r>
          </a:p>
          <a:p>
            <a:r>
              <a:t xml:space="preserve">“Prompt에 다시 적지 않은 테스트 명령을 Agent는 어디에서 확인했을까?”</a:t>
            </a:r>
          </a:p>
          <a:p>
            <a:r>
              <a:t xml:space="preserve"/>
            </a:r>
          </a:p>
          <a:p>
            <a:r>
              <a:t xml:space="preserve">Speaker Flow:</a:t>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a:r>
              <a:t xml:space="preserve"/>
            </a:r>
          </a:p>
          <a:p>
            <a:r>
              <a:t xml:space="preserve">Evidence / Source:</a:t>
            </a:r>
          </a:p>
          <a:p>
            <a:r>
              <a:t xml:space="preserve">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a:t>
            </a:r>
          </a:p>
          <a:p>
            <a:r>
              <a:t xml:space="preserve">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a:t>
            </a:r>
          </a:p>
          <a:p>
            <a:r>
              <a:t xml:space="preserve">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a:t>
            </a:r>
          </a:p>
          <a:p>
            <a:r>
              <a:t xml:space="preserve">Observed use of the repository test instruction is supported. Enforcement, an isolated instruction-loading cause and attribution of README-only scope to AGENTS.md are not established by this run.</a:t>
            </a:r>
          </a:p>
          <a:p>
            <a:r>
              <a:t xml:space="preserve"/>
            </a:r>
          </a:p>
          <a:p>
            <a:r>
              <a:t xml:space="preserve">C++ Vision Bridge:</a:t>
            </a:r>
          </a:p>
          <a:p>
            <a:r>
              <a:t xml:space="preserve">N/A.</a:t>
            </a:r>
          </a:p>
          <a:p>
            <a:r>
              <a:t xml:space="preserve"/>
            </a:r>
          </a:p>
          <a:p>
            <a:r>
              <a:t xml:space="preserve">Demo Operation:</a:t>
            </a:r>
          </a:p>
          <a:p>
            <a:r>
              <a:t xml:space="preserve">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a:t>
            </a:r>
          </a:p>
          <a:p>
            <a:r>
              <a:t xml:space="preserve">Ask the opening question, pause briefly, then reveal the record. Do not require an answer.</a:t>
            </a:r>
          </a:p>
          <a:p>
            <a:r>
              <a:t xml:space="preserve"/>
            </a:r>
          </a:p>
          <a:p>
            <a:r>
              <a:t xml:space="preserve">Transition:</a:t>
            </a:r>
          </a:p>
          <a:p>
            <a:r>
              <a:t xml:space="preserve">“방금 본 이번 README 요청과 다시 참고한 테스트 지침을 Task Prompt와 Project Context의 역할로 정리해 보겠습니다.”라고 S42로 이동한다.</a:t>
            </a:r>
          </a:p>
          <a:p>
            <a:r>
              <a:t xml:space="preserve"/>
            </a:r>
          </a:p>
          <a:p>
            <a:r>
              <a:t xml:space="preserve">Time Management:</a:t>
            </a:r>
          </a:p>
          <a:p>
            <a:r>
              <a:t xml:space="preserve">1분 실제 요청과 외부 주석,1분 프로젝트 작업 지침,1분 테스트 실행·11/11 결과,1분 해석 한계와 S42 연결. Demo4분·기존 Mode는 유지하며 실측 리허설은 UNVERIFIED다.</a:t>
            </a:r>
          </a:p>
          <a:p>
            <a:r>
              <a:t xml:space="preserve"/>
            </a:r>
          </a:p>
          <a:p>
            <a:r>
              <a:t xml:space="preserve">Fallback:</a:t>
            </a:r>
          </a:p>
          <a:p>
            <a:r>
              <a:t xml:space="preserve">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a:t>
            </a:r>
          </a:p>
          <a:p>
            <a:r>
              <a:t xml:space="preserve">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Task Prompt와 Project Context</a:t>
            </a:r>
          </a:p>
          <a:p>
            <a:r>
              <a:t xml:space="preserve"/>
            </a:r>
          </a:p>
          <a:p>
            <a:r>
              <a:t xml:space="preserve">Slide ID:</a:t>
            </a:r>
          </a:p>
          <a:p>
            <a:r>
              <a:t xml:space="preserve">S42</a:t>
            </a:r>
          </a:p>
          <a:p>
            <a:r>
              <a:t xml:space="preserve"/>
            </a:r>
          </a:p>
          <a:p>
            <a:r>
              <a:t xml:space="preserve">Working Title:</a:t>
            </a:r>
          </a:p>
          <a:p>
            <a:r>
              <a:t xml:space="preserve">Task Prompt와 Project Context</a:t>
            </a:r>
          </a:p>
          <a:p>
            <a:r>
              <a:t xml:space="preserve"/>
            </a:r>
          </a:p>
          <a:p>
            <a:r>
              <a:t xml:space="preserve">ACT / Section:</a:t>
            </a:r>
          </a:p>
          <a:p>
            <a:r>
              <a:t xml:space="preserve">ACT 2 / 2C</a:t>
            </a:r>
          </a:p>
          <a:p>
            <a:r>
              <a:t xml:space="preserve"/>
            </a:r>
          </a:p>
          <a:p>
            <a:r>
              <a:t xml:space="preserve">Allocated Time:</a:t>
            </a:r>
          </a:p>
          <a:p>
            <a:r>
              <a:t xml:space="preserve">5 minutes</a:t>
            </a:r>
          </a:p>
          <a:p>
            <a:r>
              <a:t xml:space="preserve"/>
            </a:r>
          </a:p>
          <a:p>
            <a:r>
              <a:t xml:space="preserve">Mode Split:</a:t>
            </a:r>
          </a:p>
          <a:p>
            <a:r>
              <a:t xml:space="preserve">Lecture 5 minutes</a:t>
            </a:r>
          </a:p>
          <a:p>
            <a:r>
              <a:t xml:space="preserve"/>
            </a:r>
          </a:p>
          <a:p>
            <a:r>
              <a:t xml:space="preserve">Primary Message:</a:t>
            </a:r>
          </a:p>
          <a:p>
            <a:r>
              <a:t xml:space="preserve">앞선 실제 기록의 현재 작업 요청과 재참고한 프로젝트 정보를 Task Prompt와 Project Context의 범위·수명으로 정리한다. 정보가 Prompt 또는 문서 한 곳에만 들어가야 한다는 뜻은 아니다.</a:t>
            </a:r>
          </a:p>
          <a:p>
            <a:r>
              <a:t xml:space="preserve"/>
            </a:r>
          </a:p>
          <a:p>
            <a:r>
              <a:t xml:space="preserve">Opening Question:</a:t>
            </a:r>
          </a:p>
          <a:p>
            <a:r>
              <a:t xml:space="preserve">“이 정보는 언제까지 유효한가?”</a:t>
            </a:r>
          </a:p>
          <a:p>
            <a:r>
              <a:t xml:space="preserve"/>
            </a:r>
          </a:p>
          <a:p>
            <a:r>
              <a:t xml:space="preserve">Speaker Flow:</a:t>
            </a:r>
          </a:p>
          <a:p>
            <a:r>
              <a:t xml:space="preserve">1. (0:00–1:30 / Lecture) S40의 프로젝트 안내와 S41의 실제 README 요청·테스트 명령 사용을 회수한다. S37의 crop 문장 분류를 다시 시험하지 않는다.</a:t>
            </a:r>
          </a:p>
          <a:p>
            <a:r>
              <a:t xml:space="preserve">2. (1:30–3:30 / Lecture) 이번 목표·수정 범위는 Task Prompt, 여러 작업에서 유지·참고할 명령·규칙은 Project Context라는 역할 이름으로 정리한다. 방금 본 관찰의 관리 범위와 유효 기간을 설명하는 교육 모델이다.</a:t>
            </a:r>
          </a:p>
          <a:p>
            <a:r>
              <a:t xml:space="preserve">3. (3:30–4:30 / Lecture) Prompt도 Context를 제공할 수 있고, 이번 작업만의 조건도 요청에 남는다. 문서의 존재와 실제 참고·적용은 별도로 확인하며 모든 규칙의 자동 적용을 주장하지 않는다. 테스트 지침도 프로젝트 안내에 들어갈 수 있다.</a:t>
            </a:r>
          </a:p>
          <a:p>
            <a:r>
              <a:t xml:space="preserve">4. (4:30–5:00 / Lecture) 이번에는 정보의 관리·제공 범위를 배웠다는 성과를 회수하고, 정확한 정보가 계속 늘어날 때 어떤 질문이 생기는지 S43으로 연결한다. 수행 절차·도구·환경의 구성은 여기서 새로 강의하지 않는다.</a:t>
            </a:r>
          </a:p>
          <a:p>
            <a:r>
              <a:t xml:space="preserve"/>
            </a:r>
          </a:p>
          <a:p>
            <a:r>
              <a:t xml:space="preserve">Evidence / Source:</a:t>
            </a:r>
          </a:p>
          <a:p>
            <a:r>
              <a:t xml:space="preserve">BEAT-009–010, TRANS-003, CLM-0003, CLM-0005, DEC-0047. TEACHING_MODEL / CONCEPTUAL; examples summarize S39–S41.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a:t>
            </a:r>
          </a:p>
          <a:p>
            <a:r>
              <a:t xml:space="preserve">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a:t>
            </a:r>
          </a:p>
          <a:p>
            <a:r>
              <a:t xml:space="preserve">이번에 원하는 일과 여러 작업에 계속 필요한 정보를 구분해 관리한다. 정보는 요청 안에서도 제공할 수 있으며, 프로젝트 문서가 실제로 참고됐는지는 별도로 확인한다.</a:t>
            </a:r>
          </a:p>
          <a:p>
            <a:r>
              <a:t xml:space="preserve"/>
            </a:r>
          </a:p>
          <a:p>
            <a:r>
              <a:t xml:space="preserve">Advanced Insight:</a:t>
            </a:r>
          </a:p>
          <a:p>
            <a:r>
              <a:t xml:space="preserve">Scope and lifetime are useful dimensions for deciding ownership and update responsibility.</a:t>
            </a:r>
          </a:p>
          <a:p>
            <a:r>
              <a:t xml:space="preserve"/>
            </a:r>
          </a:p>
          <a:p>
            <a:r>
              <a:t xml:space="preserve">C++ Vision Bridge:</a:t>
            </a:r>
          </a:p>
          <a:p>
            <a:r>
              <a:t xml:space="preserve">Briefly distinguish a general Project constraint from a Task-specific algorithm condition; do not list tools or hardware.</a:t>
            </a:r>
          </a:p>
          <a:p>
            <a:r>
              <a:t xml:space="preserve"/>
            </a:r>
          </a:p>
          <a:p>
            <a:r>
              <a:t xml:space="preserve">Demo Operation:</a:t>
            </a:r>
          </a:p>
          <a:p>
            <a:r>
              <a:t xml:space="preserve">N/A.</a:t>
            </a:r>
          </a:p>
          <a:p>
            <a:r>
              <a:t xml:space="preserve"/>
            </a:r>
          </a:p>
          <a:p>
            <a:r>
              <a:t xml:space="preserve">Audience Interaction:</a:t>
            </a:r>
          </a:p>
          <a:p>
            <a:r>
              <a:t xml:space="preserve">Give the audience a brief silent pause to classify the examples mentally. Do not turn it into a hands-on task.</a:t>
            </a:r>
          </a:p>
          <a:p>
            <a:r>
              <a:t xml:space="preserve"/>
            </a:r>
          </a:p>
          <a:p>
            <a:r>
              <a:t xml:space="preserve">Transition:</a:t>
            </a:r>
          </a:p>
          <a:p>
            <a:r>
              <a:t xml:space="preserve">“정확한 정보를 더 많이 넣으면 언제나 괜찮을까?”</a:t>
            </a:r>
          </a:p>
          <a:p>
            <a:r>
              <a:t xml:space="preserve"/>
            </a:r>
          </a:p>
          <a:p>
            <a:r>
              <a:t xml:space="preserve">Time Management:</a:t>
            </a:r>
          </a:p>
          <a:p>
            <a:r>
              <a:t xml:space="preserve">Keep the model to two layers and four examples. Leave research and detailed routing for later slides.</a:t>
            </a:r>
          </a:p>
          <a:p>
            <a:r>
              <a:t xml:space="preserve"/>
            </a:r>
          </a:p>
          <a:p>
            <a:r>
              <a:t xml:space="preserve">Fallback:</a:t>
            </a:r>
          </a:p>
          <a:p>
            <a:r>
              <a:t xml:space="preserve">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a:t>
            </a:r>
          </a:p>
          <a:p>
            <a:r>
              <a:t xml:space="preserve">REVIEWED — DEC-0060의 근거·운영·19필드 구조를 대조했다. 최종 PPT/PNG/내장 Notes 재대조는 production/evaluation/ACT_2_FLOW_REVISION.md에 기록한다. Windows PowerPoint/room/product/account/timed rehearsal remain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정확한 정보도 계속 늘어난다</a:t>
            </a:r>
          </a:p>
          <a:p>
            <a:r>
              <a:t xml:space="preserve"/>
            </a:r>
          </a:p>
          <a:p>
            <a:r>
              <a:t xml:space="preserve">Slide ID:</a:t>
            </a:r>
          </a:p>
          <a:p>
            <a:r>
              <a:t xml:space="preserve">S43</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S44의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a:t>
            </a:r>
          </a:p>
          <a:p>
            <a:r>
              <a:t xml:space="preserve">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정확하지만 이번 작업에는 불필요한 정보</a:t>
            </a:r>
          </a:p>
          <a:p>
            <a:r>
              <a:t xml:space="preserve"/>
            </a:r>
          </a:p>
          <a:p>
            <a:r>
              <a:t xml:space="preserve">Slide ID:</a:t>
            </a:r>
          </a:p>
          <a:p>
            <a:r>
              <a:t xml:space="preserve">S44</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a:t>
            </a:r>
          </a:p>
          <a:p>
            <a:r>
              <a:t xml:space="preserve">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정보의 범위와 제공 시점</a:t>
            </a:r>
          </a:p>
          <a:p>
            <a:r>
              <a:t xml:space="preserve"/>
            </a:r>
          </a:p>
          <a:p>
            <a:r>
              <a:t xml:space="preserve">Slide ID:</a:t>
            </a:r>
          </a:p>
          <a:p>
            <a:r>
              <a:t xml:space="preserve">S45</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S45/TRIAL-004의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a:t>
            </a:r>
          </a:p>
          <a:p>
            <a:r>
              <a:t xml:space="preserve">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a:t>
            </a:r>
          </a:p>
          <a:p>
            <a:r>
              <a:t xml:space="preserve">S44 회수30초, 공통 안내1분, 요청별 상세1분, 재사용 절차1분, 경계·S46 연결30초로 Lecture4분을 유지한다. 제품 기능이나 Skill 호출 설명으로 확장하지 않는다.</a:t>
            </a:r>
          </a:p>
          <a:p>
            <a:r>
              <a:t xml:space="preserve"/>
            </a:r>
          </a:p>
          <a:p>
            <a:r>
              <a:t xml:space="preserve">Fallback:</a:t>
            </a:r>
          </a:p>
          <a:p>
            <a:r>
              <a:t xml:space="preserve">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많이 담아도 같은 근거를 똑같이 쓰는가?</a:t>
            </a:r>
          </a:p>
          <a:p>
            <a:r>
              <a:t xml:space="preserve"/>
            </a:r>
          </a:p>
          <a:p>
            <a:r>
              <a:t xml:space="preserve">Slide ID:</a:t>
            </a:r>
          </a:p>
          <a:p>
            <a:r>
              <a:t xml:space="preserve">S46</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a:t>
            </a:r>
          </a:p>
          <a:p>
            <a:r>
              <a:t xml:space="preserve">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S47으로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a:t>
            </a:r>
          </a:p>
          <a:p>
            <a:r>
              <a:t xml:space="preserve">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AI가 필요한 코드를 찾았다는 것을 무엇으로 확인할까?</a:t>
            </a:r>
          </a:p>
          <a:p>
            <a:r>
              <a:t xml:space="preserve"/>
            </a:r>
          </a:p>
          <a:p>
            <a:r>
              <a:t xml:space="preserve">Slide ID:</a:t>
            </a:r>
          </a:p>
          <a:p>
            <a:r>
              <a:t xml:space="preserve">S47</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a:t>
            </a:r>
          </a:p>
          <a:p>
            <a:r>
              <a:t xml:space="preserve">1. (0:00–0:40) S46의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S48의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a:t>
            </a:r>
          </a:p>
          <a:p>
            <a:r>
              <a:t xml:space="preserve">Lecture4분 유지. S46 연결40초, 위치 확인40초, 명세·코드 대응60초, 주변 근거60초, S48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a:t>
            </a:r>
          </a:p>
          <a:p>
            <a:r>
              <a:t xml:space="preserve">LOCAL STATIC ARTIFACT — production/ACT_2.pptx / S47; production/preview/act2/S47.png.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a:t>
            </a:r>
          </a:p>
          <a:p>
            <a:r>
              <a:t xml:space="preserve">DEC-0105 — S46→S47→S48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필요한 상세 정보로 가는 길</a:t>
            </a:r>
          </a:p>
          <a:p>
            <a:r>
              <a:t xml:space="preserve"/>
            </a:r>
          </a:p>
          <a:p>
            <a:r>
              <a:t xml:space="preserve">Slide ID:</a:t>
            </a:r>
          </a:p>
          <a:p>
            <a:r>
              <a:t xml:space="preserve">S48</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a:t>
            </a:r>
          </a:p>
          <a:p>
            <a:r>
              <a:t xml:space="preserve">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AGENTS.md에는 무엇을 남길까?</a:t>
            </a:r>
          </a:p>
          <a:p>
            <a:r>
              <a:t xml:space="preserve"/>
            </a:r>
          </a:p>
          <a:p>
            <a:r>
              <a:t xml:space="preserve">Slide ID:</a:t>
            </a:r>
          </a:p>
          <a:p>
            <a:r>
              <a:t xml:space="preserve">S49</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S51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S50, 문서 접근의 관찰과 한계는 S52–S54에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a:t>
            </a:r>
          </a:p>
          <a:p>
            <a:r>
              <a:t xml:space="preserve">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정보를 지우지 않고 위치를 나누기</a:t>
            </a:r>
          </a:p>
          <a:p>
            <a:r>
              <a:t xml:space="preserve"/>
            </a:r>
          </a:p>
          <a:p>
            <a:r>
              <a:t xml:space="preserve">Slide ID:</a:t>
            </a:r>
          </a:p>
          <a:p>
            <a:r>
              <a:t xml:space="preserve">S50</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a:t>
            </a:r>
          </a:p>
          <a:p>
            <a:r>
              <a:t xml:space="preserve">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서로 다른 두 Task가 무엇을 읽을까?</a:t>
            </a:r>
          </a:p>
          <a:p>
            <a:r>
              <a:t xml:space="preserve"/>
            </a:r>
          </a:p>
          <a:p>
            <a:r>
              <a:t xml:space="preserve">Slide ID:</a:t>
            </a:r>
          </a:p>
          <a:p>
            <a:r>
              <a:t xml:space="preserve">S51</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S53–S54.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S52–S54의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a:t>
            </a:r>
          </a:p>
          <a:p>
            <a:r>
              <a:t xml:space="preserve">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Crop Task에서 관찰한 접근</a:t>
            </a:r>
          </a:p>
          <a:p>
            <a:r>
              <a:t xml:space="preserve"/>
            </a:r>
          </a:p>
          <a:p>
            <a:r>
              <a:t xml:space="preserve">Slide ID:</a:t>
            </a:r>
          </a:p>
          <a:p>
            <a:r>
              <a:t xml:space="preserve">S52</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a:t>
            </a:r>
          </a:p>
          <a:p>
            <a:r>
              <a:t xml:space="preserve">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a:t>
            </a:r>
          </a:p>
          <a:p>
            <a:r>
              <a:t xml:space="preserve">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a:r>
              <a:t xml:space="preserve"/>
            </a:r>
          </a:p>
          <a:p>
            <a:r>
              <a:t xml:space="preserve">Fallback:</a:t>
            </a:r>
          </a:p>
          <a:p>
            <a:r>
              <a:t xml:space="preserve">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의존성 질문은 설정과 소스로 답했다</a:t>
            </a:r>
          </a:p>
          <a:p>
            <a:r>
              <a:t xml:space="preserve"/>
            </a:r>
          </a:p>
          <a:p>
            <a:r>
              <a:t xml:space="preserve">Slide ID:</a:t>
            </a:r>
          </a:p>
          <a:p>
            <a:r>
              <a:t xml:space="preserve">S53</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a:t>
            </a:r>
          </a:p>
          <a:p>
            <a:r>
              <a:t xml:space="preserve">1. (0–1분) S51의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a:t>
            </a:r>
          </a:p>
          <a:p>
            <a:r>
              <a:t xml:space="preserve">LOCAL STATIC ARTIFACT — production/ACT_2.pptx / S53; production/preview/act2/S53.png.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Task별 접근은 달랐지만 완벽하지는 않다</a:t>
            </a:r>
          </a:p>
          <a:p>
            <a:r>
              <a:t xml:space="preserve"/>
            </a:r>
          </a:p>
          <a:p>
            <a:r>
              <a:t xml:space="preserve">Slide ID:</a:t>
            </a:r>
          </a:p>
          <a:p>
            <a:r>
              <a:t xml:space="preserve">S54</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a:t>
            </a:r>
          </a:p>
          <a:p>
            <a:r>
              <a:t xml:space="preserve">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Context 정리에서 확인한 네 가지</a:t>
            </a:r>
          </a:p>
          <a:p>
            <a:r>
              <a:t xml:space="preserve"/>
            </a:r>
          </a:p>
          <a:p>
            <a:r>
              <a:t xml:space="preserve">Slide ID:</a:t>
            </a:r>
          </a:p>
          <a:p>
            <a:r>
              <a:t xml:space="preserve">S55</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S56–S58의 팁을 거친 뒤 S59의 기존 수행 방법 질문으로 돌아간다.</a:t>
            </a:r>
          </a:p>
          <a:p>
            <a:r>
              <a:t xml:space="preserve"/>
            </a:r>
          </a:p>
          <a:p>
            <a:r>
              <a:t xml:space="preserve">Time Management: Lecture2+Reflection1분. 과거 Trial을 다시 시연하지 않는다.</a:t>
            </a:r>
          </a:p>
          <a:p>
            <a:r>
              <a:t xml:space="preserve"/>
            </a:r>
          </a:p>
          <a:p>
            <a:r>
              <a:t xml:space="preserve">Fallback:</a:t>
            </a:r>
          </a:p>
          <a:p>
            <a:r>
              <a:t xml:space="preserve">LOCAL STATIC ARTIFACT — production/ACT_2.pptx / S55; production/preview/act2/S55.png.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S56 — AGENTS.md는 어디에 둘까?</a:t>
            </a:r>
          </a:p>
          <a:p>
            <a:r>
              <a:t xml:space="preserve"/>
            </a:r>
          </a:p>
          <a:p>
            <a:r>
              <a:t xml:space="preserve">**Slide ID:**</a:t>
            </a:r>
          </a:p>
          <a:p>
            <a:r>
              <a:t xml:space="preserve">S56</a:t>
            </a:r>
          </a:p>
          <a:p>
            <a:r>
              <a:t xml:space="preserve"/>
            </a:r>
          </a:p>
          <a:p>
            <a:r>
              <a:t xml:space="preserve">**Working Title:**</a:t>
            </a:r>
          </a:p>
          <a:p>
            <a:r>
              <a:t xml:space="preserve">AGENTS.md는 어디에 둘까?</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개인 기본값과 프로젝트 공통 규칙, 모듈별 지침을 구분해 두고 현재 작업에 해당하는 범위를 확인한다.</a:t>
            </a:r>
          </a:p>
          <a:p>
            <a:r>
              <a:t xml:space="preserve"/>
            </a:r>
          </a:p>
          <a:p>
            <a:r>
              <a:t xml:space="preserve">**Opening Question:**</a:t>
            </a:r>
          </a:p>
          <a:p>
            <a:r>
              <a:t xml:space="preserve">“공통 규칙과 특정 모듈 규칙을 어디에 둘까?”</a:t>
            </a:r>
          </a:p>
          <a:p>
            <a:r>
              <a:t xml:space="preserve"/>
            </a:r>
          </a:p>
          <a:p>
            <a:r>
              <a:t xml:space="preserve">**Speaker Flow:**</a:t>
            </a:r>
          </a:p>
          <a:p>
            <a:r>
              <a:t xml:space="preserve">1. (0–1분) S55는 실제 Demo의 Context 정리 회수였다. 여기부터 공식 지침을 적용한 별도 검사 프로젝트 예다. 개인 기본값의 언어/Git 규칙을 가리킨다.</a:t>
            </a:r>
          </a:p>
          <a:p>
            <a:r>
              <a:t xml:space="preserve">2. (1–2분) 루트 공통 API 보존과 vision의 ROI 명세를 폴더 위치에 연결한다. device의 하드웨어 연동 규칙은 형제 모듈 규칙이다.</a:t>
            </a:r>
          </a:p>
          <a:p>
            <a:r>
              <a:t xml:space="preserve">3. (2–3분) crop.cpp가 속한 가지를 짚는다. 이 그림은 적용 범위를 설명하며 전체 하위 파일의 자동 로드를 뜻하지 않는다. 다음은 공통·전용 규칙의 결합이다.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루트의 공통 규칙과 작업 폴더에만 필요한 규칙을 구분한다.</a:t>
            </a:r>
          </a:p>
          <a:p>
            <a:r>
              <a:t xml:space="preserve"/>
            </a:r>
          </a:p>
          <a:p>
            <a:r>
              <a:t xml:space="preserve">**Advanced Insight:**</a:t>
            </a:r>
          </a:p>
          <a:p>
            <a:r>
              <a:t xml:space="preserve">규칙의 논리적 범위와 런타임 수집 여부를 혼동하지 않고 다음 장에서 병합 관계를 본다.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“crop.cpp를 수정할 때, 공통 지침과 vision 지침은 어떻게 함께 적용될까요?” S57로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S56; production/preview/act2/S56.png.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S57 — 공통 지침에 모듈 지침을 더한다</a:t>
            </a:r>
          </a:p>
          <a:p>
            <a:r>
              <a:t xml:space="preserve"/>
            </a:r>
          </a:p>
          <a:p>
            <a:r>
              <a:t xml:space="preserve">**Slide ID:**</a:t>
            </a:r>
          </a:p>
          <a:p>
            <a:r>
              <a:t xml:space="preserve">S57</a:t>
            </a:r>
          </a:p>
          <a:p>
            <a:r>
              <a:t xml:space="preserve"/>
            </a:r>
          </a:p>
          <a:p>
            <a:r>
              <a:t xml:space="preserve">**Working Title:**</a:t>
            </a:r>
          </a:p>
          <a:p>
            <a:r>
              <a:t xml:space="preserve">공통 지침에 모듈 지침을 더한다</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공통 지침을 유지하면서 모듈 전용 지침을 더한다. 충돌하는 기본값은 더 가까운 지침을 우선한다.</a:t>
            </a:r>
          </a:p>
          <a:p>
            <a:r>
              <a:t xml:space="preserve"/>
            </a:r>
          </a:p>
          <a:p>
            <a:r>
              <a:t xml:space="preserve">**Opening Question:**</a:t>
            </a:r>
          </a:p>
          <a:p>
            <a:r>
              <a:t xml:space="preserve">“모듈 지침이 있으면 루트 지침은 없어질까?”</a:t>
            </a:r>
          </a:p>
          <a:p>
            <a:r>
              <a:t xml:space="preserve"/>
            </a:r>
          </a:p>
          <a:p>
            <a:r>
              <a:t xml:space="preserve">**Speaker Flow:**</a:t>
            </a:r>
          </a:p>
          <a:p>
            <a:r>
              <a:t xml:space="preserve">1. (0–1분) 수정 대상은 같은 src/vision/crop.cpp다. 루트의 공개 API 유지와 기본 검증 진입점을 읽는다.</a:t>
            </a:r>
          </a:p>
          <a:p>
            <a:r>
              <a:t xml:space="preserve">2. (1–2분) vision의 ROI 명세와 전용 검증 진입점을 더한다. 결합한 목록에서 공개 API 유지가 사라지지 않았음을 확인한다.</a:t>
            </a:r>
          </a:p>
          <a:p>
            <a:r>
              <a:t xml:space="preserve">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모듈 규칙을 추가해도 공통 제약이 남는다는 점을 이해한다.</a:t>
            </a:r>
          </a:p>
          <a:p>
            <a:r>
              <a:t xml:space="preserve"/>
            </a:r>
          </a:p>
          <a:p>
            <a:r>
              <a:t xml:space="preserve">**Advanced Insight:**</a:t>
            </a:r>
          </a:p>
          <a:p>
            <a:r>
              <a:t xml:space="preserve">상속과 충돌 해결을 구별하고 검증 진입점 기본값과 필수 검증 의무를 혼동하지 않는다.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“적용할 규칙을 배치했다면, Codex가 실제로 그 파일을 읽었을까요?” S58로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S57; production/preview/act2/S57.png.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S58 — 적용할 지침을 실제로 읽었을까?</a:t>
            </a:r>
          </a:p>
          <a:p>
            <a:r>
              <a:t xml:space="preserve"/>
            </a:r>
          </a:p>
          <a:p>
            <a:r>
              <a:t xml:space="preserve">**Slide ID:**</a:t>
            </a:r>
          </a:p>
          <a:p>
            <a:r>
              <a:t xml:space="preserve">S58</a:t>
            </a:r>
          </a:p>
          <a:p>
            <a:r>
              <a:t xml:space="preserve"/>
            </a:r>
          </a:p>
          <a:p>
            <a:r>
              <a:t xml:space="preserve">**Working Title:**</a:t>
            </a:r>
          </a:p>
          <a:p>
            <a:r>
              <a:t xml:space="preserve">적용할 지침을 실제로 읽었을까?</a:t>
            </a:r>
          </a:p>
          <a:p>
            <a:r>
              <a:t xml:space="preserve"/>
            </a:r>
          </a:p>
          <a:p>
            <a:r>
              <a:t xml:space="preserve">**ACT / Section:**</a:t>
            </a:r>
          </a:p>
          <a:p>
            <a:r>
              <a:t xml:space="preserve">ACT 2 / 2I Discussion·Transition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시작 시 자동 수집은 루트에서 시작 작업 폴더까지의 경로를 따른다. 작업에 필요한 하위 지침은 적용 경로와 본문을 확인해 읽도록 요청한다.</a:t>
            </a:r>
          </a:p>
          <a:p>
            <a:r>
              <a:t xml:space="preserve"/>
            </a:r>
          </a:p>
          <a:p>
            <a:r>
              <a:t xml:space="preserve">**Opening Question:**</a:t>
            </a:r>
          </a:p>
          <a:p>
            <a:r>
              <a:t xml:space="preserve">“파일이 그 위치에 있으면 반드시 읽혔다고 볼 수 있을까?”</a:t>
            </a:r>
          </a:p>
          <a:p>
            <a:r>
              <a:t xml:space="preserve"/>
            </a:r>
          </a:p>
          <a:p>
            <a:r>
              <a:t xml:space="preserve">**Speaker Flow:**</a:t>
            </a:r>
          </a:p>
          <a:p>
            <a:r>
              <a:t xml:space="preserve">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a:r>
              <a:t xml:space="preserve">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a:r>
              <a:t xml:space="preserve"/>
            </a:r>
          </a:p>
          <a:p>
            <a:r>
              <a:t xml:space="preserve">**Beginner Explanation:**</a:t>
            </a:r>
          </a:p>
          <a:p>
            <a:r>
              <a:t xml:space="preserve">파일을 두는 것과 실제로 읽히는 것을 구분하고 확인할 요청을 쓸 수 있다.</a:t>
            </a:r>
          </a:p>
          <a:p>
            <a:r>
              <a:t xml:space="preserve"/>
            </a:r>
          </a:p>
          <a:p>
            <a:r>
              <a:t xml:space="preserve">**Advanced Insight:**</a:t>
            </a:r>
          </a:p>
          <a:p>
            <a:r>
              <a:t xml:space="preserve">시작 시 instruction chain과 이후 명시적 파일 읽기를 구분하며 경로·내용·필요 시 로그를 대조한다.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“지침의 위치와 읽을 범위를 정리해도, 작업마다 같은 수행 절차를 다시 요청하는 문제는 남습니다.” S59의 기존 Harness 질문으로 돌아간다.</a:t>
            </a:r>
          </a:p>
          <a:p>
            <a:r>
              <a:t xml:space="preserve"/>
            </a:r>
          </a:p>
          <a:p>
            <a:r>
              <a:t xml:space="preserve">**Time Management:**</a:t>
            </a:r>
          </a:p>
          <a:p>
            <a:r>
              <a:t xml:space="preserve">Lecture 2분. 화면의 질문·도식·다음 질문을 정해진 순서로 짚고 시간에 넘긴다. 실제 리허설 UNVERIFIED.</a:t>
            </a:r>
          </a:p>
          <a:p>
            <a:r>
              <a:t xml:space="preserve"/>
            </a:r>
          </a:p>
          <a:p>
            <a:r>
              <a:t xml:space="preserve">**Fallback:**</a:t>
            </a:r>
          </a:p>
          <a:p>
            <a:r>
              <a:t xml:space="preserve">LOCAL STATIC ARTIFACT — production/ACT_2.pptx / S58; production/preview/act2/S58.png.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지식은 정리됐지만 절차는 반복된다</a:t>
            </a:r>
          </a:p>
          <a:p>
            <a:r>
              <a:t xml:space="preserve"/>
            </a:r>
          </a:p>
          <a:p>
            <a:r>
              <a:t xml:space="preserve">Slide ID:</a:t>
            </a:r>
          </a:p>
          <a:p>
            <a:r>
              <a:t xml:space="preserve">S59</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S61으로 넘긴다.</a:t>
            </a:r>
          </a:p>
          <a:p>
            <a:r>
              <a:t xml:space="preserve">기존 연결 질문을 유지한 채 ACT 3 제목 S60를 거쳐 S61의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a:t>
            </a:r>
          </a:p>
          <a:p>
            <a:r>
              <a:t xml:space="preserve">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S61에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a:t>
            </a:r>
          </a:p>
          <a:p>
            <a:r>
              <a:t xml:space="preserve">N/A — native 문서 배치와 두 성능 요청의 압축 요약을 정적으로 보여준다. Prompt 전문·실제 Screenshot·현재 제품 실행으로 표현하지 않는다. 이 장은 새 Trial이나 추가 Demo 시간이 아니다. 다음 S61에서 기록의 반복 구조를 확인한다.</a:t>
            </a:r>
          </a:p>
          <a:p>
            <a:r>
              <a:t xml:space="preserve"/>
            </a:r>
          </a:p>
          <a:p>
            <a:r>
              <a:t xml:space="preserve">Audience Interaction:</a:t>
            </a:r>
          </a:p>
          <a:p>
            <a:r>
              <a:t xml:space="preserve">Q&amp;A6分은 팀에서 반복하는 작업 방법을 묻는다. S54의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S60를 거쳐 S61의 첫 문제로 이어간다. 제목의 Transition1분은 다음 ACT에 별도로 배정한다.</a:t>
            </a:r>
          </a:p>
          <a:p>
            <a:r>
              <a:t xml:space="preserve"/>
            </a:r>
          </a:p>
          <a:p>
            <a:r>
              <a:t xml:space="preserve">Time Management:</a:t>
            </a:r>
          </a:p>
          <a:p>
            <a:r>
              <a:t xml:space="preserve">Transition4분 후 Q&amp;A6분을 유지한다. 두 실제 요청 전문 비교는 여기서 하지 않는다. 질문은9:40에 마무리하고 마지막20초에 S61으로 handoff한다.</a:t>
            </a:r>
          </a:p>
          <a:p>
            <a:r>
              <a:t xml:space="preserve"/>
            </a:r>
          </a:p>
          <a:p>
            <a:r>
              <a:t xml:space="preserve">Fallback:</a:t>
            </a:r>
          </a:p>
          <a:p>
            <a:r>
              <a:t xml:space="preserve">LOCAL STATIC ARTIFACT — production/ACT_2.pptx의 S59 또는 production/preview/act2/S59.png를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b38eddd7f146a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99cb71eda74c2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6d702677e0e464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a40e1ac7a7645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b2d605ec0a242a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caeb2a7662847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B1EAFF-D1A2-4142-8680-B417AAA8E05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041A85-9F26-4A6F-986B-8DEDA0822C1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F071B22-FAF3-4D70-A685-1603FA44B09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54DB6C-F82A-46AB-B76B-34283EE3A9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BBF8880-233C-4D39-935A-62A4510091C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485AB7B-170E-46EB-9A45-A19F88FEE24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C7E208-4F7F-462B-9B8F-D6B4BDB3C8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B3446D8-4075-4E27-9AD0-371FA78A558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35B0B8-8A01-4A43-A583-1BAB851CB2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0801B9-CACC-4672-8A82-F2BABE572E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6fd0a205c34e54" /><Relationship Type="http://schemas.openxmlformats.org/officeDocument/2006/relationships/slideLayout" Target="/ppt/slideLayouts/slideLayout1.xml" Id="Raa493cf1c9764cf8" /><Relationship Type="http://schemas.openxmlformats.org/officeDocument/2006/relationships/slideLayout" Target="/ppt/slideLayouts/slideLayout2.xml" Id="R47eada682c894e05" /><Relationship Type="http://schemas.openxmlformats.org/officeDocument/2006/relationships/slideLayout" Target="/ppt/slideLayouts/slideLayout3.xml" Id="Ra8527dac15e5418e" /><Relationship Type="http://schemas.openxmlformats.org/officeDocument/2006/relationships/slideLayout" Target="/ppt/slideLayouts/slideLayout4.xml" Id="Rae0d0acd3c2d4a68" /><Relationship Type="http://schemas.openxmlformats.org/officeDocument/2006/relationships/slideLayout" Target="/ppt/slideLayouts/slideLayout5.xml" Id="Rb94cc54bf3ef41ed" /><Relationship Type="http://schemas.openxmlformats.org/officeDocument/2006/relationships/slideLayout" Target="/ppt/slideLayouts/slideLayout6.xml" Id="Rabf0dffedfc34e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493cf1c9764cf8"/>
    <p:sldLayoutId xmlns:r="http://schemas.openxmlformats.org/officeDocument/2006/relationships" id="2147483650" r:id="R47eada682c894e05"/>
    <p:sldLayoutId xmlns:r="http://schemas.openxmlformats.org/officeDocument/2006/relationships" id="2147483651" r:id="Ra8527dac15e5418e"/>
    <p:sldLayoutId xmlns:r="http://schemas.openxmlformats.org/officeDocument/2006/relationships" id="2147483652" r:id="Rae0d0acd3c2d4a68"/>
    <p:sldLayoutId xmlns:r="http://schemas.openxmlformats.org/officeDocument/2006/relationships" id="2147483653" r:id="Rb94cc54bf3ef41ed"/>
    <p:sldLayoutId xmlns:r="http://schemas.openxmlformats.org/officeDocument/2006/relationships" id="2147483654" r:id="Rabf0dffedfc34e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76d24dfb0cd4689" /><Relationship Type="http://schemas.openxmlformats.org/officeDocument/2006/relationships/notesSlide" Target="/ppt/notesSlides/notesSlide1.xml" Id="Rd4879cffa24b47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fb1fd63a1734995" /><Relationship Type="http://schemas.openxmlformats.org/officeDocument/2006/relationships/notesSlide" Target="/ppt/notesSlides/notesSlide2.xml" Id="R779b08c79d1e45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605ebc7ecb473e" /><Relationship Type="http://schemas.openxmlformats.org/officeDocument/2006/relationships/notesSlide" Target="/ppt/notesSlides/notesSlide3.xml" Id="R7fe721245dd147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be02345771849f1" /><Relationship Type="http://schemas.openxmlformats.org/officeDocument/2006/relationships/notesSlide" Target="/ppt/notesSlides/notesSlide4.xml" Id="R29893988724e478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b57fdba5c64445f" /><Relationship Type="http://schemas.openxmlformats.org/officeDocument/2006/relationships/image" Target="/ppt/media/image.png" Id="Rb050f57369144992" /><Relationship Type="http://schemas.openxmlformats.org/officeDocument/2006/relationships/image" Target="/ppt/media/image2.png" Id="Raec96372be43428d" /><Relationship Type="http://schemas.openxmlformats.org/officeDocument/2006/relationships/notesSlide" Target="/ppt/notesSlides/notesSlide5.xml" Id="Rce3dbe064e2a44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6edb428bd6f4fb3" /><Relationship Type="http://schemas.openxmlformats.org/officeDocument/2006/relationships/image" Target="/ppt/media/image3.png" Id="Rb9be77206dfa4f0b" /><Relationship Type="http://schemas.openxmlformats.org/officeDocument/2006/relationships/notesSlide" Target="/ppt/notesSlides/notesSlide6.xml" Id="R90be2053eea942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7fb7024b1214a4c" /><Relationship Type="http://schemas.openxmlformats.org/officeDocument/2006/relationships/notesSlide" Target="/ppt/notesSlides/notesSlide7.xml" Id="R8a8c48751bca49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be72e0ba65e4af5" /><Relationship Type="http://schemas.openxmlformats.org/officeDocument/2006/relationships/notesSlide" Target="/ppt/notesSlides/notesSlide8.xml" Id="R827dbb66ee954b7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75dbe2393146a3" /><Relationship Type="http://schemas.openxmlformats.org/officeDocument/2006/relationships/notesSlide" Target="/ppt/notesSlides/notesSlide9.xml" Id="R5175270c146340b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83bc2e79ebb4033" /><Relationship Type="http://schemas.openxmlformats.org/officeDocument/2006/relationships/notesSlide" Target="/ppt/notesSlides/notesSlide10.xml" Id="R804fafc66a98451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39eeb3325a744cd" /><Relationship Type="http://schemas.openxmlformats.org/officeDocument/2006/relationships/notesSlide" Target="/ppt/notesSlides/notesSlide11.xml" Id="Re2d2f3b0657449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afbd41b37b04316" /><Relationship Type="http://schemas.openxmlformats.org/officeDocument/2006/relationships/notesSlide" Target="/ppt/notesSlides/notesSlide12.xml" Id="R2d40ea8638844d6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e1867bf2b784593" /><Relationship Type="http://schemas.openxmlformats.org/officeDocument/2006/relationships/notesSlide" Target="/ppt/notesSlides/notesSlide13.xml" Id="Ra3ce857999e4417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cbb4e6803bd4e91" /><Relationship Type="http://schemas.openxmlformats.org/officeDocument/2006/relationships/notesSlide" Target="/ppt/notesSlides/notesSlide14.xml" Id="R071afb9340cf4a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19d81cd96204fcd" /><Relationship Type="http://schemas.openxmlformats.org/officeDocument/2006/relationships/notesSlide" Target="/ppt/notesSlides/notesSlide15.xml" Id="Ra2553c021f6b4f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937549e6cb74ec2" /><Relationship Type="http://schemas.openxmlformats.org/officeDocument/2006/relationships/notesSlide" Target="/ppt/notesSlides/notesSlide16.xml" Id="Rd87c45cc5e2e45b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a2a4181b4374d68" /><Relationship Type="http://schemas.openxmlformats.org/officeDocument/2006/relationships/notesSlide" Target="/ppt/notesSlides/notesSlide17.xml" Id="R7d34f4654bf2438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1067819d4b64e68" /><Relationship Type="http://schemas.openxmlformats.org/officeDocument/2006/relationships/notesSlide" Target="/ppt/notesSlides/notesSlide18.xml" Id="Rffc4d9777ecb4408" /></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19.xml" Id="R2fb43c6f70404522"/></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20.xml" Id="R20a4959413924f22"/></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21.xml" Id="R438ccbd9d6504e36"/></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4d15b662c0204d7e" /><Relationship Type="http://schemas.openxmlformats.org/officeDocument/2006/relationships/notesSlide" Target="/ppt/notesSlides/notesSlide22.xml" Id="R4678ccd46f3e4657" /></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75E84DCD-9D31-40BF-9263-FFC79F03FCF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8">
            <a:extLst xmlns:a="http://schemas.openxmlformats.org/drawingml/2006/main">
              <a:ext uri="{FF2B5EF4-FFF2-40B4-BE49-F238E27FC236}">
                <a16:creationId xmlns:a16="http://schemas.microsoft.com/office/drawing/2014/main" id="{FCF97581-7962-4C54-B5E4-0A4CBB525F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7C07D2B6-9CE1-45F1-A3F8-079A05A2DB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240A73EB-13C7-4D32-A234-3295B0C20AF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38F72F04-BA50-4260-ADD6-D3C0D188A122}"/>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23D6EBB3-09BF-4695-9520-119DE73DFAD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13AC415-A787-49FF-AC3D-C0AD5E3F58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89074690"/>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FD68EC6E-5BC1-4D6D-A055-BF3C935811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9">
            <a:extLst xmlns:a="http://schemas.openxmlformats.org/drawingml/2006/main">
              <a:ext uri="{FF2B5EF4-FFF2-40B4-BE49-F238E27FC236}">
                <a16:creationId xmlns:a16="http://schemas.microsoft.com/office/drawing/2014/main" id="{99B574F2-2A55-44F3-8C9A-039F2709AF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CE4BC32C-9B83-4F53-814E-513D788F0E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3983D40-D9F5-4829-A4C4-6A9971FECE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976BD102-07A1-4EE2-AF2D-E4F4916B93E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5644000-40E2-43FA-8A29-531BB532000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BCC1C29-1593-4AC1-B028-DE5B8A78FB09}"/>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9F06089-0C3E-4715-822F-89C6AB94219D}"/>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3462F3C-33A6-4064-AF49-99FB6D57B110}"/>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38A4DFB3-2678-4F31-AE8F-9434B96C7EDC}"/>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D784111-2B77-496F-956F-3772E5321B36}"/>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D5719924-35D4-4429-8057-AB3B888F1408}"/>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B8F558A-766F-4BEB-A212-CBF71C2628DC}"/>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8CDA387-E9BA-4B5C-8CAA-A059CAED1795}"/>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3BBFA32-697C-4C8B-A196-3C2EFB9E1EE9}"/>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517C98A6-6832-49B9-8657-BC20F8479EE7}"/>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4B40A197-1C54-463B-B4BE-9108481F7BE9}"/>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73852D0-AAC7-45D0-BC20-0B9D864C5D0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FFBD0B7-4BAE-4283-A5D0-A05017A46B9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공통 기준이 바뀌면, 세 요청에 어떻게 반영할까?">
            <a:extLst xmlns:a="http://schemas.openxmlformats.org/drawingml/2006/main">
              <a:ext uri="{FF2B5EF4-FFF2-40B4-BE49-F238E27FC236}">
                <a16:creationId xmlns:a16="http://schemas.microsoft.com/office/drawing/2014/main" id="{8A62B817-94E7-46FB-B524-F58F76C8BE82}"/>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기준이 바뀌면, 세 요청에 어떻게 반영할까?</a:t>
            </a:r>
          </a:p>
        </p:txBody>
      </p:sp>
      <p:sp>
        <p:nvSpPr>
          <p:cNvPr id="23" name="Legacy module connection">
            <a:extLst xmlns:a="http://schemas.openxmlformats.org/drawingml/2006/main">
              <a:ext uri="{FF2B5EF4-FFF2-40B4-BE49-F238E27FC236}">
                <a16:creationId xmlns:a16="http://schemas.microsoft.com/office/drawing/2014/main" id="{BFEC46DF-12AC-4B92-9385-472C796908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33601686"/>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6BAA2024-DBDA-469D-BE83-47E83DE07B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40">
            <a:extLst xmlns:a="http://schemas.openxmlformats.org/drawingml/2006/main">
              <a:ext uri="{FF2B5EF4-FFF2-40B4-BE49-F238E27FC236}">
                <a16:creationId xmlns:a16="http://schemas.microsoft.com/office/drawing/2014/main" id="{05AEC579-A093-4214-BC4A-03B575492A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34950F1C-8506-44B6-8085-C4E4EA0855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56F589C-589F-427C-AD1A-AF959E26A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B3673A2-CF40-4452-9C93-EBD8E9EAC5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7F4C3962-0861-405D-B35C-A1BAAECA1B35}"/>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9F7D1B08-BABB-4085-B60F-55002BD5C77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98EE402-9E6F-4C27-A052-12F1628798F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33B69EDF-50D6-4F51-8BD3-4CD2AAF21795}"/>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05D28C2-762C-49DF-84A2-8DBC6781E747}"/>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72B7B294-BFE9-4E8A-B785-60A42DAA793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F9108B54-3AEB-4C23-9036-9A768B98BE33}"/>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86A9E30-0AAD-47AD-B73D-72805BC89D2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E4E1FEAE-2E3E-40CD-AB44-C2C24E9FAD04}"/>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A7D4C6EE-E943-489D-B67C-76F4267E318C}"/>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D38DD38-7429-4395-A95C-599CCC5B97E1}"/>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A45E512-EBCC-43B5-AEA3-5C78D9B4F51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FFE6199E-EEC8-40DD-8083-AE4C0EFBC8BD}"/>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2501390-C4BC-4C4C-A00C-ACFB62C4F757}"/>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27ABBA84-E8E3-4375-8D0D-8B7E93BA5E6E}"/>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D745D5E-D600-49C0-AC1F-49C0039625DC}"/>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D2D6D7E0-E2A2-41C5-8958-CB0985160403}"/>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F107A58-B5FB-4600-B5FC-3B6328CEF7D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E81D9C51-43FB-4569-B1C0-BE96CA18AE43}"/>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1F0C83FE-34F6-4556-A404-F1ED3AF167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492326"/>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315E3E02-BB2D-4279-897E-BA3F485858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1">
            <a:extLst xmlns:a="http://schemas.openxmlformats.org/drawingml/2006/main">
              <a:ext uri="{FF2B5EF4-FFF2-40B4-BE49-F238E27FC236}">
                <a16:creationId xmlns:a16="http://schemas.microsoft.com/office/drawing/2014/main" id="{C4A39C16-D9C4-4FD8-8DCB-89DFFCE194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A1529EC6-2D2B-44B1-AF17-1F734FDF20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15C6C0D-1A3E-4637-88B4-FD4AAE342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6D7FB9F-2F92-4751-86BE-3AC20763DB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65B38CC2-B3BA-4425-8288-F022777E4C28}"/>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DC3AD5C6-188E-43A2-9FBE-6EC3C924AB3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B64B24B5-AE51-437B-9F80-AE52A084C774}"/>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55F721F3-A0BD-4B7F-B654-FAD1DD5EE12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B2A9931D-2861-4828-94FB-FF7E23C3E610}"/>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873BCCCC-9FA7-42F6-8FDA-7933359C389E}"/>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381185B-E247-4467-BB82-FBE215002439}"/>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38476D16-C03A-495F-849D-C6E1D7EC81B6}"/>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88488A7A-14F7-481F-B907-4467EA28AC8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117B82EC-7AB9-4F5D-9D60-3CE817CD9FB2}"/>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CAC3F473-3048-49C9-9341-1E32D9E4546D}"/>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B1A92389-1EB0-4C00-A97B-2EB40F616FD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F5AAD3CE-1B90-4C38-952E-202B321C8D7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8F7FA5A2-8AB5-428A-98AF-20849378137C}"/>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EC6CC42B-572C-493A-9F5C-15D5BA00CA68}"/>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235FB82B-CB08-48E5-9E8E-1EA3C9A2ECEB}"/>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952661B5-AD9A-4DFC-B5A0-7C00CF6689D4}"/>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469E9BE8-59B0-4C9F-B395-72BB14F2E6E9}"/>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0DC06636-F10C-43FB-BCAF-B69416604119}"/>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BD6DD58-1834-4104-8682-7E299B403AF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65147F68-F5A0-4884-ACCF-B7A9D1A8CB1C}"/>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9B37988B-855A-48A4-8AED-B11A666AD2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93215221"/>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97BAF56C-1D4C-4D93-91AC-766FDBBE6A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2">
            <a:extLst xmlns:a="http://schemas.openxmlformats.org/drawingml/2006/main">
              <a:ext uri="{FF2B5EF4-FFF2-40B4-BE49-F238E27FC236}">
                <a16:creationId xmlns:a16="http://schemas.microsoft.com/office/drawing/2014/main" id="{7B8D9D90-0BBA-4C92-A95A-28F03EEDF1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AD8A59E-3C67-42A1-8E10-1C71F6BD46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A0C8CED0-2F33-4000-96EA-BD7EA19D73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3F0B36E-BB02-4AB5-9D76-720467C433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9FBDFC58-8829-46D6-94B1-D1D1709FDBA9}"/>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FC312430-F18F-4FBE-A7F7-A27BD9E161AC}"/>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6F9F6A71-3B80-4F1E-9545-261C0D080FD7}"/>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A12B3332-28D8-4FFB-B155-4C210B13DEFC}"/>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9C5BA45F-310C-42DF-9B87-47B5A05C00ED}"/>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32BE39A4-E0C7-42D6-8412-89A7773039DC}"/>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67C1F860-62B4-4F90-962D-91DB9146AA8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C98559AA-AF75-4125-818B-B5900B035B03}"/>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94526E7-8BC5-46D6-8AA4-81B5F7F24B84}"/>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3A457F7-DA51-420C-9218-7F922E399EC3}"/>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1BE02FA8-408A-4985-9BB5-78AAB1280CAA}"/>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867DF3F-4CB6-4012-B07F-94D614EF1167}"/>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D1859DD3-7517-4D7C-B8C9-04B0F825C66B}"/>
              </a:ext>
            </a:extLst>
          </p:cNvPr>
          <p:cNvPicPr>
            <a:picLocks xmlns:a="http://schemas.openxmlformats.org/drawingml/2006/main" noChangeAspect="1"/>
          </p:cNvPicPr>
          <p:nvPr/>
        </p:nvPicPr>
        <p:blipFill>
          <a:blip xmlns:r="http://schemas.openxmlformats.org/officeDocument/2006/relationships" xmlns:a="http://schemas.openxmlformats.org/drawingml/2006/main" r:embed="Rb050f57369144992"/>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D4CE69E6-8298-40EA-988A-F0E96F9D0FD2}"/>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F3DF867C-AE78-47F4-B64D-7987C35E3A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1B07D86-2C76-4CFC-9D9A-C4C50226D04B}"/>
              </a:ext>
            </a:extLst>
          </p:cNvPr>
          <p:cNvPicPr>
            <a:picLocks xmlns:a="http://schemas.openxmlformats.org/drawingml/2006/main" noChangeAspect="1"/>
          </p:cNvPicPr>
          <p:nvPr/>
        </p:nvPicPr>
        <p:blipFill>
          <a:blip xmlns:r="http://schemas.openxmlformats.org/officeDocument/2006/relationships" xmlns:a="http://schemas.openxmlformats.org/drawingml/2006/main" r:embed="Raec96372be43428d"/>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30DDA66-8988-438E-BCF9-C3CE4C3217E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ED5E4786-0909-4D44-84E2-FCDB4DE4E469}"/>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7C9ABD3-167E-42CA-B645-02FF384D2AFD}"/>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BC3DF81A-770B-41E8-B6E3-9091144B2AEC}"/>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86C0E6EB-46A1-4BB8-BC70-732D7031D27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22BBDDF8-E04F-4DFE-A35D-1C38F69D7C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5555037"/>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BD9E765E-46B6-4979-A3FF-CF974E2C5B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3">
            <a:extLst xmlns:a="http://schemas.openxmlformats.org/drawingml/2006/main">
              <a:ext uri="{FF2B5EF4-FFF2-40B4-BE49-F238E27FC236}">
                <a16:creationId xmlns:a16="http://schemas.microsoft.com/office/drawing/2014/main" id="{D52239E9-7E0C-46D7-B35E-E35EB3923B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810C1E46-3EAA-4D8D-8195-3F65936709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CD23EEDC-A633-4040-BF77-FA3563F2CA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55D7F3-6B6B-4DFC-A250-D4027739D5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57386FB0-D0EF-4AFC-88E7-9730B404DA9A}"/>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62EB3F7A-3F82-4DB2-A590-6A303D9BD54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A9866926-5F02-43DC-86EE-73DE6222EB79}"/>
              </a:ext>
            </a:extLst>
          </p:cNvPr>
          <p:cNvPicPr>
            <a:picLocks xmlns:a="http://schemas.openxmlformats.org/drawingml/2006/main" noChangeAspect="1"/>
          </p:cNvPicPr>
          <p:nvPr/>
        </p:nvPicPr>
        <p:blipFill>
          <a:blip xmlns:r="http://schemas.openxmlformats.org/officeDocument/2006/relationships" xmlns:a="http://schemas.openxmlformats.org/drawingml/2006/main" r:embed="Rb9be77206dfa4f0b"/>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2D36FBFF-5900-435D-B169-0270766AA420}"/>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9942A5C2-7800-4E73-B7AC-5CF8EE56948C}"/>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EC80DCA1-F128-4C18-AEDC-94854EE8C05D}"/>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A1EF82EC-248E-43FD-BE88-6CA17012ADBA}"/>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D59D1B6A-A523-4983-A5BA-587D11E4A523}"/>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40F8FBC7-2486-4698-8CCE-68DF1CEA48F4}"/>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8194749-0559-4B44-8616-DA0752424CA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3866A1F-6E4C-4894-8D7C-D6858A355E82}"/>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4FB2C8C6-8E50-4731-BA04-B85B7D150F30}"/>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BD35B5F-E0E2-43EB-B933-2A33BCE2B48C}"/>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FA9C654D-496A-4185-82CA-CBAB23F81662}"/>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D4093E17-741A-4EF4-AB3A-2BE80F813EAF}"/>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AADBC539-5839-452C-9A6D-6242388440F4}"/>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CCC272D8-85D8-48B3-8518-FA719E512EC1}"/>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52FD0D4D-4671-4A59-9509-43AA7CE4D926}"/>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2119918C-AA28-45D8-B39B-AC0F87FD791F}"/>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76C596CC-14EC-4368-87C6-5809F306B7C5}"/>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8345B6B1-851B-4A19-A7D1-CE8602790042}"/>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03F972F2-5928-4254-B3DB-CC15B5E6955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B4A4191-8E86-4752-807D-6FA7F8AB6D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0720356"/>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B4C1D52B-4471-4FC5-9DD7-28DF85754E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4">
            <a:extLst xmlns:a="http://schemas.openxmlformats.org/drawingml/2006/main">
              <a:ext uri="{FF2B5EF4-FFF2-40B4-BE49-F238E27FC236}">
                <a16:creationId xmlns:a16="http://schemas.microsoft.com/office/drawing/2014/main" id="{1F69B34A-A13B-41DD-B2D2-5391FF49C7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B3DCFD0F-0242-4998-B1A6-3D14D534E3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F94A8295-32C0-4454-972B-B320150D22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6EC20DC-F8B0-437C-8D5B-C88145F472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858E0BB4-A1E8-4A8E-86D6-89A385F5F5C5}"/>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A966819A-2633-4495-9655-9676BAFF4F8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FFC215B6-2502-40A3-8508-40112B4E97B3}"/>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2A887018-59A1-40C6-9240-5D9FA4B91858}"/>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8B438E69-B81C-414A-A336-87201E889AAA}"/>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80A025A6-16FA-4F40-A6E4-5836032FF1B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51D8346-AAB2-4217-82B3-A2ECF03DA618}"/>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8496F3D-5A36-483E-AB13-C3901886443F}"/>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EF171D4E-13B0-4A8C-ADFC-6C922CB6A8A5}"/>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383D6C63-7EBE-4313-8950-591CBB7CA3DB}"/>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48F37FDE-FF2D-45DB-BFB0-66CF9641686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AA7E106-6A76-4919-9C75-912C742FA0C2}"/>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9681B2E4-3D8A-44DA-94A5-BBB636B8748F}"/>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B5DC1354-237D-4ADC-8CED-532B7F8BE848}"/>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68029E03-005F-48D9-B682-A8C4A4B6D6C8}"/>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19D49976-8042-4035-80FD-648867755EB9}"/>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6B7AF05-96A5-4304-91E6-8E41B61BE5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3250843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09CA9FAD-4831-45D5-A7A5-0D1B6BF5AD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5">
            <a:extLst xmlns:a="http://schemas.openxmlformats.org/drawingml/2006/main">
              <a:ext uri="{FF2B5EF4-FFF2-40B4-BE49-F238E27FC236}">
                <a16:creationId xmlns:a16="http://schemas.microsoft.com/office/drawing/2014/main" id="{7403187A-1B43-4937-BA75-B09BEA18FD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101701A2-FEBB-4C51-A6AB-6B777B91DF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FB615A7-BFE1-4B1D-8E81-B1222DA4D8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AB46527A-01A7-488D-9345-3487836FEA8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ED4A63E5-3A1B-4BBC-82FF-C0D76856626F}"/>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05CC7A7A-4968-41E6-A1D5-64DF6F632FF4}"/>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21862051-A595-49B5-A7B1-928480F33F6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7F402365-E1AD-4A4B-BD13-0B354750028B}"/>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3BC585A5-596C-4901-8CA6-08A6DBCF1423}"/>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F4968D5C-966E-4395-A237-D011EE5FB21C}"/>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CD9021E8-822E-4F06-9EAD-86E63F1A5B41}"/>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BCD3A744-D8FC-440C-9587-C5C347158DC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FC4B10B3-C8D3-4251-8BCD-B5D75DF9457D}"/>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929131EE-262C-41EE-8ACF-A00DD8C4B066}"/>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27AF42F4-549F-42B1-87B2-3D2C808BF9AF}"/>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D4081442-37F6-4274-98DC-08406D4B8E67}"/>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40A00576-BCA5-4523-B63E-C57EA679B5F9}"/>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279B9DC-F37A-4251-B14F-F55D5338456A}"/>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D79650B7-BB02-4200-8A42-C59D2A4CF49F}"/>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701D1D6C-F9F1-417C-BD99-33CAF6D8B07B}"/>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C9DB2406-31F6-43B1-9994-2EE9B9378C70}"/>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0113E9E-3C15-45E6-845A-51E19BE3081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74A782A6-65CA-41D2-88D6-2DD8A658C4E0}"/>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B020DE8F-2FE8-44EA-9754-D51DED29EC34}"/>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D64B9675-8AD5-4C01-BE77-E28DE7A205D2}"/>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ECD9915-F286-4C32-B70D-EB6876F9A179}"/>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5D5F9B1-F92F-45EE-BC99-0A54BB3C4F19}"/>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00D75A71-CB58-4C96-86C2-1D7EA73BCB8A}"/>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1501E42E-6833-4229-9606-1D4C1B0871EC}"/>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14D7D09E-6D14-4969-9272-AA0E1779DC25}"/>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05FEF81D-FF86-46AA-8C54-53590BCDAEF4}"/>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ECEF1BD2-B3C1-4585-8D9D-80069779024B}"/>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82A40B68-CA7F-4F30-98DD-9E979B18F0DA}"/>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79088AE0-A4B4-4F76-8713-BB70D76EE2EE}"/>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B7DD99B0-7C1A-4E51-96E9-E837B8DCF4A6}"/>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C5B51D0D-17DA-4796-8B7B-F5DDC277C155}"/>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F9CB362B-5FF1-4747-BADC-4346F6869E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124658"/>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EFBA6FD7-3F51-4097-A42A-F5ADA87D1C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6">
            <a:extLst xmlns:a="http://schemas.openxmlformats.org/drawingml/2006/main">
              <a:ext uri="{FF2B5EF4-FFF2-40B4-BE49-F238E27FC236}">
                <a16:creationId xmlns:a16="http://schemas.microsoft.com/office/drawing/2014/main" id="{79350CAC-7054-46FB-95D7-6C450B8D0B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7629A936-140A-48AE-8003-7034D9EAAE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2292F62E-0A32-4BE2-9DDB-2AED98DDF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206C6A8-1BAB-4D57-8CC7-B90DECF134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3FB309CD-D38A-406C-9031-0D328A3512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419FAEC7-173C-437E-B4B8-DCFCD02FB7EF}"/>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A79829F0-8F41-46FF-9A20-AF41E1B79141}"/>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A593D389-D800-49DD-827A-8B39E5244EDC}"/>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EB7FB9A5-5385-4B13-896E-D0E37A58A41E}"/>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ADBFC9DA-CA5E-4B53-A9BA-24078DBFF733}"/>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89BED6BB-DC3C-4E2F-B406-30D4AA80F91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90FD51E5-5FF4-4C26-AD3F-FF0B91D50629}"/>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752C779-AECA-4F97-B8F8-7C6B32A85CC1}"/>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4FA57DE-1D30-43C1-9AA1-3C59F28918E8}"/>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1D4DEF43-9452-4281-A451-EC6EDBD7E07B}"/>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16B5A37A-5768-4A42-89FF-929676739AB5}"/>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3548AF30-971A-4F45-A7D2-3B887AA696B7}"/>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DDDAC09-5D43-470F-95F8-71C5477431A7}"/>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F22A6DB2-EC0B-448A-8CCB-6A45E647CFF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C7376684-BA5C-48FD-BFF4-F89BA9553B26}"/>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5AE8660-93D4-4402-A414-4C505A9FF6D8}"/>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123E4FE3-3355-4DBE-9868-3E64E406B39C}"/>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967C5FFA-E071-4044-BA7F-5E2C77E4FDC5}"/>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404D823-0E99-47A2-AA14-E30E758984A4}"/>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F764FB98-AC42-402C-A813-DF1950AB0793}"/>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BB9C9AB9-18D5-43D1-ABC4-529D2EF202D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EE8B4DA8-D6EB-420A-B688-56F5524090DB}"/>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64064EFB-1735-4FE1-B65A-B8C8D7D3D729}"/>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2E4899F1-6462-4A08-9AD1-A91A920D5DA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0565189E-D1CB-4B37-986A-6F303DF5A45A}"/>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4253507D-6706-4D09-8B99-A6CB43E2F43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089352CB-A89F-48D1-8389-A6DF0050AF21}"/>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5E16C4C4-3DFD-4906-9047-2B6233D2354F}"/>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F6B220D2-BD6E-4BCA-A689-EAD5B107F8AB}"/>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0BB89B2F-141F-4D10-A200-BA28A2384F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3141946"/>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137B7E5C-DE3F-4DD6-803A-AE1B3B63E1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7">
            <a:extLst xmlns:a="http://schemas.openxmlformats.org/drawingml/2006/main">
              <a:ext uri="{FF2B5EF4-FFF2-40B4-BE49-F238E27FC236}">
                <a16:creationId xmlns:a16="http://schemas.microsoft.com/office/drawing/2014/main" id="{9262E609-1759-4BCE-8A7A-A1EF95855B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BB2E77FF-3D53-42BD-B2E1-C96CBB418EB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75A77AE1-F4E7-48FD-AD57-C6ECDD8005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853408AE-62C1-4958-AA6A-C7B4795CEBE4}"/>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6E160513-7671-4C60-9874-806712E3D6FA}"/>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CA01BF74-BB52-47AC-818E-BB811E7E9A7B}"/>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49AC5AC7-C452-4438-B560-0017D36203C3}"/>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7FDEDD12-F4A8-427C-871C-B2EC022F58C2}"/>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B562BAC-FC72-4ACE-9930-4F9929054874}"/>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EB095F43-4615-4030-8F9E-4FA4C0FCA890}"/>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8725F32E-C8DB-4890-826E-3DDDD479FC07}"/>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BDDCE6BC-7F4E-4D54-A30B-6D482F7ECE11}"/>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DAB8FFCA-9AA3-4E1E-A51B-B48C8CE8574D}"/>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541E63B7-175B-42C0-A508-51DB567C62DD}"/>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4285BAB-4F5D-47A1-85CC-D0DA8EB7867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39DBEB5B-4053-44FF-A456-3D6D9EC0C06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E2AF9ABE-2225-4576-9687-7B931981B0AE}"/>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CAE87072-9508-422B-B09E-73838A9AED65}"/>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402E0478-61DF-403E-83C7-6B903189117E}"/>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C0DBA60-EE7D-4335-B6AC-05A4A425F4BC}"/>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E63EF0C-20FC-4590-823B-8818B0591F0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F34D628A-24C1-4E6F-9658-C945A77F280D}"/>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FD55126A-D7F7-4C87-8FF4-93BF929292E7}"/>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0C021712-BE99-41F5-A549-EAF91D3D30E8}"/>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138340AA-42E4-4D69-9DAD-78FA771CBFAE}"/>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7245092D-0380-4316-B42D-85CE6849683F}"/>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1D9B2C82-8DBC-446F-AB67-0BC3EF7EEB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25018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E0467543-7522-46D3-BCA8-FA07F73452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8">
            <a:extLst xmlns:a="http://schemas.openxmlformats.org/drawingml/2006/main">
              <a:ext uri="{FF2B5EF4-FFF2-40B4-BE49-F238E27FC236}">
                <a16:creationId xmlns:a16="http://schemas.microsoft.com/office/drawing/2014/main" id="{7E08EBDD-EB2E-425F-B615-58E745FA83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2990DC8E-068B-42EC-BC3F-C6FF352648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DDE16953-6221-4AD1-8C9F-DF20D61B31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FDA0FA-548F-4C3C-AB6F-5324591ABD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5D1430EA-A05D-4E61-BBB9-1E28E155783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E703D275-77EF-498E-A218-6B6FC0580E4B}"/>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E9F7535-59B4-4F57-AA58-3CF9D45F5534}"/>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D7E1699-A1EC-4B9F-BBC6-17511E3E32AE}"/>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723D6C00-B7F6-4DB1-B43F-3021518042E2}"/>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07F14A21-94DD-4F6A-A9C4-B8DF8E8E787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D3C8C821-4243-4066-914B-0E4F211B87F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ACB5CC9D-40DE-4EF0-B43A-4051A2D8C485}"/>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1ACC8656-1312-45CD-B925-8064860ECBB8}"/>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32D6816C-80DE-4167-9D2E-F9C9D5AA9510}"/>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A00DC62A-FA70-49E2-B895-026435D829F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4B8D9338-2C19-4121-ADEB-B526F2783378}"/>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32235602-B1D6-4D2E-AB43-E839C2A465D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973A1DD0-0CA2-4DDB-BA7F-414FC7654B33}"/>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C434C100-8FE5-41A2-B9EB-A3A9E665C9BB}"/>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E6B7269-7BF6-436A-9DAB-D5265C10C274}"/>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32F1BD0B-97C3-4433-9D80-12FDBCB3F95E}"/>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23702C1D-8A48-4490-AE9E-01DB0CEB8C2D}"/>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DAE70191-53A3-4E7B-8A1D-A3931CF9D3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99951143"/>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9D236AFB-493A-4329-AAB1-67F4806009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9">
            <a:extLst xmlns:a="http://schemas.openxmlformats.org/drawingml/2006/main">
              <a:ext uri="{FF2B5EF4-FFF2-40B4-BE49-F238E27FC236}">
                <a16:creationId xmlns:a16="http://schemas.microsoft.com/office/drawing/2014/main" id="{18BB3691-4817-418F-B9BA-53B1825F46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365C9DF7-0A1A-4FBE-A2AA-C8B0DBC5D7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0F2D4103-6EA6-4711-8A0B-01DCEACA39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178B34F-4196-48DA-84BD-7963AD97BF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0B36C27F-2C26-4400-BCDD-68988403321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2A7DF1C8-D7D5-4DE3-9C85-77280181BF0F}"/>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8D4F44C5-1C16-4EC0-991A-C82E9A064A99}"/>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CFE83F98-3475-4A5F-8490-DA7C215E7CD4}"/>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74BD4456-4B5F-4663-9518-A09492F58B2C}"/>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8E0B6F8A-4D49-4335-BAEA-52E128185091}"/>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29D59AC4-94D9-4115-BE39-83F100C7358C}"/>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B6C8C2EB-0FA1-4562-956A-E8D5DAF331BA}"/>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7450D2C-6B53-47CB-8215-16031DB6A7EA}"/>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7A53C52A-BADD-4731-A7BE-C0A97876B412}"/>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192EDF9A-DA63-4AAE-A604-DA28303A5A97}"/>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1ACED104-CD78-42AA-9C22-5F0F8884CFC6}"/>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A042576E-C83D-495C-8D06-DBFA54E1451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CD4D8ACF-4BA1-4935-BD92-8A29471BE362}"/>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8E7C4EE1-CFC5-4B05-8BE3-C7023C8CEC12}"/>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19F10AC-3179-4B55-9C37-99EE61EBB637}"/>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D4073C78-2F68-466D-AFDD-120538370181}"/>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B34C2B9C-D74B-43C2-8D89-B7E58C48B24F}"/>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9102DEC8-6D64-4295-BA84-EC4B05C002A7}"/>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BF587AF2-64D5-4A4D-A05C-EC807ADC7E66}"/>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D4FB3E0B-2305-4704-99A3-B620CCB7ED39}"/>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192015D-8DE8-4508-BE7D-2746060E4D42}"/>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08E8E9A-9AF7-4DA0-BA5B-C223F8422E01}"/>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96B0D940-71E0-4984-A8E9-85133218B10B}"/>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933C0CE9-4CB0-4CE8-B241-2D3605EBAC3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CB264FB6-DD1C-4F24-BEA8-60916A1F77A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0EB5D6EF-5720-46DD-9E97-21810AF036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00033033"/>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61ECDF07-A96C-4225-93E5-71C978C5C2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50">
            <a:extLst xmlns:a="http://schemas.openxmlformats.org/drawingml/2006/main">
              <a:ext uri="{FF2B5EF4-FFF2-40B4-BE49-F238E27FC236}">
                <a16:creationId xmlns:a16="http://schemas.microsoft.com/office/drawing/2014/main" id="{5C4470B0-3741-4687-B856-A9C244C5FB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3C9769C9-0F0C-4074-9B9A-ECB82E8F92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C60DA742-982F-4FE1-8E22-BCA1E0E89A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D3489D4-74E9-4EC5-8DDF-21B6BF7627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C2FC85FB-04E8-4650-903A-11DD81F7C72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FEB3928-41B0-4459-99CA-F4D0D9C46ABD}"/>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17E21C73-A2D5-4FE6-9BCB-5F82B216385A}"/>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F2808EAC-B8BD-442E-9E62-60262B495065}"/>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E59B1494-24F8-485B-A8A6-9F28EE87324A}"/>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0A0EEF5B-18F4-42F0-A14C-A53009492E79}"/>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7ACEB21A-D515-4F2A-B411-CB1A66336520}"/>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CF8CE922-2ECF-428F-A136-60325A6F48B7}"/>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5C877BB0-14BE-45F2-AC01-00138119E172}"/>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A68EB3C8-8CF1-4269-9517-847EE4AFD734}"/>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3A336F99-8A28-4E01-9159-A539F0016638}"/>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B02ED11-4E13-41BF-B5BC-5D23BE715C0E}"/>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CF1927DE-CA40-4160-9641-73277619ED95}"/>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73097E6B-6745-44DC-ABEF-E657A84D0896}"/>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D4097C82-D2CA-468E-988B-DE0BF210DE4C}"/>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6F69231-F528-4CB4-85F5-53070A024EBB}"/>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48FAC68-CC1D-4CCA-8A3E-C2CC9D6774CA}"/>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2B51BA68-CADE-4813-A92A-620FE7C39DB5}"/>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89CC44-E14E-4A60-B628-C4D392A49D19}"/>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2FCE3193-05E2-4E11-9118-7D6FD44A6E96}"/>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47B8B0F-65CE-4980-8725-86FE64D243E1}"/>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C28D30F8-F145-4C6C-BE00-42638652226E}"/>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63FEDAC-EE5F-4C4F-A9A7-8F1179B46375}"/>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1CDEC1F-3FB4-4DE5-8E7C-40CCE3ECD24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26D7579B-26B5-4377-94E4-0E29F2F47AC8}"/>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110E6CCA-48F7-4AAE-8CEF-8EABD279D8E0}"/>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302A8084-026F-48FA-BE7C-A1A5B236F59A}"/>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849E624F-CF62-4C42-A5CA-3DD207A1FF17}"/>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0A0834E4-996D-4229-B44A-D4CED1CC04C9}"/>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E14BA3C-BE56-4306-9F79-332239CB61AC}"/>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F8DCFFC5-2008-43CC-94F6-AF0639D42E39}"/>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0243C75A-29EF-42F1-AA2C-A050E2FDA71D}"/>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8EDF8306-F041-4300-ABC5-4B37AFB65473}"/>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80A5AB2B-D5B5-4A1D-BE93-AAA651BFD795}"/>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1E0F826-1720-44B3-BFCD-78531B2921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099095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50D26345-2A30-464A-8C62-71AB380BF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1">
            <a:extLst xmlns:a="http://schemas.openxmlformats.org/drawingml/2006/main">
              <a:ext uri="{FF2B5EF4-FFF2-40B4-BE49-F238E27FC236}">
                <a16:creationId xmlns:a16="http://schemas.microsoft.com/office/drawing/2014/main" id="{3D2E2B10-6C12-4D67-A752-2D9BA87896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A3F62298-DD74-475C-8DD5-F3D1AB1D28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5B6D9DCA-FBB9-49EE-9C54-580F687307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897BF8A-3288-4CF6-874A-188A00B68A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6FB018D-3ABD-4A6C-BDA1-29E41A52190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EE33D913-DC0F-442A-988E-8DE99AD2E33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C839DF7-2997-430E-9B47-836701793A1D}"/>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2AC847FD-178B-407E-B7D1-27F7CD129ED4}"/>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F0287CB2-5D05-4036-9706-4BFDDDBD7C91}"/>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AB21EAF2-1EEC-4D81-9E42-861DD232CD73}"/>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18D7E6C5-0878-48B7-BC19-AE6A089EB8A3}"/>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74DE61A-0AD9-4AB3-885D-028717F01676}"/>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00B35D2-F783-4DF4-AEE5-2590B90A4E78}"/>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BA15FD18-C100-428D-B96F-831FF0B1652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41F095D1-5FFF-4ADF-932F-A85676EC624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F8F742F8-5E2B-4C5D-910E-53A1C668D0D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1DED8329-151F-4AE8-BE0D-76AD63B9838B}"/>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3197211C-6049-47F8-B6C8-5D7945EDC2E1}"/>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C0CBBBC-C577-47E3-9426-16FD15DA8EFB}"/>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9E261237-F30C-495B-89A6-81966A04A7F4}"/>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7C58437B-98BB-447F-956B-264314F404AE}"/>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A8F544AF-DA40-480C-97E3-93A61031C992}"/>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2A503607-6563-4639-842E-8DD45E7C1760}"/>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8004DFCF-BB89-4747-8695-8E472F48365D}"/>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47E8A6D2-8A1B-40DA-A7F8-237F12E4CCFF}"/>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4E5CE925-3424-477E-BEA8-D42A283B8CB2}"/>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EA7562B2-C5AC-4222-B570-E69C138A7D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9302922"/>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82CCF818-5E22-4C53-9E49-9D19EBA4F8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2">
            <a:extLst xmlns:a="http://schemas.openxmlformats.org/drawingml/2006/main">
              <a:ext uri="{FF2B5EF4-FFF2-40B4-BE49-F238E27FC236}">
                <a16:creationId xmlns:a16="http://schemas.microsoft.com/office/drawing/2014/main" id="{3A65C8B0-F9C2-4513-9975-2D562525C7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FF32D65-95BD-4E2F-A7D3-B59196ACA1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B80EE88-34C7-4A6A-B379-48B19BF4B6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98A6223-D8D7-4A64-96F2-38078CE85C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0DF4DD73-49A7-46CB-AD0C-729137277DB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7B5B13DC-F371-4C77-AF05-2ED8CB765B26}"/>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AC5CA993-B26E-4135-93E6-3D4E0D9B7D4F}"/>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3924EF19-DF25-4F62-94C2-A836F6AFFE6E}"/>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1003C3CC-AF30-40EB-B7BF-411B81572F76}"/>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28D8E387-5A96-4211-A707-B22BC37806F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4F68D4A-8D5D-489D-88D7-7C910110FBA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6E16EE4-3AAB-4D11-B184-AD184AE4A5B6}"/>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AD967FB8-9AA8-43BF-8D36-A4EFB1F92010}"/>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0F9C7B2F-01A1-4732-B590-E8FC2165DCF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05EC753E-44D5-408A-ADDB-6A935B43F7A5}"/>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334ABB63-3542-4F30-A4DC-C5CE5DEC6352}"/>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4E9AEE8-0CDC-4F7D-A125-C72AF1D78219}"/>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E4709DF9-F198-427A-93B2-6F792AED2EFC}"/>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43E9B321-B19B-4AD8-B4A1-E20BDE700953}"/>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93D21CC6-8D7D-4FA4-A7DD-257FA669909A}"/>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F2BC4B91-A435-445E-BF39-08F8B50728B9}"/>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F9A01100-86DA-43FB-B555-15EB57AB9F74}"/>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82099708-D7B0-4910-884B-F4608DE2690A}"/>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5CA179F-89CD-494E-B8BF-6E9F5F8C8F7A}"/>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EA56357-3E70-480E-A46E-9F10373BB1AA}"/>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7CE62E4-C780-4985-AD10-9DB1C2DE100F}"/>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02999EB0-E4D9-47D6-AE6B-91A5F40FA62D}"/>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40D7F7A7-1246-4670-8410-222CA7505AA9}"/>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370472D9-F70A-44F8-BD93-B5A8CE4E46ED}"/>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F02367DE-4208-47FC-8A7E-E1495CCD0AA2}"/>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97F77570-0804-4EAC-890D-55CDF6031FF8}"/>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184A4332-627E-4B61-890E-C2948BB9265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B54B41D-490E-40FA-915C-3A620F97A134}"/>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C82D3012-9F24-46D5-923A-9CB7EECDE44D}"/>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6CF65844-E97A-45BF-AB79-CC919994505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A0021265-588F-486F-B976-4A4CB40B8C7F}"/>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C42D62A8-DD1E-468B-807B-6ACC36F0E5CD}"/>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60E5A44F-7FAE-4A88-8536-9E552A113A27}"/>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B44A2371-BEAE-4EB6-949A-B3D9636480B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E6B264F9-4770-45B7-BA62-012EE226DF6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4F491BDA-72A5-4E0A-B8DD-FF4009C30B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1365301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3B6D16AF-D2A0-41E6-A701-5433D9F270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3">
            <a:extLst xmlns:a="http://schemas.openxmlformats.org/drawingml/2006/main">
              <a:ext uri="{FF2B5EF4-FFF2-40B4-BE49-F238E27FC236}">
                <a16:creationId xmlns:a16="http://schemas.microsoft.com/office/drawing/2014/main" id="{6FE06E32-A561-49C2-AFFD-A7397990AA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21CA4DEE-0366-4B1A-B2B9-72FF0101A0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24AF420E-CA13-485C-BC96-F528FA0073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59698CD-C9D6-402A-B345-032B05FBC2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DF453EBC-6F29-4909-94C3-258729583EC2}"/>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A3FCA92D-CCA6-47B7-B413-14D56ADF263A}"/>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147E4C24-5042-483C-B192-9A321F85521E}"/>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3406FCB8-DF66-4F3E-B5E9-645BF40478A5}"/>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4FF69FEB-5311-4A24-996E-150DCAF60330}"/>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DECD8A53-AC2C-48AA-B7B9-2CAD8D898F91}"/>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93E2117-ECB7-468A-8870-7EDF3BC2029F}"/>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3D1F87D1-C10E-4015-939C-C3E4EA7D156F}"/>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8822F053-1853-405B-852F-9E15252D23EC}"/>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7C0BECA0-3A4C-4131-BF36-7E4C4D20E863}"/>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D3A743CC-B7A1-42B4-A917-8489FA80C7C6}"/>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6B3EF066-78A7-4CED-9693-FF5F8A76215E}"/>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438F2B34-8BD3-4C44-AD04-D6D04A2CF5E7}"/>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58D77C7A-4620-4036-BDF4-8821C1A8B4AE}"/>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82A75DEF-C0EA-4563-9E60-D20F126D9E10}"/>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2AFECC1C-858B-4154-AE60-0E89EFEBF34C}"/>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E3DB668-840D-4EF1-9CDC-703C34136BC4}"/>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732D7638-6B78-4DAA-9697-480F655606AA}"/>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B9BA6F4C-4A90-41F8-8285-44F7E155E7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9138537"/>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3474495-4015-4994-A174-6D0407B471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4">
            <a:extLst xmlns:a="http://schemas.openxmlformats.org/drawingml/2006/main">
              <a:ext uri="{FF2B5EF4-FFF2-40B4-BE49-F238E27FC236}">
                <a16:creationId xmlns:a16="http://schemas.microsoft.com/office/drawing/2014/main" id="{74ECB671-6768-48D1-9062-7D3872AB34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54A80F00-2B94-44C3-8A05-4122428EA1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C688F681-31D1-492F-BFD0-F7F206215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0EBB2B9-A51C-4ABD-9E2F-8985D0FD6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9B8E4B47-FAEC-4FCA-91E8-1F7A8C11526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B20210A4-563A-4AE4-AF05-5C9CA0AF1B35}"/>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BA5413B9-4E87-4E5E-8EAB-A71F96075966}"/>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8288423D-031A-41EB-96D9-D5195BC0674E}"/>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6A146877-11F9-45A5-BC10-72B00C81C906}"/>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DC5AC04A-9B7D-490D-8186-CC7AA04BA5BD}"/>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4010CCA2-5FED-400E-8326-02080AFFD8D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A9175929-E7CC-43EF-B669-0603B172A8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3779466"/>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5B5C7475-0288-4C94-BDC6-4273445EC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5">
            <a:extLst xmlns:a="http://schemas.openxmlformats.org/drawingml/2006/main">
              <a:ext uri="{FF2B5EF4-FFF2-40B4-BE49-F238E27FC236}">
                <a16:creationId xmlns:a16="http://schemas.microsoft.com/office/drawing/2014/main" id="{19248C6F-2214-4435-972D-8B148D29C1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C3516909-E55B-4C78-B756-807442BCA2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67BAAE79-2579-46E9-ACB6-F51790236E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01054F82-EF46-485E-A1CC-E389E766418E}"/>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EF770833-8842-45B0-A956-B66F32E1734B}"/>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5D2AD0F1-B86B-44A3-AE49-D5946D7C1856}"/>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210B3676-08DA-4FDE-81EF-E9067AB522F6}"/>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3D5240D0-E824-4B95-8936-9E8CD615831F}"/>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76F67A38-EC90-4810-A87F-0530FEF98FCD}"/>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E99C58D8-D7CD-4D47-ABAF-4517A5DB4279}"/>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0021A32-E07D-4D9F-9FC8-98899B62EE93}"/>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E94E37A8-1E52-4661-9726-B5DB8D93C81D}"/>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6385674-CF1F-49ED-9620-3679F9F018B9}"/>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C22BD9A7-6461-4719-891B-241367BCA522}"/>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9E8F2232-3AB1-4ABD-B469-8E03209F0919}"/>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6E7D3B86-C53B-4CC1-B089-F497638DFB3E}"/>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B8E84E4-1A50-45AA-92D4-11082AA22827}"/>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B118A950-4039-495B-AA91-772BCCE2F035}"/>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434DA7C8-C5EE-43AF-AB1C-F9E70BBA28B0}"/>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CCAD89EE-4FCA-4003-B671-A3E13616801E}"/>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6247492D-D7D5-4A52-93E1-E3ADC7C6563F}"/>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1034A77-E43D-4FBE-8C3E-EAEC4618765E}"/>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749C5C00-935E-4F68-86AF-E8E48F5CFA33}"/>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F2C4932F-4CBB-4485-B545-83C86FC95F7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98391C99-C796-4F4E-A5C0-3B834BE0B8BC}"/>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0A34F6DA-D40B-412E-986D-4A95E110D323}"/>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04C26897-A3DE-4540-AAD2-6C41BB83E0DD}"/>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D1ECD713-BF44-4B05-8CD6-E8A9A5AEBF3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94804EF5-447F-4375-B3AE-92B45C22AD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16152378"/>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6">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7">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8">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B2C2D0BE-0876-4428-B4F0-7858645B01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9">
            <a:extLst xmlns:a="http://schemas.openxmlformats.org/drawingml/2006/main">
              <a:ext uri="{FF2B5EF4-FFF2-40B4-BE49-F238E27FC236}">
                <a16:creationId xmlns:a16="http://schemas.microsoft.com/office/drawing/2014/main" id="{C66996AE-240B-4D04-9B99-ECA664682B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지식은 정리됐지만 절차는 반복된다">
            <a:extLst xmlns:a="http://schemas.openxmlformats.org/drawingml/2006/main">
              <a:ext uri="{FF2B5EF4-FFF2-40B4-BE49-F238E27FC236}">
                <a16:creationId xmlns:a16="http://schemas.microsoft.com/office/drawing/2014/main" id="{5A67EDCB-AA65-46E1-927D-443C3B7B53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0CAA00FB-988B-4BE9-9448-8299883470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1CA9C72-0959-4284-B10F-E2713A951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54EA417D-6A9E-4220-88AA-98C8D41ED5F5}"/>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EDC5DA91-8A1A-4133-8B3E-49443883D0A2}"/>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38BF095B-B4DD-4675-B128-7E1C842BA55D}"/>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CDA2D8C1-507F-47C4-B656-2F24474387AF}"/>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C87315E5-0FBD-48B1-AF8B-786DB120D3DA}"/>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F1144847-3761-4CF8-9BEB-12DBE180F98B}"/>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70E94496-5C1A-4401-944B-69062AE2CEC0}"/>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2C8BF08C-63E2-4CE7-9C74-CB2B2974C75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361B0339-ACCE-4AE3-A119-2719CF81393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34943D54-0799-4FA2-B2B1-45ED51DA7534}"/>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98265A75-A277-4400-95FE-F2D42CF790EC}"/>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A18B2C02-2A9C-4C75-9576-3393FD9E12B8}"/>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A5F1AE73-2463-4905-94E1-155F2242DD5C}"/>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1873C337-5021-43D2-B0B1-D27AC6481FC7}"/>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202DD484-1AB8-42FA-8037-D700C0A28E76}"/>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E0B39AAF-ED21-455B-B31D-F787155DC3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42567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22</ap:Slides>
  <ap:Notes>22</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2026-10-25T11:25:59.6660000Z</dcterms:created>
  <dcterms:modified xsi:type="dcterms:W3CDTF">2026-10-25T11:25:59.6660000Z</dcterms:modified>
</coreProperties>
</file>