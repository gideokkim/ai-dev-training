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7ba8f191ec646c5" /><Relationship Type="http://schemas.openxmlformats.org/officeDocument/2006/relationships/extended-properties" Target="/docProps/app.xml" Id="R25d1a2baede049ed" /><Relationship Type="http://schemas.openxmlformats.org/officeDocument/2006/relationships/officeDocument" Target="/ppt/presentation.xml" Id="R5bc1a69e9c7c4d84" /></Relationships>
</file>

<file path=ppt/presentation.xml><?xml version="1.0" encoding="utf-8"?>
<p:presentation xmlns:p="http://schemas.openxmlformats.org/presentationml/2006/main">
  <p:sldMasterIdLst>
    <p:sldMasterId xmlns:r="http://schemas.openxmlformats.org/officeDocument/2006/relationships" id="2147483648" r:id="R52d3af2f3bad4dc0"/>
  </p:sldMasterIdLst>
  <p:notesMasterIdLst>
    <p:notesMasterId xmlns:r="http://schemas.openxmlformats.org/officeDocument/2006/relationships" r:id="R7c3837b1b5cc4f9a"/>
  </p:notesMasterIdLst>
  <p:sldIdLst>
    <p:sldId xmlns:r="http://schemas.openxmlformats.org/officeDocument/2006/relationships" id="256" r:id="R668e5389caac4e98"/>
    <p:sldId xmlns:r="http://schemas.openxmlformats.org/officeDocument/2006/relationships" id="257" r:id="R5213193f15dc4219"/>
    <p:sldId xmlns:r="http://schemas.openxmlformats.org/officeDocument/2006/relationships" id="258" r:id="R59545e0334e54c2a"/>
    <p:sldId xmlns:r="http://schemas.openxmlformats.org/officeDocument/2006/relationships" id="259" r:id="R538a2935da8e4dbb"/>
    <p:sldId xmlns:r="http://schemas.openxmlformats.org/officeDocument/2006/relationships" id="260" r:id="R22a297fbd0c240c4"/>
    <p:sldId xmlns:r="http://schemas.openxmlformats.org/officeDocument/2006/relationships" id="261" r:id="Rdb6d803a89604083"/>
    <p:sldId xmlns:r="http://schemas.openxmlformats.org/officeDocument/2006/relationships" id="262" r:id="R2c16dda6ea38416d"/>
    <p:sldId xmlns:r="http://schemas.openxmlformats.org/officeDocument/2006/relationships" id="263" r:id="Rf822bba06e4b4869"/>
    <p:sldId xmlns:r="http://schemas.openxmlformats.org/officeDocument/2006/relationships" id="264" r:id="Ree87e8842e3e4b76"/>
    <p:sldId xmlns:r="http://schemas.openxmlformats.org/officeDocument/2006/relationships" id="265" r:id="R435cd107fa014127"/>
    <p:sldId xmlns:r="http://schemas.openxmlformats.org/officeDocument/2006/relationships" id="266" r:id="R1e93ca83828c42cb"/>
    <p:sldId xmlns:r="http://schemas.openxmlformats.org/officeDocument/2006/relationships" id="267" r:id="R28e457f4bd6e4e8d"/>
    <p:sldId xmlns:r="http://schemas.openxmlformats.org/officeDocument/2006/relationships" id="268" r:id="Rd6403c6b8f4a420f"/>
    <p:sldId xmlns:r="http://schemas.openxmlformats.org/officeDocument/2006/relationships" id="269" r:id="Rdd0c8084e37142ac"/>
    <p:sldId xmlns:r="http://schemas.openxmlformats.org/officeDocument/2006/relationships" id="270" r:id="Ra037ed55d9d7415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4c63763b5554b3f" /><Relationship Type="http://schemas.openxmlformats.org/officeDocument/2006/relationships/slideMaster" Target="/ppt/slideMasters/slideMaster1.xml" Id="R52d3af2f3bad4dc0" /><Relationship Type="http://schemas.openxmlformats.org/officeDocument/2006/relationships/notesMaster" Target="/ppt/notesMasters/notesMaster1.xml" Id="R7c3837b1b5cc4f9a" /><Relationship Type="http://schemas.openxmlformats.org/officeDocument/2006/relationships/presProps" Target="/ppt/presProps.xml" Id="Rf495562b42b1422d" /><Relationship Type="http://schemas.openxmlformats.org/officeDocument/2006/relationships/tableStyles" Target="/ppt/tableStyles.xml" Id="Ra58546d24b22428e" /><Relationship Type="http://schemas.openxmlformats.org/officeDocument/2006/relationships/slide" Target="/ppt/slides/slide1.xml" Id="R668e5389caac4e98" /><Relationship Type="http://schemas.openxmlformats.org/officeDocument/2006/relationships/slide" Target="/ppt/slides/slide2.xml" Id="R5213193f15dc4219" /><Relationship Type="http://schemas.openxmlformats.org/officeDocument/2006/relationships/slide" Target="/ppt/slides/slide3.xml" Id="R59545e0334e54c2a" /><Relationship Type="http://schemas.openxmlformats.org/officeDocument/2006/relationships/slide" Target="/ppt/slides/slide4.xml" Id="R538a2935da8e4dbb" /><Relationship Type="http://schemas.openxmlformats.org/officeDocument/2006/relationships/slide" Target="/ppt/slides/slide5.xml" Id="R22a297fbd0c240c4" /><Relationship Type="http://schemas.openxmlformats.org/officeDocument/2006/relationships/slide" Target="/ppt/slides/slide6.xml" Id="Rdb6d803a89604083" /><Relationship Type="http://schemas.openxmlformats.org/officeDocument/2006/relationships/slide" Target="/ppt/slides/slide7.xml" Id="R2c16dda6ea38416d" /><Relationship Type="http://schemas.openxmlformats.org/officeDocument/2006/relationships/slide" Target="/ppt/slides/slide8.xml" Id="Rf822bba06e4b4869" /><Relationship Type="http://schemas.openxmlformats.org/officeDocument/2006/relationships/slide" Target="/ppt/slides/slide9.xml" Id="Ree87e8842e3e4b76" /><Relationship Type="http://schemas.openxmlformats.org/officeDocument/2006/relationships/slide" Target="/ppt/slides/slide10.xml" Id="R435cd107fa014127" /><Relationship Type="http://schemas.openxmlformats.org/officeDocument/2006/relationships/slide" Target="/ppt/slides/slide11.xml" Id="R1e93ca83828c42cb" /><Relationship Type="http://schemas.openxmlformats.org/officeDocument/2006/relationships/slide" Target="/ppt/slides/slide12.xml" Id="R28e457f4bd6e4e8d" /><Relationship Type="http://schemas.openxmlformats.org/officeDocument/2006/relationships/slide" Target="/ppt/slides/slide13.xml" Id="Rd6403c6b8f4a420f" /><Relationship Type="http://schemas.openxmlformats.org/officeDocument/2006/relationships/slide" Target="/ppt/slides/slide14.xml" Id="Rdd0c8084e37142ac" /><Relationship Type="http://schemas.openxmlformats.org/officeDocument/2006/relationships/slide" Target="/ppt/slides/slide15.xml" Id="Ra037ed55d9d7415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ca459fc45b5487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3a1615c53ad4ef2" /><Relationship Type="http://schemas.openxmlformats.org/officeDocument/2006/relationships/notesMaster" Target="/ppt/notesMasters/notesMaster1.xml" Id="R26f9775b2db24a5a" /></Relationships>
</file>

<file path=ppt/notesSlides/_rels/notesSlide2.xml.rels>&#65279;<?xml version="1.0" encoding="utf-8"?><Relationships xmlns="http://schemas.openxmlformats.org/package/2006/relationships"><Relationship Type="http://schemas.openxmlformats.org/officeDocument/2006/relationships/slide" Target="/ppt/slides/slide2.xml" Id="R30e88eaacd1d424a" /><Relationship Type="http://schemas.openxmlformats.org/officeDocument/2006/relationships/notesMaster" Target="/ppt/notesMasters/notesMaster1.xml" Id="R4ec334b28897404e" /></Relationships>
</file>

<file path=ppt/notesSlides/_rels/notesSlide3.xml.rels>&#65279;<?xml version="1.0" encoding="utf-8"?><Relationships xmlns="http://schemas.openxmlformats.org/package/2006/relationships"><Relationship Type="http://schemas.openxmlformats.org/officeDocument/2006/relationships/slide" Target="/ppt/slides/slide3.xml" Id="Ra8c0d0303a4e4938" /><Relationship Type="http://schemas.openxmlformats.org/officeDocument/2006/relationships/notesMaster" Target="/ppt/notesMasters/notesMaster1.xml" Id="R61cf418519bd46c0" /></Relationships>
</file>

<file path=ppt/notesSlides/_rels/notesSlide4.xml.rels>&#65279;<?xml version="1.0" encoding="utf-8"?><Relationships xmlns="http://schemas.openxmlformats.org/package/2006/relationships"><Relationship Type="http://schemas.openxmlformats.org/officeDocument/2006/relationships/slide" Target="/ppt/slides/slide4.xml" Id="R54e6cddd0762441c" /><Relationship Type="http://schemas.openxmlformats.org/officeDocument/2006/relationships/notesMaster" Target="/ppt/notesMasters/notesMaster1.xml" Id="Rd36f3415d6df407d" /></Relationships>
</file>

<file path=ppt/notesSlides/_rels/notesSlide5.xml.rels>&#65279;<?xml version="1.0" encoding="utf-8"?><Relationships xmlns="http://schemas.openxmlformats.org/package/2006/relationships"><Relationship Type="http://schemas.openxmlformats.org/officeDocument/2006/relationships/slide" Target="/ppt/slides/slide5.xml" Id="Rdb9409ea9cac4ce4" /><Relationship Type="http://schemas.openxmlformats.org/officeDocument/2006/relationships/notesMaster" Target="/ppt/notesMasters/notesMaster1.xml" Id="R12ea385af9864287" /></Relationships>
</file>

<file path=ppt/notesSlides/_rels/notesSlide6.xml.rels>&#65279;<?xml version="1.0" encoding="utf-8"?><Relationships xmlns="http://schemas.openxmlformats.org/package/2006/relationships"><Relationship Type="http://schemas.openxmlformats.org/officeDocument/2006/relationships/slide" Target="/ppt/slides/slide6.xml" Id="Rc03e387c04de4089" /><Relationship Type="http://schemas.openxmlformats.org/officeDocument/2006/relationships/notesMaster" Target="/ppt/notesMasters/notesMaster1.xml" Id="R53ac0e7ad19f43f4" /></Relationships>
</file>

<file path=ppt/notesSlides/_rels/notesSlide7.xml.rels>&#65279;<?xml version="1.0" encoding="utf-8"?><Relationships xmlns="http://schemas.openxmlformats.org/package/2006/relationships"><Relationship Type="http://schemas.openxmlformats.org/officeDocument/2006/relationships/slide" Target="/ppt/slides/slide7.xml" Id="R6da727bdbb1146a1" /><Relationship Type="http://schemas.openxmlformats.org/officeDocument/2006/relationships/notesMaster" Target="/ppt/notesMasters/notesMaster1.xml" Id="R3db65e8ab6a14962" /></Relationships>
</file>

<file path=ppt/notesSlides/_rels/notesSlide8.xml.rels>&#65279;<?xml version="1.0" encoding="utf-8"?><Relationships xmlns="http://schemas.openxmlformats.org/package/2006/relationships"><Relationship Type="http://schemas.openxmlformats.org/officeDocument/2006/relationships/slide" Target="/ppt/slides/slide8.xml" Id="R93a892f939f44b5b" /><Relationship Type="http://schemas.openxmlformats.org/officeDocument/2006/relationships/notesMaster" Target="/ppt/notesMasters/notesMaster1.xml" Id="R429f029b77e74978" /></Relationships>
</file>

<file path=ppt/notesSlides/_rels/notesSlide9.xml.rels>&#65279;<?xml version="1.0" encoding="utf-8"?><Relationships xmlns="http://schemas.openxmlformats.org/package/2006/relationships"><Relationship Type="http://schemas.openxmlformats.org/officeDocument/2006/relationships/slide" Target="/ppt/slides/slide9.xml" Id="R07d4aa009fb54d29" /><Relationship Type="http://schemas.openxmlformats.org/officeDocument/2006/relationships/notesMaster" Target="/ppt/notesMasters/notesMaster1.xml" Id="R4dc11b0c8d44461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2faefc55c5f4073" /><Relationship Type="http://schemas.openxmlformats.org/officeDocument/2006/relationships/notesMaster" Target="/ppt/notesMasters/notesMaster1.xml" Id="R9c3f3e510211440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bb992707ac64181" /><Relationship Type="http://schemas.openxmlformats.org/officeDocument/2006/relationships/notesMaster" Target="/ppt/notesMasters/notesMaster1.xml" Id="Rde2e490f2d7545d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922ca1e0af24cce" /><Relationship Type="http://schemas.openxmlformats.org/officeDocument/2006/relationships/notesMaster" Target="/ppt/notesMasters/notesMaster1.xml" Id="R69944ae3a85f43f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e94654ba3274005" /><Relationship Type="http://schemas.openxmlformats.org/officeDocument/2006/relationships/notesMaster" Target="/ppt/notesMasters/notesMaster1.xml" Id="Rf6ed5f8634804d9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cdecebd35354af0" /><Relationship Type="http://schemas.openxmlformats.org/officeDocument/2006/relationships/notesMaster" Target="/ppt/notesMasters/notesMaster1.xml" Id="R329740b7421343b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753a54704774bac" /><Relationship Type="http://schemas.openxmlformats.org/officeDocument/2006/relationships/notesMaster" Target="/ppt/notesMasters/notesMaster1.xml" Id="Rfb805ddb096048d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AGENTS.md 안에도 이번 README 작업에 관련된 공통 지침과 불필요했던 이미지 상세가 함께 있었다.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DEC-0050에 따라 우측 두 영역을 AGENTS.md 내부 지침·정보 기준으로 수정하고 왼쪽 실제 요청을 보존했다. 최종 렌더·Notes parity는 production/evaluation/S37_AGENTS_CONTEXT_REVISION.md를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S37에서는 AGENTS.md의 정확한 내용 중 이번 README 작업에 필요한 지침과 불필요한 상세가 함께 있었다고 회수한다. 지금은 실제 Trial의 추가 결과가 아니라 정보의 범위·제공 시점과 수행 방법을 생각하는 교육용 도식임을 밝힌다.</a:t>
            </a:r>
          </a:p>
          <a:p xmlns:a="http://schemas.openxmlformats.org/drawingml/2006/main">
            <a:r>
              <a:t>2. (0:30–1:30) 왼쪽 README 수정/crop 수정/성능 조사에서 연결선을 따라 공통 안내로 내려간다. 프로젝트 목적·기본 제약·범위 준수·관련 검증처럼 여러 작업에서 참고할 기본 안내다. 실제 AGENTS.md 전체가 모든 작업에 필요하다는 뜻은 아니다.</a:t>
            </a:r>
          </a:p>
          <a:p xmlns:a="http://schemas.openxmlformats.org/drawingml/2006/main">
            <a:r>
              <a:t>3. (1:30–2:30) 가운데 README 수정은 빌드 안내, crop 수정은 이미지 명세로 향하는 화살표를 비교한다. 질문이 바뀌면 필요한 상세도 바뀐다는 배치 예이며 실제 자동 선택·검색 성공을 관찰한 결과가 아니다. 파일 위치나 제품 Routing 조작을 새로 가르치지 않는다.</a:t>
            </a:r>
          </a:p>
          <a:p xmlns:a="http://schemas.openxmlformats.org/drawingml/2006/main">
            <a:r>
              <a:t>4. (2:30–3:30) 오른쪽 두 성능 조사 예가 같은 변경 전 측정→조사→검증 절차를 함께 쓰는 모습을 가리킨다. 사실의 내용과 일을 수행하는 방법은 책임이 다르다. 성능 조사 A/B는 교육용 작업 예이며 실제 TRIAL-006/007의 화면이나 당시 저장된 Skill이 아니다. Skill·Harness 기능 설명과 실제 재사용 결과는 후속 ACT에 남긴다.</a:t>
            </a:r>
          </a:p>
          <a:p xmlns:a="http://schemas.openxmlformats.org/drawingml/2006/main">
            <a:r>
              <a:t>5. (3:30–4:00) 앞의 두 도식은 정보의 범위·제공 시점, 마지막은 수행 절차의 책임이며 서로 배타적인 제품 분류가 아니라고 정리한다. 재사용 절차도 작업에 따라 찾아 쓸 수 있다. ‘필요한 때 찾는 대신 모두 넣어두면 충분할까?’를 질문하고 S39의 제한된 Long Context 연구 근거로 넘긴다.</a:t>
            </a:r>
          </a:p>
          <a:p xmlns:a="http://schemas.openxmlformats.org/drawingml/2006/main">
            <a:r>
              <a:t/>
            </a:r>
          </a:p>
          <a:p xmlns:a="http://schemas.openxmlformats.org/drawingml/2006/main">
            <a:r>
              <a:t>화면 진행: 공통 안내를 함께 쓰는 관계 → 요청별로 다른 상세를 찾는 관계 → 동종 작업이 하나의 절차를 재사용하는 관계. 세 열 사이에 발전 단계나 순서를 뜻하는 화살표는 없다. 전체가 native 편집 도식이며 실제 제품 UI·실행 캡처가 아니다.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Always-on / On-demand / Workflow is a course model, not an official OpenAI classification or a mutually exclusive product taxonomy. The first two views describe information scope/timing; the third describes a reusable work method, which can also be consulted on demand. The arrows do not prove perfect automatic routing. The performance procedure was not stored or executed in STATE-02.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DEC-0051의 기본 안내/상세 정보/재사용 절차 도식과 S37→S38→S39 연결을 반영했다. 최종 렌더·Notes parity는 production/evaluation/S38_CONTEXT_MODEL_REVISION.md를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두 연구가 확인한 과제·조건과 관찰을 먼저 읽는다. 특정 과제의 연구 관찰은 필요한 근거를 실제로 활용했는지 확인할 질문을 주지만, 현재 Codex의 보편 한계나 이 Demo의 Routing 효과를 입증하지 않는다.</a:t>
            </a:r>
          </a:p>
          <a:p xmlns:a="http://schemas.openxmlformats.org/drawingml/2006/main">
            <a:r>
              <a:t/>
            </a:r>
          </a:p>
          <a:p xmlns:a="http://schemas.openxmlformats.org/drawingml/2006/main">
            <a:r>
              <a:t>Opening Question: “앞에서 정보의 범위와 제공 시점을 나눴습니다. 대신 많은 정보를 한 번에 넣으면 필요한 근거도 잘 찾아 쓸까요?”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S38의 기본 안내/필요한 상세/반복 절차를 회수한 뒤 ‘양만 늘리면 충분한가?’로 질문을 좁힌다. 두 도식은 논문 과제의 재구성이며 실제 제품 실행 화면이 아님을 밝힌다.</a:t>
            </a:r>
          </a:p>
          <a:p xmlns:a="http://schemas.openxmlformats.org/drawingml/2006/main">
            <a:r>
              <a:t>2. (0:30–1:45) 왼쪽 Lost in the Middle을 짚는다. 여러 문서의 질문 답변과 합성 key-value 검색에서 정답 근거의 위치를 바꾸어 비교했다. 앞/중간/뒤의 블록은 위치만 나타내며 실제 문서 수나 점수 그래프가 아니다. 일부 당시 모델·과제에서 중간 근거의 정답률이 낮아졌다고 설명한다. 모든 모델·과제가 같은 현상을 보인 것은 아니다.</a:t>
            </a:r>
          </a:p>
          <a:p xmlns:a="http://schemas.openxmlformats.org/drawingml/2006/main">
            <a:r>
              <a:t>3. (1:45–3:00) 오른쪽 RepoQA는 기능 설명과 코드 입력을 보고 설명에 맞는 함수 코드를 반환한 뒤 정답 함수와 유사도를 비교하는 과제다. 50개 저장소/5개 언어/500개 과제가 포함됐고 주 실험의 코드 입력은 CodeLlama tokenizer 기준16K토큰이다. 전체 Prompt 길이나 현재 Codex 한도라는 뜻이 아니다. 모델·언어별 함수 찾기 성능 차이를 관찰했으며 저장소 수정·도구 검색·테스트 실행을 평가한 것은 아니다.</a:t>
            </a:r>
          </a:p>
          <a:p xmlns:a="http://schemas.openxmlformats.org/drawingml/2006/main">
            <a:r>
              <a:t>4. (3:00–4:00) 하단의 ‘업무에 적용할 질문’과 ‘이 연구만으론 미입증’을 따로 가리킨다. 필요한 근거를 실제로 찾아 활용했는지 작업별로 확인하자는 것은 교육적 적용 질문이다. 현재 Codex 실패율·보편 한계·Routing 성능 개선은 이 연구로 확인하지 않았다. S40의 필요한 상세 정보에 도달하는 설계 질문으로 돌아간다.</a:t>
            </a:r>
          </a:p>
          <a:p xmlns:a="http://schemas.openxmlformats.org/drawingml/2006/main">
            <a:r>
              <a:t/>
            </a:r>
          </a:p>
          <a:p xmlns:a="http://schemas.openxmlformats.org/drawingml/2006/main">
            <a:r>
              <a:t>Evidence / Source: RESEARCH. CLM-0014/CLM-0015, SRC-0201/SRC-0204, DEC-0052. Liu et al., “Lost in the Middle: How Language Models Use Long Contexts,” TACL 2024,12:157–173, https://aclanthology.org/2024.tacl-1.9/ . RepoQA: Evaluating Long Context Code Understanding,2024, arXiv:2406.06025, https://arxiv.org/abs/2406.06025 ; primary task/setting: https://arxiv.org/html/2406.06025v1 ; official project/citation: https://evalplus.github.io/repoqa.html . The official citation names First Workshop on Long-Context Foundation Models @ ICML2024, not the ICML main conference. Primary records rechecked2026-10-22.</a:t>
            </a:r>
          </a:p>
          <a:p xmlns:a="http://schemas.openxmlformats.org/drawingml/2006/main">
            <a:r>
              <a:t/>
            </a:r>
          </a:p>
          <a:p xmlns:a="http://schemas.openxmlformats.org/drawingml/2006/main">
            <a:r>
              <a:t>Claim Boundary: 두 논문의 역사적 모델·과제·조건에 한정한다. 현재 Codex의 Repository coding 실패, 보편적인 중간 정보 무시, 토큰 임계값, 정보를 더 주면 항상 나빠짐, Routing의 우월성·토큰 절약·성능 향상을 주장하지 않는다. RepoQA는 Lost in the Middle의 위치별 곡선을 재현한 연구로 표현하지 않는다. 업무상 확인 질문은 현재 제품에서 측정된 효과가 아니다.</a:t>
            </a:r>
          </a:p>
          <a:p xmlns:a="http://schemas.openxmlformats.org/drawingml/2006/main">
            <a:r>
              <a:t/>
            </a:r>
          </a:p>
          <a:p xmlns:a="http://schemas.openxmlformats.org/drawingml/2006/main">
            <a:r>
              <a:t>Beginner Explanation: 왼쪽은 ‘같은 근거가 어디에 있느냐’, 오른쪽은 ‘설명에 맞는 함수를 코드에서 찾느냐’를 평가했다. 넣은 정보량과 필요한 근거를 실제로 활용했는지는 별도로 확인한다.</a:t>
            </a:r>
          </a:p>
          <a:p xmlns:a="http://schemas.openxmlformats.org/drawingml/2006/main">
            <a:r>
              <a:t/>
            </a:r>
          </a:p>
          <a:p xmlns:a="http://schemas.openxmlformats.org/drawingml/2006/main">
            <a:r>
              <a:t>Advanced Insight: RepoQA의 고정된 코드 입력 조건과 함수 유사도 평가는 live agent의 탐색·수정·검증 전체와 다르다. Lost in the Middle에도 과제·모델별 차이가 있다. 연구 관찰, 업무상 설계 판단, 현재 제품의 검증을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첫 질문에 잠깐 예측하게 한 뒤 두 도식의 입력·조작·평가를 순서대로 짚는다. 새 토론 시간이나 실습을 추가하지 않는다.</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도입30초, Lost in the Middle75초, RepoQA75초, 적용 범위60초로4분을 유지한다. 시간이 부족하면 데이터셋 세부 수와 채점 구현 설명을 생략하고 과제·관찰·현재 제품 미입증 경계를 남긴다.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production/evaluation/S39_RESEARCH_SCOPE_REVISION.md와 검증 JSON을 따른다. 실제 실행 캡처나 현재 제품 결과로 표현하지 않는다.</a:t>
            </a:r>
          </a:p>
          <a:p xmlns:a="http://schemas.openxmlformats.org/drawingml/2006/main">
            <a:r>
              <a:t/>
            </a:r>
          </a:p>
          <a:p xmlns:a="http://schemas.openxmlformats.org/drawingml/2006/main">
            <a:r>
              <a:t>Validation Status: ALIGNED — DEC-0052의 연구별 과제 도식/관찰/현재 Codex 적용 범위와 S38→S39→S40 연결을 반영했다. 최종 렌더·Notes parity는 production/evaluation/S39_RESEARCH_SCOPE_REVISION.md를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필요한 상세 정보의 위치를 Project 안내에서 알려줄 수 있다. 작업 요청을 보고 AGENTS.md의 안내를 거쳐 관련 문서의 명세를 확인하는 관계를 설계한다.</a:t>
            </a:r>
          </a:p>
          <a:p xmlns:a="http://schemas.openxmlformats.org/drawingml/2006/main">
            <a:r>
              <a:t/>
            </a:r>
          </a:p>
          <a:p xmlns:a="http://schemas.openxmlformats.org/drawingml/2006/main">
            <a:r>
              <a:t>Opening Question: “필요한 근거를 찾아 활용했는지 확인해야 한다면, 그 근거까지 가는 길은 어디에 안내할까요?”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S39의 연구가 현재 Codex나 Routing 효과를 입증한 것은 아님을 유지하고 정보 설계로 돌아온다. ‘많이 넣기’ 다음 질문으로 필요한 상세의 위치를 어디서 알려줄지 제시한다.</a:t>
            </a:r>
          </a:p>
          <a:p xmlns:a="http://schemas.openxmlformats.org/drawingml/2006/main">
            <a:r>
              <a:t>2. (0:30–2:10) 왼쪽 교육용 crop 끝 좌표 요청을 읽고, 가운데 AGENTS.md의 ‘이미지 동작/crop은 docs/image-contracts.md 참조’ 안내를 따라 오른쪽 문서의 crop 명세를 짚는다. 화면의 `[x_start, x_end)`는 시작 열 포함·끝 좌표 제외를 뜻한다. 가운데는 위치 안내, 오른쪽은 답에 필요한 명세다. Prompt 문장과 안내 요약은 설명용 구성이며 실제 Trial 원문이나 Agent의 읽기 순서를 재현한 것이 아니다.</a:t>
            </a:r>
          </a:p>
          <a:p xmlns:a="http://schemas.openxmlformats.org/drawingml/2006/main">
            <a:r>
              <a:t>3. (2:10–3:00) 하단의 ‘AGENTS.md가 필요한 상세 문서의 위치를 안내한다’를 회수한다. C++에서도 공통 제약을 확인하고 해당 알고리즘 명세로 이동하는 같은 패턴을 쓸 수 있다고 짧게 연결한다. 구체적인 CMake/hardware/IDE 명령은 넣지 않는다. 다음 장은 출발점인 Core에 무엇을 남길지 정한다고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화살표는 설계한 문서 안내 관계다. 실제 읽기 순서, 필요한 문서만 읽는 자동 검색, 항상 같은 경로의 선택, AGENTS.md 단독 인과성을 뜻하지 않는다. TRIAL-005A/B의 접근 결과를 이 장에서 성공으로 제시하지 않는다. 현재 Codex Desktop 동작, 완벽한 Routing, 성능·정확도·속도 향상, 토큰 절약, Lost in the Middle 완화는 주장하지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production/evaluation/S40_CONTEXT_PATH_REVISION.md와 검증 JSON을 따른다. 실제 실행 Screenshot이나 현재 제품의 탐색 결과로 표현하지 않는다.</a:t>
            </a:r>
          </a:p>
          <a:p xmlns:a="http://schemas.openxmlformats.org/drawingml/2006/main">
            <a:r>
              <a:t/>
            </a:r>
          </a:p>
          <a:p xmlns:a="http://schemas.openxmlformats.org/drawingml/2006/main">
            <a:r>
              <a:t>Validation Status: ALIGNED — DEC-0053의 요청/AGENTS.md 안내/상세 명세 도식과 S39→S40→S41 연결을 반영했다. 최종 렌더·Notes parity는 production/evaluation/S40_CONTEXT_PATH_REVISION.md를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AGENTS.md에는 무엇을 남길까?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AGENTS.md에는 여러 작업에 공통인 목적·제약·진입 안내와 상세 문서 위치를 남긴다. 처리 순서·이미지 명세·관련 테스트 같은 세부사항은 관련 작업에서 연결된 문서로 확인하는 정보 배치 모델이다.</a:t>
            </a:r>
          </a:p>
          <a:p xmlns:a="http://schemas.openxmlformats.org/drawingml/2006/main">
            <a:r>
              <a:t/>
            </a:r>
          </a:p>
          <a:p xmlns:a="http://schemas.openxmlformats.org/drawingml/2006/main">
            <a:r>
              <a:t>Opening Question: “앞 장의 AGENTS.md가 상세 문서 위치를 안내했습니다. 그 출발점에는 무엇을 남기고, 무엇을 상세 문서로 나눠둘까요?”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S40의 crop 요청→AGENTS.md 안내→상세 명세 경로를 회수한다. 이번 장은 경로를 다시 따라가는 장이 아니라 출발점과 상세 문서에 놓을 정보의 범위를 정하는 장이라고 설명한다.</a:t>
            </a:r>
          </a:p>
          <a:p xmlns:a="http://schemas.openxmlformats.org/drawingml/2006/main">
            <a:r>
              <a:t>2. (0:30–1:30) 왼쪽 AGENTS.md를 짚는다. 목적은 로컬 흑백 이미지 처리 CLI, 공통 제약은 요청 밖의 기존 동작 보존, 안내는 빌드·검증 시작점과 관련 상세 문서 위치다. ‘항상 남길’은 공통 안내에 유지할 정보의 범위를 뜻하며 제품이 매 turn 강제로 읽는다는 뜻이 아니다. 화면은 전체 지침 원문이 아닌 요약이다.</a:t>
            </a:r>
          </a:p>
          <a:p xmlns:a="http://schemas.openxmlformats.org/drawingml/2006/main">
            <a:r>
              <a:t>3. (1:30–3:00) 오른쪽 상세 문서 묶음을 위에서부터 짚는다. 구조를 확인할 때 처리 순서·모듈 역할, 이미지 동작을 확인할 때 crop·resize 명세, 검증 범위를 정할 때 관련 테스트 위치를 본다. 모두 모든 작업에서 읽어야 하는 목록으로 설명하지 않는다. 왼쪽의 위치 안내와 오른쪽의 자세한 규칙은 역할이 다르다.</a:t>
            </a:r>
          </a:p>
          <a:p xmlns:a="http://schemas.openxmlformats.org/drawingml/2006/main">
            <a:r>
              <a:t>4. (3:00–4:00) C++에서도 빌드·검증 진입점과 공통 제약은 기본 안내에, 알고리즘 명세·하드웨어 조건은 필요한 상세로 둘 수 있다는 패턴을 짧게 연결한다. 구체적 CMake/IDE/shell 명령이나 실제 C++ 실행 결과는 추가하지 않는다. 다음 장에서 Demo Repository의 실제 문서 분리 전후를 본다고 넘긴다.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S42 이후에 구분한다.</a:t>
            </a:r>
          </a:p>
          <a:p xmlns:a="http://schemas.openxmlformats.org/drawingml/2006/main">
            <a:r>
              <a:t/>
            </a:r>
          </a:p>
          <a:p xmlns:a="http://schemas.openxmlformats.org/drawingml/2006/main">
            <a:r>
              <a:t>Claim Boundary: 공통 안내와 작업별 상세를 나눈 교육용 배치 기준이다. 매 turn 자동 재읽기, 필요한 문서만 자동 로딩, 같은 탐색 순서, 항상 올바른 선택·지침 준수·AGENTS.md 단독 인과성을 보장하지 않는다. Routing 품질·토큰 절약·성능 향상은 별도 검증 문제다. 전체 테스트 지침도 모든 작업에서 무조건 같은 검사를 실행해야 한다는 보편 규칙으로 확대하지 않는다. 현재 Codex Desktop/계정 동작이나 회사 정책으로 일반화하지 않는다.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S42, 문서 접근의 관찰과 한계는 S43–45에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production/evaluation/S41_CORE_DETAIL_REVISION.md와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ALIGNED — DEC-0054의 AGENTS.md 기본 안내/작업별 상세 도식과 S40→S41→S42 연결을 반영했다. 최종 렌더·Notes parity는 production/evaluation/S41_CORE_DETAIL_REVISION.md를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기존 핵심 사실·제약은 유지하면서 AGENTS.md의 기본 안내와 주제별 상세 문서로 위치를 나눴다. 단순 문자 복사가 아니라 재서술·상세화와 문서 위치 안내 추가를 포함한 재구성이다.</a:t>
            </a:r>
          </a:p>
          <a:p xmlns:a="http://schemas.openxmlformats.org/drawingml/2006/main">
            <a:r>
              <a:t/>
            </a:r>
          </a:p>
          <a:p xmlns:a="http://schemas.openxmlformats.org/drawingml/2006/main">
            <a:r>
              <a:t>Opening Question: “앞에서 기본 안내와 상세를 나눠봤습니다. 실제로 한 AGENTS.md에 모인 정보를 나누면 어떤 모습이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S41의 정보 배치 기준을 실제 기록에 적용한 전후라고 소개한다. 화면의 ‘분리 전/후’는 같은 Demo의 STATE-02와 STATE-03이며 파일 전체나 실행 화면이 아닌 요약·재구성 도식이다. 상태 번호를 외우게 하지 않는다.</a:t>
            </a:r>
          </a:p>
          <a:p xmlns:a="http://schemas.openxmlformats.org/drawingml/2006/main">
            <a:r>
              <a:t>2. (1:00–3:00 / Demo, CAPTURED record) 왼쪽 한 AGENTS.md 안의 기본 안내와 A구조/CLI 요약·B이미지 명세·C테스트 구성을 가리킨다. 첫 화살표는 기본 안내가 오른쪽 AGENTS.md에 남고 문서 위치 안내가 추가됐음을 뜻한다. A/B/C 세 화살표는 같은 주제가 architecture.md/image-contracts.md/testing.md로 재배치된 대응이다. 핵심 사실·제약의 보존이며 문장은 재작성되고 상세 설명도 보강됐다. 실제 파일 브라우징이나 Agent 실행은 하지 않는다.</a:t>
            </a:r>
          </a:p>
          <a:p xmlns:a="http://schemas.openxmlformats.org/drawingml/2006/main">
            <a:r>
              <a:t>3. (3:00–4:00 / Case) ‘짧게 만들려고 필요한 정보를 버린 것인가?’를 비교 질문으로 둔다. 기본 제약이 남고 상세의 위치를 나눈 관계를 회수한다. C++에서도 공통 제약을 입구에 남기고 알고리즘·모듈 상세의 위치를 나눌 수 있는지 같은 기준으로 비교한다. 이1분과 다음 Lecture1분에 승인된 C++ Bridge2분을 통합한다.</a:t>
            </a:r>
          </a:p>
          <a:p xmlns:a="http://schemas.openxmlformats.org/drawingml/2006/main">
            <a:r>
              <a:t>4. (4:00–5:00 / Lecture) C++의 알고리즘 명세·하드웨어 조건 같은 상세도 관련 문서에서 확인할 범위로 짧게 연결한다. 구체적 CMake/IDE/장치 명령이나 실제 C++ 결과는 추가하지 않는다. 문서 구조만으로 실제 선택·읽기 성공을 결론내지 않고 다음 두 Task의 접근 기록을 관찰하겠다고 넘긴다.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S43–45에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S42 또는 production/preview/full/S42.png, production/preview/act2/S42.png를 사용한다. 최종 패키지·PNG·Notes 일치는 production/evaluation/S42_DOCUMENT_SPLIT_REVISION.md와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ALIGNED — DEC-0055의 전후 문서 구조/핵심 정보 보존 도식과 S41→S42→S43 연결을 반영했다. 최종 렌더·Notes parity는 production/evaluation/S42_DOCUMENT_SPLIT_REVISION.md를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문서를 나눴다는 구조만으로 실제 접근을 단정하지 않는다. 같은 저장소에서 서로 다른 두 읽기 전용 요청이 어떤 문서를 열고 어떤 근거로 답했는지 다음 기록에서 관찰한다.</a:t>
            </a:r>
          </a:p>
          <a:p xmlns:a="http://schemas.openxmlformats.org/drawingml/2006/main">
            <a:r>
              <a:t/>
            </a:r>
          </a:p>
          <a:p xmlns:a="http://schemas.openxmlformats.org/drawingml/2006/main">
            <a:r>
              <a:t>Opening Question: “문서의 위치를 나눴습니다. 실제 요청을 받았을 때도 같은 상세 문서를 읽었을까요?”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S42의 문서 재구성은 배치의 기록이며 실제 접근은 별도 관찰이라고 연결한다. 같은 저장소의 두 읽기 전용 요청을 비교하겠다고 안내한다.</a:t>
            </a:r>
          </a:p>
          <a:p xmlns:a="http://schemas.openxmlformats.org/drawingml/2006/main">
            <a:r>
              <a:t>2. (0:20–1:20) 왼쪽 A는 샘플 이미지에 --crop 1 3 옵션을 적용할 때 원본 열/출력 폭/끝 좌표 포함 여부를 현재 명세·구현의 근거로 조사해 달라는 요청이다. 오른쪽 B는 실행 의존성의 존재와 판단 근거를 묻고 빌드·패키징 전용 도구와 구분하라는 요청이다. 두 창 안의 읽기 전용·파일 변경 금지·근거 제시 조건을 함께 짚는다. 화면은 영어 원문의 핵심 발췌·번역이며 실제 입력 Screenshot이 아니다.</a:t>
            </a:r>
          </a:p>
          <a:p xmlns:a="http://schemas.openxmlformats.org/drawingml/2006/main">
            <a:r>
              <a:t>3. (1:20–2:00) 아래01 실제로 연 문서,02 두 요청의 접근 공통/차이,03 답을 뒷받침한 근거를 순서대로 가리킨다. 파일 접근 기록과 최종 설명의 근거를 분리해 볼 것이라고 설명한다. 특정 파일을 어느 요청에 연결하거나 결과를 예측해 주지 않고 Crop Task의 기록으로 넘어간다.</a:t>
            </a:r>
          </a:p>
          <a:p xmlns:a="http://schemas.openxmlformats.org/drawingml/2006/main">
            <a:r>
              <a:t/>
            </a:r>
          </a:p>
          <a:p xmlns:a="http://schemas.openxmlformats.org/drawingml/2006/main">
            <a:r>
              <a:t>Evidence / Source: OBSERVED_PRODUCT setup; outcomes remain on S44–45.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S44–45의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production/evaluation/S43_PROMPT_WATCH_REVISION.md와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ALIGNED — DEC-0056의 두 요청창/중립 관찰 질문과 S42→S43→S44 연결을 반영했다. 최종 렌더·Notes parity는 production/evaluation/S43_PROMPT_WATCH_REVISION.md를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20f0b2709f4487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74f223ceb984f3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8c66d7b0af74a9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406cabc25054b7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f94255602634bc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3223e2eedc1486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17661A2-2DFB-4C1C-8C93-10697B722AF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CDB6E3D-3B0F-4A52-AD21-285040CC385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38B53C5-07D3-403F-96C7-48BB95A1730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74CC8F3-68CF-4680-BD61-F91EC4C6E47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C50D319-3082-436F-ACB0-8311EC7BDA6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DA75D1D-B1FE-401C-90CA-FC5004C7357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3598105-0BDA-463D-9714-01D97D40B6E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6FE17F4-874E-41A9-863F-8FB871C7D3C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A2F2CC-B0FF-4538-AAE3-E46116F2810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E6CC7E1-CCC2-4A4B-80A2-99413822677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5f0e2655b164555" /><Relationship Type="http://schemas.openxmlformats.org/officeDocument/2006/relationships/slideLayout" Target="/ppt/slideLayouts/slideLayout1.xml" Id="R8c369e855336453f" /><Relationship Type="http://schemas.openxmlformats.org/officeDocument/2006/relationships/slideLayout" Target="/ppt/slideLayouts/slideLayout2.xml" Id="R82fb23a48ebb42fb" /><Relationship Type="http://schemas.openxmlformats.org/officeDocument/2006/relationships/slideLayout" Target="/ppt/slideLayouts/slideLayout3.xml" Id="R6e99a5c9f30d4024" /><Relationship Type="http://schemas.openxmlformats.org/officeDocument/2006/relationships/slideLayout" Target="/ppt/slideLayouts/slideLayout4.xml" Id="R61adb56ff95c4f21" /><Relationship Type="http://schemas.openxmlformats.org/officeDocument/2006/relationships/slideLayout" Target="/ppt/slideLayouts/slideLayout5.xml" Id="R1f851d1751e84a40" /><Relationship Type="http://schemas.openxmlformats.org/officeDocument/2006/relationships/slideLayout" Target="/ppt/slideLayouts/slideLayout6.xml" Id="R9cc284b5d3fb460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c369e855336453f"/>
    <p:sldLayoutId xmlns:r="http://schemas.openxmlformats.org/officeDocument/2006/relationships" id="2147483650" r:id="R82fb23a48ebb42fb"/>
    <p:sldLayoutId xmlns:r="http://schemas.openxmlformats.org/officeDocument/2006/relationships" id="2147483651" r:id="R6e99a5c9f30d4024"/>
    <p:sldLayoutId xmlns:r="http://schemas.openxmlformats.org/officeDocument/2006/relationships" id="2147483652" r:id="R61adb56ff95c4f21"/>
    <p:sldLayoutId xmlns:r="http://schemas.openxmlformats.org/officeDocument/2006/relationships" id="2147483653" r:id="R1f851d1751e84a40"/>
    <p:sldLayoutId xmlns:r="http://schemas.openxmlformats.org/officeDocument/2006/relationships" id="2147483654" r:id="R9cc284b5d3fb460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28eee3f63f44d29" /><Relationship Type="http://schemas.openxmlformats.org/officeDocument/2006/relationships/notesSlide" Target="/ppt/notesSlides/notesSlide1.xml" Id="Rd52b477d1ee446d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f14d58e23294efe" /><Relationship Type="http://schemas.openxmlformats.org/officeDocument/2006/relationships/notesSlide" Target="/ppt/notesSlides/notesSlide2.xml" Id="Rb41e28f0a698409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1a20f8fe3d3436e" /><Relationship Type="http://schemas.openxmlformats.org/officeDocument/2006/relationships/notesSlide" Target="/ppt/notesSlides/notesSlide3.xml" Id="Rdc6fd6009381429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4ef32f078754345" /><Relationship Type="http://schemas.openxmlformats.org/officeDocument/2006/relationships/image" Target="/ppt/media/image.png" Id="R6df63a4eb0be4e2d" /><Relationship Type="http://schemas.openxmlformats.org/officeDocument/2006/relationships/image" Target="/ppt/media/image2.png" Id="Raa8d7fd3419c45c0" /><Relationship Type="http://schemas.openxmlformats.org/officeDocument/2006/relationships/notesSlide" Target="/ppt/notesSlides/notesSlide4.xml" Id="Rd1016869431e45a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5ac66de15674d3f" /><Relationship Type="http://schemas.openxmlformats.org/officeDocument/2006/relationships/image" Target="/ppt/media/image3.png" Id="R30f9ba9f57bf4a7a" /><Relationship Type="http://schemas.openxmlformats.org/officeDocument/2006/relationships/notesSlide" Target="/ppt/notesSlides/notesSlide5.xml" Id="Re06cbd7298924a9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0352d3fdc7f4f57" /><Relationship Type="http://schemas.openxmlformats.org/officeDocument/2006/relationships/notesSlide" Target="/ppt/notesSlides/notesSlide6.xml" Id="Rd9df4fa3bed445c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06155a4fbc74c8b" /><Relationship Type="http://schemas.openxmlformats.org/officeDocument/2006/relationships/notesSlide" Target="/ppt/notesSlides/notesSlide7.xml" Id="Rbb689b1cd5a740e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bd2365200bb458b" /><Relationship Type="http://schemas.openxmlformats.org/officeDocument/2006/relationships/notesSlide" Target="/ppt/notesSlides/notesSlide8.xml" Id="R76810abf444c45d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5a5d29450a44140" /><Relationship Type="http://schemas.openxmlformats.org/officeDocument/2006/relationships/notesSlide" Target="/ppt/notesSlides/notesSlide9.xml" Id="R499d62ee294e4d1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14d1dcdb8854420" /><Relationship Type="http://schemas.openxmlformats.org/officeDocument/2006/relationships/notesSlide" Target="/ppt/notesSlides/notesSlide10.xml" Id="R926f9b0650974e6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5c029918c8b4170" /><Relationship Type="http://schemas.openxmlformats.org/officeDocument/2006/relationships/notesSlide" Target="/ppt/notesSlides/notesSlide11.xml" Id="R0c1042790b654b3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ea64f1bb3a946ff" /><Relationship Type="http://schemas.openxmlformats.org/officeDocument/2006/relationships/notesSlide" Target="/ppt/notesSlides/notesSlide12.xml" Id="Rab37bd0c23de497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2053514f47d4e4c" /><Relationship Type="http://schemas.openxmlformats.org/officeDocument/2006/relationships/notesSlide" Target="/ppt/notesSlides/notesSlide13.xml" Id="Raa57c063a041486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445ca6e294f42ae" /><Relationship Type="http://schemas.openxmlformats.org/officeDocument/2006/relationships/notesSlide" Target="/ppt/notesSlides/notesSlide14.xml" Id="Ra83ec1f284944d8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e3824dffdc94a74" /><Relationship Type="http://schemas.openxmlformats.org/officeDocument/2006/relationships/notesSlide" Target="/ppt/notesSlides/notesSlide15.xml" Id="R60c36fcde4ae45a7"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8C92E274-BEA1-48E6-9945-289B75A248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937DF427-4094-4416-A27D-CB2EA9C001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A9904007-86E5-458A-9666-965164FEDE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13F941F1-8D5F-4350-A4D7-5BE8494045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02B54080-26DE-4405-816B-458ACB0602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222051F2-3AF1-4A35-B55B-133338FD62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9DFED78C-D3DC-45F6-87A2-50A7C25A67A1}"/>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A10D7A0C-183A-48A2-8EC3-AF8F2E761B1F}"/>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CC9F415E-C35E-4514-8F2A-6045B98E7A2E}"/>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418909BB-7D64-4C61-BB3E-2DC3D4E55606}"/>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2229B03B-4ADA-4637-AA6E-EF18C1E4C36F}"/>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E3860A18-0891-4966-A20A-65D971732FF4}"/>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CB1AEEFE-ED60-4D80-BFA4-415773B01F46}"/>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4EC39CAF-D645-406C-AD2D-95D5997812B6}"/>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67B7F476-530B-4BE2-ADC0-6F61783338FF}"/>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CA5FB285-88D1-4462-8FC7-9D751B3F3B75}"/>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DFE8BBAA-2719-4BE6-A2DB-C653B544957F}"/>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4802EC55-C254-49A2-97B4-64DC2DC1CCB3}"/>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119C4A8B-93EB-4BFA-B37C-554FFDB3CBAF}"/>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6A1DE8-6E4D-4041-ABC8-B0ABA0E36EF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0A8ECC2-5A46-457E-B551-A6F9AEA0851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FF6D1C00-1AB2-48C4-B02A-4188416AD1FC}"/>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B9F139EA-2EC6-4700-BDFB-74E6F71F20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586822"/>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B83B9E35-D50B-4E66-B75A-F08C1C380B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F1C1D7B6-491B-4617-B412-C6EA97D895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0F7B62AD-D402-4180-B38B-CFCFD7DCA4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9C28896C-F97D-4E7A-8BDC-4BBAB29634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FE8AD5BB-DB27-48F5-9A3E-E6A9B2DC63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CE6B6E82-3DA5-4956-8678-7B3F084FBD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050DB006-D04E-4C2B-84B6-E277405E80B3}"/>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4E3D41D4-317C-465E-B5BE-97375FBCE107}"/>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7075B35C-5253-4A16-B595-47F2EFDA1B21}"/>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5A0CE4C7-8696-4007-B04C-883FDC16E65B}"/>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803505E8-689D-449A-822B-90EF7131D8C4}"/>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9052DAFD-6838-4CC9-A364-8263851B89A7}"/>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E874DADE-90C8-4812-969B-B0C1A68FB811}"/>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30B1F3AE-4358-4100-94DA-3BA30E6AB0DC}"/>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E8A2A349-55FF-4BD6-B47F-BA76A25F0133}"/>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5F4CDE92-48EE-4F6A-956C-2995D7648A09}"/>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0F47A9B5-517B-4BD1-9A83-7F1036D8A126}"/>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BE7AAC4B-B991-46F1-AE41-5066FF05F5A7}"/>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FDD3F3C-BD5C-44C7-8FAF-55BF61131F91}"/>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1A87ACED-5DDD-441B-B155-7CEBD03A1269}"/>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253BE64-783C-4D46-A997-B7F62286B2D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E9B2408F-3E18-44C6-8A24-E7A02438B1F2}"/>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84AFED36-2D2E-4FC0-9D2E-AC8711C6CCE7}"/>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B9EAA63B-7662-4676-B72D-5122F79F6500}"/>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7383F5ED-DA63-4E13-9EE1-E7EF186BC26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8FE9311B-544E-4C59-BCBA-8FE1C72D4B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69801795"/>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E4296EE3-E6D9-429C-9705-8778A154CF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B848EEF4-199C-4F28-93E7-1D52C949B1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C5A9C4E1-FA1F-447C-A7F1-444F2B0913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208F3D8B-3BFA-4BE5-962A-5CB0F8490D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4E442D41-A775-4D85-85BE-F0A0D0F588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4203E6C7-2356-4689-94F2-13D855F280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5363F398-8D15-4B34-8469-CE649DE90E3A}"/>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547CC1DF-8CF4-43A9-AD95-AB3D011C1BDF}"/>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90252A0A-C52C-45E4-BC37-2693D56420FD}"/>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BFDEFD09-510D-4C04-A587-522E8404108B}"/>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02E5DFB5-6736-4624-AF7C-86DC98A811E6}"/>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A65DB13F-4EA9-4FEC-9B8D-A67507A422BD}"/>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65D5CD14-C630-4EA6-B27C-7E99405BBEAB}"/>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7D9658B2-DC7D-408A-9908-6D0A081A123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47E120F1-63FF-4DB8-B04A-1995C39AA9C7}"/>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EA7FBD9E-3A08-45F7-B046-196116D53D93}"/>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79BD97-AA61-4E33-BEDF-7584811AA6ED}"/>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1740FF15-5FD1-4A9A-A07C-D2B477975675}"/>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D24DEB18-6972-4CC4-BA62-1C8ACB4D59BB}"/>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82D4A7F9-B338-427E-BF8F-656A6454FF44}"/>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EBD1E53A-749E-4A4C-A8BC-EC37410A5DCA}"/>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A027483D-6559-4179-9A23-006F66038C6D}"/>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DD00B6C4-F1BD-4E73-B84F-48E6D7CCC504}"/>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00F0289B-07BB-4AF6-8553-F2335D11B3F2}"/>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E53CE82A-9A7E-4B8D-ADE3-77E559813F7F}"/>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FBAD8664-B88D-46DC-B2D4-0E0E64D6AD40}"/>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6D073FAC-9B9D-4D1F-B72F-BECF557EC72D}"/>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6DD3A0D3-115B-4A3A-A03E-264277A3EB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29453304"/>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1B4BC7B1-C576-4534-A69E-61A2E3288C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4D11931E-560D-4B21-BB3C-6DC1322499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4AC5541D-59FA-4D68-A457-70D9B8B872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450104C1-8638-4A22-9623-ED571E3DE6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FE2D3218-BF4F-4766-A6A0-9A1DE829D3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AA943D90-4A64-4A52-AAA4-38F069B43E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59890CE6-3947-4BEB-8438-C6B3198378AA}"/>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711071B5-C48D-48E7-A5A6-83BD77B8B6AB}"/>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5020787D-7873-4552-A8CC-8F873D9D7675}"/>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6A116C54-9723-4F31-9A2B-DADD293A0482}"/>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F9B4C791-E5FF-40CA-A7D8-9FEEF06FD303}"/>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9A2ACCAF-B466-4EE5-8B6E-35833E8A2F2F}"/>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57847055-3736-417A-891F-D86AEBC9716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4AAC91E2-C47B-46DA-8768-3B82A2FB2728}"/>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D18173C5-AC52-4132-B5E9-DFF4375894DE}"/>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CA0ACED9-7C5D-479E-90A3-32CEF555267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92CABA6E-2762-46D6-8A85-15CC2B83320E}"/>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FB018B6-504F-49A5-B517-FE7B0118FD8E}"/>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921FAD3B-62BA-4390-B768-794F96F6D5BC}"/>
              </a:ext>
            </a:extLst>
          </p:cNvPr>
          <p:cNvPicPr>
            <a:picLocks xmlns:a="http://schemas.openxmlformats.org/drawingml/2006/main" noChangeAspect="1"/>
          </p:cNvPicPr>
          <p:nvPr/>
        </p:nvPicPr>
        <p:blipFill>
          <a:blip xmlns:r="http://schemas.openxmlformats.org/officeDocument/2006/relationships" xmlns:a="http://schemas.openxmlformats.org/drawingml/2006/main" r:embed="R6df63a4eb0be4e2d"/>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EE38F339-E23C-4EC9-96B2-3B2D35888F7B}"/>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CF175D1C-FB6D-4F9F-8E3E-6ABD4C9D279C}"/>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2496D34A-3E07-45CE-A94C-94E93530F7E4}"/>
              </a:ext>
            </a:extLst>
          </p:cNvPr>
          <p:cNvPicPr>
            <a:picLocks xmlns:a="http://schemas.openxmlformats.org/drawingml/2006/main" noChangeAspect="1"/>
          </p:cNvPicPr>
          <p:nvPr/>
        </p:nvPicPr>
        <p:blipFill>
          <a:blip xmlns:r="http://schemas.openxmlformats.org/officeDocument/2006/relationships" xmlns:a="http://schemas.openxmlformats.org/drawingml/2006/main" r:embed="Raa8d7fd3419c45c0"/>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BAE9A1D2-D77C-4D59-B541-8DF7F8F2246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EA06C1A8-B768-4801-99C8-A8FAE65FAB80}"/>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B9041F5-B53D-48FF-A204-F73F46C61464}"/>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87FDB949-2FEA-404D-B175-3EC19D55474B}"/>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53A24BF8-33EB-4A4C-A8F2-124C005CEDB2}"/>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C749F057-2C5E-404A-B550-FFAE562674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13478880"/>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33A7D6D7-C939-4DD7-BECA-F88CD2E468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6C10E3C2-9EE9-4219-9CDC-CB26DC9B98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AD5EAA99-E815-49A3-A4D2-0183FC2AC4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2F12C0B9-7CEB-4AD6-941A-F0B8343727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90F2D6BA-FB6E-49A4-B696-BF5C595432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A3298A63-9A56-4174-B133-BCEB1ED271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FB509202-013C-42BF-86FA-37A366FDDE3E}"/>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B8E5E44B-4262-4AE7-9372-0D7C21543387}"/>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A40C7379-8349-40A4-8862-22CFBFE32496}"/>
              </a:ext>
            </a:extLst>
          </p:cNvPr>
          <p:cNvPicPr>
            <a:picLocks xmlns:a="http://schemas.openxmlformats.org/drawingml/2006/main" noChangeAspect="1"/>
          </p:cNvPicPr>
          <p:nvPr/>
        </p:nvPicPr>
        <p:blipFill>
          <a:blip xmlns:r="http://schemas.openxmlformats.org/officeDocument/2006/relationships" xmlns:a="http://schemas.openxmlformats.org/drawingml/2006/main" r:embed="R30f9ba9f57bf4a7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15150166-F876-45D4-BD00-EE161AB6F9BF}"/>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001E8CFF-591F-4913-9A9E-10BB875E1445}"/>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1B26E915-05C8-4C0C-923F-E55CFC01FA77}"/>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46599556-5DE6-49F7-86B1-9B9AA9267667}"/>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C19E17A9-6A47-4539-98DD-9F0493C642ED}"/>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DE287A21-685F-4162-BC5C-B19C14D4ADB6}"/>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06A7C984-D89F-4549-9D54-9436EA361C97}"/>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E5AB0026-37AA-471B-A3CF-D8DA91106CCF}"/>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028B066D-A161-4C2F-800D-5F7590ABD13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7FBCCCC7-D684-4ABB-883D-D18E55086C75}"/>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1BAB360E-0F2D-4882-B3FB-282F1609117C}"/>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1ED197F7-1C94-4436-9D55-84C07B1970BE}"/>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695D6B93-38FE-452D-90D6-620FF1CAA2F9}"/>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9A020F14-CAE3-4AB0-A649-4DD2C37EB108}"/>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3BEE53C-521E-4E67-BFC6-BAB699A825BC}"/>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C5F6C7DC-7D07-45B1-96E7-4F4C4056331E}"/>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DF5CA2D1-D30F-4A1F-A164-8D73966CA419}"/>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FE15C6E2-FDC2-4122-AFB6-4EBAC86C4336}"/>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6DAAE01D-AD75-47ED-8A1B-5DE081FCD286}"/>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F97E3CA-320C-4075-A9D2-A9301DC5CA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59142206"/>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CC66D926-2A89-491D-845C-A9B082CB06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930A5908-E838-4CDA-9396-592BB8186C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9802307D-243D-473E-AF9F-607F57AFB6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B128E9B6-0627-4A20-8DA1-361955A0A1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A930F8E2-CF4F-4E42-B28D-692C77BF62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6BE44B71-EECF-42E6-8DD7-60791924EF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DCFE5213-9540-42A0-9996-09FA97A1EC07}"/>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EE705D0E-D56E-4442-B596-5F0E84346FB1}"/>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4FA09277-AC0E-4BBA-B958-C5A05ED7F4A9}"/>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EB1BA32-37A5-4585-98BC-FC4BCAA48820}"/>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E082C810-8CE2-45E7-83A5-50A27DD272DE}"/>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7816A34-0E2B-4093-87F0-ED231BB4D08D}"/>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692A3A42-47B1-46EC-A0CE-97D2A61E7298}"/>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536BBCF-AED9-44C6-B567-7B32079299B0}"/>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CE5B9569-309E-4883-9FB1-BE7293E57085}"/>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F1E8DE58-7D0C-4651-AACB-368DE5B56A62}"/>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34B0BB36-DAAE-4E1F-B144-C6568EDF6BCF}"/>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68429333-818A-4DC3-822D-DA4212D79416}"/>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2230C513-130B-472A-9368-D80B2989880B}"/>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F3AA97A5-3327-4228-BEFB-2F1568B45581}"/>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D39CF992-9696-4C4E-91DB-D0D74281E928}"/>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DA24832A-5F85-4605-BAA7-7D31FFA5C2EA}"/>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560BDD72-EAC0-47C3-A58F-92E9CC02AD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5806710"/>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5" name="ACT 2 · 언제 필요한 정보인가">
            <a:extLst xmlns:a="http://schemas.openxmlformats.org/drawingml/2006/main">
              <a:ext uri="{FF2B5EF4-FFF2-40B4-BE49-F238E27FC236}">
                <a16:creationId xmlns:a16="http://schemas.microsoft.com/office/drawing/2014/main" id="{C3FB760C-1676-425D-861F-3610D301B9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C13B48A4-6949-4DA5-96BE-63F4C27201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EBF9C2AD-F82E-4D53-A8AA-4230E2B697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7673003F-951C-4CB5-8600-3E85FCBD77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모델 · OpenAI의 공식 분류·제품 기능이 아님">
            <a:extLst xmlns:a="http://schemas.openxmlformats.org/drawingml/2006/main">
              <a:ext uri="{FF2B5EF4-FFF2-40B4-BE49-F238E27FC236}">
                <a16:creationId xmlns:a16="http://schemas.microsoft.com/office/drawing/2014/main" id="{1AF56066-F335-427B-8671-C798DCE1EE0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모델 · OpenAI의 공식 분류·제품 기능이 아님</a:t>
            </a:r>
          </a:p>
        </p:txBody>
      </p:sp>
      <p:sp>
        <p:nvSpPr>
          <p:cNvPr id="6" name="성능 조사 절차는 설명용 예시 · 실제 저장·실행 기록이나 성능 효과를 뜻하지 않음">
            <a:extLst xmlns:a="http://schemas.openxmlformats.org/drawingml/2006/main">
              <a:ext uri="{FF2B5EF4-FFF2-40B4-BE49-F238E27FC236}">
                <a16:creationId xmlns:a16="http://schemas.microsoft.com/office/drawing/2014/main" id="{B9D573D4-59E0-45CA-B5D2-C5B1BE6E12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설명용 예시 · 실제 저장·실행 기록이나 성능 효과를 뜻하지 않음</a:t>
            </a:r>
          </a:p>
        </p:txBody>
      </p:sp>
      <p:sp>
        <p:nvSpPr>
          <p:cNvPr id="7" name="정보는 언제 필요하고, 작업은 어떤 절차로 수행할까?">
            <a:extLst xmlns:a="http://schemas.openxmlformats.org/drawingml/2006/main">
              <a:ext uri="{FF2B5EF4-FFF2-40B4-BE49-F238E27FC236}">
                <a16:creationId xmlns:a16="http://schemas.microsoft.com/office/drawing/2014/main" id="{12202853-4CA3-40DB-8803-52DEF5A51EB2}"/>
              </a:ext>
            </a:extLst>
          </p:cNvPr>
          <p:cNvSpPr>
            <a:spLocks xmlns:a="http://schemas.openxmlformats.org/drawingml/2006/main" noGrp="1"/>
          </p:cNvSpPr>
          <p:nvPr/>
        </p:nvSpPr>
        <p:spPr>
          <a:xfrm xmlns:a="http://schemas.openxmlformats.org/drawingml/2006/main">
            <a:off x="609600" y="1714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정보는 언제 필요하고, 작업은 어떤 절차로 수행할까?</a:t>
            </a:r>
          </a:p>
        </p:txBody>
      </p:sp>
      <p:sp>
        <p:nvSpPr>
          <p:cNvPr id="8" name="항상 필요한 정보">
            <a:extLst xmlns:a="http://schemas.openxmlformats.org/drawingml/2006/main">
              <a:ext uri="{FF2B5EF4-FFF2-40B4-BE49-F238E27FC236}">
                <a16:creationId xmlns:a16="http://schemas.microsoft.com/office/drawing/2014/main" id="{70B1E77B-7021-4C67-8600-333821EF36FD}"/>
              </a:ext>
            </a:extLst>
          </p:cNvPr>
          <p:cNvSpPr>
            <a:spLocks xmlns:a="http://schemas.openxmlformats.org/drawingml/2006/main" noGrp="1"/>
          </p:cNvSpPr>
          <p:nvPr/>
        </p:nvSpPr>
        <p:spPr>
          <a:xfrm xmlns:a="http://schemas.openxmlformats.org/drawingml/2006/main">
            <a:off x="60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항상 필요한 정보</a:t>
            </a:r>
          </a:p>
        </p:txBody>
      </p:sp>
      <p:sp>
        <p:nvSpPr>
          <p:cNvPr id="9" name="">
            <a:extLst xmlns:a="http://schemas.openxmlformats.org/drawingml/2006/main">
              <a:ext uri="{FF2B5EF4-FFF2-40B4-BE49-F238E27FC236}">
                <a16:creationId xmlns:a16="http://schemas.microsoft.com/office/drawing/2014/main" id="{8CC54DC3-A02B-410C-BDC1-8CA6323DB59F}"/>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작업에 따라 찾아볼 상세">
            <a:extLst xmlns:a="http://schemas.openxmlformats.org/drawingml/2006/main">
              <a:ext uri="{FF2B5EF4-FFF2-40B4-BE49-F238E27FC236}">
                <a16:creationId xmlns:a16="http://schemas.microsoft.com/office/drawing/2014/main" id="{C8B87A2B-50F1-4773-A656-FE3D5F3CC57A}"/>
              </a:ext>
            </a:extLst>
          </p:cNvPr>
          <p:cNvSpPr>
            <a:spLocks xmlns:a="http://schemas.openxmlformats.org/drawingml/2006/main" noGrp="1"/>
          </p:cNvSpPr>
          <p:nvPr/>
        </p:nvSpPr>
        <p:spPr>
          <a:xfrm xmlns:a="http://schemas.openxmlformats.org/drawingml/2006/main">
            <a:off x="441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작업에 따라 찾아볼 상세</a:t>
            </a:r>
          </a:p>
        </p:txBody>
      </p:sp>
      <p:sp>
        <p:nvSpPr>
          <p:cNvPr id="11" name="">
            <a:extLst xmlns:a="http://schemas.openxmlformats.org/drawingml/2006/main">
              <a:ext uri="{FF2B5EF4-FFF2-40B4-BE49-F238E27FC236}">
                <a16:creationId xmlns:a16="http://schemas.microsoft.com/office/drawing/2014/main" id="{1F884299-607E-470C-BFEC-7BA137ED4F21}"/>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반복되는 작업 절차">
            <a:extLst xmlns:a="http://schemas.openxmlformats.org/drawingml/2006/main">
              <a:ext uri="{FF2B5EF4-FFF2-40B4-BE49-F238E27FC236}">
                <a16:creationId xmlns:a16="http://schemas.microsoft.com/office/drawing/2014/main" id="{2D111A91-B323-4BAE-85C7-AAC0F68D0A4E}"/>
              </a:ext>
            </a:extLst>
          </p:cNvPr>
          <p:cNvSpPr>
            <a:spLocks xmlns:a="http://schemas.openxmlformats.org/drawingml/2006/main" noGrp="1"/>
          </p:cNvSpPr>
          <p:nvPr/>
        </p:nvSpPr>
        <p:spPr>
          <a:xfrm xmlns:a="http://schemas.openxmlformats.org/drawingml/2006/main">
            <a:off x="822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반복되는 작업 절차</a:t>
            </a:r>
          </a:p>
        </p:txBody>
      </p:sp>
      <p:sp>
        <p:nvSpPr>
          <p:cNvPr id="13" name="">
            <a:extLst xmlns:a="http://schemas.openxmlformats.org/drawingml/2006/main">
              <a:ext uri="{FF2B5EF4-FFF2-40B4-BE49-F238E27FC236}">
                <a16:creationId xmlns:a16="http://schemas.microsoft.com/office/drawing/2014/main" id="{0AF79500-B15B-4F51-BABD-8604B766108B}"/>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2314BA77-077C-4C84-ACF3-821BFC783AE8}"/>
              </a:ext>
            </a:extLst>
          </p:cNvPr>
          <p:cNvSpPr>
            <a:spLocks xmlns:a="http://schemas.openxmlformats.org/drawingml/2006/main" noGrp="1"/>
          </p:cNvSpPr>
          <p:nvPr/>
        </p:nvSpPr>
        <p:spPr>
          <a:xfrm xmlns:a="http://schemas.openxmlformats.org/drawingml/2006/main">
            <a:off x="60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10;수정">
            <a:extLst xmlns:a="http://schemas.openxmlformats.org/drawingml/2006/main">
              <a:ext uri="{FF2B5EF4-FFF2-40B4-BE49-F238E27FC236}">
                <a16:creationId xmlns:a16="http://schemas.microsoft.com/office/drawing/2014/main" id="{5D77F5AC-6AA4-45CE-ACE5-436C380A1F09}"/>
              </a:ext>
            </a:extLst>
          </p:cNvPr>
          <p:cNvSpPr>
            <a:spLocks xmlns:a="http://schemas.openxmlformats.org/drawingml/2006/main" noGrp="1"/>
          </p:cNvSpPr>
          <p:nvPr/>
        </p:nvSpPr>
        <p:spPr>
          <a:xfrm xmlns:a="http://schemas.openxmlformats.org/drawingml/2006/main">
            <a:off x="60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6" name="">
            <a:extLst xmlns:a="http://schemas.openxmlformats.org/drawingml/2006/main">
              <a:ext uri="{FF2B5EF4-FFF2-40B4-BE49-F238E27FC236}">
                <a16:creationId xmlns:a16="http://schemas.microsoft.com/office/drawing/2014/main" id="{0A2EEEA1-87A9-4D49-A1A3-CF60C3BAB0AD}"/>
              </a:ext>
            </a:extLst>
          </p:cNvPr>
          <p:cNvSpPr>
            <a:spLocks xmlns:a="http://schemas.openxmlformats.org/drawingml/2006/main" noGrp="1"/>
          </p:cNvSpPr>
          <p:nvPr/>
        </p:nvSpPr>
        <p:spPr>
          <a:xfrm xmlns:a="http://schemas.openxmlformats.org/drawingml/2006/main">
            <a:off x="11049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17" name="">
            <a:extLst xmlns:a="http://schemas.openxmlformats.org/drawingml/2006/main">
              <a:ext uri="{FF2B5EF4-FFF2-40B4-BE49-F238E27FC236}">
                <a16:creationId xmlns:a16="http://schemas.microsoft.com/office/drawing/2014/main" id="{D376275B-0D78-4564-B67B-45D2CEE4006A}"/>
              </a:ext>
            </a:extLst>
          </p:cNvPr>
          <p:cNvSpPr>
            <a:spLocks xmlns:a="http://schemas.openxmlformats.org/drawingml/2006/main" noGrp="1"/>
          </p:cNvSpPr>
          <p:nvPr/>
        </p:nvSpPr>
        <p:spPr>
          <a:xfrm xmlns:a="http://schemas.openxmlformats.org/drawingml/2006/main">
            <a:off x="17907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crop&#10;수정">
            <a:extLst xmlns:a="http://schemas.openxmlformats.org/drawingml/2006/main">
              <a:ext uri="{FF2B5EF4-FFF2-40B4-BE49-F238E27FC236}">
                <a16:creationId xmlns:a16="http://schemas.microsoft.com/office/drawing/2014/main" id="{EB4DEBFF-CFD6-4593-996E-636940851A59}"/>
              </a:ext>
            </a:extLst>
          </p:cNvPr>
          <p:cNvSpPr>
            <a:spLocks xmlns:a="http://schemas.openxmlformats.org/drawingml/2006/main" noGrp="1"/>
          </p:cNvSpPr>
          <p:nvPr/>
        </p:nvSpPr>
        <p:spPr>
          <a:xfrm xmlns:a="http://schemas.openxmlformats.org/drawingml/2006/main">
            <a:off x="17907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9" name="">
            <a:extLst xmlns:a="http://schemas.openxmlformats.org/drawingml/2006/main">
              <a:ext uri="{FF2B5EF4-FFF2-40B4-BE49-F238E27FC236}">
                <a16:creationId xmlns:a16="http://schemas.microsoft.com/office/drawing/2014/main" id="{BA51FF9F-FF09-4567-9B9B-9655D529F696}"/>
              </a:ext>
            </a:extLst>
          </p:cNvPr>
          <p:cNvSpPr>
            <a:spLocks xmlns:a="http://schemas.openxmlformats.org/drawingml/2006/main" noGrp="1"/>
          </p:cNvSpPr>
          <p:nvPr/>
        </p:nvSpPr>
        <p:spPr>
          <a:xfrm xmlns:a="http://schemas.openxmlformats.org/drawingml/2006/main">
            <a:off x="22860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0" name="">
            <a:extLst xmlns:a="http://schemas.openxmlformats.org/drawingml/2006/main">
              <a:ext uri="{FF2B5EF4-FFF2-40B4-BE49-F238E27FC236}">
                <a16:creationId xmlns:a16="http://schemas.microsoft.com/office/drawing/2014/main" id="{F94F8378-784A-4F7B-9965-49A5692D0799}"/>
              </a:ext>
            </a:extLst>
          </p:cNvPr>
          <p:cNvSpPr>
            <a:spLocks xmlns:a="http://schemas.openxmlformats.org/drawingml/2006/main" noGrp="1"/>
          </p:cNvSpPr>
          <p:nvPr/>
        </p:nvSpPr>
        <p:spPr>
          <a:xfrm xmlns:a="http://schemas.openxmlformats.org/drawingml/2006/main">
            <a:off x="29718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성능&#10;조사">
            <a:extLst xmlns:a="http://schemas.openxmlformats.org/drawingml/2006/main">
              <a:ext uri="{FF2B5EF4-FFF2-40B4-BE49-F238E27FC236}">
                <a16:creationId xmlns:a16="http://schemas.microsoft.com/office/drawing/2014/main" id="{AF5C65AF-DCA7-42C1-81EF-B84DED48F6F8}"/>
              </a:ext>
            </a:extLst>
          </p:cNvPr>
          <p:cNvSpPr>
            <a:spLocks xmlns:a="http://schemas.openxmlformats.org/drawingml/2006/main" noGrp="1"/>
          </p:cNvSpPr>
          <p:nvPr/>
        </p:nvSpPr>
        <p:spPr>
          <a:xfrm xmlns:a="http://schemas.openxmlformats.org/drawingml/2006/main">
            <a:off x="29718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성능</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조사</a:t>
            </a:r>
          </a:p>
        </p:txBody>
      </p:sp>
      <p:sp>
        <p:nvSpPr>
          <p:cNvPr id="22" name="">
            <a:extLst xmlns:a="http://schemas.openxmlformats.org/drawingml/2006/main">
              <a:ext uri="{FF2B5EF4-FFF2-40B4-BE49-F238E27FC236}">
                <a16:creationId xmlns:a16="http://schemas.microsoft.com/office/drawing/2014/main" id="{3A9BA255-466D-406B-935E-A3918BE794B7}"/>
              </a:ext>
            </a:extLst>
          </p:cNvPr>
          <p:cNvSpPr>
            <a:spLocks xmlns:a="http://schemas.openxmlformats.org/drawingml/2006/main" noGrp="1"/>
          </p:cNvSpPr>
          <p:nvPr/>
        </p:nvSpPr>
        <p:spPr>
          <a:xfrm xmlns:a="http://schemas.openxmlformats.org/drawingml/2006/main">
            <a:off x="34671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3" name="">
            <a:extLst xmlns:a="http://schemas.openxmlformats.org/drawingml/2006/main">
              <a:ext uri="{FF2B5EF4-FFF2-40B4-BE49-F238E27FC236}">
                <a16:creationId xmlns:a16="http://schemas.microsoft.com/office/drawing/2014/main" id="{89611C74-28B2-464D-9E9C-4FC7FCEF94D8}"/>
              </a:ext>
            </a:extLst>
          </p:cNvPr>
          <p:cNvSpPr>
            <a:spLocks xmlns:a="http://schemas.openxmlformats.org/drawingml/2006/main" noGrp="1"/>
          </p:cNvSpPr>
          <p:nvPr/>
        </p:nvSpPr>
        <p:spPr>
          <a:xfrm xmlns:a="http://schemas.openxmlformats.org/drawingml/2006/main">
            <a:off x="1104900" y="3952875"/>
            <a:ext cx="2362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
            <a:extLst xmlns:a="http://schemas.openxmlformats.org/drawingml/2006/main">
              <a:ext uri="{FF2B5EF4-FFF2-40B4-BE49-F238E27FC236}">
                <a16:creationId xmlns:a16="http://schemas.microsoft.com/office/drawing/2014/main" id="{FFAB6BD6-2A53-417E-B4B3-3400D0BC5CBF}"/>
              </a:ext>
            </a:extLst>
          </p:cNvPr>
          <p:cNvSpPr>
            <a:spLocks xmlns:a="http://schemas.openxmlformats.org/drawingml/2006/main" noGrp="1"/>
          </p:cNvSpPr>
          <p:nvPr/>
        </p:nvSpPr>
        <p:spPr>
          <a:xfrm xmlns:a="http://schemas.openxmlformats.org/drawingml/2006/main">
            <a:off x="228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5" name="">
            <a:extLst xmlns:a="http://schemas.openxmlformats.org/drawingml/2006/main">
              <a:ext uri="{FF2B5EF4-FFF2-40B4-BE49-F238E27FC236}">
                <a16:creationId xmlns:a16="http://schemas.microsoft.com/office/drawing/2014/main" id="{5C6DDE62-5ADB-4D13-9A47-743A6679500F}"/>
              </a:ext>
            </a:extLst>
          </p:cNvPr>
          <p:cNvSpPr>
            <a:spLocks xmlns:a="http://schemas.openxmlformats.org/drawingml/2006/main" noGrp="1"/>
          </p:cNvSpPr>
          <p:nvPr/>
        </p:nvSpPr>
        <p:spPr>
          <a:xfrm xmlns:a="http://schemas.openxmlformats.org/drawingml/2006/main">
            <a:off x="609600" y="4162425"/>
            <a:ext cx="3352800" cy="8763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목적 · 기본 제약&#10;범위 준수 · 관련 검증">
            <a:extLst xmlns:a="http://schemas.openxmlformats.org/drawingml/2006/main">
              <a:ext uri="{FF2B5EF4-FFF2-40B4-BE49-F238E27FC236}">
                <a16:creationId xmlns:a16="http://schemas.microsoft.com/office/drawing/2014/main" id="{22A20876-0FCC-4DB0-A297-C780BAE4ADF8}"/>
              </a:ext>
            </a:extLst>
          </p:cNvPr>
          <p:cNvSpPr>
            <a:spLocks xmlns:a="http://schemas.openxmlformats.org/drawingml/2006/main" noGrp="1"/>
          </p:cNvSpPr>
          <p:nvPr/>
        </p:nvSpPr>
        <p:spPr>
          <a:xfrm xmlns:a="http://schemas.openxmlformats.org/drawingml/2006/main">
            <a:off x="800100" y="4238625"/>
            <a:ext cx="2971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목적 · 기본 제약</a:t>
            </a:r>
          </a:p>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범위 준수 · 관련 검증</a:t>
            </a:r>
          </a:p>
        </p:txBody>
      </p:sp>
      <p:sp>
        <p:nvSpPr>
          <p:cNvPr id="27" name="">
            <a:extLst xmlns:a="http://schemas.openxmlformats.org/drawingml/2006/main">
              <a:ext uri="{FF2B5EF4-FFF2-40B4-BE49-F238E27FC236}">
                <a16:creationId xmlns:a16="http://schemas.microsoft.com/office/drawing/2014/main" id="{695A5667-F801-4A37-81BC-64D94E27C9EE}"/>
              </a:ext>
            </a:extLst>
          </p:cNvPr>
          <p:cNvSpPr>
            <a:spLocks xmlns:a="http://schemas.openxmlformats.org/drawingml/2006/main" noGrp="1"/>
          </p:cNvSpPr>
          <p:nvPr/>
        </p:nvSpPr>
        <p:spPr>
          <a:xfrm xmlns:a="http://schemas.openxmlformats.org/drawingml/2006/main">
            <a:off x="441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README&#10;수정">
            <a:extLst xmlns:a="http://schemas.openxmlformats.org/drawingml/2006/main">
              <a:ext uri="{FF2B5EF4-FFF2-40B4-BE49-F238E27FC236}">
                <a16:creationId xmlns:a16="http://schemas.microsoft.com/office/drawing/2014/main" id="{D95A986D-94D5-4D6C-9835-FE83A1909B42}"/>
              </a:ext>
            </a:extLst>
          </p:cNvPr>
          <p:cNvSpPr>
            <a:spLocks xmlns:a="http://schemas.openxmlformats.org/drawingml/2006/main" noGrp="1"/>
          </p:cNvSpPr>
          <p:nvPr/>
        </p:nvSpPr>
        <p:spPr>
          <a:xfrm xmlns:a="http://schemas.openxmlformats.org/drawingml/2006/main">
            <a:off x="441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29" name="">
            <a:extLst xmlns:a="http://schemas.openxmlformats.org/drawingml/2006/main">
              <a:ext uri="{FF2B5EF4-FFF2-40B4-BE49-F238E27FC236}">
                <a16:creationId xmlns:a16="http://schemas.microsoft.com/office/drawing/2014/main" id="{23E0E44A-43F8-439E-A899-F33F33AB3B62}"/>
              </a:ext>
            </a:extLst>
          </p:cNvPr>
          <p:cNvSpPr>
            <a:spLocks xmlns:a="http://schemas.openxmlformats.org/drawingml/2006/main" noGrp="1"/>
          </p:cNvSpPr>
          <p:nvPr/>
        </p:nvSpPr>
        <p:spPr>
          <a:xfrm xmlns:a="http://schemas.openxmlformats.org/drawingml/2006/main">
            <a:off x="5543550" y="3467100"/>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3950CD0D-C216-4974-BDD6-5E0EF552B565}"/>
              </a:ext>
            </a:extLst>
          </p:cNvPr>
          <p:cNvSpPr>
            <a:spLocks xmlns:a="http://schemas.openxmlformats.org/drawingml/2006/main" noGrp="1"/>
          </p:cNvSpPr>
          <p:nvPr/>
        </p:nvSpPr>
        <p:spPr>
          <a:xfrm xmlns:a="http://schemas.openxmlformats.org/drawingml/2006/main">
            <a:off x="5943600" y="3324225"/>
            <a:ext cx="1828800" cy="457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1" name="빌드 안내">
            <a:extLst xmlns:a="http://schemas.openxmlformats.org/drawingml/2006/main">
              <a:ext uri="{FF2B5EF4-FFF2-40B4-BE49-F238E27FC236}">
                <a16:creationId xmlns:a16="http://schemas.microsoft.com/office/drawing/2014/main" id="{74FA8305-C007-474B-B33F-3CC499EBDB6F}"/>
              </a:ext>
            </a:extLst>
          </p:cNvPr>
          <p:cNvSpPr>
            <a:spLocks xmlns:a="http://schemas.openxmlformats.org/drawingml/2006/main" noGrp="1"/>
          </p:cNvSpPr>
          <p:nvPr/>
        </p:nvSpPr>
        <p:spPr>
          <a:xfrm xmlns:a="http://schemas.openxmlformats.org/drawingml/2006/main">
            <a:off x="5943600" y="3381375"/>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32" name="">
            <a:extLst xmlns:a="http://schemas.openxmlformats.org/drawingml/2006/main">
              <a:ext uri="{FF2B5EF4-FFF2-40B4-BE49-F238E27FC236}">
                <a16:creationId xmlns:a16="http://schemas.microsoft.com/office/drawing/2014/main" id="{57204EDA-5341-4EC7-A614-456BC851BCEF}"/>
              </a:ext>
            </a:extLst>
          </p:cNvPr>
          <p:cNvSpPr>
            <a:spLocks xmlns:a="http://schemas.openxmlformats.org/drawingml/2006/main" noGrp="1"/>
          </p:cNvSpPr>
          <p:nvPr/>
        </p:nvSpPr>
        <p:spPr>
          <a:xfrm xmlns:a="http://schemas.openxmlformats.org/drawingml/2006/main">
            <a:off x="4419600" y="4286250"/>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3" name="crop&#10;수정">
            <a:extLst xmlns:a="http://schemas.openxmlformats.org/drawingml/2006/main">
              <a:ext uri="{FF2B5EF4-FFF2-40B4-BE49-F238E27FC236}">
                <a16:creationId xmlns:a16="http://schemas.microsoft.com/office/drawing/2014/main" id="{1B64320C-9353-4AB1-9A71-4558FE173BBF}"/>
              </a:ext>
            </a:extLst>
          </p:cNvPr>
          <p:cNvSpPr>
            <a:spLocks xmlns:a="http://schemas.openxmlformats.org/drawingml/2006/main" noGrp="1"/>
          </p:cNvSpPr>
          <p:nvPr/>
        </p:nvSpPr>
        <p:spPr>
          <a:xfrm xmlns:a="http://schemas.openxmlformats.org/drawingml/2006/main">
            <a:off x="4419600" y="4343400"/>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34" name="">
            <a:extLst xmlns:a="http://schemas.openxmlformats.org/drawingml/2006/main">
              <a:ext uri="{FF2B5EF4-FFF2-40B4-BE49-F238E27FC236}">
                <a16:creationId xmlns:a16="http://schemas.microsoft.com/office/drawing/2014/main" id="{FF38DF9C-9E59-437D-AA06-300583EE1D32}"/>
              </a:ext>
            </a:extLst>
          </p:cNvPr>
          <p:cNvSpPr>
            <a:spLocks xmlns:a="http://schemas.openxmlformats.org/drawingml/2006/main" noGrp="1"/>
          </p:cNvSpPr>
          <p:nvPr/>
        </p:nvSpPr>
        <p:spPr>
          <a:xfrm xmlns:a="http://schemas.openxmlformats.org/drawingml/2006/main">
            <a:off x="5543550" y="4467225"/>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46EF8E11-45CE-4E19-B881-CE0EF6287A70}"/>
              </a:ext>
            </a:extLst>
          </p:cNvPr>
          <p:cNvSpPr>
            <a:spLocks xmlns:a="http://schemas.openxmlformats.org/drawingml/2006/main" noGrp="1"/>
          </p:cNvSpPr>
          <p:nvPr/>
        </p:nvSpPr>
        <p:spPr>
          <a:xfrm xmlns:a="http://schemas.openxmlformats.org/drawingml/2006/main">
            <a:off x="5943600" y="4324350"/>
            <a:ext cx="1828800"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6" name="이미지 명세">
            <a:extLst xmlns:a="http://schemas.openxmlformats.org/drawingml/2006/main">
              <a:ext uri="{FF2B5EF4-FFF2-40B4-BE49-F238E27FC236}">
                <a16:creationId xmlns:a16="http://schemas.microsoft.com/office/drawing/2014/main" id="{E73021DC-1980-4B4C-A9C7-3D0FC21A1E29}"/>
              </a:ext>
            </a:extLst>
          </p:cNvPr>
          <p:cNvSpPr>
            <a:spLocks xmlns:a="http://schemas.openxmlformats.org/drawingml/2006/main" noGrp="1"/>
          </p:cNvSpPr>
          <p:nvPr/>
        </p:nvSpPr>
        <p:spPr>
          <a:xfrm xmlns:a="http://schemas.openxmlformats.org/drawingml/2006/main">
            <a:off x="5943600" y="4381500"/>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a:t>
            </a:r>
          </a:p>
        </p:txBody>
      </p:sp>
      <p:sp>
        <p:nvSpPr>
          <p:cNvPr id="37" name="">
            <a:extLst xmlns:a="http://schemas.openxmlformats.org/drawingml/2006/main">
              <a:ext uri="{FF2B5EF4-FFF2-40B4-BE49-F238E27FC236}">
                <a16:creationId xmlns:a16="http://schemas.microsoft.com/office/drawing/2014/main" id="{6324BFC3-82F2-4287-844A-57F6FD013ECD}"/>
              </a:ext>
            </a:extLst>
          </p:cNvPr>
          <p:cNvSpPr>
            <a:spLocks xmlns:a="http://schemas.openxmlformats.org/drawingml/2006/main" noGrp="1"/>
          </p:cNvSpPr>
          <p:nvPr/>
        </p:nvSpPr>
        <p:spPr>
          <a:xfrm xmlns:a="http://schemas.openxmlformats.org/drawingml/2006/main">
            <a:off x="82296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8" name="성능 조사 A">
            <a:extLst xmlns:a="http://schemas.openxmlformats.org/drawingml/2006/main">
              <a:ext uri="{FF2B5EF4-FFF2-40B4-BE49-F238E27FC236}">
                <a16:creationId xmlns:a16="http://schemas.microsoft.com/office/drawing/2014/main" id="{6A0A8378-4525-406C-B7CD-05603A451D2F}"/>
              </a:ext>
            </a:extLst>
          </p:cNvPr>
          <p:cNvSpPr>
            <a:spLocks xmlns:a="http://schemas.openxmlformats.org/drawingml/2006/main" noGrp="1"/>
          </p:cNvSpPr>
          <p:nvPr/>
        </p:nvSpPr>
        <p:spPr>
          <a:xfrm xmlns:a="http://schemas.openxmlformats.org/drawingml/2006/main">
            <a:off x="82296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A</a:t>
            </a:r>
          </a:p>
        </p:txBody>
      </p:sp>
      <p:sp>
        <p:nvSpPr>
          <p:cNvPr id="39" name="">
            <a:extLst xmlns:a="http://schemas.openxmlformats.org/drawingml/2006/main">
              <a:ext uri="{FF2B5EF4-FFF2-40B4-BE49-F238E27FC236}">
                <a16:creationId xmlns:a16="http://schemas.microsoft.com/office/drawing/2014/main" id="{83F76199-30D3-4949-B00E-A217174F3CAE}"/>
              </a:ext>
            </a:extLst>
          </p:cNvPr>
          <p:cNvSpPr>
            <a:spLocks xmlns:a="http://schemas.openxmlformats.org/drawingml/2006/main" noGrp="1"/>
          </p:cNvSpPr>
          <p:nvPr/>
        </p:nvSpPr>
        <p:spPr>
          <a:xfrm xmlns:a="http://schemas.openxmlformats.org/drawingml/2006/main">
            <a:off x="100203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0" name="성능 조사 B">
            <a:extLst xmlns:a="http://schemas.openxmlformats.org/drawingml/2006/main">
              <a:ext uri="{FF2B5EF4-FFF2-40B4-BE49-F238E27FC236}">
                <a16:creationId xmlns:a16="http://schemas.microsoft.com/office/drawing/2014/main" id="{D6883B1E-C2BC-41F7-A7D4-FBA491ECF70B}"/>
              </a:ext>
            </a:extLst>
          </p:cNvPr>
          <p:cNvSpPr>
            <a:spLocks xmlns:a="http://schemas.openxmlformats.org/drawingml/2006/main" noGrp="1"/>
          </p:cNvSpPr>
          <p:nvPr/>
        </p:nvSpPr>
        <p:spPr>
          <a:xfrm xmlns:a="http://schemas.openxmlformats.org/drawingml/2006/main">
            <a:off x="100203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B</a:t>
            </a:r>
          </a:p>
        </p:txBody>
      </p:sp>
      <p:sp>
        <p:nvSpPr>
          <p:cNvPr id="41" name="">
            <a:extLst xmlns:a="http://schemas.openxmlformats.org/drawingml/2006/main">
              <a:ext uri="{FF2B5EF4-FFF2-40B4-BE49-F238E27FC236}">
                <a16:creationId xmlns:a16="http://schemas.microsoft.com/office/drawing/2014/main" id="{39271C04-D277-44CC-B2F3-0838D26B4E32}"/>
              </a:ext>
            </a:extLst>
          </p:cNvPr>
          <p:cNvSpPr>
            <a:spLocks xmlns:a="http://schemas.openxmlformats.org/drawingml/2006/main" noGrp="1"/>
          </p:cNvSpPr>
          <p:nvPr/>
        </p:nvSpPr>
        <p:spPr>
          <a:xfrm xmlns:a="http://schemas.openxmlformats.org/drawingml/2006/main">
            <a:off x="90106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2" name="">
            <a:extLst xmlns:a="http://schemas.openxmlformats.org/drawingml/2006/main">
              <a:ext uri="{FF2B5EF4-FFF2-40B4-BE49-F238E27FC236}">
                <a16:creationId xmlns:a16="http://schemas.microsoft.com/office/drawing/2014/main" id="{52852CFE-FC2C-4EF3-96EF-68AF8F4393CA}"/>
              </a:ext>
            </a:extLst>
          </p:cNvPr>
          <p:cNvSpPr>
            <a:spLocks xmlns:a="http://schemas.openxmlformats.org/drawingml/2006/main" noGrp="1"/>
          </p:cNvSpPr>
          <p:nvPr/>
        </p:nvSpPr>
        <p:spPr>
          <a:xfrm xmlns:a="http://schemas.openxmlformats.org/drawingml/2006/main">
            <a:off x="108013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3" name="">
            <a:extLst xmlns:a="http://schemas.openxmlformats.org/drawingml/2006/main">
              <a:ext uri="{FF2B5EF4-FFF2-40B4-BE49-F238E27FC236}">
                <a16:creationId xmlns:a16="http://schemas.microsoft.com/office/drawing/2014/main" id="{D9966A0F-1F9F-4369-9CAF-EFEA0E6FFEDF}"/>
              </a:ext>
            </a:extLst>
          </p:cNvPr>
          <p:cNvSpPr>
            <a:spLocks xmlns:a="http://schemas.openxmlformats.org/drawingml/2006/main" noGrp="1"/>
          </p:cNvSpPr>
          <p:nvPr/>
        </p:nvSpPr>
        <p:spPr>
          <a:xfrm xmlns:a="http://schemas.openxmlformats.org/drawingml/2006/main">
            <a:off x="9010650" y="3952875"/>
            <a:ext cx="17907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D632B12E-4DBE-4926-A96F-9AC725B531EC}"/>
              </a:ext>
            </a:extLst>
          </p:cNvPr>
          <p:cNvSpPr>
            <a:spLocks xmlns:a="http://schemas.openxmlformats.org/drawingml/2006/main" noGrp="1"/>
          </p:cNvSpPr>
          <p:nvPr/>
        </p:nvSpPr>
        <p:spPr>
          <a:xfrm xmlns:a="http://schemas.openxmlformats.org/drawingml/2006/main">
            <a:off x="990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5" name="">
            <a:extLst xmlns:a="http://schemas.openxmlformats.org/drawingml/2006/main">
              <a:ext uri="{FF2B5EF4-FFF2-40B4-BE49-F238E27FC236}">
                <a16:creationId xmlns:a16="http://schemas.microsoft.com/office/drawing/2014/main" id="{4B560723-5B88-4C90-91A5-87F3CF38EE2E}"/>
              </a:ext>
            </a:extLst>
          </p:cNvPr>
          <p:cNvSpPr>
            <a:spLocks xmlns:a="http://schemas.openxmlformats.org/drawingml/2006/main" noGrp="1"/>
          </p:cNvSpPr>
          <p:nvPr/>
        </p:nvSpPr>
        <p:spPr>
          <a:xfrm xmlns:a="http://schemas.openxmlformats.org/drawingml/2006/main">
            <a:off x="8229600" y="4162425"/>
            <a:ext cx="33528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46" name="변경 전&#10;측정">
            <a:extLst xmlns:a="http://schemas.openxmlformats.org/drawingml/2006/main">
              <a:ext uri="{FF2B5EF4-FFF2-40B4-BE49-F238E27FC236}">
                <a16:creationId xmlns:a16="http://schemas.microsoft.com/office/drawing/2014/main" id="{5FECC82F-E5AA-4571-85D4-AC11D85ECE99}"/>
              </a:ext>
            </a:extLst>
          </p:cNvPr>
          <p:cNvSpPr>
            <a:spLocks xmlns:a="http://schemas.openxmlformats.org/drawingml/2006/main" noGrp="1"/>
          </p:cNvSpPr>
          <p:nvPr/>
        </p:nvSpPr>
        <p:spPr>
          <a:xfrm xmlns:a="http://schemas.openxmlformats.org/drawingml/2006/main">
            <a:off x="8382000" y="4257675"/>
            <a:ext cx="89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17212B"/>
                </a:solidFill>
                <a:latin typeface="Malgun Gothic"/>
                <a:ea typeface="Malgun Gothic"/>
                <a:cs typeface="Malgun Gothic"/>
              </a:defRPr>
            </a:defPPr>
            <a:lvl1pPr algn="ctr">
              <a:defRPr sz="1800" b="1">
                <a:solidFill>
                  <a:srgbClr val="17212B"/>
                </a:solidFill>
                <a:latin typeface="Malgun Gothic"/>
                <a:ea typeface="Malgun Gothic"/>
                <a:cs typeface="Malgun Gothic"/>
              </a:defRPr>
            </a:lvl1pPr>
            <a:lvl2pPr algn="ctr">
              <a:defRPr sz="1800" b="1">
                <a:solidFill>
                  <a:srgbClr val="17212B"/>
                </a:solidFill>
                <a:latin typeface="Malgun Gothic"/>
                <a:ea typeface="Malgun Gothic"/>
                <a:cs typeface="Malgun Gothic"/>
              </a:defRPr>
            </a:lvl2pPr>
            <a:lvl3pPr algn="ctr">
              <a:defRPr sz="1800" b="1">
                <a:solidFill>
                  <a:srgbClr val="17212B"/>
                </a:solidFill>
                <a:latin typeface="Malgun Gothic"/>
                <a:ea typeface="Malgun Gothic"/>
                <a:cs typeface="Malgun Gothic"/>
              </a:defRPr>
            </a:lvl3pPr>
            <a:lvl4pPr algn="ctr">
              <a:defRPr sz="1800" b="1">
                <a:solidFill>
                  <a:srgbClr val="17212B"/>
                </a:solidFill>
                <a:latin typeface="Malgun Gothic"/>
                <a:ea typeface="Malgun Gothic"/>
                <a:cs typeface="Malgun Gothic"/>
              </a:defRPr>
            </a:lvl4pPr>
            <a:lvl5pPr algn="ctr">
              <a:defRPr sz="1800" b="1">
                <a:solidFill>
                  <a:srgbClr val="17212B"/>
                </a:solidFill>
                <a:latin typeface="Malgun Gothic"/>
                <a:ea typeface="Malgun Gothic"/>
                <a:cs typeface="Malgun Gothic"/>
              </a:defRPr>
            </a:lvl5pPr>
            <a:lvl6pPr algn="ctr">
              <a:defRPr sz="1800" b="1">
                <a:solidFill>
                  <a:srgbClr val="17212B"/>
                </a:solidFill>
                <a:latin typeface="Malgun Gothic"/>
                <a:ea typeface="Malgun Gothic"/>
                <a:cs typeface="Malgun Gothic"/>
              </a:defRPr>
            </a:lvl6pPr>
            <a:lvl7pPr algn="ctr">
              <a:defRPr sz="1800" b="1">
                <a:solidFill>
                  <a:srgbClr val="17212B"/>
                </a:solidFill>
                <a:latin typeface="Malgun Gothic"/>
                <a:ea typeface="Malgun Gothic"/>
                <a:cs typeface="Malgun Gothic"/>
              </a:defRPr>
            </a:lvl7pPr>
            <a:lvl8pPr algn="ctr">
              <a:defRPr sz="1800" b="1">
                <a:solidFill>
                  <a:srgbClr val="17212B"/>
                </a:solidFill>
                <a:latin typeface="Malgun Gothic"/>
                <a:ea typeface="Malgun Gothic"/>
                <a:cs typeface="Malgun Gothic"/>
              </a:defRPr>
            </a:lvl8pPr>
            <a:lvl9pPr algn="ctr">
              <a:defRPr sz="1800" b="1">
                <a:solidFill>
                  <a:srgbClr val="17212B"/>
                </a:solidFill>
                <a:latin typeface="Malgun Gothic"/>
                <a:ea typeface="Malgun Gothic"/>
                <a:cs typeface="Malgun Gothic"/>
              </a:defRPr>
            </a:lvl9pPr>
          </a:lstStyle>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변경 전</a:t>
            </a:r>
          </a:p>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측정</a:t>
            </a:r>
          </a:p>
        </p:txBody>
      </p:sp>
      <p:sp>
        <p:nvSpPr>
          <p:cNvPr id="47" name="">
            <a:extLst xmlns:a="http://schemas.openxmlformats.org/drawingml/2006/main">
              <a:ext uri="{FF2B5EF4-FFF2-40B4-BE49-F238E27FC236}">
                <a16:creationId xmlns:a16="http://schemas.microsoft.com/office/drawing/2014/main" id="{7B435586-A24D-488D-A8AE-6C37E6841EFA}"/>
              </a:ext>
            </a:extLst>
          </p:cNvPr>
          <p:cNvSpPr>
            <a:spLocks xmlns:a="http://schemas.openxmlformats.org/drawingml/2006/main" noGrp="1"/>
          </p:cNvSpPr>
          <p:nvPr/>
        </p:nvSpPr>
        <p:spPr>
          <a:xfrm xmlns:a="http://schemas.openxmlformats.org/drawingml/2006/main">
            <a:off x="939165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8" name="조사">
            <a:extLst xmlns:a="http://schemas.openxmlformats.org/drawingml/2006/main">
              <a:ext uri="{FF2B5EF4-FFF2-40B4-BE49-F238E27FC236}">
                <a16:creationId xmlns:a16="http://schemas.microsoft.com/office/drawing/2014/main" id="{602A2648-9D39-4123-8BCD-945B9D321349}"/>
              </a:ext>
            </a:extLst>
          </p:cNvPr>
          <p:cNvSpPr>
            <a:spLocks xmlns:a="http://schemas.openxmlformats.org/drawingml/2006/main" noGrp="1"/>
          </p:cNvSpPr>
          <p:nvPr/>
        </p:nvSpPr>
        <p:spPr>
          <a:xfrm xmlns:a="http://schemas.openxmlformats.org/drawingml/2006/main">
            <a:off x="96774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조사</a:t>
            </a:r>
          </a:p>
        </p:txBody>
      </p:sp>
      <p:sp>
        <p:nvSpPr>
          <p:cNvPr id="49" name="">
            <a:extLst xmlns:a="http://schemas.openxmlformats.org/drawingml/2006/main">
              <a:ext uri="{FF2B5EF4-FFF2-40B4-BE49-F238E27FC236}">
                <a16:creationId xmlns:a16="http://schemas.microsoft.com/office/drawing/2014/main" id="{518232FC-3EA9-4AC9-A589-4DE0D104F8DB}"/>
              </a:ext>
            </a:extLst>
          </p:cNvPr>
          <p:cNvSpPr>
            <a:spLocks xmlns:a="http://schemas.openxmlformats.org/drawingml/2006/main" noGrp="1"/>
          </p:cNvSpPr>
          <p:nvPr/>
        </p:nvSpPr>
        <p:spPr>
          <a:xfrm xmlns:a="http://schemas.openxmlformats.org/drawingml/2006/main">
            <a:off x="1043940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50" name="검증">
            <a:extLst xmlns:a="http://schemas.openxmlformats.org/drawingml/2006/main">
              <a:ext uri="{FF2B5EF4-FFF2-40B4-BE49-F238E27FC236}">
                <a16:creationId xmlns:a16="http://schemas.microsoft.com/office/drawing/2014/main" id="{3966DB55-48AB-42FE-8D58-ECD255D679CD}"/>
              </a:ext>
            </a:extLst>
          </p:cNvPr>
          <p:cNvSpPr>
            <a:spLocks xmlns:a="http://schemas.openxmlformats.org/drawingml/2006/main" noGrp="1"/>
          </p:cNvSpPr>
          <p:nvPr/>
        </p:nvSpPr>
        <p:spPr>
          <a:xfrm xmlns:a="http://schemas.openxmlformats.org/drawingml/2006/main">
            <a:off x="107442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51" name="여러 작업에 공통 적용">
            <a:extLst xmlns:a="http://schemas.openxmlformats.org/drawingml/2006/main">
              <a:ext uri="{FF2B5EF4-FFF2-40B4-BE49-F238E27FC236}">
                <a16:creationId xmlns:a16="http://schemas.microsoft.com/office/drawing/2014/main" id="{4EE7EDDC-9D0E-4929-8F40-17FDD697B1BF}"/>
              </a:ext>
            </a:extLst>
          </p:cNvPr>
          <p:cNvSpPr>
            <a:spLocks xmlns:a="http://schemas.openxmlformats.org/drawingml/2006/main" noGrp="1"/>
          </p:cNvSpPr>
          <p:nvPr/>
        </p:nvSpPr>
        <p:spPr>
          <a:xfrm xmlns:a="http://schemas.openxmlformats.org/drawingml/2006/main">
            <a:off x="60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여러 작업에 공통 적용</a:t>
            </a:r>
          </a:p>
        </p:txBody>
      </p:sp>
      <p:sp>
        <p:nvSpPr>
          <p:cNvPr id="52" name="해당 작업에 맞춰 상세 확인">
            <a:extLst xmlns:a="http://schemas.openxmlformats.org/drawingml/2006/main">
              <a:ext uri="{FF2B5EF4-FFF2-40B4-BE49-F238E27FC236}">
                <a16:creationId xmlns:a16="http://schemas.microsoft.com/office/drawing/2014/main" id="{08A34E06-81E0-43B1-8CF1-B1DCE8C5B410}"/>
              </a:ext>
            </a:extLst>
          </p:cNvPr>
          <p:cNvSpPr>
            <a:spLocks xmlns:a="http://schemas.openxmlformats.org/drawingml/2006/main" noGrp="1"/>
          </p:cNvSpPr>
          <p:nvPr/>
        </p:nvSpPr>
        <p:spPr>
          <a:xfrm xmlns:a="http://schemas.openxmlformats.org/drawingml/2006/main">
            <a:off x="441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해당 작업에 맞춰 상세 확인</a:t>
            </a:r>
          </a:p>
        </p:txBody>
      </p:sp>
      <p:sp>
        <p:nvSpPr>
          <p:cNvPr id="53" name="같은 종류의 작업마다 재사용">
            <a:extLst xmlns:a="http://schemas.openxmlformats.org/drawingml/2006/main">
              <a:ext uri="{FF2B5EF4-FFF2-40B4-BE49-F238E27FC236}">
                <a16:creationId xmlns:a16="http://schemas.microsoft.com/office/drawing/2014/main" id="{C32FA849-DC9A-4EB8-8E75-33C783FFFCE6}"/>
              </a:ext>
            </a:extLst>
          </p:cNvPr>
          <p:cNvSpPr>
            <a:spLocks xmlns:a="http://schemas.openxmlformats.org/drawingml/2006/main" noGrp="1"/>
          </p:cNvSpPr>
          <p:nvPr/>
        </p:nvSpPr>
        <p:spPr>
          <a:xfrm xmlns:a="http://schemas.openxmlformats.org/drawingml/2006/main">
            <a:off x="822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같은 종류의 작업마다 재사용</a:t>
            </a:r>
          </a:p>
        </p:txBody>
      </p:sp>
      <p:sp>
        <p:nvSpPr>
          <p:cNvPr id="54" name="Legacy module connection">
            <a:extLst xmlns:a="http://schemas.openxmlformats.org/drawingml/2006/main">
              <a:ext uri="{FF2B5EF4-FFF2-40B4-BE49-F238E27FC236}">
                <a16:creationId xmlns:a16="http://schemas.microsoft.com/office/drawing/2014/main" id="{E43D816D-7BE2-4808-A804-BDE7816279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9978424"/>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2 · 정보의 양을 다시 묻는 연구">
            <a:extLst xmlns:a="http://schemas.openxmlformats.org/drawingml/2006/main">
              <a:ext uri="{FF2B5EF4-FFF2-40B4-BE49-F238E27FC236}">
                <a16:creationId xmlns:a16="http://schemas.microsoft.com/office/drawing/2014/main" id="{310D2C3A-04A5-459D-BE00-1855E0C48C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278D4A19-D77A-4342-BDB1-FBF5CF29E2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6186B8D9-3017-4F2D-BABF-24D741DDC3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A498B814-2613-4818-A856-1CE90A8A19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aclanthology.org/2024.tacl-1.9/ · Rep">
            <a:extLst xmlns:a="http://schemas.openxmlformats.org/drawingml/2006/main">
              <a:ext uri="{FF2B5EF4-FFF2-40B4-BE49-F238E27FC236}">
                <a16:creationId xmlns:a16="http://schemas.microsoft.com/office/drawing/2014/main" id="{A2B5E3B3-E988-4F8F-B2A1-F7843DA923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aclanthology.org/2024.tacl-1.9/ · RepoQA 2024: arxiv.org/abs/2406.06025</a:t>
            </a:r>
          </a:p>
        </p:txBody>
      </p:sp>
      <p:sp>
        <p:nvSpPr>
          <p:cNvPr id="6" name="연구 과제의 재구성 · 현재 Codex의 Repository 작업을 직접 평가한 근거가 아님">
            <a:extLst xmlns:a="http://schemas.openxmlformats.org/drawingml/2006/main">
              <a:ext uri="{FF2B5EF4-FFF2-40B4-BE49-F238E27FC236}">
                <a16:creationId xmlns:a16="http://schemas.microsoft.com/office/drawing/2014/main" id="{B1D630FF-CEF1-42D1-9E60-9456F1329A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과제의 재구성 · 현재 Codex의 Repository 작업을 직접 평가한 근거가 아님</a:t>
            </a:r>
          </a:p>
        </p:txBody>
      </p:sp>
      <p:sp>
        <p:nvSpPr>
          <p:cNvPr id="7" name="많은 정보를 넣으면, 필요한 근거도 잘 찾아 쓸까?">
            <a:extLst xmlns:a="http://schemas.openxmlformats.org/drawingml/2006/main">
              <a:ext uri="{FF2B5EF4-FFF2-40B4-BE49-F238E27FC236}">
                <a16:creationId xmlns:a16="http://schemas.microsoft.com/office/drawing/2014/main" id="{5D80A066-8EDB-4745-8FF9-64A0275711FE}"/>
              </a:ext>
            </a:extLst>
          </p:cNvPr>
          <p:cNvSpPr>
            <a:spLocks xmlns:a="http://schemas.openxmlformats.org/drawingml/2006/main" noGrp="1"/>
          </p:cNvSpPr>
          <p:nvPr/>
        </p:nvSpPr>
        <p:spPr>
          <a:xfrm xmlns:a="http://schemas.openxmlformats.org/drawingml/2006/main">
            <a:off x="609600" y="16764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많은 정보를 넣으면, 필요한 근거도 잘 찾아 쓸까?</a:t>
            </a:r>
          </a:p>
        </p:txBody>
      </p:sp>
      <p:sp>
        <p:nvSpPr>
          <p:cNvPr id="8" name="Lost in the Middle">
            <a:extLst xmlns:a="http://schemas.openxmlformats.org/drawingml/2006/main">
              <a:ext uri="{FF2B5EF4-FFF2-40B4-BE49-F238E27FC236}">
                <a16:creationId xmlns:a16="http://schemas.microsoft.com/office/drawing/2014/main" id="{83869755-AD93-4722-8DF8-6288EC6028AC}"/>
              </a:ext>
            </a:extLst>
          </p:cNvPr>
          <p:cNvSpPr>
            <a:spLocks xmlns:a="http://schemas.openxmlformats.org/drawingml/2006/main" noGrp="1"/>
          </p:cNvSpPr>
          <p:nvPr/>
        </p:nvSpPr>
        <p:spPr>
          <a:xfrm xmlns:a="http://schemas.openxmlformats.org/drawingml/2006/main">
            <a:off x="609600" y="2257425"/>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B875853B-F80A-4672-8485-2F6F0D038CA0}"/>
              </a:ext>
            </a:extLst>
          </p:cNvPr>
          <p:cNvSpPr>
            <a:spLocks xmlns:a="http://schemas.openxmlformats.org/drawingml/2006/main" noGrp="1"/>
          </p:cNvSpPr>
          <p:nvPr/>
        </p:nvSpPr>
        <p:spPr>
          <a:xfrm xmlns:a="http://schemas.openxmlformats.org/drawingml/2006/main">
            <a:off x="6705600" y="22574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문서 질문 답변 · 합성 key-value 검색">
            <a:extLst xmlns:a="http://schemas.openxmlformats.org/drawingml/2006/main">
              <a:ext uri="{FF2B5EF4-FFF2-40B4-BE49-F238E27FC236}">
                <a16:creationId xmlns:a16="http://schemas.microsoft.com/office/drawing/2014/main" id="{E3CB326F-AADB-4FE7-94BC-196DB20E43A3}"/>
              </a:ext>
            </a:extLst>
          </p:cNvPr>
          <p:cNvSpPr>
            <a:spLocks xmlns:a="http://schemas.openxmlformats.org/drawingml/2006/main" noGrp="1"/>
          </p:cNvSpPr>
          <p:nvPr/>
        </p:nvSpPr>
        <p:spPr>
          <a:xfrm xmlns:a="http://schemas.openxmlformats.org/drawingml/2006/main">
            <a:off x="609600" y="2667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문서 질문 답변 · 합성 key-value 검색</a:t>
            </a:r>
          </a:p>
        </p:txBody>
      </p:sp>
      <p:sp>
        <p:nvSpPr>
          <p:cNvPr id="11" name="정답 근거의 위치만 바꿔 비교">
            <a:extLst xmlns:a="http://schemas.openxmlformats.org/drawingml/2006/main">
              <a:ext uri="{FF2B5EF4-FFF2-40B4-BE49-F238E27FC236}">
                <a16:creationId xmlns:a16="http://schemas.microsoft.com/office/drawing/2014/main" id="{A57580FC-F98D-4469-A411-C657881CA36B}"/>
              </a:ext>
            </a:extLst>
          </p:cNvPr>
          <p:cNvSpPr>
            <a:spLocks xmlns:a="http://schemas.openxmlformats.org/drawingml/2006/main" noGrp="1"/>
          </p:cNvSpPr>
          <p:nvPr/>
        </p:nvSpPr>
        <p:spPr>
          <a:xfrm xmlns:a="http://schemas.openxmlformats.org/drawingml/2006/main">
            <a:off x="609600" y="3009900"/>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정답 근거의 위치만 바꿔 비교</a:t>
            </a:r>
          </a:p>
        </p:txBody>
      </p:sp>
      <p:sp>
        <p:nvSpPr>
          <p:cNvPr id="12" name="앞">
            <a:extLst xmlns:a="http://schemas.openxmlformats.org/drawingml/2006/main">
              <a:ext uri="{FF2B5EF4-FFF2-40B4-BE49-F238E27FC236}">
                <a16:creationId xmlns:a16="http://schemas.microsoft.com/office/drawing/2014/main" id="{639D6155-FD73-4137-AB85-2A64989BA3CF}"/>
              </a:ext>
            </a:extLst>
          </p:cNvPr>
          <p:cNvSpPr>
            <a:spLocks xmlns:a="http://schemas.openxmlformats.org/drawingml/2006/main" noGrp="1"/>
          </p:cNvSpPr>
          <p:nvPr/>
        </p:nvSpPr>
        <p:spPr>
          <a:xfrm xmlns:a="http://schemas.openxmlformats.org/drawingml/2006/main">
            <a:off x="609600" y="33242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앞</a:t>
            </a:r>
          </a:p>
        </p:txBody>
      </p:sp>
      <p:sp>
        <p:nvSpPr>
          <p:cNvPr id="13" name="">
            <a:extLst xmlns:a="http://schemas.openxmlformats.org/drawingml/2006/main">
              <a:ext uri="{FF2B5EF4-FFF2-40B4-BE49-F238E27FC236}">
                <a16:creationId xmlns:a16="http://schemas.microsoft.com/office/drawing/2014/main" id="{A8CCFA19-EC4B-4229-839A-CA8221876267}"/>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4" name="근거">
            <a:extLst xmlns:a="http://schemas.openxmlformats.org/drawingml/2006/main">
              <a:ext uri="{FF2B5EF4-FFF2-40B4-BE49-F238E27FC236}">
                <a16:creationId xmlns:a16="http://schemas.microsoft.com/office/drawing/2014/main" id="{09367F4C-543A-4470-B7C0-EF9B433724B4}"/>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15" name="">
            <a:extLst xmlns:a="http://schemas.openxmlformats.org/drawingml/2006/main">
              <a:ext uri="{FF2B5EF4-FFF2-40B4-BE49-F238E27FC236}">
                <a16:creationId xmlns:a16="http://schemas.microsoft.com/office/drawing/2014/main" id="{FFE9E0CD-D7C2-4F2F-97BF-4BFA0D883CB3}"/>
              </a:ext>
            </a:extLst>
          </p:cNvPr>
          <p:cNvSpPr>
            <a:spLocks xmlns:a="http://schemas.openxmlformats.org/drawingml/2006/main" noGrp="1"/>
          </p:cNvSpPr>
          <p:nvPr/>
        </p:nvSpPr>
        <p:spPr>
          <a:xfrm xmlns:a="http://schemas.openxmlformats.org/drawingml/2006/main">
            <a:off x="21717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BC1B764E-62C8-4D8F-8A00-E08F8A699BAE}"/>
              </a:ext>
            </a:extLst>
          </p:cNvPr>
          <p:cNvSpPr>
            <a:spLocks xmlns:a="http://schemas.openxmlformats.org/drawingml/2006/main" noGrp="1"/>
          </p:cNvSpPr>
          <p:nvPr/>
        </p:nvSpPr>
        <p:spPr>
          <a:xfrm xmlns:a="http://schemas.openxmlformats.org/drawingml/2006/main">
            <a:off x="29908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1DDD5BF-01EE-460A-8672-B14E972744FB}"/>
              </a:ext>
            </a:extLst>
          </p:cNvPr>
          <p:cNvSpPr>
            <a:spLocks xmlns:a="http://schemas.openxmlformats.org/drawingml/2006/main" noGrp="1"/>
          </p:cNvSpPr>
          <p:nvPr/>
        </p:nvSpPr>
        <p:spPr>
          <a:xfrm xmlns:a="http://schemas.openxmlformats.org/drawingml/2006/main">
            <a:off x="38100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B4376109-D293-4788-AE5F-FD04944C22BE}"/>
              </a:ext>
            </a:extLst>
          </p:cNvPr>
          <p:cNvSpPr>
            <a:spLocks xmlns:a="http://schemas.openxmlformats.org/drawingml/2006/main" noGrp="1"/>
          </p:cNvSpPr>
          <p:nvPr/>
        </p:nvSpPr>
        <p:spPr>
          <a:xfrm xmlns:a="http://schemas.openxmlformats.org/drawingml/2006/main">
            <a:off x="46291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중간">
            <a:extLst xmlns:a="http://schemas.openxmlformats.org/drawingml/2006/main">
              <a:ext uri="{FF2B5EF4-FFF2-40B4-BE49-F238E27FC236}">
                <a16:creationId xmlns:a16="http://schemas.microsoft.com/office/drawing/2014/main" id="{AED1C397-42CA-4729-8A4B-A4373513C67B}"/>
              </a:ext>
            </a:extLst>
          </p:cNvPr>
          <p:cNvSpPr>
            <a:spLocks xmlns:a="http://schemas.openxmlformats.org/drawingml/2006/main" noGrp="1"/>
          </p:cNvSpPr>
          <p:nvPr/>
        </p:nvSpPr>
        <p:spPr>
          <a:xfrm xmlns:a="http://schemas.openxmlformats.org/drawingml/2006/main">
            <a:off x="609600" y="360997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중간</a:t>
            </a:r>
          </a:p>
        </p:txBody>
      </p:sp>
      <p:sp>
        <p:nvSpPr>
          <p:cNvPr id="20" name="">
            <a:extLst xmlns:a="http://schemas.openxmlformats.org/drawingml/2006/main">
              <a:ext uri="{FF2B5EF4-FFF2-40B4-BE49-F238E27FC236}">
                <a16:creationId xmlns:a16="http://schemas.microsoft.com/office/drawing/2014/main" id="{A9ED5184-35CF-4E29-B287-586736A3204D}"/>
              </a:ext>
            </a:extLst>
          </p:cNvPr>
          <p:cNvSpPr>
            <a:spLocks xmlns:a="http://schemas.openxmlformats.org/drawingml/2006/main" noGrp="1"/>
          </p:cNvSpPr>
          <p:nvPr/>
        </p:nvSpPr>
        <p:spPr>
          <a:xfrm xmlns:a="http://schemas.openxmlformats.org/drawingml/2006/main">
            <a:off x="13525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AED61638-F2A6-4C02-89C1-F9EEEC448757}"/>
              </a:ext>
            </a:extLst>
          </p:cNvPr>
          <p:cNvSpPr>
            <a:spLocks xmlns:a="http://schemas.openxmlformats.org/drawingml/2006/main" noGrp="1"/>
          </p:cNvSpPr>
          <p:nvPr/>
        </p:nvSpPr>
        <p:spPr>
          <a:xfrm xmlns:a="http://schemas.openxmlformats.org/drawingml/2006/main">
            <a:off x="21717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16E1BC1-74F7-4EA8-89C9-FFE93D43814A}"/>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3" name="근거">
            <a:extLst xmlns:a="http://schemas.openxmlformats.org/drawingml/2006/main">
              <a:ext uri="{FF2B5EF4-FFF2-40B4-BE49-F238E27FC236}">
                <a16:creationId xmlns:a16="http://schemas.microsoft.com/office/drawing/2014/main" id="{53C32C29-3081-40E6-A0E1-CA0A05831659}"/>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24" name="">
            <a:extLst xmlns:a="http://schemas.openxmlformats.org/drawingml/2006/main">
              <a:ext uri="{FF2B5EF4-FFF2-40B4-BE49-F238E27FC236}">
                <a16:creationId xmlns:a16="http://schemas.microsoft.com/office/drawing/2014/main" id="{88DA7EF4-7ACA-4C4B-8C0C-3A9B44ED3BB7}"/>
              </a:ext>
            </a:extLst>
          </p:cNvPr>
          <p:cNvSpPr>
            <a:spLocks xmlns:a="http://schemas.openxmlformats.org/drawingml/2006/main" noGrp="1"/>
          </p:cNvSpPr>
          <p:nvPr/>
        </p:nvSpPr>
        <p:spPr>
          <a:xfrm xmlns:a="http://schemas.openxmlformats.org/drawingml/2006/main">
            <a:off x="38100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C78CC08D-0164-49F8-91C7-1C6CB6D5A492}"/>
              </a:ext>
            </a:extLst>
          </p:cNvPr>
          <p:cNvSpPr>
            <a:spLocks xmlns:a="http://schemas.openxmlformats.org/drawingml/2006/main" noGrp="1"/>
          </p:cNvSpPr>
          <p:nvPr/>
        </p:nvSpPr>
        <p:spPr>
          <a:xfrm xmlns:a="http://schemas.openxmlformats.org/drawingml/2006/main">
            <a:off x="46291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뒤">
            <a:extLst xmlns:a="http://schemas.openxmlformats.org/drawingml/2006/main">
              <a:ext uri="{FF2B5EF4-FFF2-40B4-BE49-F238E27FC236}">
                <a16:creationId xmlns:a16="http://schemas.microsoft.com/office/drawing/2014/main" id="{A2F1053A-C606-421B-8CE6-7A65FB6AD1F3}"/>
              </a:ext>
            </a:extLst>
          </p:cNvPr>
          <p:cNvSpPr>
            <a:spLocks xmlns:a="http://schemas.openxmlformats.org/drawingml/2006/main" noGrp="1"/>
          </p:cNvSpPr>
          <p:nvPr/>
        </p:nvSpPr>
        <p:spPr>
          <a:xfrm xmlns:a="http://schemas.openxmlformats.org/drawingml/2006/main">
            <a:off x="609600" y="38957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뒤</a:t>
            </a:r>
          </a:p>
        </p:txBody>
      </p:sp>
      <p:sp>
        <p:nvSpPr>
          <p:cNvPr id="27" name="">
            <a:extLst xmlns:a="http://schemas.openxmlformats.org/drawingml/2006/main">
              <a:ext uri="{FF2B5EF4-FFF2-40B4-BE49-F238E27FC236}">
                <a16:creationId xmlns:a16="http://schemas.microsoft.com/office/drawing/2014/main" id="{8B018C00-B068-46B8-979E-CF84F6C03586}"/>
              </a:ext>
            </a:extLst>
          </p:cNvPr>
          <p:cNvSpPr>
            <a:spLocks xmlns:a="http://schemas.openxmlformats.org/drawingml/2006/main" noGrp="1"/>
          </p:cNvSpPr>
          <p:nvPr/>
        </p:nvSpPr>
        <p:spPr>
          <a:xfrm xmlns:a="http://schemas.openxmlformats.org/drawingml/2006/main">
            <a:off x="13525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1D37AC51-5BD7-4EA7-AF28-368E3BA97B87}"/>
              </a:ext>
            </a:extLst>
          </p:cNvPr>
          <p:cNvSpPr>
            <a:spLocks xmlns:a="http://schemas.openxmlformats.org/drawingml/2006/main" noGrp="1"/>
          </p:cNvSpPr>
          <p:nvPr/>
        </p:nvSpPr>
        <p:spPr>
          <a:xfrm xmlns:a="http://schemas.openxmlformats.org/drawingml/2006/main">
            <a:off x="21717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D2157620-D3DA-49B6-AD52-704038AF4DF4}"/>
              </a:ext>
            </a:extLst>
          </p:cNvPr>
          <p:cNvSpPr>
            <a:spLocks xmlns:a="http://schemas.openxmlformats.org/drawingml/2006/main" noGrp="1"/>
          </p:cNvSpPr>
          <p:nvPr/>
        </p:nvSpPr>
        <p:spPr>
          <a:xfrm xmlns:a="http://schemas.openxmlformats.org/drawingml/2006/main">
            <a:off x="29908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
            <a:extLst xmlns:a="http://schemas.openxmlformats.org/drawingml/2006/main">
              <a:ext uri="{FF2B5EF4-FFF2-40B4-BE49-F238E27FC236}">
                <a16:creationId xmlns:a16="http://schemas.microsoft.com/office/drawing/2014/main" id="{A9F49BB8-27B4-4116-BB8B-E2A4C7555EDA}"/>
              </a:ext>
            </a:extLst>
          </p:cNvPr>
          <p:cNvSpPr>
            <a:spLocks xmlns:a="http://schemas.openxmlformats.org/drawingml/2006/main" noGrp="1"/>
          </p:cNvSpPr>
          <p:nvPr/>
        </p:nvSpPr>
        <p:spPr>
          <a:xfrm xmlns:a="http://schemas.openxmlformats.org/drawingml/2006/main">
            <a:off x="38100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B2C8704E-F200-4F7B-AAD1-0C15E7664949}"/>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2" name="근거">
            <a:extLst xmlns:a="http://schemas.openxmlformats.org/drawingml/2006/main">
              <a:ext uri="{FF2B5EF4-FFF2-40B4-BE49-F238E27FC236}">
                <a16:creationId xmlns:a16="http://schemas.microsoft.com/office/drawing/2014/main" id="{AE7967FF-92A8-4D5C-8063-383ACAE8E179}"/>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33" name="50개 저장소 · 설명에 맞는 함수 찾기&#10;주 평가: 코드 입력 16K 토큰">
            <a:extLst xmlns:a="http://schemas.openxmlformats.org/drawingml/2006/main">
              <a:ext uri="{FF2B5EF4-FFF2-40B4-BE49-F238E27FC236}">
                <a16:creationId xmlns:a16="http://schemas.microsoft.com/office/drawing/2014/main" id="{FAD72FEC-7C85-416E-B475-9EA8F6383E13}"/>
              </a:ext>
            </a:extLst>
          </p:cNvPr>
          <p:cNvSpPr>
            <a:spLocks xmlns:a="http://schemas.openxmlformats.org/drawingml/2006/main" noGrp="1"/>
          </p:cNvSpPr>
          <p:nvPr/>
        </p:nvSpPr>
        <p:spPr>
          <a:xfrm xmlns:a="http://schemas.openxmlformats.org/drawingml/2006/main">
            <a:off x="6705600" y="2667000"/>
            <a:ext cx="4876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50개 저장소 · 설명에 맞는 함수 찾기</a:t>
            </a:r>
          </a:p>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주 평가: 코드 입력 16K 토큰</a:t>
            </a:r>
          </a:p>
        </p:txBody>
      </p:sp>
      <p:sp>
        <p:nvSpPr>
          <p:cNvPr id="34" name="">
            <a:extLst xmlns:a="http://schemas.openxmlformats.org/drawingml/2006/main">
              <a:ext uri="{FF2B5EF4-FFF2-40B4-BE49-F238E27FC236}">
                <a16:creationId xmlns:a16="http://schemas.microsoft.com/office/drawing/2014/main" id="{F9723A28-9253-43AC-99CB-B74E5E085A9A}"/>
              </a:ext>
            </a:extLst>
          </p:cNvPr>
          <p:cNvSpPr>
            <a:spLocks xmlns:a="http://schemas.openxmlformats.org/drawingml/2006/main" noGrp="1"/>
          </p:cNvSpPr>
          <p:nvPr/>
        </p:nvSpPr>
        <p:spPr>
          <a:xfrm xmlns:a="http://schemas.openxmlformats.org/drawingml/2006/main">
            <a:off x="6705600" y="3295650"/>
            <a:ext cx="13906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5" name="기능 설명&#10;+ 코드 입력">
            <a:extLst xmlns:a="http://schemas.openxmlformats.org/drawingml/2006/main">
              <a:ext uri="{FF2B5EF4-FFF2-40B4-BE49-F238E27FC236}">
                <a16:creationId xmlns:a16="http://schemas.microsoft.com/office/drawing/2014/main" id="{7FD8DC80-1792-4042-A9B5-44D7BB855932}"/>
              </a:ext>
            </a:extLst>
          </p:cNvPr>
          <p:cNvSpPr>
            <a:spLocks xmlns:a="http://schemas.openxmlformats.org/drawingml/2006/main" noGrp="1"/>
          </p:cNvSpPr>
          <p:nvPr/>
        </p:nvSpPr>
        <p:spPr>
          <a:xfrm xmlns:a="http://schemas.openxmlformats.org/drawingml/2006/main">
            <a:off x="6781800" y="3419475"/>
            <a:ext cx="1238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기능 설명</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 코드 입력</a:t>
            </a:r>
          </a:p>
        </p:txBody>
      </p:sp>
      <p:sp>
        <p:nvSpPr>
          <p:cNvPr id="36" name="">
            <a:extLst xmlns:a="http://schemas.openxmlformats.org/drawingml/2006/main">
              <a:ext uri="{FF2B5EF4-FFF2-40B4-BE49-F238E27FC236}">
                <a16:creationId xmlns:a16="http://schemas.microsoft.com/office/drawing/2014/main" id="{F08B6012-E3F9-43C4-8010-2330EB56B07F}"/>
              </a:ext>
            </a:extLst>
          </p:cNvPr>
          <p:cNvSpPr>
            <a:spLocks xmlns:a="http://schemas.openxmlformats.org/drawingml/2006/main" noGrp="1"/>
          </p:cNvSpPr>
          <p:nvPr/>
        </p:nvSpPr>
        <p:spPr>
          <a:xfrm xmlns:a="http://schemas.openxmlformats.org/drawingml/2006/main">
            <a:off x="82296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B9AA86B1-4BB9-42A0-AFF0-413D902F949D}"/>
              </a:ext>
            </a:extLst>
          </p:cNvPr>
          <p:cNvSpPr>
            <a:spLocks xmlns:a="http://schemas.openxmlformats.org/drawingml/2006/main" noGrp="1"/>
          </p:cNvSpPr>
          <p:nvPr/>
        </p:nvSpPr>
        <p:spPr>
          <a:xfrm xmlns:a="http://schemas.openxmlformats.org/drawingml/2006/main">
            <a:off x="8553450" y="3295650"/>
            <a:ext cx="1276350" cy="838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8" name="함수 코드&#10;반환">
            <a:extLst xmlns:a="http://schemas.openxmlformats.org/drawingml/2006/main">
              <a:ext uri="{FF2B5EF4-FFF2-40B4-BE49-F238E27FC236}">
                <a16:creationId xmlns:a16="http://schemas.microsoft.com/office/drawing/2014/main" id="{19A9CA14-272F-4F1F-A094-1AABF6ED1446}"/>
              </a:ext>
            </a:extLst>
          </p:cNvPr>
          <p:cNvSpPr>
            <a:spLocks xmlns:a="http://schemas.openxmlformats.org/drawingml/2006/main" noGrp="1"/>
          </p:cNvSpPr>
          <p:nvPr/>
        </p:nvSpPr>
        <p:spPr>
          <a:xfrm xmlns:a="http://schemas.openxmlformats.org/drawingml/2006/main">
            <a:off x="86106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함수 코드</a:t>
            </a:r>
          </a:p>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반환</a:t>
            </a:r>
          </a:p>
        </p:txBody>
      </p:sp>
      <p:sp>
        <p:nvSpPr>
          <p:cNvPr id="39" name="">
            <a:extLst xmlns:a="http://schemas.openxmlformats.org/drawingml/2006/main">
              <a:ext uri="{FF2B5EF4-FFF2-40B4-BE49-F238E27FC236}">
                <a16:creationId xmlns:a16="http://schemas.microsoft.com/office/drawing/2014/main" id="{0DA5719C-D7E7-4DB7-BB09-98E408CBDFB1}"/>
              </a:ext>
            </a:extLst>
          </p:cNvPr>
          <p:cNvSpPr>
            <a:spLocks xmlns:a="http://schemas.openxmlformats.org/drawingml/2006/main" noGrp="1"/>
          </p:cNvSpPr>
          <p:nvPr/>
        </p:nvSpPr>
        <p:spPr>
          <a:xfrm xmlns:a="http://schemas.openxmlformats.org/drawingml/2006/main">
            <a:off x="99822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E98A4270-0601-4618-8AD6-B4412A1C8299}"/>
              </a:ext>
            </a:extLst>
          </p:cNvPr>
          <p:cNvSpPr>
            <a:spLocks xmlns:a="http://schemas.openxmlformats.org/drawingml/2006/main" noGrp="1"/>
          </p:cNvSpPr>
          <p:nvPr/>
        </p:nvSpPr>
        <p:spPr>
          <a:xfrm xmlns:a="http://schemas.openxmlformats.org/drawingml/2006/main">
            <a:off x="10306050" y="3295650"/>
            <a:ext cx="12763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41" name="정답 함수와&#10;유사도 비교">
            <a:extLst xmlns:a="http://schemas.openxmlformats.org/drawingml/2006/main">
              <a:ext uri="{FF2B5EF4-FFF2-40B4-BE49-F238E27FC236}">
                <a16:creationId xmlns:a16="http://schemas.microsoft.com/office/drawing/2014/main" id="{E897CD31-6DEF-4BFD-803A-95964A3F212E}"/>
              </a:ext>
            </a:extLst>
          </p:cNvPr>
          <p:cNvSpPr>
            <a:spLocks xmlns:a="http://schemas.openxmlformats.org/drawingml/2006/main" noGrp="1"/>
          </p:cNvSpPr>
          <p:nvPr/>
        </p:nvSpPr>
        <p:spPr>
          <a:xfrm xmlns:a="http://schemas.openxmlformats.org/drawingml/2006/main">
            <a:off x="103632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정답 함수와</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유사도 비교</a:t>
            </a:r>
          </a:p>
        </p:txBody>
      </p:sp>
      <p:sp>
        <p:nvSpPr>
          <p:cNvPr id="42" name="일부 당시 모델·과제에서&#10;중간 근거에 대한 정답률 저하">
            <a:extLst xmlns:a="http://schemas.openxmlformats.org/drawingml/2006/main">
              <a:ext uri="{FF2B5EF4-FFF2-40B4-BE49-F238E27FC236}">
                <a16:creationId xmlns:a16="http://schemas.microsoft.com/office/drawing/2014/main" id="{D6E7FF3E-2C10-4E57-B35D-BE6F9E7BA882}"/>
              </a:ext>
            </a:extLst>
          </p:cNvPr>
          <p:cNvSpPr>
            <a:spLocks xmlns:a="http://schemas.openxmlformats.org/drawingml/2006/main" noGrp="1"/>
          </p:cNvSpPr>
          <p:nvPr/>
        </p:nvSpPr>
        <p:spPr>
          <a:xfrm xmlns:a="http://schemas.openxmlformats.org/drawingml/2006/main">
            <a:off x="609600" y="4267200"/>
            <a:ext cx="5238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일부 당시 모델·과제에서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중간 근거에 대한 정답률 저하</a:t>
            </a:r>
          </a:p>
        </p:txBody>
      </p:sp>
      <p:sp>
        <p:nvSpPr>
          <p:cNvPr id="43" name="모델·언어별로&#10;함수 찾기 성능이 달랐음">
            <a:extLst xmlns:a="http://schemas.openxmlformats.org/drawingml/2006/main">
              <a:ext uri="{FF2B5EF4-FFF2-40B4-BE49-F238E27FC236}">
                <a16:creationId xmlns:a16="http://schemas.microsoft.com/office/drawing/2014/main" id="{2D36E8AA-41EB-48F6-A61E-4A574DE31D51}"/>
              </a:ext>
            </a:extLst>
          </p:cNvPr>
          <p:cNvSpPr>
            <a:spLocks xmlns:a="http://schemas.openxmlformats.org/drawingml/2006/main" noGrp="1"/>
          </p:cNvSpPr>
          <p:nvPr/>
        </p:nvSpPr>
        <p:spPr>
          <a:xfrm xmlns:a="http://schemas.openxmlformats.org/drawingml/2006/main">
            <a:off x="6705600" y="4267200"/>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모델·언어별로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함수 찾기 성능이 달랐음</a:t>
            </a:r>
          </a:p>
        </p:txBody>
      </p:sp>
      <p:sp>
        <p:nvSpPr>
          <p:cNvPr id="44" name="">
            <a:extLst xmlns:a="http://schemas.openxmlformats.org/drawingml/2006/main">
              <a:ext uri="{FF2B5EF4-FFF2-40B4-BE49-F238E27FC236}">
                <a16:creationId xmlns:a16="http://schemas.microsoft.com/office/drawing/2014/main" id="{E8BCB2CC-F45B-4CD8-9E5A-0C27E0F8454C}"/>
              </a:ext>
            </a:extLst>
          </p:cNvPr>
          <p:cNvSpPr>
            <a:spLocks xmlns:a="http://schemas.openxmlformats.org/drawingml/2006/main" noGrp="1"/>
          </p:cNvSpPr>
          <p:nvPr/>
        </p:nvSpPr>
        <p:spPr>
          <a:xfrm xmlns:a="http://schemas.openxmlformats.org/drawingml/2006/main">
            <a:off x="609600" y="4962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5" name="업무에 적용할 질문">
            <a:extLst xmlns:a="http://schemas.openxmlformats.org/drawingml/2006/main">
              <a:ext uri="{FF2B5EF4-FFF2-40B4-BE49-F238E27FC236}">
                <a16:creationId xmlns:a16="http://schemas.microsoft.com/office/drawing/2014/main" id="{16ED51A4-CDBB-46E0-9D68-D811033B4B11}"/>
              </a:ext>
            </a:extLst>
          </p:cNvPr>
          <p:cNvSpPr>
            <a:spLocks xmlns:a="http://schemas.openxmlformats.org/drawingml/2006/main" noGrp="1"/>
          </p:cNvSpPr>
          <p:nvPr/>
        </p:nvSpPr>
        <p:spPr>
          <a:xfrm xmlns:a="http://schemas.openxmlformats.org/drawingml/2006/main">
            <a:off x="609600" y="5038725"/>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업무에 적용할 질문</a:t>
            </a:r>
          </a:p>
        </p:txBody>
      </p:sp>
      <p:sp>
        <p:nvSpPr>
          <p:cNvPr id="46" name="필요한 근거를 실제로 찾아 활용했는지 작업별로 확인">
            <a:extLst xmlns:a="http://schemas.openxmlformats.org/drawingml/2006/main">
              <a:ext uri="{FF2B5EF4-FFF2-40B4-BE49-F238E27FC236}">
                <a16:creationId xmlns:a16="http://schemas.microsoft.com/office/drawing/2014/main" id="{2F93AC29-F58D-40F7-A559-87B05FAE0A25}"/>
              </a:ext>
            </a:extLst>
          </p:cNvPr>
          <p:cNvSpPr>
            <a:spLocks xmlns:a="http://schemas.openxmlformats.org/drawingml/2006/main" noGrp="1"/>
          </p:cNvSpPr>
          <p:nvPr/>
        </p:nvSpPr>
        <p:spPr>
          <a:xfrm xmlns:a="http://schemas.openxmlformats.org/drawingml/2006/main">
            <a:off x="3048000" y="5038725"/>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필요한 근거를 실제로 찾아 활용했는지 작업별로 확인</a:t>
            </a:r>
          </a:p>
        </p:txBody>
      </p:sp>
      <p:sp>
        <p:nvSpPr>
          <p:cNvPr id="47" name="이 연구만으론 미입증">
            <a:extLst xmlns:a="http://schemas.openxmlformats.org/drawingml/2006/main">
              <a:ext uri="{FF2B5EF4-FFF2-40B4-BE49-F238E27FC236}">
                <a16:creationId xmlns:a16="http://schemas.microsoft.com/office/drawing/2014/main" id="{ADAA0C98-1F33-44C4-80FD-355222135E61}"/>
              </a:ext>
            </a:extLst>
          </p:cNvPr>
          <p:cNvSpPr>
            <a:spLocks xmlns:a="http://schemas.openxmlformats.org/drawingml/2006/main" noGrp="1"/>
          </p:cNvSpPr>
          <p:nvPr/>
        </p:nvSpPr>
        <p:spPr>
          <a:xfrm xmlns:a="http://schemas.openxmlformats.org/drawingml/2006/main">
            <a:off x="609600" y="5391150"/>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이 연구만으론 미입증</a:t>
            </a:r>
          </a:p>
        </p:txBody>
      </p:sp>
      <p:sp>
        <p:nvSpPr>
          <p:cNvPr id="48" name="현재 Codex의 실패율·보편 한계·Routing 개선 효과">
            <a:extLst xmlns:a="http://schemas.openxmlformats.org/drawingml/2006/main">
              <a:ext uri="{FF2B5EF4-FFF2-40B4-BE49-F238E27FC236}">
                <a16:creationId xmlns:a16="http://schemas.microsoft.com/office/drawing/2014/main" id="{A9C4D6C9-AB91-4546-BE12-095D1C2FAC19}"/>
              </a:ext>
            </a:extLst>
          </p:cNvPr>
          <p:cNvSpPr>
            <a:spLocks xmlns:a="http://schemas.openxmlformats.org/drawingml/2006/main" noGrp="1"/>
          </p:cNvSpPr>
          <p:nvPr/>
        </p:nvSpPr>
        <p:spPr>
          <a:xfrm xmlns:a="http://schemas.openxmlformats.org/drawingml/2006/main">
            <a:off x="3048000" y="5391150"/>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Codex의 실패율·보편 한계·Routing 개선 효과</a:t>
            </a:r>
          </a:p>
        </p:txBody>
      </p:sp>
      <p:sp>
        <p:nvSpPr>
          <p:cNvPr id="49" name="Legacy module connection">
            <a:extLst xmlns:a="http://schemas.openxmlformats.org/drawingml/2006/main">
              <a:ext uri="{FF2B5EF4-FFF2-40B4-BE49-F238E27FC236}">
                <a16:creationId xmlns:a16="http://schemas.microsoft.com/office/drawing/2014/main" id="{3501BE0D-FD49-40B5-9783-F7B92F4406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48238133"/>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필요한 상세 정보의 탐색 경로">
            <a:extLst xmlns:a="http://schemas.openxmlformats.org/drawingml/2006/main">
              <a:ext uri="{FF2B5EF4-FFF2-40B4-BE49-F238E27FC236}">
                <a16:creationId xmlns:a16="http://schemas.microsoft.com/office/drawing/2014/main" id="{A54C039D-16CE-4701-9BFD-B425530D0A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3CD5DFD3-5C89-473B-8970-BB2755A798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1C80F726-4A7E-4BF1-955B-90F68D22FF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174A109C-672A-4C03-838C-B02887C83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모델 · 저장된 명세 기반 재구성 · 실제 읽기 순서가 아님">
            <a:extLst xmlns:a="http://schemas.openxmlformats.org/drawingml/2006/main">
              <a:ext uri="{FF2B5EF4-FFF2-40B4-BE49-F238E27FC236}">
                <a16:creationId xmlns:a16="http://schemas.microsoft.com/office/drawing/2014/main" id="{CC57EA63-B3FB-4F60-AF0F-FAC8387A80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모델 · 저장된 명세 기반 재구성 · 실제 읽기 순서가 아님</a:t>
            </a:r>
          </a:p>
        </p:txBody>
      </p:sp>
      <p:sp>
        <p:nvSpPr>
          <p:cNvPr id="6" name="자동 탐색 성공·성능 향상·토큰 절약을 입증한 그림이 아님">
            <a:extLst xmlns:a="http://schemas.openxmlformats.org/drawingml/2006/main">
              <a:ext uri="{FF2B5EF4-FFF2-40B4-BE49-F238E27FC236}">
                <a16:creationId xmlns:a16="http://schemas.microsoft.com/office/drawing/2014/main" id="{21B9FDA9-0366-416F-9F5B-046B4D7F20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 성공·성능 향상·토큰 절약을 입증한 그림이 아님</a:t>
            </a:r>
          </a:p>
        </p:txBody>
      </p:sp>
      <p:sp>
        <p:nvSpPr>
          <p:cNvPr id="7" name="필요한 근거까지 가는 길은 어디에 안내할까?">
            <a:extLst xmlns:a="http://schemas.openxmlformats.org/drawingml/2006/main">
              <a:ext uri="{FF2B5EF4-FFF2-40B4-BE49-F238E27FC236}">
                <a16:creationId xmlns:a16="http://schemas.microsoft.com/office/drawing/2014/main" id="{7F3F0C69-3FC7-494B-863D-A48058012713}"/>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근거까지 가는 길은 어디에 안내할까?</a:t>
            </a:r>
          </a:p>
        </p:txBody>
      </p:sp>
      <p:sp>
        <p:nvSpPr>
          <p:cNvPr id="8" name="01  작업 요청">
            <a:extLst xmlns:a="http://schemas.openxmlformats.org/drawingml/2006/main">
              <a:ext uri="{FF2B5EF4-FFF2-40B4-BE49-F238E27FC236}">
                <a16:creationId xmlns:a16="http://schemas.microsoft.com/office/drawing/2014/main" id="{A49D22A3-E3F6-4840-BE3E-44362A7A7E0E}"/>
              </a:ext>
            </a:extLst>
          </p:cNvPr>
          <p:cNvSpPr>
            <a:spLocks xmlns:a="http://schemas.openxmlformats.org/drawingml/2006/main" noGrp="1"/>
          </p:cNvSpPr>
          <p:nvPr/>
        </p:nvSpPr>
        <p:spPr>
          <a:xfrm xmlns:a="http://schemas.openxmlformats.org/drawingml/2006/main">
            <a:off x="609600" y="243840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작업 요청</a:t>
            </a:r>
          </a:p>
        </p:txBody>
      </p:sp>
      <p:sp>
        <p:nvSpPr>
          <p:cNvPr id="9" name="02  기본 안내">
            <a:extLst xmlns:a="http://schemas.openxmlformats.org/drawingml/2006/main">
              <a:ext uri="{FF2B5EF4-FFF2-40B4-BE49-F238E27FC236}">
                <a16:creationId xmlns:a16="http://schemas.microsoft.com/office/drawing/2014/main" id="{4664BCF1-671A-481E-82A4-9C8F91FB901E}"/>
              </a:ext>
            </a:extLst>
          </p:cNvPr>
          <p:cNvSpPr>
            <a:spLocks xmlns:a="http://schemas.openxmlformats.org/drawingml/2006/main" noGrp="1"/>
          </p:cNvSpPr>
          <p:nvPr/>
        </p:nvSpPr>
        <p:spPr>
          <a:xfrm xmlns:a="http://schemas.openxmlformats.org/drawingml/2006/main">
            <a:off x="4229100" y="2438400"/>
            <a:ext cx="3581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기본 안내</a:t>
            </a:r>
          </a:p>
        </p:txBody>
      </p:sp>
      <p:sp>
        <p:nvSpPr>
          <p:cNvPr id="10" name="03  관련 상세 문서">
            <a:extLst xmlns:a="http://schemas.openxmlformats.org/drawingml/2006/main">
              <a:ext uri="{FF2B5EF4-FFF2-40B4-BE49-F238E27FC236}">
                <a16:creationId xmlns:a16="http://schemas.microsoft.com/office/drawing/2014/main" id="{C794149F-9623-4A12-8253-C55247B5C7BB}"/>
              </a:ext>
            </a:extLst>
          </p:cNvPr>
          <p:cNvSpPr>
            <a:spLocks xmlns:a="http://schemas.openxmlformats.org/drawingml/2006/main" noGrp="1"/>
          </p:cNvSpPr>
          <p:nvPr/>
        </p:nvSpPr>
        <p:spPr>
          <a:xfrm xmlns:a="http://schemas.openxmlformats.org/drawingml/2006/main">
            <a:off x="8572500" y="2438400"/>
            <a:ext cx="3009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관련 상세 문서</a:t>
            </a:r>
          </a:p>
        </p:txBody>
      </p:sp>
      <p:sp>
        <p:nvSpPr>
          <p:cNvPr id="11" name="">
            <a:extLst xmlns:a="http://schemas.openxmlformats.org/drawingml/2006/main">
              <a:ext uri="{FF2B5EF4-FFF2-40B4-BE49-F238E27FC236}">
                <a16:creationId xmlns:a16="http://schemas.microsoft.com/office/drawing/2014/main" id="{32FF7F3E-8FFE-457C-980D-EF41FD8411C4}"/>
              </a:ext>
            </a:extLst>
          </p:cNvPr>
          <p:cNvSpPr>
            <a:spLocks xmlns:a="http://schemas.openxmlformats.org/drawingml/2006/main" noGrp="1"/>
          </p:cNvSpPr>
          <p:nvPr/>
        </p:nvSpPr>
        <p:spPr>
          <a:xfrm xmlns:a="http://schemas.openxmlformats.org/drawingml/2006/main">
            <a:off x="609600" y="2876550"/>
            <a:ext cx="28575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crop 끝 좌표가&#10;포함되는지&#10;명세를 확인해줘.">
            <a:extLst xmlns:a="http://schemas.openxmlformats.org/drawingml/2006/main">
              <a:ext uri="{FF2B5EF4-FFF2-40B4-BE49-F238E27FC236}">
                <a16:creationId xmlns:a16="http://schemas.microsoft.com/office/drawing/2014/main" id="{AB87BD2D-2ECE-4F1D-BB41-B416BC239529}"/>
              </a:ext>
            </a:extLst>
          </p:cNvPr>
          <p:cNvSpPr>
            <a:spLocks xmlns:a="http://schemas.openxmlformats.org/drawingml/2006/main" noGrp="1"/>
          </p:cNvSpPr>
          <p:nvPr/>
        </p:nvSpPr>
        <p:spPr>
          <a:xfrm xmlns:a="http://schemas.openxmlformats.org/drawingml/2006/main">
            <a:off x="800100" y="3105150"/>
            <a:ext cx="2476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crop 끝 좌표가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포함되는지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명세를 확인해줘.</a:t>
            </a:r>
          </a:p>
        </p:txBody>
      </p:sp>
      <p:sp>
        <p:nvSpPr>
          <p:cNvPr id="13" name="지금 해결할 질문">
            <a:extLst xmlns:a="http://schemas.openxmlformats.org/drawingml/2006/main">
              <a:ext uri="{FF2B5EF4-FFF2-40B4-BE49-F238E27FC236}">
                <a16:creationId xmlns:a16="http://schemas.microsoft.com/office/drawing/2014/main" id="{26A8C656-028C-45F5-9F4A-C543591AE460}"/>
              </a:ext>
            </a:extLst>
          </p:cNvPr>
          <p:cNvSpPr>
            <a:spLocks xmlns:a="http://schemas.openxmlformats.org/drawingml/2006/main" noGrp="1"/>
          </p:cNvSpPr>
          <p:nvPr/>
        </p:nvSpPr>
        <p:spPr>
          <a:xfrm xmlns:a="http://schemas.openxmlformats.org/drawingml/2006/main">
            <a:off x="800100" y="449580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지금 해결할 질문</a:t>
            </a:r>
          </a:p>
        </p:txBody>
      </p:sp>
      <p:sp>
        <p:nvSpPr>
          <p:cNvPr id="14" name="">
            <a:extLst xmlns:a="http://schemas.openxmlformats.org/drawingml/2006/main">
              <a:ext uri="{FF2B5EF4-FFF2-40B4-BE49-F238E27FC236}">
                <a16:creationId xmlns:a16="http://schemas.microsoft.com/office/drawing/2014/main" id="{28D9ECD6-6D52-442F-B7DB-B794CCAFF0CD}"/>
              </a:ext>
            </a:extLst>
          </p:cNvPr>
          <p:cNvSpPr>
            <a:spLocks xmlns:a="http://schemas.openxmlformats.org/drawingml/2006/main" noGrp="1"/>
          </p:cNvSpPr>
          <p:nvPr/>
        </p:nvSpPr>
        <p:spPr>
          <a:xfrm xmlns:a="http://schemas.openxmlformats.org/drawingml/2006/main">
            <a:off x="36766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CA271D9-F240-494E-8178-70BB60410F5C}"/>
              </a:ext>
            </a:extLst>
          </p:cNvPr>
          <p:cNvSpPr>
            <a:spLocks xmlns:a="http://schemas.openxmlformats.org/drawingml/2006/main" noGrp="1"/>
          </p:cNvSpPr>
          <p:nvPr/>
        </p:nvSpPr>
        <p:spPr>
          <a:xfrm xmlns:a="http://schemas.openxmlformats.org/drawingml/2006/main">
            <a:off x="4229100" y="2876550"/>
            <a:ext cx="3581400" cy="20383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6" name="AGENTS.md">
            <a:extLst xmlns:a="http://schemas.openxmlformats.org/drawingml/2006/main">
              <a:ext uri="{FF2B5EF4-FFF2-40B4-BE49-F238E27FC236}">
                <a16:creationId xmlns:a16="http://schemas.microsoft.com/office/drawing/2014/main" id="{05F60D59-6526-4997-BA2D-A87071EBB769}"/>
              </a:ext>
            </a:extLst>
          </p:cNvPr>
          <p:cNvSpPr>
            <a:spLocks xmlns:a="http://schemas.openxmlformats.org/drawingml/2006/main" noGrp="1"/>
          </p:cNvSpPr>
          <p:nvPr/>
        </p:nvSpPr>
        <p:spPr>
          <a:xfrm xmlns:a="http://schemas.openxmlformats.org/drawingml/2006/main">
            <a:off x="4438650" y="3019425"/>
            <a:ext cx="316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7" name="이미지 동작 · crop →">
            <a:extLst xmlns:a="http://schemas.openxmlformats.org/drawingml/2006/main">
              <a:ext uri="{FF2B5EF4-FFF2-40B4-BE49-F238E27FC236}">
                <a16:creationId xmlns:a16="http://schemas.microsoft.com/office/drawing/2014/main" id="{177C8979-D369-4F54-BCC6-33E265DBF77A}"/>
              </a:ext>
            </a:extLst>
          </p:cNvPr>
          <p:cNvSpPr>
            <a:spLocks xmlns:a="http://schemas.openxmlformats.org/drawingml/2006/main" noGrp="1"/>
          </p:cNvSpPr>
          <p:nvPr/>
        </p:nvSpPr>
        <p:spPr>
          <a:xfrm xmlns:a="http://schemas.openxmlformats.org/drawingml/2006/main">
            <a:off x="4438650" y="3552825"/>
            <a:ext cx="31623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동작 · crop →</a:t>
            </a:r>
          </a:p>
        </p:txBody>
      </p:sp>
      <p:sp>
        <p:nvSpPr>
          <p:cNvPr id="18" name="docs/image-contracts.md">
            <a:extLst xmlns:a="http://schemas.openxmlformats.org/drawingml/2006/main">
              <a:ext uri="{FF2B5EF4-FFF2-40B4-BE49-F238E27FC236}">
                <a16:creationId xmlns:a16="http://schemas.microsoft.com/office/drawing/2014/main" id="{80CD7605-DC07-4187-8966-10A2837258E0}"/>
              </a:ext>
            </a:extLst>
          </p:cNvPr>
          <p:cNvSpPr>
            <a:spLocks xmlns:a="http://schemas.openxmlformats.org/drawingml/2006/main" noGrp="1"/>
          </p:cNvSpPr>
          <p:nvPr/>
        </p:nvSpPr>
        <p:spPr>
          <a:xfrm xmlns:a="http://schemas.openxmlformats.org/drawingml/2006/main">
            <a:off x="443865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9" name="관련 상세의 위치 안내">
            <a:extLst xmlns:a="http://schemas.openxmlformats.org/drawingml/2006/main">
              <a:ext uri="{FF2B5EF4-FFF2-40B4-BE49-F238E27FC236}">
                <a16:creationId xmlns:a16="http://schemas.microsoft.com/office/drawing/2014/main" id="{AAEEE84E-BF2B-4449-9A79-BCBA72B6754C}"/>
              </a:ext>
            </a:extLst>
          </p:cNvPr>
          <p:cNvSpPr>
            <a:spLocks xmlns:a="http://schemas.openxmlformats.org/drawingml/2006/main" noGrp="1"/>
          </p:cNvSpPr>
          <p:nvPr/>
        </p:nvSpPr>
        <p:spPr>
          <a:xfrm xmlns:a="http://schemas.openxmlformats.org/drawingml/2006/main">
            <a:off x="4438650" y="4495800"/>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관련 상세의 위치 안내</a:t>
            </a:r>
          </a:p>
        </p:txBody>
      </p:sp>
      <p:sp>
        <p:nvSpPr>
          <p:cNvPr id="20" name="">
            <a:extLst xmlns:a="http://schemas.openxmlformats.org/drawingml/2006/main">
              <a:ext uri="{FF2B5EF4-FFF2-40B4-BE49-F238E27FC236}">
                <a16:creationId xmlns:a16="http://schemas.microsoft.com/office/drawing/2014/main" id="{1D66CAF4-2F0D-45B9-B226-799E0CA0ED03}"/>
              </a:ext>
            </a:extLst>
          </p:cNvPr>
          <p:cNvSpPr>
            <a:spLocks xmlns:a="http://schemas.openxmlformats.org/drawingml/2006/main" noGrp="1"/>
          </p:cNvSpPr>
          <p:nvPr/>
        </p:nvSpPr>
        <p:spPr>
          <a:xfrm xmlns:a="http://schemas.openxmlformats.org/drawingml/2006/main">
            <a:off x="80200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76CCD32-2A33-4D37-9518-BDED2970A22F}"/>
              </a:ext>
            </a:extLst>
          </p:cNvPr>
          <p:cNvSpPr>
            <a:spLocks xmlns:a="http://schemas.openxmlformats.org/drawingml/2006/main" noGrp="1"/>
          </p:cNvSpPr>
          <p:nvPr/>
        </p:nvSpPr>
        <p:spPr>
          <a:xfrm xmlns:a="http://schemas.openxmlformats.org/drawingml/2006/main">
            <a:off x="8572500" y="2876550"/>
            <a:ext cx="30099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10;image-contracts.md">
            <a:extLst xmlns:a="http://schemas.openxmlformats.org/drawingml/2006/main">
              <a:ext uri="{FF2B5EF4-FFF2-40B4-BE49-F238E27FC236}">
                <a16:creationId xmlns:a16="http://schemas.microsoft.com/office/drawing/2014/main" id="{1EBAE6D3-6545-4113-BF1B-E39739C8465E}"/>
              </a:ext>
            </a:extLst>
          </p:cNvPr>
          <p:cNvSpPr>
            <a:spLocks xmlns:a="http://schemas.openxmlformats.org/drawingml/2006/main" noGrp="1"/>
          </p:cNvSpPr>
          <p:nvPr/>
        </p:nvSpPr>
        <p:spPr>
          <a:xfrm xmlns:a="http://schemas.openxmlformats.org/drawingml/2006/main">
            <a:off x="8763000" y="3019425"/>
            <a:ext cx="2628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t>
            </a:r>
          </a:p>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image-contracts.md</a:t>
            </a:r>
          </a:p>
        </p:txBody>
      </p:sp>
      <p:sp>
        <p:nvSpPr>
          <p:cNvPr id="23" name="crop 좌표 명세">
            <a:extLst xmlns:a="http://schemas.openxmlformats.org/drawingml/2006/main">
              <a:ext uri="{FF2B5EF4-FFF2-40B4-BE49-F238E27FC236}">
                <a16:creationId xmlns:a16="http://schemas.microsoft.com/office/drawing/2014/main" id="{6B7A6619-1969-42FB-850F-11F620A71DF5}"/>
              </a:ext>
            </a:extLst>
          </p:cNvPr>
          <p:cNvSpPr>
            <a:spLocks xmlns:a="http://schemas.openxmlformats.org/drawingml/2006/main" noGrp="1"/>
          </p:cNvSpPr>
          <p:nvPr/>
        </p:nvSpPr>
        <p:spPr>
          <a:xfrm xmlns:a="http://schemas.openxmlformats.org/drawingml/2006/main">
            <a:off x="8763000" y="3733800"/>
            <a:ext cx="2628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좌표 명세</a:t>
            </a:r>
          </a:p>
        </p:txBody>
      </p:sp>
      <p:sp>
        <p:nvSpPr>
          <p:cNvPr id="24" name="[x_start, x_end)">
            <a:extLst xmlns:a="http://schemas.openxmlformats.org/drawingml/2006/main">
              <a:ext uri="{FF2B5EF4-FFF2-40B4-BE49-F238E27FC236}">
                <a16:creationId xmlns:a16="http://schemas.microsoft.com/office/drawing/2014/main" id="{33B6D3AA-B313-4396-9C10-5E3962E16A2D}"/>
              </a:ext>
            </a:extLst>
          </p:cNvPr>
          <p:cNvSpPr>
            <a:spLocks xmlns:a="http://schemas.openxmlformats.org/drawingml/2006/main" noGrp="1"/>
          </p:cNvSpPr>
          <p:nvPr/>
        </p:nvSpPr>
        <p:spPr>
          <a:xfrm xmlns:a="http://schemas.openxmlformats.org/drawingml/2006/main">
            <a:off x="8763000" y="417195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5" name="시작 포함 · 끝 제외">
            <a:extLst xmlns:a="http://schemas.openxmlformats.org/drawingml/2006/main">
              <a:ext uri="{FF2B5EF4-FFF2-40B4-BE49-F238E27FC236}">
                <a16:creationId xmlns:a16="http://schemas.microsoft.com/office/drawing/2014/main" id="{69B27CF5-2042-4A78-9B4C-52D52787B640}"/>
              </a:ext>
            </a:extLst>
          </p:cNvPr>
          <p:cNvSpPr>
            <a:spLocks xmlns:a="http://schemas.openxmlformats.org/drawingml/2006/main" noGrp="1"/>
          </p:cNvSpPr>
          <p:nvPr/>
        </p:nvSpPr>
        <p:spPr>
          <a:xfrm xmlns:a="http://schemas.openxmlformats.org/drawingml/2006/main">
            <a:off x="8763000" y="4552950"/>
            <a:ext cx="2628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시작 포함 · 끝 제외</a:t>
            </a:r>
          </a:p>
        </p:txBody>
      </p:sp>
      <p:sp>
        <p:nvSpPr>
          <p:cNvPr id="26" name="AGENTS.md가 필요한 상세 문서의 위치를 안내한다">
            <a:extLst xmlns:a="http://schemas.openxmlformats.org/drawingml/2006/main">
              <a:ext uri="{FF2B5EF4-FFF2-40B4-BE49-F238E27FC236}">
                <a16:creationId xmlns:a16="http://schemas.microsoft.com/office/drawing/2014/main" id="{3B952916-7635-42E6-A653-F33C049DBB3B}"/>
              </a:ext>
            </a:extLst>
          </p:cNvPr>
          <p:cNvSpPr>
            <a:spLocks xmlns:a="http://schemas.openxmlformats.org/drawingml/2006/main" noGrp="1"/>
          </p:cNvSpPr>
          <p:nvPr/>
        </p:nvSpPr>
        <p:spPr>
          <a:xfrm xmlns:a="http://schemas.openxmlformats.org/drawingml/2006/main">
            <a:off x="609600" y="50673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AGENTS.md가 필요한 상세 문서의 위치를 안내한다</a:t>
            </a:r>
          </a:p>
        </p:txBody>
      </p:sp>
      <p:sp>
        <p:nvSpPr>
          <p:cNvPr id="27" name="C++도 같은 흐름: 공통 제약 확인 → 해당 알고리즘 명세">
            <a:extLst xmlns:a="http://schemas.openxmlformats.org/drawingml/2006/main">
              <a:ext uri="{FF2B5EF4-FFF2-40B4-BE49-F238E27FC236}">
                <a16:creationId xmlns:a16="http://schemas.microsoft.com/office/drawing/2014/main" id="{BBC66616-0435-48EA-A733-C265192B64C9}"/>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C++도 같은 흐름: 공통 제약 확인 → 해당 알고리즘 명세</a:t>
            </a:r>
          </a:p>
        </p:txBody>
      </p:sp>
      <p:sp>
        <p:nvSpPr>
          <p:cNvPr id="28" name="Legacy module connection">
            <a:extLst xmlns:a="http://schemas.openxmlformats.org/drawingml/2006/main">
              <a:ext uri="{FF2B5EF4-FFF2-40B4-BE49-F238E27FC236}">
                <a16:creationId xmlns:a16="http://schemas.microsoft.com/office/drawing/2014/main" id="{9BFCD534-57EA-4B0E-A872-30860646EF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00149265"/>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기본 안내와 작업별 상세">
            <a:extLst xmlns:a="http://schemas.openxmlformats.org/drawingml/2006/main">
              <a:ext uri="{FF2B5EF4-FFF2-40B4-BE49-F238E27FC236}">
                <a16:creationId xmlns:a16="http://schemas.microsoft.com/office/drawing/2014/main" id="{22F34DFE-07F9-4471-AC8E-56CDF469B2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기본 안내와 작업별 상세</a:t>
            </a:r>
          </a:p>
        </p:txBody>
      </p:sp>
      <p:sp>
        <p:nvSpPr>
          <p:cNvPr id="2" name="S41">
            <a:extLst xmlns:a="http://schemas.openxmlformats.org/drawingml/2006/main">
              <a:ext uri="{FF2B5EF4-FFF2-40B4-BE49-F238E27FC236}">
                <a16:creationId xmlns:a16="http://schemas.microsoft.com/office/drawing/2014/main" id="{D7072255-3EF8-4877-953C-19E6B209A5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에는 무엇을 남길까?">
            <a:extLst xmlns:a="http://schemas.openxmlformats.org/drawingml/2006/main">
              <a:ext uri="{FF2B5EF4-FFF2-40B4-BE49-F238E27FC236}">
                <a16:creationId xmlns:a16="http://schemas.microsoft.com/office/drawing/2014/main" id="{37589395-0C26-4336-A6B2-B383315C64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D01413F5-633D-4A4F-AF1A-155AD6E815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배치 모델 · 보존된 문서의 요약 · 실제 자동 로딩 결과가 아님">
            <a:extLst xmlns:a="http://schemas.openxmlformats.org/drawingml/2006/main">
              <a:ext uri="{FF2B5EF4-FFF2-40B4-BE49-F238E27FC236}">
                <a16:creationId xmlns:a16="http://schemas.microsoft.com/office/drawing/2014/main" id="{DE9C215F-8F29-476C-9E17-9B8E71C3E2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배치 모델 · 보존된 문서의 요약 · 실제 자동 로딩 결과가 아님</a:t>
            </a:r>
          </a:p>
        </p:txBody>
      </p:sp>
      <p:sp>
        <p:nvSpPr>
          <p:cNvPr id="6" name="상세 정보 접근·성능 향상·토큰 절약을 이 그림으로 검증하지 않음">
            <a:extLst xmlns:a="http://schemas.openxmlformats.org/drawingml/2006/main">
              <a:ext uri="{FF2B5EF4-FFF2-40B4-BE49-F238E27FC236}">
                <a16:creationId xmlns:a16="http://schemas.microsoft.com/office/drawing/2014/main" id="{C1C7AE7F-2DBA-4881-B028-5A686ACDFB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상세 정보 접근·성능 향상·토큰 절약을 이 그림으로 검증하지 않음</a:t>
            </a:r>
          </a:p>
        </p:txBody>
      </p:sp>
      <p:sp>
        <p:nvSpPr>
          <p:cNvPr id="7" name="여러 작업에 공통인가, 특정 작업의 상세인가?">
            <a:extLst xmlns:a="http://schemas.openxmlformats.org/drawingml/2006/main">
              <a:ext uri="{FF2B5EF4-FFF2-40B4-BE49-F238E27FC236}">
                <a16:creationId xmlns:a16="http://schemas.microsoft.com/office/drawing/2014/main" id="{DCE39607-26CA-4D22-AC74-D94F26B746E8}"/>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여러 작업에 공통인가, 특정 작업의 상세인가?</a:t>
            </a:r>
          </a:p>
        </p:txBody>
      </p:sp>
      <p:sp>
        <p:nvSpPr>
          <p:cNvPr id="8" name="항상 남길 기본 안내">
            <a:extLst xmlns:a="http://schemas.openxmlformats.org/drawingml/2006/main">
              <a:ext uri="{FF2B5EF4-FFF2-40B4-BE49-F238E27FC236}">
                <a16:creationId xmlns:a16="http://schemas.microsoft.com/office/drawing/2014/main" id="{034BF3E0-E5B5-4828-BA0D-304DBDA67E44}"/>
              </a:ext>
            </a:extLst>
          </p:cNvPr>
          <p:cNvSpPr>
            <a:spLocks xmlns:a="http://schemas.openxmlformats.org/drawingml/2006/main" noGrp="1"/>
          </p:cNvSpPr>
          <p:nvPr/>
        </p:nvSpPr>
        <p:spPr>
          <a:xfrm xmlns:a="http://schemas.openxmlformats.org/drawingml/2006/main">
            <a:off x="609600" y="2381250"/>
            <a:ext cx="4857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항상 남길 기본 안내</a:t>
            </a:r>
          </a:p>
        </p:txBody>
      </p:sp>
      <p:sp>
        <p:nvSpPr>
          <p:cNvPr id="9" name="관련 작업에서 확인할 상세">
            <a:extLst xmlns:a="http://schemas.openxmlformats.org/drawingml/2006/main">
              <a:ext uri="{FF2B5EF4-FFF2-40B4-BE49-F238E27FC236}">
                <a16:creationId xmlns:a16="http://schemas.microsoft.com/office/drawing/2014/main" id="{3F9F9C13-B3FE-4C61-84EC-B5EBF53E68ED}"/>
              </a:ext>
            </a:extLst>
          </p:cNvPr>
          <p:cNvSpPr>
            <a:spLocks xmlns:a="http://schemas.openxmlformats.org/drawingml/2006/main" noGrp="1"/>
          </p:cNvSpPr>
          <p:nvPr/>
        </p:nvSpPr>
        <p:spPr>
          <a:xfrm xmlns:a="http://schemas.openxmlformats.org/drawingml/2006/main">
            <a:off x="6419850" y="2381250"/>
            <a:ext cx="516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작업에서 확인할 상세</a:t>
            </a:r>
          </a:p>
        </p:txBody>
      </p:sp>
      <p:sp>
        <p:nvSpPr>
          <p:cNvPr id="10" name="">
            <a:extLst xmlns:a="http://schemas.openxmlformats.org/drawingml/2006/main">
              <a:ext uri="{FF2B5EF4-FFF2-40B4-BE49-F238E27FC236}">
                <a16:creationId xmlns:a16="http://schemas.microsoft.com/office/drawing/2014/main" id="{97A1D212-4432-490C-875C-7FF8AEEA9253}"/>
              </a:ext>
            </a:extLst>
          </p:cNvPr>
          <p:cNvSpPr>
            <a:spLocks xmlns:a="http://schemas.openxmlformats.org/drawingml/2006/main" noGrp="1"/>
          </p:cNvSpPr>
          <p:nvPr/>
        </p:nvSpPr>
        <p:spPr>
          <a:xfrm xmlns:a="http://schemas.openxmlformats.org/drawingml/2006/main">
            <a:off x="609600" y="2819400"/>
            <a:ext cx="4857750" cy="21907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1" name="AGENTS.md">
            <a:extLst xmlns:a="http://schemas.openxmlformats.org/drawingml/2006/main">
              <a:ext uri="{FF2B5EF4-FFF2-40B4-BE49-F238E27FC236}">
                <a16:creationId xmlns:a16="http://schemas.microsoft.com/office/drawing/2014/main" id="{70CD26B8-AB71-4377-9376-8D0122B0641B}"/>
              </a:ext>
            </a:extLst>
          </p:cNvPr>
          <p:cNvSpPr>
            <a:spLocks xmlns:a="http://schemas.openxmlformats.org/drawingml/2006/main" noGrp="1"/>
          </p:cNvSpPr>
          <p:nvPr/>
        </p:nvSpPr>
        <p:spPr>
          <a:xfrm xmlns:a="http://schemas.openxmlformats.org/drawingml/2006/main">
            <a:off x="838200" y="2924175"/>
            <a:ext cx="4400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Consolas"/>
                <a:ea typeface="Consolas"/>
                <a:cs typeface="Consolas"/>
              </a:defRPr>
            </a:defPPr>
            <a:lvl1pPr algn="l">
              <a:defRPr sz="2250" b="1">
                <a:solidFill>
                  <a:srgbClr val="0B6172"/>
                </a:solidFill>
                <a:latin typeface="Consolas"/>
                <a:ea typeface="Consolas"/>
                <a:cs typeface="Consolas"/>
              </a:defRPr>
            </a:lvl1pPr>
            <a:lvl2pPr algn="l">
              <a:defRPr sz="2250" b="1">
                <a:solidFill>
                  <a:srgbClr val="0B6172"/>
                </a:solidFill>
                <a:latin typeface="Consolas"/>
                <a:ea typeface="Consolas"/>
                <a:cs typeface="Consolas"/>
              </a:defRPr>
            </a:lvl2pPr>
            <a:lvl3pPr algn="l">
              <a:defRPr sz="2250" b="1">
                <a:solidFill>
                  <a:srgbClr val="0B6172"/>
                </a:solidFill>
                <a:latin typeface="Consolas"/>
                <a:ea typeface="Consolas"/>
                <a:cs typeface="Consolas"/>
              </a:defRPr>
            </a:lvl3pPr>
            <a:lvl4pPr algn="l">
              <a:defRPr sz="2250" b="1">
                <a:solidFill>
                  <a:srgbClr val="0B6172"/>
                </a:solidFill>
                <a:latin typeface="Consolas"/>
                <a:ea typeface="Consolas"/>
                <a:cs typeface="Consolas"/>
              </a:defRPr>
            </a:lvl4pPr>
            <a:lvl5pPr algn="l">
              <a:defRPr sz="2250" b="1">
                <a:solidFill>
                  <a:srgbClr val="0B6172"/>
                </a:solidFill>
                <a:latin typeface="Consolas"/>
                <a:ea typeface="Consolas"/>
                <a:cs typeface="Consolas"/>
              </a:defRPr>
            </a:lvl5pPr>
            <a:lvl6pPr algn="l">
              <a:defRPr sz="2250" b="1">
                <a:solidFill>
                  <a:srgbClr val="0B6172"/>
                </a:solidFill>
                <a:latin typeface="Consolas"/>
                <a:ea typeface="Consolas"/>
                <a:cs typeface="Consolas"/>
              </a:defRPr>
            </a:lvl6pPr>
            <a:lvl7pPr algn="l">
              <a:defRPr sz="2250" b="1">
                <a:solidFill>
                  <a:srgbClr val="0B6172"/>
                </a:solidFill>
                <a:latin typeface="Consolas"/>
                <a:ea typeface="Consolas"/>
                <a:cs typeface="Consolas"/>
              </a:defRPr>
            </a:lvl7pPr>
            <a:lvl8pPr algn="l">
              <a:defRPr sz="2250" b="1">
                <a:solidFill>
                  <a:srgbClr val="0B6172"/>
                </a:solidFill>
                <a:latin typeface="Consolas"/>
                <a:ea typeface="Consolas"/>
                <a:cs typeface="Consolas"/>
              </a:defRPr>
            </a:lvl8pPr>
            <a:lvl9pPr algn="l">
              <a:defRPr sz="2250" b="1">
                <a:solidFill>
                  <a:srgbClr val="0B6172"/>
                </a:solidFill>
                <a:latin typeface="Consolas"/>
                <a:ea typeface="Consolas"/>
                <a:cs typeface="Consolas"/>
              </a:defRPr>
            </a:lvl9pPr>
          </a:lstStyle>
          <a:p xmlns:a="http://schemas.openxmlformats.org/drawingml/2006/main">
            <a:pPr algn="l">
              <a:defRPr sz="2250" b="1">
                <a:solidFill>
                  <a:srgbClr val="0B6172"/>
                </a:solidFill>
                <a:latin typeface="Consolas"/>
                <a:ea typeface="Consolas"/>
                <a:cs typeface="Consolas"/>
              </a:defRPr>
            </a:pPr>
            <a:r>
              <a:rPr sz="2250" b="1">
                <a:solidFill>
                  <a:srgbClr val="0B6172"/>
                </a:solidFill>
                <a:latin typeface="Consolas"/>
                <a:ea typeface="Consolas"/>
                <a:cs typeface="Consolas"/>
              </a:rPr>
              <a:t>AGENTS.md</a:t>
            </a:r>
          </a:p>
        </p:txBody>
      </p:sp>
      <p:sp>
        <p:nvSpPr>
          <p:cNvPr id="12" name="목적">
            <a:extLst xmlns:a="http://schemas.openxmlformats.org/drawingml/2006/main">
              <a:ext uri="{FF2B5EF4-FFF2-40B4-BE49-F238E27FC236}">
                <a16:creationId xmlns:a16="http://schemas.microsoft.com/office/drawing/2014/main" id="{BE804D91-C9BD-4F08-9844-6E96BD18120A}"/>
              </a:ext>
            </a:extLst>
          </p:cNvPr>
          <p:cNvSpPr>
            <a:spLocks xmlns:a="http://schemas.openxmlformats.org/drawingml/2006/main" noGrp="1"/>
          </p:cNvSpPr>
          <p:nvPr/>
        </p:nvSpPr>
        <p:spPr>
          <a:xfrm xmlns:a="http://schemas.openxmlformats.org/drawingml/2006/main">
            <a:off x="838200" y="34480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목적</a:t>
            </a:r>
          </a:p>
        </p:txBody>
      </p:sp>
      <p:sp>
        <p:nvSpPr>
          <p:cNvPr id="13" name="로컬 흑백 이미지 처리 CLI">
            <a:extLst xmlns:a="http://schemas.openxmlformats.org/drawingml/2006/main">
              <a:ext uri="{FF2B5EF4-FFF2-40B4-BE49-F238E27FC236}">
                <a16:creationId xmlns:a16="http://schemas.microsoft.com/office/drawing/2014/main" id="{B59DF238-44CE-4293-B2A7-4E48117671F4}"/>
              </a:ext>
            </a:extLst>
          </p:cNvPr>
          <p:cNvSpPr>
            <a:spLocks xmlns:a="http://schemas.openxmlformats.org/drawingml/2006/main" noGrp="1"/>
          </p:cNvSpPr>
          <p:nvPr/>
        </p:nvSpPr>
        <p:spPr>
          <a:xfrm xmlns:a="http://schemas.openxmlformats.org/drawingml/2006/main">
            <a:off x="1619250" y="34480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로컬 흑백 이미지 처리 CLI</a:t>
            </a:r>
          </a:p>
        </p:txBody>
      </p:sp>
      <p:sp>
        <p:nvSpPr>
          <p:cNvPr id="14" name="제약">
            <a:extLst xmlns:a="http://schemas.openxmlformats.org/drawingml/2006/main">
              <a:ext uri="{FF2B5EF4-FFF2-40B4-BE49-F238E27FC236}">
                <a16:creationId xmlns:a16="http://schemas.microsoft.com/office/drawing/2014/main" id="{9D0A7F3B-A821-4B1C-9990-3D34D514E5F7}"/>
              </a:ext>
            </a:extLst>
          </p:cNvPr>
          <p:cNvSpPr>
            <a:spLocks xmlns:a="http://schemas.openxmlformats.org/drawingml/2006/main" noGrp="1"/>
          </p:cNvSpPr>
          <p:nvPr/>
        </p:nvSpPr>
        <p:spPr>
          <a:xfrm xmlns:a="http://schemas.openxmlformats.org/drawingml/2006/main">
            <a:off x="838200" y="38671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제약</a:t>
            </a:r>
          </a:p>
        </p:txBody>
      </p:sp>
      <p:sp>
        <p:nvSpPr>
          <p:cNvPr id="15" name="요청 밖의 기존 동작 보존">
            <a:extLst xmlns:a="http://schemas.openxmlformats.org/drawingml/2006/main">
              <a:ext uri="{FF2B5EF4-FFF2-40B4-BE49-F238E27FC236}">
                <a16:creationId xmlns:a16="http://schemas.microsoft.com/office/drawing/2014/main" id="{132B347E-633B-47AB-A851-2476F303AF05}"/>
              </a:ext>
            </a:extLst>
          </p:cNvPr>
          <p:cNvSpPr>
            <a:spLocks xmlns:a="http://schemas.openxmlformats.org/drawingml/2006/main" noGrp="1"/>
          </p:cNvSpPr>
          <p:nvPr/>
        </p:nvSpPr>
        <p:spPr>
          <a:xfrm xmlns:a="http://schemas.openxmlformats.org/drawingml/2006/main">
            <a:off x="1619250" y="38671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요청 밖의 기존 동작 보존</a:t>
            </a:r>
          </a:p>
        </p:txBody>
      </p:sp>
      <p:sp>
        <p:nvSpPr>
          <p:cNvPr id="16" name="안내">
            <a:extLst xmlns:a="http://schemas.openxmlformats.org/drawingml/2006/main">
              <a:ext uri="{FF2B5EF4-FFF2-40B4-BE49-F238E27FC236}">
                <a16:creationId xmlns:a16="http://schemas.microsoft.com/office/drawing/2014/main" id="{9489CDBB-963B-4E6D-A8D6-261C56DCE65E}"/>
              </a:ext>
            </a:extLst>
          </p:cNvPr>
          <p:cNvSpPr>
            <a:spLocks xmlns:a="http://schemas.openxmlformats.org/drawingml/2006/main" noGrp="1"/>
          </p:cNvSpPr>
          <p:nvPr/>
        </p:nvSpPr>
        <p:spPr>
          <a:xfrm xmlns:a="http://schemas.openxmlformats.org/drawingml/2006/main">
            <a:off x="838200" y="42862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안내</a:t>
            </a:r>
          </a:p>
        </p:txBody>
      </p:sp>
      <p:sp>
        <p:nvSpPr>
          <p:cNvPr id="17" name="빌드·검증 시작점&#10;관련 상세 문서 위치">
            <a:extLst xmlns:a="http://schemas.openxmlformats.org/drawingml/2006/main">
              <a:ext uri="{FF2B5EF4-FFF2-40B4-BE49-F238E27FC236}">
                <a16:creationId xmlns:a16="http://schemas.microsoft.com/office/drawing/2014/main" id="{DE2FD355-866A-4E5E-B961-F436AE7380B8}"/>
              </a:ext>
            </a:extLst>
          </p:cNvPr>
          <p:cNvSpPr>
            <a:spLocks xmlns:a="http://schemas.openxmlformats.org/drawingml/2006/main" noGrp="1"/>
          </p:cNvSpPr>
          <p:nvPr/>
        </p:nvSpPr>
        <p:spPr>
          <a:xfrm xmlns:a="http://schemas.openxmlformats.org/drawingml/2006/main">
            <a:off x="1619250" y="4286250"/>
            <a:ext cx="3619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빌드·검증 시작점</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관련 상세 문서 위치</a:t>
            </a:r>
          </a:p>
        </p:txBody>
      </p:sp>
      <p:sp>
        <p:nvSpPr>
          <p:cNvPr id="18" name="">
            <a:extLst xmlns:a="http://schemas.openxmlformats.org/drawingml/2006/main">
              <a:ext uri="{FF2B5EF4-FFF2-40B4-BE49-F238E27FC236}">
                <a16:creationId xmlns:a16="http://schemas.microsoft.com/office/drawing/2014/main" id="{2E5C883B-6AE1-4F24-A30E-4D8ABD185F39}"/>
              </a:ext>
            </a:extLst>
          </p:cNvPr>
          <p:cNvSpPr>
            <a:spLocks xmlns:a="http://schemas.openxmlformats.org/drawingml/2006/main" noGrp="1"/>
          </p:cNvSpPr>
          <p:nvPr/>
        </p:nvSpPr>
        <p:spPr>
          <a:xfrm xmlns:a="http://schemas.openxmlformats.org/drawingml/2006/main">
            <a:off x="6419850" y="2819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9" name="docs/architecture.md">
            <a:extLst xmlns:a="http://schemas.openxmlformats.org/drawingml/2006/main">
              <a:ext uri="{FF2B5EF4-FFF2-40B4-BE49-F238E27FC236}">
                <a16:creationId xmlns:a16="http://schemas.microsoft.com/office/drawing/2014/main" id="{C79E58B3-55B3-476A-B497-A761026B1C81}"/>
              </a:ext>
            </a:extLst>
          </p:cNvPr>
          <p:cNvSpPr>
            <a:spLocks xmlns:a="http://schemas.openxmlformats.org/drawingml/2006/main" noGrp="1"/>
          </p:cNvSpPr>
          <p:nvPr/>
        </p:nvSpPr>
        <p:spPr>
          <a:xfrm xmlns:a="http://schemas.openxmlformats.org/drawingml/2006/main">
            <a:off x="6648450" y="2876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0" name="구조 확인: 처리 순서 · 모듈 역할">
            <a:extLst xmlns:a="http://schemas.openxmlformats.org/drawingml/2006/main">
              <a:ext uri="{FF2B5EF4-FFF2-40B4-BE49-F238E27FC236}">
                <a16:creationId xmlns:a16="http://schemas.microsoft.com/office/drawing/2014/main" id="{7812D6BF-9508-4AD2-A695-8C7DB5B0A5A7}"/>
              </a:ext>
            </a:extLst>
          </p:cNvPr>
          <p:cNvSpPr>
            <a:spLocks xmlns:a="http://schemas.openxmlformats.org/drawingml/2006/main" noGrp="1"/>
          </p:cNvSpPr>
          <p:nvPr/>
        </p:nvSpPr>
        <p:spPr>
          <a:xfrm xmlns:a="http://schemas.openxmlformats.org/drawingml/2006/main">
            <a:off x="6648450" y="3181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구조 확인: 처리 순서 · 모듈 역할</a:t>
            </a:r>
          </a:p>
        </p:txBody>
      </p:sp>
      <p:sp>
        <p:nvSpPr>
          <p:cNvPr id="21" name="">
            <a:extLst xmlns:a="http://schemas.openxmlformats.org/drawingml/2006/main">
              <a:ext uri="{FF2B5EF4-FFF2-40B4-BE49-F238E27FC236}">
                <a16:creationId xmlns:a16="http://schemas.microsoft.com/office/drawing/2014/main" id="{82F5CAB5-8133-4D83-9E02-4D5BFCBF9A22}"/>
              </a:ext>
            </a:extLst>
          </p:cNvPr>
          <p:cNvSpPr>
            <a:spLocks xmlns:a="http://schemas.openxmlformats.org/drawingml/2006/main" noGrp="1"/>
          </p:cNvSpPr>
          <p:nvPr/>
        </p:nvSpPr>
        <p:spPr>
          <a:xfrm xmlns:a="http://schemas.openxmlformats.org/drawingml/2006/main">
            <a:off x="6419850" y="3581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image-contracts.md">
            <a:extLst xmlns:a="http://schemas.openxmlformats.org/drawingml/2006/main">
              <a:ext uri="{FF2B5EF4-FFF2-40B4-BE49-F238E27FC236}">
                <a16:creationId xmlns:a16="http://schemas.microsoft.com/office/drawing/2014/main" id="{682F3D88-85BE-44EF-BD23-0C2BBCD7496C}"/>
              </a:ext>
            </a:extLst>
          </p:cNvPr>
          <p:cNvSpPr>
            <a:spLocks xmlns:a="http://schemas.openxmlformats.org/drawingml/2006/main" noGrp="1"/>
          </p:cNvSpPr>
          <p:nvPr/>
        </p:nvSpPr>
        <p:spPr>
          <a:xfrm xmlns:a="http://schemas.openxmlformats.org/drawingml/2006/main">
            <a:off x="6648450" y="3638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23" name="이미지 동작 확인: crop·resize 명세">
            <a:extLst xmlns:a="http://schemas.openxmlformats.org/drawingml/2006/main">
              <a:ext uri="{FF2B5EF4-FFF2-40B4-BE49-F238E27FC236}">
                <a16:creationId xmlns:a16="http://schemas.microsoft.com/office/drawing/2014/main" id="{B22088B2-077F-48FB-9CF8-6EF000152771}"/>
              </a:ext>
            </a:extLst>
          </p:cNvPr>
          <p:cNvSpPr>
            <a:spLocks xmlns:a="http://schemas.openxmlformats.org/drawingml/2006/main" noGrp="1"/>
          </p:cNvSpPr>
          <p:nvPr/>
        </p:nvSpPr>
        <p:spPr>
          <a:xfrm xmlns:a="http://schemas.openxmlformats.org/drawingml/2006/main">
            <a:off x="6648450" y="3943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확인: crop·resize 명세</a:t>
            </a:r>
          </a:p>
        </p:txBody>
      </p:sp>
      <p:sp>
        <p:nvSpPr>
          <p:cNvPr id="24" name="">
            <a:extLst xmlns:a="http://schemas.openxmlformats.org/drawingml/2006/main">
              <a:ext uri="{FF2B5EF4-FFF2-40B4-BE49-F238E27FC236}">
                <a16:creationId xmlns:a16="http://schemas.microsoft.com/office/drawing/2014/main" id="{93015959-2CB7-40BD-8C1D-683BCDD692C5}"/>
              </a:ext>
            </a:extLst>
          </p:cNvPr>
          <p:cNvSpPr>
            <a:spLocks xmlns:a="http://schemas.openxmlformats.org/drawingml/2006/main" noGrp="1"/>
          </p:cNvSpPr>
          <p:nvPr/>
        </p:nvSpPr>
        <p:spPr>
          <a:xfrm xmlns:a="http://schemas.openxmlformats.org/drawingml/2006/main">
            <a:off x="6419850" y="4343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5" name="docs/testing.md">
            <a:extLst xmlns:a="http://schemas.openxmlformats.org/drawingml/2006/main">
              <a:ext uri="{FF2B5EF4-FFF2-40B4-BE49-F238E27FC236}">
                <a16:creationId xmlns:a16="http://schemas.microsoft.com/office/drawing/2014/main" id="{A9DD51D4-5FF0-4FC9-ADBE-EACA45F69F36}"/>
              </a:ext>
            </a:extLst>
          </p:cNvPr>
          <p:cNvSpPr>
            <a:spLocks xmlns:a="http://schemas.openxmlformats.org/drawingml/2006/main" noGrp="1"/>
          </p:cNvSpPr>
          <p:nvPr/>
        </p:nvSpPr>
        <p:spPr>
          <a:xfrm xmlns:a="http://schemas.openxmlformats.org/drawingml/2006/main">
            <a:off x="6648450" y="4400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26" name="검증 범위 확인: 관련 테스트 위치">
            <a:extLst xmlns:a="http://schemas.openxmlformats.org/drawingml/2006/main">
              <a:ext uri="{FF2B5EF4-FFF2-40B4-BE49-F238E27FC236}">
                <a16:creationId xmlns:a16="http://schemas.microsoft.com/office/drawing/2014/main" id="{B58BC4EB-2592-431B-8AA9-0A830FE92ECF}"/>
              </a:ext>
            </a:extLst>
          </p:cNvPr>
          <p:cNvSpPr>
            <a:spLocks xmlns:a="http://schemas.openxmlformats.org/drawingml/2006/main" noGrp="1"/>
          </p:cNvSpPr>
          <p:nvPr/>
        </p:nvSpPr>
        <p:spPr>
          <a:xfrm xmlns:a="http://schemas.openxmlformats.org/drawingml/2006/main">
            <a:off x="6648450" y="4705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범위 확인: 관련 테스트 위치</a:t>
            </a:r>
          </a:p>
        </p:txBody>
      </p:sp>
      <p:sp>
        <p:nvSpPr>
          <p:cNvPr id="27" name="공통 안내는 AGENTS.md에, 작업별 세부사항은 연결된 문서에">
            <a:extLst xmlns:a="http://schemas.openxmlformats.org/drawingml/2006/main">
              <a:ext uri="{FF2B5EF4-FFF2-40B4-BE49-F238E27FC236}">
                <a16:creationId xmlns:a16="http://schemas.microsoft.com/office/drawing/2014/main" id="{D17B5B93-9FCF-4FF6-9BE1-70B7BA66A68B}"/>
              </a:ext>
            </a:extLst>
          </p:cNvPr>
          <p:cNvSpPr>
            <a:spLocks xmlns:a="http://schemas.openxmlformats.org/drawingml/2006/main" noGrp="1"/>
          </p:cNvSpPr>
          <p:nvPr/>
        </p:nvSpPr>
        <p:spPr>
          <a:xfrm xmlns:a="http://schemas.openxmlformats.org/drawingml/2006/main">
            <a:off x="609600" y="50958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공통 안내는 AGENTS.md에, 작업별 세부사항은 연결된 문서에</a:t>
            </a:r>
          </a:p>
        </p:txBody>
      </p:sp>
      <p:sp>
        <p:nvSpPr>
          <p:cNvPr id="28" name="C++: 빌드·검증 진입점 / 공통 제약 → 알고리즘 명세 / 하드웨어 조건">
            <a:extLst xmlns:a="http://schemas.openxmlformats.org/drawingml/2006/main">
              <a:ext uri="{FF2B5EF4-FFF2-40B4-BE49-F238E27FC236}">
                <a16:creationId xmlns:a16="http://schemas.microsoft.com/office/drawing/2014/main" id="{D3896531-0F54-4E49-8743-94A91DFDE9DA}"/>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빌드·검증 진입점 / 공통 제약 → 알고리즘 명세 / 하드웨어 조건</a:t>
            </a:r>
          </a:p>
        </p:txBody>
      </p:sp>
      <p:sp>
        <p:nvSpPr>
          <p:cNvPr id="29" name="Legacy module connection">
            <a:extLst xmlns:a="http://schemas.openxmlformats.org/drawingml/2006/main">
              <a:ext uri="{FF2B5EF4-FFF2-40B4-BE49-F238E27FC236}">
                <a16:creationId xmlns:a16="http://schemas.microsoft.com/office/drawing/2014/main" id="{435AFA0E-26B9-4110-8D30-E428607265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74986805"/>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EBD56A95-67A0-4BCD-9F96-B54B368D7F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2">
            <a:extLst xmlns:a="http://schemas.openxmlformats.org/drawingml/2006/main">
              <a:ext uri="{FF2B5EF4-FFF2-40B4-BE49-F238E27FC236}">
                <a16:creationId xmlns:a16="http://schemas.microsoft.com/office/drawing/2014/main" id="{73B91F9C-A370-4654-A64D-B5673C3BBD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931F7A58-D429-4B4D-9BEE-8C7DAADB25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8E23E6DD-C49B-4AA1-9324-DF6D019268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4AF21C5F-135A-4B5E-B634-FC2878CED4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E56193AF-BF13-4FF3-A5EC-7B2F5086BA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한 파일에 모인 정보를 어떻게 나눴을까?">
            <a:extLst xmlns:a="http://schemas.openxmlformats.org/drawingml/2006/main">
              <a:ext uri="{FF2B5EF4-FFF2-40B4-BE49-F238E27FC236}">
                <a16:creationId xmlns:a16="http://schemas.microsoft.com/office/drawing/2014/main" id="{8CB19620-2C4D-4F07-BF38-904DA233ADF3}"/>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한 파일에 모인 정보를 어떻게 나눴을까?</a:t>
            </a:r>
          </a:p>
        </p:txBody>
      </p:sp>
      <p:sp>
        <p:nvSpPr>
          <p:cNvPr id="8" name="분리 전 · 한 문서에 함께">
            <a:extLst xmlns:a="http://schemas.openxmlformats.org/drawingml/2006/main">
              <a:ext uri="{FF2B5EF4-FFF2-40B4-BE49-F238E27FC236}">
                <a16:creationId xmlns:a16="http://schemas.microsoft.com/office/drawing/2014/main" id="{D025F328-63F2-4BDE-B9BD-CA6367EE9684}"/>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32432130-3A0F-47CC-BDC0-C4054497C442}"/>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E55B7FB1-FB28-4FC4-A6D1-87A2CB7CB312}"/>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FCA57252-6A6F-4E39-9ADE-44A34427AD50}"/>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232A247D-9186-486E-AFC1-2EA8632A1408}"/>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699302C9-FB42-4193-8F16-51793757E524}"/>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E1F42641-4C7F-4330-985E-B39689922DF9}"/>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E42B26B1-4F09-415A-ADE3-6DE899AC9933}"/>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B5BCEE69-8F53-49E2-AB25-5CC4CEA28ABD}"/>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F64BA1C4-0928-492E-9DA9-7933205273FB}"/>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978B3D0-1A8F-41FA-818C-8CBF7EA9B4FA}"/>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873B8DB1-404C-42AA-BC8A-7839B397A93B}"/>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D74004E2-7A36-4376-BCD1-4ADBA2C2F720}"/>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8277C655-FF61-42DA-B5EF-5143D6DE0DF5}"/>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98B383DC-EF06-4C60-ABB4-2F20F2FF5B0F}"/>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CD20CF93-5F49-4B2F-81EA-BB2E674FB082}"/>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5AD4B4CD-0CB9-405D-86D5-F0FB757935A1}"/>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DE49C3B6-9136-4C4C-8CE0-1F6C2188B8AD}"/>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E02A5535-92F9-42CC-B9B9-AED22DC566F3}"/>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8D7EE532-E5E6-4979-8596-21B5F152BBFE}"/>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B463DEE9-71E4-42B4-8CA5-69C0467DE881}"/>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E6EF5538-49CA-43C4-8030-C7D5F76A0208}"/>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C30FB245-CD2E-4365-8C44-4D7817D8859D}"/>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467D2742-B40C-49D5-A14E-7B8CE090BA91}"/>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FACCF575-54CF-4384-A5D5-994079586191}"/>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5C7EDFEA-C3F1-4BFE-B360-B81333240083}"/>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957AB194-43F8-4194-B302-AC764FA841E0}"/>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271AA2DC-0F18-451D-A738-DE58629669BC}"/>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6C7B4A66-AEF4-4F63-A5D1-AE00D0B6A1A8}"/>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6A3F2D65-C22E-4A84-B623-DA02CD3E6BE9}"/>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399715AF-62DF-4E15-B513-862D9E638838}"/>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FB70937E-6BF2-44B9-9A44-38AB6FAF8D19}"/>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도 기본 제약은 입구에, 알고리즘·모듈·하드웨어 상세는 관련 문서에">
            <a:extLst xmlns:a="http://schemas.openxmlformats.org/drawingml/2006/main">
              <a:ext uri="{FF2B5EF4-FFF2-40B4-BE49-F238E27FC236}">
                <a16:creationId xmlns:a16="http://schemas.microsoft.com/office/drawing/2014/main" id="{24DE5C4F-8858-491B-97BE-F29DA2790575}"/>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C++도 기본 제약은 입구에, 알고리즘·모듈·하드웨어 상세는 관련 문서에</a:t>
            </a:r>
          </a:p>
        </p:txBody>
      </p:sp>
      <p:sp>
        <p:nvSpPr>
          <p:cNvPr id="41" name="Legacy module connection">
            <a:extLst xmlns:a="http://schemas.openxmlformats.org/drawingml/2006/main">
              <a:ext uri="{FF2B5EF4-FFF2-40B4-BE49-F238E27FC236}">
                <a16:creationId xmlns:a16="http://schemas.microsoft.com/office/drawing/2014/main" id="{695DA5D7-BA93-401D-AFD4-CF4588766F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3672781"/>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BCA1D1BB-4257-4D4F-A670-C8EF803E32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72EF2714-1447-4943-BF10-D8F093E9C3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E40FEB46-152E-4FE4-8CE0-64970C78F8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8720B74F-126D-41D0-BC95-CC9FD3C1C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EF69829A-F883-4D38-BCE9-07607C3106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56B4BBEE-C0DF-42BC-97AE-536B56DCC8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539CC538-A41B-4C80-86A6-EE18A29C8F2B}"/>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D2F8F693-1022-407F-9484-B1E29EA523E9}"/>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2106C6F7-6F34-4FAF-AA16-6C73DAFCF52D}"/>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A0A4A336-0334-45A5-BAB2-3F085515763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0BD1639E-F361-4A98-A27F-02B4FF6EF527}"/>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6BF59449-3362-49A2-B100-4BB363AD86ED}"/>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370DB559-3FE4-4179-86F5-A4FA4C7E86FA}"/>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0C047BF-2BB0-42D2-8D55-B66CCDC5C140}"/>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7C39AFFB-DDAA-473B-8C50-29070403484D}"/>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994B79C9-FC13-4D22-8955-738069AD87EF}"/>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7D32006B-6943-4411-A476-6E30AA584290}"/>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49EE69DF-1ACA-4927-9AEE-5A2D42F62F9E}"/>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DA5FDC30-6DEB-4BEC-B069-488EDEC74017}"/>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9C7C04CA-F5E6-4033-A05D-844EB630F621}"/>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EA030D2-3656-4A2D-B98D-48580FF0CBAB}"/>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6190A919-DAFB-4437-AD5A-87F112B040E7}"/>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50C31A8E-0DDB-40B7-AD1E-5B4C30455253}"/>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82860F91-1AF2-4BDA-BC2C-12DA81B0F69B}"/>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2AB03D21-3B68-4599-ACE6-0A20159FC7E3}"/>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6B2FFB06-7747-45F5-9AC7-9EAB6033B6C0}"/>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3098B4C0-5923-4AEE-8233-FCA93F711315}"/>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901ECFEB-6D82-4DD0-A244-851786D8D490}"/>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AE5E789E-A86A-4830-9055-CE12EFFCA6B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26033106"/>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497D9E41-AF99-445B-B524-FABE262CB1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78344441-DF14-41C0-805A-1FCB30D46C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02266CAD-9B49-48A5-B568-F79CB7702A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5FCB2623-8020-43DA-A522-BDFC8CCA18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E82BF009-1815-468F-B44D-48BCB54FD5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6F12F655-D2E6-4A71-A1BC-E68F926913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F05CCBA0-8C8D-42D7-984C-CC741D4233D7}"/>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ED8B09D6-DF1C-438B-B37F-A6EE7577E8F2}"/>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535A0694-9C28-454B-AA60-4E677A79BB4D}"/>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6B60E8E1-D93A-458F-B6D7-2B874FCAD37D}"/>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1FD87BBC-DA1B-4715-9F79-94B63062B1AA}"/>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42770ACD-E3B2-4FDC-85D2-A64F4EF45A41}"/>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AC8C9B54-A496-4099-A21D-753DE7C696F3}"/>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135C80E5-AAA2-4E9D-9864-737B68C92485}"/>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6DF6CAC9-A650-47D8-8D47-6A0ECC990C63}"/>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12407AC5-281B-43B4-A829-30DD429CC615}"/>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2BBD176D-EA25-4BFB-8A47-E2B6B47410B5}"/>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DA620A79-E488-4045-A308-4FDBB9F65E4A}"/>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E4C56482-C6D6-4499-A0D5-6A01CA4E3087}"/>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79BB8BCE-8EB5-43F8-9B0E-315A12616E5D}"/>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9A2B593C-31BB-449B-ABE8-29735DEC647B}"/>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05EF8BC3-B4A9-495A-9C7C-D104756C861D}"/>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5F0AAC6C-DC90-428D-96EE-0911E393BB90}"/>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B8EE591A-1F76-4ABC-9A34-7778E92E50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393122417"/>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B7A68062-B12A-47C6-BEA9-7F26708AED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13FD21DD-E15F-41D1-8F0F-489F2EE3ED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70BB5B55-1831-4627-A162-AD2879D439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64794F62-8116-4F87-8966-0A80B1FDF1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E75132FF-699A-4C4C-9793-156D14046E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2A7F1855-12B8-49DB-AFDD-D6D1909C78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CD9DEF3F-8931-4417-BC73-1206FF8F1127}"/>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735E3B30-DE5B-4C74-B9F4-52162A7FD44A}"/>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4A2FA789-53BD-4833-BB49-3E838B3CA604}"/>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33C604CB-6E11-4C02-BBB4-7CA65CB497CC}"/>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335D9064-2D05-4536-9467-D61E0F532C52}"/>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F3656B97-D066-4930-868B-338B98F1B996}"/>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BD79DA19-D9DA-4C9E-A521-12F19790A472}"/>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E1503AEB-5D17-443F-BD8D-CFC8447BAF35}"/>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7CC33870-36FF-4079-A9B4-BFAD552453E6}"/>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C326E495-E451-4D9F-A484-03859CE4DF81}"/>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3447F361-31F2-4AC0-BA64-A47755F95FBD}"/>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B66A21A7-D451-4C12-AAB5-52FF7B9153E9}"/>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B1C33969-0D46-4DC0-80C6-D199650425FA}"/>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F542479D-327D-4671-898A-02712231AD4B}"/>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253E360B-13BB-490F-81A8-A26AD662FC18}"/>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113E1C8D-6FF7-4113-AEFB-B25F4B1D9374}"/>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EC2C666F-C879-4C10-B7A7-4D80D63862AD}"/>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79B29330-F7D2-4F2F-BF52-2E88D83DEF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14429051"/>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D1BB5C35-CC24-43C4-B3ED-9F6FAF1765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96A8C812-01F7-4412-A86E-445B0DAC49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6BD743D6-873D-46AF-A024-D605063E9E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57757DA8-4408-4E86-BE80-DEB6BB06DE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2497C9F7-27C2-43A3-864A-7E93B25C17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BEF159E7-3B27-4D6E-996D-BE8D20578A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BC8D68FB-5291-4039-A9A8-9B81CF467CDC}"/>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EF18AC2A-14FC-4906-AA2C-65B7F487A1EE}"/>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32B9B252-C9AA-43C5-9CE1-859E04D3E58B}"/>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0A6FDB18-7762-434E-92AF-95675FD263AA}"/>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415C7412-EA61-46D6-ADD5-7F93EE76AFA7}"/>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D763BCE0-606C-4A41-8BAA-9B07C5920BC9}"/>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528C189C-EB9B-4B51-8C56-F8D864D3A0B0}"/>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4EA37EDD-1B72-44B1-B4E4-F8BD783152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482847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2026-10-22T01:16:29.3860000Z</dcterms:created>
  <dcterms:modified xsi:type="dcterms:W3CDTF">2026-10-22T01:16:29.3860000Z</dcterms:modified>
</coreProperties>
</file>