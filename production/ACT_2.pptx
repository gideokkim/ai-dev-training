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34452d950b4e7e" /><Relationship Type="http://schemas.openxmlformats.org/officeDocument/2006/relationships/extended-properties" Target="/docProps/app.xml" Id="Rc11fb50403554436" /><Relationship Type="http://schemas.openxmlformats.org/officeDocument/2006/relationships/officeDocument" Target="/ppt/presentation.xml" Id="R480cb02ba76a4352" /></Relationships>
</file>

<file path=ppt/presentation.xml><?xml version="1.0" encoding="utf-8"?>
<p:presentation xmlns:p="http://schemas.openxmlformats.org/presentationml/2006/main">
  <p:sldMasterIdLst>
    <p:sldMasterId xmlns:r="http://schemas.openxmlformats.org/officeDocument/2006/relationships" id="2147483648" r:id="R552d0710407149e6"/>
  </p:sldMasterIdLst>
  <p:notesMasterIdLst>
    <p:notesMasterId xmlns:r="http://schemas.openxmlformats.org/officeDocument/2006/relationships" r:id="Rdcec9c01d6554d9a"/>
  </p:notesMasterIdLst>
  <p:sldIdLst>
    <p:sldId xmlns:r="http://schemas.openxmlformats.org/officeDocument/2006/relationships" id="256" r:id="Raf804605778e4642"/>
    <p:sldId xmlns:r="http://schemas.openxmlformats.org/officeDocument/2006/relationships" id="257" r:id="Re053b84604a6492f"/>
    <p:sldId xmlns:r="http://schemas.openxmlformats.org/officeDocument/2006/relationships" id="258" r:id="R2217e7b5048c4e59"/>
    <p:sldId xmlns:r="http://schemas.openxmlformats.org/officeDocument/2006/relationships" id="259" r:id="Rf7485fd4e6b547b8"/>
    <p:sldId xmlns:r="http://schemas.openxmlformats.org/officeDocument/2006/relationships" id="260" r:id="Rbb210bb01dc64b57"/>
    <p:sldId xmlns:r="http://schemas.openxmlformats.org/officeDocument/2006/relationships" id="261" r:id="Rcaa377a5b78b4de6"/>
    <p:sldId xmlns:r="http://schemas.openxmlformats.org/officeDocument/2006/relationships" id="262" r:id="Rc41365d90b654dce"/>
    <p:sldId xmlns:r="http://schemas.openxmlformats.org/officeDocument/2006/relationships" id="263" r:id="Rf3aaf2a8815643e2"/>
    <p:sldId xmlns:r="http://schemas.openxmlformats.org/officeDocument/2006/relationships" id="264" r:id="Rb86d2fff32f544d3"/>
    <p:sldId xmlns:r="http://schemas.openxmlformats.org/officeDocument/2006/relationships" id="265" r:id="R794f6237d2a24d3c"/>
    <p:sldId xmlns:r="http://schemas.openxmlformats.org/officeDocument/2006/relationships" id="266" r:id="R316db90ec35a4261"/>
    <p:sldId xmlns:r="http://schemas.openxmlformats.org/officeDocument/2006/relationships" id="267" r:id="Rc19de8ae76fb45c6"/>
    <p:sldId xmlns:r="http://schemas.openxmlformats.org/officeDocument/2006/relationships" id="268" r:id="R47fc502d0a7141a4"/>
    <p:sldId xmlns:r="http://schemas.openxmlformats.org/officeDocument/2006/relationships" id="269" r:id="R0fdb022359a44fe2"/>
    <p:sldId xmlns:r="http://schemas.openxmlformats.org/officeDocument/2006/relationships" id="270" r:id="Rd05e71d0b1d94412"/>
    <p:sldId xmlns:r="http://schemas.openxmlformats.org/officeDocument/2006/relationships" id="271" r:id="Ra6aa7d74c8b54b78"/>
    <p:sldId xmlns:r="http://schemas.openxmlformats.org/officeDocument/2006/relationships" id="272" r:id="R0b01c9b717cf4fc0"/>
    <p:sldId xmlns:r="http://schemas.openxmlformats.org/officeDocument/2006/relationships" id="273" r:id="R6c4aea00aaa249eb"/>
    <p:sldId xmlns:r="http://schemas.openxmlformats.org/officeDocument/2006/relationships" id="274" r:id="R8037bd46be9e48d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5cca8b5b68a46ac" /><Relationship Type="http://schemas.openxmlformats.org/officeDocument/2006/relationships/slideMaster" Target="/ppt/slideMasters/slideMaster1.xml" Id="R552d0710407149e6" /><Relationship Type="http://schemas.openxmlformats.org/officeDocument/2006/relationships/notesMaster" Target="/ppt/notesMasters/notesMaster1.xml" Id="Rdcec9c01d6554d9a" /><Relationship Type="http://schemas.openxmlformats.org/officeDocument/2006/relationships/presProps" Target="/ppt/presProps.xml" Id="Rf10a96b5d78446bb" /><Relationship Type="http://schemas.openxmlformats.org/officeDocument/2006/relationships/tableStyles" Target="/ppt/tableStyles.xml" Id="R01dacce1f65a4e80" /><Relationship Type="http://schemas.openxmlformats.org/officeDocument/2006/relationships/slide" Target="/ppt/slides/slide1.xml" Id="Raf804605778e4642" /><Relationship Type="http://schemas.openxmlformats.org/officeDocument/2006/relationships/slide" Target="/ppt/slides/slide2.xml" Id="Re053b84604a6492f" /><Relationship Type="http://schemas.openxmlformats.org/officeDocument/2006/relationships/slide" Target="/ppt/slides/slide3.xml" Id="R2217e7b5048c4e59" /><Relationship Type="http://schemas.openxmlformats.org/officeDocument/2006/relationships/slide" Target="/ppt/slides/slide4.xml" Id="Rf7485fd4e6b547b8" /><Relationship Type="http://schemas.openxmlformats.org/officeDocument/2006/relationships/slide" Target="/ppt/slides/slide5.xml" Id="Rbb210bb01dc64b57" /><Relationship Type="http://schemas.openxmlformats.org/officeDocument/2006/relationships/slide" Target="/ppt/slides/slide6.xml" Id="Rcaa377a5b78b4de6" /><Relationship Type="http://schemas.openxmlformats.org/officeDocument/2006/relationships/slide" Target="/ppt/slides/slide7.xml" Id="Rc41365d90b654dce" /><Relationship Type="http://schemas.openxmlformats.org/officeDocument/2006/relationships/slide" Target="/ppt/slides/slide8.xml" Id="Rf3aaf2a8815643e2" /><Relationship Type="http://schemas.openxmlformats.org/officeDocument/2006/relationships/slide" Target="/ppt/slides/slide9.xml" Id="Rb86d2fff32f544d3" /><Relationship Type="http://schemas.openxmlformats.org/officeDocument/2006/relationships/slide" Target="/ppt/slides/slide10.xml" Id="R794f6237d2a24d3c" /><Relationship Type="http://schemas.openxmlformats.org/officeDocument/2006/relationships/slide" Target="/ppt/slides/slide11.xml" Id="R316db90ec35a4261" /><Relationship Type="http://schemas.openxmlformats.org/officeDocument/2006/relationships/slide" Target="/ppt/slides/slide12.xml" Id="Rc19de8ae76fb45c6" /><Relationship Type="http://schemas.openxmlformats.org/officeDocument/2006/relationships/slide" Target="/ppt/slides/slide13.xml" Id="R47fc502d0a7141a4" /><Relationship Type="http://schemas.openxmlformats.org/officeDocument/2006/relationships/slide" Target="/ppt/slides/slide14.xml" Id="R0fdb022359a44fe2" /><Relationship Type="http://schemas.openxmlformats.org/officeDocument/2006/relationships/slide" Target="/ppt/slides/slide15.xml" Id="Rd05e71d0b1d94412" /><Relationship Type="http://schemas.openxmlformats.org/officeDocument/2006/relationships/slide" Target="/ppt/slides/slide16.xml" Id="Ra6aa7d74c8b54b78" /><Relationship Type="http://schemas.openxmlformats.org/officeDocument/2006/relationships/slide" Target="/ppt/slides/slide17.xml" Id="R0b01c9b717cf4fc0" /><Relationship Type="http://schemas.openxmlformats.org/officeDocument/2006/relationships/slide" Target="/ppt/slides/slide18.xml" Id="R6c4aea00aaa249eb" /><Relationship Type="http://schemas.openxmlformats.org/officeDocument/2006/relationships/slide" Target="/ppt/slides/slide19.xml" Id="R8037bd46be9e48d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ba3de5f11894ba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c4966c36ea8418c" /><Relationship Type="http://schemas.openxmlformats.org/officeDocument/2006/relationships/notesMaster" Target="/ppt/notesMasters/notesMaster1.xml" Id="R9aad22968a994c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fc89acd18a84b2f" /><Relationship Type="http://schemas.openxmlformats.org/officeDocument/2006/relationships/notesMaster" Target="/ppt/notesMasters/notesMaster1.xml" Id="R3f66704a66664a0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a30f50cd48441a" /><Relationship Type="http://schemas.openxmlformats.org/officeDocument/2006/relationships/notesMaster" Target="/ppt/notesMasters/notesMaster1.xml" Id="Re28f0c9d259e4c91" /></Relationships>
</file>

<file path=ppt/notesSlides/_rels/notesSlide4.xml.rels>&#65279;<?xml version="1.0" encoding="utf-8"?><Relationships xmlns="http://schemas.openxmlformats.org/package/2006/relationships"><Relationship Type="http://schemas.openxmlformats.org/officeDocument/2006/relationships/slide" Target="/ppt/slides/slide4.xml" Id="R60517261fdd348fa" /><Relationship Type="http://schemas.openxmlformats.org/officeDocument/2006/relationships/notesMaster" Target="/ppt/notesMasters/notesMaster1.xml" Id="Rcb50ea4315e44f9b" /></Relationships>
</file>

<file path=ppt/notesSlides/_rels/notesSlide5.xml.rels>&#65279;<?xml version="1.0" encoding="utf-8"?><Relationships xmlns="http://schemas.openxmlformats.org/package/2006/relationships"><Relationship Type="http://schemas.openxmlformats.org/officeDocument/2006/relationships/slide" Target="/ppt/slides/slide5.xml" Id="R78d6c021989f49a5" /><Relationship Type="http://schemas.openxmlformats.org/officeDocument/2006/relationships/notesMaster" Target="/ppt/notesMasters/notesMaster1.xml" Id="Ra2584f94e4a14e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f614065abd4d9b" /><Relationship Type="http://schemas.openxmlformats.org/officeDocument/2006/relationships/notesMaster" Target="/ppt/notesMasters/notesMaster1.xml" Id="R887ce77755f246b4" /></Relationships>
</file>

<file path=ppt/notesSlides/_rels/notesSlide7.xml.rels>&#65279;<?xml version="1.0" encoding="utf-8"?><Relationships xmlns="http://schemas.openxmlformats.org/package/2006/relationships"><Relationship Type="http://schemas.openxmlformats.org/officeDocument/2006/relationships/slide" Target="/ppt/slides/slide7.xml" Id="Rfa071e2a62824c3c" /><Relationship Type="http://schemas.openxmlformats.org/officeDocument/2006/relationships/notesMaster" Target="/ppt/notesMasters/notesMaster1.xml" Id="Rc2b2c471d40b4a0a" /></Relationships>
</file>

<file path=ppt/notesSlides/_rels/notesSlide8.xml.rels>&#65279;<?xml version="1.0" encoding="utf-8"?><Relationships xmlns="http://schemas.openxmlformats.org/package/2006/relationships"><Relationship Type="http://schemas.openxmlformats.org/officeDocument/2006/relationships/slide" Target="/ppt/slides/slide8.xml" Id="R637b24fddbdd44ff" /><Relationship Type="http://schemas.openxmlformats.org/officeDocument/2006/relationships/notesMaster" Target="/ppt/notesMasters/notesMaster1.xml" Id="R5c05d445da9f44bc" /></Relationships>
</file>

<file path=ppt/notesSlides/_rels/notesSlide9.xml.rels>&#65279;<?xml version="1.0" encoding="utf-8"?><Relationships xmlns="http://schemas.openxmlformats.org/package/2006/relationships"><Relationship Type="http://schemas.openxmlformats.org/officeDocument/2006/relationships/slide" Target="/ppt/slides/slide9.xml" Id="R1f6b2442816341ad" /><Relationship Type="http://schemas.openxmlformats.org/officeDocument/2006/relationships/notesMaster" Target="/ppt/notesMasters/notesMaster1.xml" Id="Rbdf5ce6add6a4cbd"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705421869144e58" /><Relationship Type="http://schemas.openxmlformats.org/officeDocument/2006/relationships/notesMaster" Target="/ppt/notesMasters/notesMaster1.xml" Id="R10af423f4e004b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49aa82e5cbe46bf" /><Relationship Type="http://schemas.openxmlformats.org/officeDocument/2006/relationships/notesMaster" Target="/ppt/notesMasters/notesMaster1.xml" Id="Rb247ac9455d1478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06e09c3f1db4713" /><Relationship Type="http://schemas.openxmlformats.org/officeDocument/2006/relationships/notesMaster" Target="/ppt/notesMasters/notesMaster1.xml" Id="Rb219947a007b4c6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1bd5dd3848946fa" /><Relationship Type="http://schemas.openxmlformats.org/officeDocument/2006/relationships/notesMaster" Target="/ppt/notesMasters/notesMaster1.xml" Id="Rafb4687c9ada4ec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3c2daca33004434" /><Relationship Type="http://schemas.openxmlformats.org/officeDocument/2006/relationships/notesMaster" Target="/ppt/notesMasters/notesMaster1.xml" Id="R4a9ad663cca1461a"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188eab32f94e8b" /><Relationship Type="http://schemas.openxmlformats.org/officeDocument/2006/relationships/notesMaster" Target="/ppt/notesMasters/notesMaster1.xml" Id="R4aa5d74d3ed04d8c"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c09a6f4c30340ce" /><Relationship Type="http://schemas.openxmlformats.org/officeDocument/2006/relationships/notesMaster" Target="/ppt/notesMasters/notesMaster1.xml" Id="R2be1ee21092e4f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b7c1ca258084c6b" /><Relationship Type="http://schemas.openxmlformats.org/officeDocument/2006/relationships/notesMaster" Target="/ppt/notesMasters/notesMaster1.xml" Id="R75554e78cf3c450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dfd2a7622b44caa" /><Relationship Type="http://schemas.openxmlformats.org/officeDocument/2006/relationships/notesMaster" Target="/ppt/notesMasters/notesMaster1.xml" Id="R6c9615d31b57489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13b981a5fc04885" /><Relationship Type="http://schemas.openxmlformats.org/officeDocument/2006/relationships/notesMaster" Target="/ppt/notesMasters/notesMaster1.xml" Id="R9317e49d082a4de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다른 Task에 같은 설명이 반복된다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S37 또는 `production/preview/act2/S37.png`다.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작은 Project Context의 첫 기록</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S39로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S39의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S38 및 `production/preview/act2/S38.png`에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S39 handoff. 명령어 옵션별 설명은 생략한다.</a:t>
            </a:r>
          </a:p>
          <a:p xmlns:a="http://schemas.openxmlformats.org/drawingml/2006/main">
            <a:r>
              <a:t/>
            </a:r>
          </a:p>
          <a:p xmlns:a="http://schemas.openxmlformats.org/drawingml/2006/main">
            <a:r>
              <a:t>Fallback: LOCAL STATIC ARTIFACT — 발표 기본 경로는 `production/ACT_2.pptx`의 S38 또는 `production/preview/act2/S38.png`다.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AGENTS.md의 지침대로 검증했다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S40로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S40 연결. Demo4분·기존 Mode는 유지하며 실측 리허설은 UNVERIFIED다.</a:t>
            </a:r>
          </a:p>
          <a:p xmlns:a="http://schemas.openxmlformats.org/drawingml/2006/main">
            <a:r>
              <a:t/>
            </a:r>
          </a:p>
          <a:p xmlns:a="http://schemas.openxmlformats.org/drawingml/2006/main">
            <a:r>
              <a:t>Fallback: production/ACT_2.pptx S39 또는 production/preview/act2/S39.png를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Task Prompt와 Project Context</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S37–S37.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정확한 정보도 계속 늘어난다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S42의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정확하지만 이번 작업에는 불필요한 정보</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S41의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S43에서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정보의 범위와 제공 시점</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S42/TRIAL-004의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S42의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S42 회수30초, 공통 안내1분, 요청별 상세1분, 재사용 절차1분, 경계·S44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많이 담아도 같은 근거를 똑같이 쓰는가?</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S45으로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연구·S44/S44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AI가 필요한 코드를 찾았다는 것을 무엇으로 확인할까?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S44에서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S46의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S46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S45; production/preview/act2/S45.png.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연구·S44/S44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필요한 상세 정보로 가는 길</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S44–40의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연구·S44/S44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AGENTS.md에는 무엇을 남길까?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S48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S48, 문서 접근의 관찰과 한계는 S49–47에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정보를 지우지 않고 위치를 나누기</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S49–47에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S48 또는 production/preview/full/S48.png, production/preview/act2/S48.png를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서로 다른 두 Task가 무엇을 읽을까?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S50–47.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S50–47의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Crop Task에서 관찰한 접근</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S50 정적 화면으로 보여준다. 입력창 Screenshot이나 실행 로그처럼 꾸미지 않는다. 현재 제품에서 명령을 실행하지 않고 전체 접근 로그를 읽지 않는다. Task B의 접근 차이는 S52에서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회수·S52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S50 또는 production/preview/act2/S50.png가 발표 기본 경로다. 동일한 Full S50·ACT2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의존성 질문은 설정과 소스로 답했다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S49의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Task별 접근은 달랐지만 완벽하지는 않다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S52 또는 production/preview/full/S52.png를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Context 정리에서 확인한 네 가지</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목록 연결: 본문의 핵심을 유지한 뒤, 다음 질문을 설명하기 전에 팁 제목과 위치만 한 장으로 회수한다. 새 팁 강의나 중복 설명을 추가하지 않는다.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“다음 질문으로 넘어가기 전에, 이 ACT의 실무 적용 팁을 어디서 다시 볼지 확인하겠습니다.”라고 S54을 연다. 기존 다음 질문은 목록 뒤 S55에서 이어간다.</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ACT 2 실무 적용 팁 모아보기</a:t>
            </a:r>
          </a:p>
          <a:p xmlns:a="http://schemas.openxmlformats.org/drawingml/2006/main">
            <a:r>
              <a:t/>
            </a:r>
          </a:p>
          <a:p xmlns:a="http://schemas.openxmlformats.org/drawingml/2006/main">
            <a:r>
              <a:t>**Slide ID:**</a:t>
            </a:r>
          </a:p>
          <a:p xmlns:a="http://schemas.openxmlformats.org/drawingml/2006/main">
            <a:r>
              <a:t>S54</a:t>
            </a:r>
          </a:p>
          <a:p xmlns:a="http://schemas.openxmlformats.org/drawingml/2006/main">
            <a:r>
              <a:t/>
            </a:r>
          </a:p>
          <a:p xmlns:a="http://schemas.openxmlformats.org/drawingml/2006/main">
            <a:r>
              <a:t>**Working Title:**</a:t>
            </a:r>
          </a:p>
          <a:p xmlns:a="http://schemas.openxmlformats.org/drawingml/2006/main">
            <a:r>
              <a:t>ACT 2 실무 적용 팁 모아보기</a:t>
            </a:r>
          </a:p>
          <a:p xmlns:a="http://schemas.openxmlformats.org/drawingml/2006/main">
            <a:r>
              <a:t/>
            </a:r>
          </a:p>
          <a:p xmlns:a="http://schemas.openxmlformats.org/drawingml/2006/main">
            <a:r>
              <a:t>**ACT / Section:**</a:t>
            </a:r>
          </a:p>
          <a:p xmlns:a="http://schemas.openxmlformats.org/drawingml/2006/main">
            <a:r>
              <a:t>ACT 2 / 2I Discussion·Transition</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Lecture 1분</a:t>
            </a:r>
          </a:p>
          <a:p xmlns:a="http://schemas.openxmlformats.org/drawingml/2006/main">
            <a:r>
              <a:t/>
            </a:r>
          </a:p>
          <a:p xmlns:a="http://schemas.openxmlformats.org/drawingml/2006/main">
            <a:r>
              <a:t>**Primary Message:**</a:t>
            </a:r>
          </a:p>
          <a:p xmlns:a="http://schemas.openxmlformats.org/drawingml/2006/main">
            <a:r>
              <a:t>실무 적용 팁의 위치를 S47에서 찾는다. 내용과 근거 범위는 각 원래 장을 따른다.</a:t>
            </a:r>
          </a:p>
          <a:p xmlns:a="http://schemas.openxmlformats.org/drawingml/2006/main">
            <a:r>
              <a:t/>
            </a:r>
          </a:p>
          <a:p xmlns:a="http://schemas.openxmlformats.org/drawingml/2006/main">
            <a:r>
              <a:t>**Opening Question:**</a:t>
            </a:r>
          </a:p>
          <a:p xmlns:a="http://schemas.openxmlformats.org/drawingml/2006/main">
            <a:r>
              <a:t>“이 ACT에서 본 실무 적용 팁을 나중에 어디서 다시 볼 수 있을까요?”</a:t>
            </a:r>
          </a:p>
          <a:p xmlns:a="http://schemas.openxmlformats.org/drawingml/2006/main">
            <a:r>
              <a:t/>
            </a:r>
          </a:p>
          <a:p xmlns:a="http://schemas.openxmlformats.org/drawingml/2006/main">
            <a:r>
              <a:t>**Speaker Flow:**</a:t>
            </a:r>
          </a:p>
          <a:p xmlns:a="http://schemas.openxmlformats.org/drawingml/2006/main">
            <a:r>
              <a:t>1. (0:00–0:15 / Lecture) 같은 배지가 붙은 장이 실무 적용 팁임을 회수한다.</a:t>
            </a:r>
          </a:p>
          <a:p xmlns:a="http://schemas.openxmlformats.org/drawingml/2006/main">
            <a:r>
              <a:t>2. (0:15–0:45 / Lecture) S47 AGENTS.md에는 무엇을 남길까?. 제목·위치만 짚고 본문은 다시 강의하지 않는다.</a:t>
            </a:r>
          </a:p>
          <a:p xmlns:a="http://schemas.openxmlformats.org/drawingml/2006/main">
            <a:r>
              <a:t>3. (0:45–1:00 / Lecture) 기존 연결 질문을 유지하고 S55로 이동한다.</a:t>
            </a:r>
          </a:p>
          <a:p xmlns:a="http://schemas.openxmlformats.org/drawingml/2006/main">
            <a:r>
              <a:t/>
            </a:r>
          </a:p>
          <a:p xmlns:a="http://schemas.openxmlformats.org/drawingml/2006/main">
            <a:r>
              <a:t>**Evidence / Source:**</a:t>
            </a:r>
          </a:p>
          <a:p xmlns:a="http://schemas.openxmlformats.org/drawingml/2006/main">
            <a:r>
              <a:t>DEC-0087. plan/SLIDE_MAP.md의 기존 제목·ID와 plan/PRACTICAL_APPLICATION_TIPS.md. 각 항목의 실제 관찰/연구/가상 사례는 원래 팁 장을 따른다.</a:t>
            </a:r>
          </a:p>
          <a:p xmlns:a="http://schemas.openxmlformats.org/drawingml/2006/main">
            <a:r>
              <a:t/>
            </a:r>
          </a:p>
          <a:p xmlns:a="http://schemas.openxmlformats.org/drawingml/2006/main">
            <a:r>
              <a:t>**Claim Boundary:**</a:t>
            </a:r>
          </a:p>
          <a:p xmlns:a="http://schemas.openxmlformats.org/drawingml/2006/main">
            <a:r>
              <a:t>TEACHING MODEL — 기존 제목·위치의 탐색 안내다. 새 제품 기능·Trial·성능·검증 결과를 주장하지 않는다.</a:t>
            </a:r>
          </a:p>
          <a:p xmlns:a="http://schemas.openxmlformats.org/drawingml/2006/main">
            <a:r>
              <a:t/>
            </a:r>
          </a:p>
          <a:p xmlns:a="http://schemas.openxmlformats.org/drawingml/2006/main">
            <a:r>
              <a:t>**Beginner Explanation:**</a:t>
            </a:r>
          </a:p>
          <a:p xmlns:a="http://schemas.openxmlformats.org/drawingml/2006/main">
            <a:r>
              <a:t>필요한 상황에서 참고할 슬라이드를 찾을 수 있다.</a:t>
            </a:r>
          </a:p>
          <a:p xmlns:a="http://schemas.openxmlformats.org/drawingml/2006/main">
            <a:r>
              <a:t/>
            </a:r>
          </a:p>
          <a:p xmlns:a="http://schemas.openxmlformats.org/drawingml/2006/main">
            <a:r>
              <a:t>**Advanced Insight:**</a:t>
            </a:r>
          </a:p>
          <a:p xmlns:a="http://schemas.openxmlformats.org/drawingml/2006/main">
            <a:r>
              <a:t>사례의 근거 상태를 유지한 채 재사용할 안내 위치를 구분한다.</a:t>
            </a:r>
          </a:p>
          <a:p xmlns:a="http://schemas.openxmlformats.org/drawingml/2006/main">
            <a:r>
              <a:t/>
            </a:r>
          </a:p>
          <a:p xmlns:a="http://schemas.openxmlformats.org/drawingml/2006/main">
            <a:r>
              <a:t>**C++ Vision Bridge:**</a:t>
            </a:r>
          </a:p>
          <a:p xmlns:a="http://schemas.openxmlformats.org/drawingml/2006/main">
            <a:r>
              <a:t>N/A — 원래 팁의 설명 범위를 따른다.</a:t>
            </a:r>
          </a:p>
          <a:p xmlns:a="http://schemas.openxmlformats.org/drawingml/2006/main">
            <a:r>
              <a:t/>
            </a:r>
          </a:p>
          <a:p xmlns:a="http://schemas.openxmlformats.org/drawingml/2006/main">
            <a:r>
              <a:t>**Demo Operation:**</a:t>
            </a:r>
          </a:p>
          <a:p xmlns:a="http://schemas.openxmlformats.org/drawingml/2006/main">
            <a:r>
              <a:t>N/A — 정적 찾아보기. Live·HYBRID·새 Trial은 없다.</a:t>
            </a:r>
          </a:p>
          <a:p xmlns:a="http://schemas.openxmlformats.org/drawingml/2006/main">
            <a:r>
              <a:t/>
            </a:r>
          </a:p>
          <a:p xmlns:a="http://schemas.openxmlformats.org/drawingml/2006/main">
            <a:r>
              <a:t>**Audience Interaction:**</a:t>
            </a:r>
          </a:p>
          <a:p xmlns:a="http://schemas.openxmlformats.org/drawingml/2006/main">
            <a:r>
              <a:t>제목·위치만 안내하며 응답·실습·결과 제출을 요구하지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a:t>
            </a:r>
          </a:p>
          <a:p xmlns:a="http://schemas.openxmlformats.org/drawingml/2006/main">
            <a:r>
              <a:t>Lecture 1분. 원래 장별 배정을 줄이거나 중복 계산하지 않는다. 시간이 길어지면 설명을 멈추고 다음 전환으로 이동한다.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production/preview/full/S54.png 또는 production/ACT_2.pptx의 같은 장. 실제 제품 실행으로 대신하지 않는다.</a:t>
            </a:r>
          </a:p>
          <a:p xmlns:a="http://schemas.openxmlformats.org/drawingml/2006/main">
            <a:r>
              <a:t/>
            </a:r>
          </a:p>
          <a:p xmlns:a="http://schemas.openxmlformats.org/drawingml/2006/main">
            <a:r>
              <a:t>**Validation Status:**</a:t>
            </a:r>
          </a:p>
          <a:p xmlns:a="http://schemas.openxmlformats.org/drawingml/2006/main">
            <a:r>
              <a:t>CONTENT ALIGNED — DEC-0087. 최종 패키지/Notes/렌더 대조는 production/evaluation/PRACTICAL_APPLICATION_TIPS.md에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지식은 정리됐지만 절차는 반복된다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S56으로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S53의 성과를 반복 해설하지 않고 수행 방법을 누가 유지할지 질문한다. Transition4 뒤 Q&amp;A6은 팀의 반복되는 방법을 묻고 마지막20초에 다음 기록으로 넘어간다. 두 실제 요청의 대응 기록은 S56에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S56에서 기록의 반복 구조를 확인한다.</a:t>
            </a:r>
          </a:p>
          <a:p xmlns:a="http://schemas.openxmlformats.org/drawingml/2006/main">
            <a:r>
              <a:t/>
            </a:r>
          </a:p>
          <a:p xmlns:a="http://schemas.openxmlformats.org/drawingml/2006/main">
            <a:r>
              <a:t>Audience Interaction: Q&amp;A6分은 팀에서 반복하는 작업 방법을 묻는다. S52의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S56으로 handoff한다.</a:t>
            </a:r>
          </a:p>
          <a:p xmlns:a="http://schemas.openxmlformats.org/drawingml/2006/main">
            <a:r>
              <a:t/>
            </a:r>
          </a:p>
          <a:p xmlns:a="http://schemas.openxmlformats.org/drawingml/2006/main">
            <a:r>
              <a:t>Fallback: LOCAL STATIC ARTIFACT — production/ACT_2.pptx의 S55 또는 production/preview/act2/S55.png를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256f256c1414c6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0ec98b8a1ef0474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a6846ab23f1437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8cf89f6dbeb4ff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ae67844636a41f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20807fe06de74ef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B0706B3-5D8A-455A-9689-425B161A707B}"/>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DC9B0FC4-A1BB-4C81-9A21-457F55CBC97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B411D1A-BA5B-4D22-88D9-3216868378D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F45E6A6-49D8-402D-96A7-9168D0106CD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191083C-B21F-49B7-A41B-4E97C13B467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98CCEB8-0CBA-404F-9009-5131F76FB2D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E8FCBC-42C8-45AB-A4BB-2948184A222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32E2F327-4921-4181-8DA2-39F1622775E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2378E7E-AE85-421A-BAE9-FE7BFF4CFBE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B354EDC-9A71-4ED2-BA15-EEE38AF1D3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d59e4e88b84eb5" /><Relationship Type="http://schemas.openxmlformats.org/officeDocument/2006/relationships/slideLayout" Target="/ppt/slideLayouts/slideLayout1.xml" Id="Rc0fa4d7e74c74e8f" /><Relationship Type="http://schemas.openxmlformats.org/officeDocument/2006/relationships/slideLayout" Target="/ppt/slideLayouts/slideLayout2.xml" Id="R34c2599dd0644bd4" /><Relationship Type="http://schemas.openxmlformats.org/officeDocument/2006/relationships/slideLayout" Target="/ppt/slideLayouts/slideLayout3.xml" Id="R19e5d6286e864a83" /><Relationship Type="http://schemas.openxmlformats.org/officeDocument/2006/relationships/slideLayout" Target="/ppt/slideLayouts/slideLayout4.xml" Id="Rd13bb66f7d6e46fc" /><Relationship Type="http://schemas.openxmlformats.org/officeDocument/2006/relationships/slideLayout" Target="/ppt/slideLayouts/slideLayout5.xml" Id="R331b3af45d4b442d" /><Relationship Type="http://schemas.openxmlformats.org/officeDocument/2006/relationships/slideLayout" Target="/ppt/slideLayouts/slideLayout6.xml" Id="R4e2bf763a97843f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0fa4d7e74c74e8f"/>
    <p:sldLayoutId xmlns:r="http://schemas.openxmlformats.org/officeDocument/2006/relationships" id="2147483650" r:id="R34c2599dd0644bd4"/>
    <p:sldLayoutId xmlns:r="http://schemas.openxmlformats.org/officeDocument/2006/relationships" id="2147483651" r:id="R19e5d6286e864a83"/>
    <p:sldLayoutId xmlns:r="http://schemas.openxmlformats.org/officeDocument/2006/relationships" id="2147483652" r:id="Rd13bb66f7d6e46fc"/>
    <p:sldLayoutId xmlns:r="http://schemas.openxmlformats.org/officeDocument/2006/relationships" id="2147483653" r:id="R331b3af45d4b442d"/>
    <p:sldLayoutId xmlns:r="http://schemas.openxmlformats.org/officeDocument/2006/relationships" id="2147483654" r:id="R4e2bf763a97843f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222c1626b5f435b" /><Relationship Type="http://schemas.openxmlformats.org/officeDocument/2006/relationships/notesSlide" Target="/ppt/notesSlides/notesSlide1.xml" Id="R8da65b47f2944dc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0475c272693487e" /><Relationship Type="http://schemas.openxmlformats.org/officeDocument/2006/relationships/notesSlide" Target="/ppt/notesSlides/notesSlide2.xml" Id="Re08d2a248461409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f4d76be571474492" /><Relationship Type="http://schemas.openxmlformats.org/officeDocument/2006/relationships/notesSlide" Target="/ppt/notesSlides/notesSlide3.xml" Id="R97217da5e5f14c4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be2dfb309a04b82" /><Relationship Type="http://schemas.openxmlformats.org/officeDocument/2006/relationships/image" Target="/ppt/media/image.png" Id="R0eb0ace084174921" /><Relationship Type="http://schemas.openxmlformats.org/officeDocument/2006/relationships/image" Target="/ppt/media/image2.png" Id="R857945b9ce334935" /><Relationship Type="http://schemas.openxmlformats.org/officeDocument/2006/relationships/notesSlide" Target="/ppt/notesSlides/notesSlide4.xml" Id="Rba636c237e2648c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1073fcffe9de4984" /><Relationship Type="http://schemas.openxmlformats.org/officeDocument/2006/relationships/image" Target="/ppt/media/image3.png" Id="R506545063ba84bec" /><Relationship Type="http://schemas.openxmlformats.org/officeDocument/2006/relationships/notesSlide" Target="/ppt/notesSlides/notesSlide5.xml" Id="Rc8dee2d546544a03"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461b7dc10984f4f" /><Relationship Type="http://schemas.openxmlformats.org/officeDocument/2006/relationships/notesSlide" Target="/ppt/notesSlides/notesSlide6.xml" Id="Rb39ff10b46af42cf"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6d3c33074254677" /><Relationship Type="http://schemas.openxmlformats.org/officeDocument/2006/relationships/notesSlide" Target="/ppt/notesSlides/notesSlide7.xml" Id="R4539e7f2d53047d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c6f7ab328744637" /><Relationship Type="http://schemas.openxmlformats.org/officeDocument/2006/relationships/notesSlide" Target="/ppt/notesSlides/notesSlide8.xml" Id="Ra76ca30c46aa4a9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83be9049ba94085" /><Relationship Type="http://schemas.openxmlformats.org/officeDocument/2006/relationships/notesSlide" Target="/ppt/notesSlides/notesSlide9.xml" Id="Rbee2d592c951427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bad44101183e49b7" /><Relationship Type="http://schemas.openxmlformats.org/officeDocument/2006/relationships/notesSlide" Target="/ppt/notesSlides/notesSlide10.xml" Id="R43f81e35f5b5444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b3ac3fd199d4a53" /><Relationship Type="http://schemas.openxmlformats.org/officeDocument/2006/relationships/notesSlide" Target="/ppt/notesSlides/notesSlide11.xml" Id="Rcc32df07115a459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38806652c4b74090" /><Relationship Type="http://schemas.openxmlformats.org/officeDocument/2006/relationships/notesSlide" Target="/ppt/notesSlides/notesSlide12.xml" Id="Rf6c23c45d81b42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f772e447317e4ec1" /><Relationship Type="http://schemas.openxmlformats.org/officeDocument/2006/relationships/notesSlide" Target="/ppt/notesSlides/notesSlide13.xml" Id="Ree050efc4ef443f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eb34a2958e2c4751" /><Relationship Type="http://schemas.openxmlformats.org/officeDocument/2006/relationships/notesSlide" Target="/ppt/notesSlides/notesSlide14.xml" Id="R044f0ded772a404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9abba14dc8e4c04" /><Relationship Type="http://schemas.openxmlformats.org/officeDocument/2006/relationships/notesSlide" Target="/ppt/notesSlides/notesSlide15.xml" Id="Rea4fc684434f429b"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86c17a3088c4f24" /><Relationship Type="http://schemas.openxmlformats.org/officeDocument/2006/relationships/notesSlide" Target="/ppt/notesSlides/notesSlide16.xml" Id="R56337dd42efa420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f5bf01cd4804b53" /><Relationship Type="http://schemas.openxmlformats.org/officeDocument/2006/relationships/notesSlide" Target="/ppt/notesSlides/notesSlide17.xml" Id="Re6405c60c6de4b2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b53deebca4241fc" /><Relationship Type="http://schemas.openxmlformats.org/officeDocument/2006/relationships/notesSlide" Target="/ppt/notesSlides/notesSlide18.xml" Id="R37d18d95a73b407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4ee678aa1d147fb" /><Relationship Type="http://schemas.openxmlformats.org/officeDocument/2006/relationships/notesSlide" Target="/ppt/notesSlides/notesSlide19.xml" Id="Reeaeea8fcd234de8"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A5A35D-7E7D-4A43-AB98-2954438026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7">
            <a:extLst xmlns:a="http://schemas.openxmlformats.org/drawingml/2006/main">
              <a:ext uri="{FF2B5EF4-FFF2-40B4-BE49-F238E27FC236}">
                <a16:creationId xmlns:a16="http://schemas.microsoft.com/office/drawing/2014/main" id="{586A67D3-A453-4A54-91A2-109E027727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다른 Task에 같은 설명이 반복된다">
            <a:extLst xmlns:a="http://schemas.openxmlformats.org/drawingml/2006/main">
              <a:ext uri="{FF2B5EF4-FFF2-40B4-BE49-F238E27FC236}">
                <a16:creationId xmlns:a16="http://schemas.microsoft.com/office/drawing/2014/main" id="{44351F51-8E9E-4874-937B-590F7E4F18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E9D5091F-6FFB-47F4-87BD-4E9BF5A6BF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D075412-9542-468D-91EC-BDF863631D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E5FC8EA-3B88-410C-A991-9C7E1A00BCB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32F94B09-B5B9-411E-A19D-67D2AA66CC7E}"/>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1107D165-49C4-4121-9BCF-9E3B642E3F77}"/>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CA86343-B932-4424-AAC1-4AD49EC8B0F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E8A2EF9-FE88-40F3-BA5B-237006E67DE7}"/>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C17BD9-CB80-4497-A884-11DAC110047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C85D1BFB-D722-4E6F-AE08-061320DF8B8E}"/>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B8D5F1A-0538-47F5-9949-AB564F1D1001}"/>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9BDE76F2-5153-4B42-997B-569CBFAA6F7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A2179C02-4D35-4191-BDAF-A92807E59A3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F615759-93B0-4C28-8C29-9095EADD337D}"/>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302C660F-D1A5-4D18-A8DF-4C1A39036A45}"/>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BCA59F5B-94CB-4324-BB72-26FF6991267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FD750DD8-1E6C-4FD5-AFC1-9FFD9B5AFB38}"/>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E19DA01D-6B46-4959-99C6-19AD80BE2730}"/>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7D643B37-D5C3-40CA-8211-0DD4002BCEC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5A36B443-018B-4A90-ACE2-F1729D85969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39D23E26-E538-498B-B9CF-F76EE15621B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40172643"/>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2409ED52-372E-4410-ABF4-3E85F4FC0D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8">
            <a:extLst xmlns:a="http://schemas.openxmlformats.org/drawingml/2006/main">
              <a:ext uri="{FF2B5EF4-FFF2-40B4-BE49-F238E27FC236}">
                <a16:creationId xmlns:a16="http://schemas.microsoft.com/office/drawing/2014/main" id="{585973CB-7C4D-4198-ABF2-6A80980FED6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작은 Project Context의 첫 기록">
            <a:extLst xmlns:a="http://schemas.openxmlformats.org/drawingml/2006/main">
              <a:ext uri="{FF2B5EF4-FFF2-40B4-BE49-F238E27FC236}">
                <a16:creationId xmlns:a16="http://schemas.microsoft.com/office/drawing/2014/main" id="{01A53B96-EE21-450A-B654-7AA4BF8CFA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71E7E397-828C-4DF5-B766-5819B8BD385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65722EAB-EFB0-413D-8F0C-E0C2F02AE8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B17871A8-DCB0-499C-BF49-3D0EE0A294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99617BD1-BAC2-410B-BB5F-89C1C691FBB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3B2C12B8-0A5D-45F9-AB64-7A70F0D81285}"/>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F91D6AE8-1655-48DF-82F0-E9CF7BB59BF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8744D1C-425D-4EFC-B95D-A3A9F78E4A0B}"/>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0CA4EE0D-3E36-4F15-86E1-B1956B641A6F}"/>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1B38EF02-6C9D-4FB8-A30C-805CDD8059D5}"/>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985F6FD0-0E88-4885-8F2A-EB411DBCA4B0}"/>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36481C7F-403F-4575-86DC-198489D206C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223EB6B8-9F55-4735-AD32-654B33EA62CE}"/>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D0C22820-AF9C-4157-867A-7A062E20C464}"/>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7F9EF85-8036-4C2F-AA04-6A5089AA249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5C7399F-F8C0-4CC1-AD4D-959E4757848C}"/>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6CE31F1F-5A94-4529-8E6B-AA45F50391FE}"/>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FB15910-D667-4C17-B1BA-82E38A2960C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7D8AB214-1EB4-47A3-ADCE-2EACF9941362}"/>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74D539C9-B63B-4587-9A5F-9950540EBEE4}"/>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862F9BB6-83F6-4EC9-8592-0F2861ADAF3B}"/>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5B659F6E-D754-4FED-9DC8-DF149290E82A}"/>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2532AB9D-F65B-48DF-89B4-FF4474B09E3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36EB657A-C253-4C99-B112-356563D03A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0038019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8BDAD97C-C9E6-40C3-A9CA-9AAC8EE380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9">
            <a:extLst xmlns:a="http://schemas.openxmlformats.org/drawingml/2006/main">
              <a:ext uri="{FF2B5EF4-FFF2-40B4-BE49-F238E27FC236}">
                <a16:creationId xmlns:a16="http://schemas.microsoft.com/office/drawing/2014/main" id="{1D879CAF-949E-45DB-A469-D2B3D322BA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AGENTS.md의 지침대로 검증했다">
            <a:extLst xmlns:a="http://schemas.openxmlformats.org/drawingml/2006/main">
              <a:ext uri="{FF2B5EF4-FFF2-40B4-BE49-F238E27FC236}">
                <a16:creationId xmlns:a16="http://schemas.microsoft.com/office/drawing/2014/main" id="{DD74BBE2-1846-4F0A-8D94-0FA55490678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47B16342-F733-4405-9395-39AF17CBC6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039C4FB8-B208-4EB6-B401-BCEC39325C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CA6DF2CE-387F-48E7-A525-9BA8646EEF3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D4610E50-ACCD-42B0-8029-130EF25945B0}"/>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33304A3C-FF26-4773-A611-12D1BC9ED6FD}"/>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66D16C53-2894-4844-BADF-0867D3CC98F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9D2F66A5-207E-43EE-8D62-4353C6ADCB1F}"/>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5751DF7B-D4DC-4A68-BEBA-45FD069C3ACA}"/>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FB93D87B-5C5F-4514-A353-D2C814131AE6}"/>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EFBAAB7D-A096-4E70-A2B2-0EA0552D8367}"/>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101A6272-92C5-4EB0-84B6-7D5FFBBD54A5}"/>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0114857-956C-4614-B21B-4BDA3478EAE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954A51C3-5D7E-4023-80B6-AFF2F7346F90}"/>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13683ECD-20B8-471C-90B7-CFB44E4903A4}"/>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51E55065-437B-41DF-82EC-95E1BA2EC64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979180F9-0BFF-44FE-8579-5CFE3621C188}"/>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0B3AB891-0634-47BC-AA40-91F20B5C3CE7}"/>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C5F7ECD0-AE1A-4DEF-99D0-53BBE6274466}"/>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D1483B5F-A99D-40C3-AEAD-BE1D8B02B68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77701BF1-E289-4C44-AC17-1CA9239152AC}"/>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6AB5D2E6-1849-4B3F-B73C-B4C927A99005}"/>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BA9646F2-1A46-49EB-9091-2484E862AA3F}"/>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8DB95371-D568-4C6B-86EF-DCF5832A429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14547D1D-D70B-4FE5-B6F1-840573DC796E}"/>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3D664F7D-4D45-493F-BCE3-A28FC9EE872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061507851"/>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3A3199FD-B537-4704-A472-218B8E2463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0">
            <a:extLst xmlns:a="http://schemas.openxmlformats.org/drawingml/2006/main">
              <a:ext uri="{FF2B5EF4-FFF2-40B4-BE49-F238E27FC236}">
                <a16:creationId xmlns:a16="http://schemas.microsoft.com/office/drawing/2014/main" id="{68E95A8E-5511-496E-A1CC-BCC09C2815C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Task Prompt와 Project Context">
            <a:extLst xmlns:a="http://schemas.openxmlformats.org/drawingml/2006/main">
              <a:ext uri="{FF2B5EF4-FFF2-40B4-BE49-F238E27FC236}">
                <a16:creationId xmlns:a16="http://schemas.microsoft.com/office/drawing/2014/main" id="{D47526BC-17EB-4B60-9969-D616092417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02E8EE7-6313-48E8-B462-D9C23CAC6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048A855C-DFA8-470F-820D-6A8535FA062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2A6F3638-6079-41F6-AA7B-594243F497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C96FB064-6414-4D0C-A760-6B2EAE1CFC28}"/>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A62EEE38-9B06-4AC2-9D34-4C2B1A9D8312}"/>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04111610-BEC5-4F45-9072-A671EE211DA0}"/>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94BB7E5B-97B2-4501-BB46-31F3313B09CD}"/>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7BFA708F-4192-4BA8-9774-FB62EBABD6FA}"/>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8C5E2F25-17ED-48A8-ABED-47F5E0D7A3DF}"/>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F8B4F045-5FD4-4FCF-AEBC-DED105F8F36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6075E6A1-177B-4B65-AEC5-54DE94FE78BC}"/>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2991DAC8-FF94-49F5-BE28-35D3BE0F26F1}"/>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202433A4-57A7-462F-93AA-0E434F43C62A}"/>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9893545-71B7-434A-9E3B-78F62FEA4075}"/>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F5686ED3-74A0-453F-AE49-815B0BBD6822}"/>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F6C792C8-33E3-412C-A487-DAC34668FC13}"/>
              </a:ext>
            </a:extLst>
          </p:cNvPr>
          <p:cNvPicPr>
            <a:picLocks xmlns:a="http://schemas.openxmlformats.org/drawingml/2006/main" noChangeAspect="1"/>
          </p:cNvPicPr>
          <p:nvPr/>
        </p:nvPicPr>
        <p:blipFill>
          <a:blip xmlns:r="http://schemas.openxmlformats.org/officeDocument/2006/relationships" xmlns:a="http://schemas.openxmlformats.org/drawingml/2006/main" r:embed="R0eb0ace084174921"/>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8D5CC774-3FBE-4C0D-9D01-80D7E2A4B889}"/>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69451065-97FE-47E9-8834-53506851573C}"/>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76D86637-5B5C-473C-B7C6-B6B415827A8F}"/>
              </a:ext>
            </a:extLst>
          </p:cNvPr>
          <p:cNvPicPr>
            <a:picLocks xmlns:a="http://schemas.openxmlformats.org/drawingml/2006/main" noChangeAspect="1"/>
          </p:cNvPicPr>
          <p:nvPr/>
        </p:nvPicPr>
        <p:blipFill>
          <a:blip xmlns:r="http://schemas.openxmlformats.org/officeDocument/2006/relationships" xmlns:a="http://schemas.openxmlformats.org/drawingml/2006/main" r:embed="R857945b9ce334935"/>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D56F33E0-BC9F-4205-B145-312910F83A48}"/>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D01D77F-20A2-492C-96EA-0988C12893C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C338B72-DC57-45A3-A2D4-A8627256DB1F}"/>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9EFF9C7D-91D4-44FD-9766-25CA6A345D20}"/>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C62B022B-2C80-4A89-A117-A5B38AED3D83}"/>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CD94368C-FA5E-4690-8DE4-DEFEFC5B26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5763154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CD0A5223-ABAF-497D-9857-4DF51F50A2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1">
            <a:extLst xmlns:a="http://schemas.openxmlformats.org/drawingml/2006/main">
              <a:ext uri="{FF2B5EF4-FFF2-40B4-BE49-F238E27FC236}">
                <a16:creationId xmlns:a16="http://schemas.microsoft.com/office/drawing/2014/main" id="{10D678FD-1E06-4554-9B81-CA61EFB397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확한 정보도 계속 늘어난다">
            <a:extLst xmlns:a="http://schemas.openxmlformats.org/drawingml/2006/main">
              <a:ext uri="{FF2B5EF4-FFF2-40B4-BE49-F238E27FC236}">
                <a16:creationId xmlns:a16="http://schemas.microsoft.com/office/drawing/2014/main" id="{6C455F9E-834A-4B00-8B39-E005C7F3FD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6923123C-9F10-47B9-AA44-757CB54E51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802C9F97-61FB-437D-A4EC-47C378E671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0ECFDB86-827B-42C3-87A0-68A8BEF441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BC9E00B-4A45-4ABC-A2F6-A34CB2713E6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7004DAD3-12EE-4219-81AB-117E3C9B8DFE}"/>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7A0553D9-D562-474B-AD32-F6221DA1B7E3}"/>
              </a:ext>
            </a:extLst>
          </p:cNvPr>
          <p:cNvPicPr>
            <a:picLocks xmlns:a="http://schemas.openxmlformats.org/drawingml/2006/main" noChangeAspect="1"/>
          </p:cNvPicPr>
          <p:nvPr/>
        </p:nvPicPr>
        <p:blipFill>
          <a:blip xmlns:r="http://schemas.openxmlformats.org/officeDocument/2006/relationships" xmlns:a="http://schemas.openxmlformats.org/drawingml/2006/main" r:embed="R506545063ba84bec"/>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86B3DA7-3FCF-40EA-ADBA-1C416E89F332}"/>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F5D64B8D-E89F-49F7-90D1-C28238534EC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34A850D4-9EFE-4A0E-8EBF-6FF40EE691DB}"/>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39DE2878-362E-422B-B82F-6ED986BA8C9C}"/>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292885AC-A4D5-424C-B062-3124C86EB98B}"/>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2BC5185B-8716-48CD-BB87-73BA36D788BE}"/>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0D47E367-AB4A-49CA-B68E-3FF94721F8BE}"/>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7A326682-AFE8-4EE2-97AD-F2C3A69CC440}"/>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1E098D52-1C0C-4EDD-9B27-7B60652CF6DC}"/>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62978C5D-0D4C-4AC4-A465-A597CBC3FA9A}"/>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277A7C39-63EC-48D1-995E-6D0BFD6488E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E21D18E1-1F65-4C1A-87ED-8C80FF947651}"/>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8E9C6A1D-E73E-4164-8541-4F883743E82A}"/>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0AEF8417-D84C-46F5-AC5B-1E599CA5F76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16445966-DE24-43D8-A7D1-71F8D27D2D85}"/>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91ECFF7B-53CD-4C3E-85D4-68E947E068D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30FF048F-1780-4967-BA07-FC65056F4678}"/>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F9455A74-3B26-4BE5-8EDA-49DD374826C8}"/>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E24F69CC-6BC1-4AFE-AE6A-D4DDB33D639C}"/>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FFF6191-8CC9-4BF6-8803-5729F8F870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9191691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F82D5016-E877-4802-9B6F-1CEF6D8040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2">
            <a:extLst xmlns:a="http://schemas.openxmlformats.org/drawingml/2006/main">
              <a:ext uri="{FF2B5EF4-FFF2-40B4-BE49-F238E27FC236}">
                <a16:creationId xmlns:a16="http://schemas.microsoft.com/office/drawing/2014/main" id="{C8F5F995-8238-413D-85DB-6BB57B95F6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확하지만 이번 작업에는 불필요한 정보">
            <a:extLst xmlns:a="http://schemas.openxmlformats.org/drawingml/2006/main">
              <a:ext uri="{FF2B5EF4-FFF2-40B4-BE49-F238E27FC236}">
                <a16:creationId xmlns:a16="http://schemas.microsoft.com/office/drawing/2014/main" id="{1AE6F77D-A1B2-4DA9-9A95-566CDF8C0F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B2267B2F-C332-40FC-9889-BB37EF14D9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142C92D7-CCAD-4516-A82E-5FA41077F5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850422D1-4BD1-42C2-8D9B-85AABA4F112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F38C26A6-D917-49C8-94A1-4CB164489A92}"/>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F07F067D-ABDA-44EA-BD0D-534572B67625}"/>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6F9C0CB3-1164-4FDE-B764-52A229D56169}"/>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AFF84B96-8DF2-4711-8A61-C75294513DB4}"/>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A9FD3DC4-FF1F-4E90-BFBF-02943557796E}"/>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C2446D4D-03B6-495A-B8C8-EA1A038B94CD}"/>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56D9ECFF-3087-4EB3-820D-29DD48151DB9}"/>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90E0100-7772-4FD4-B266-2CCF87EEBE34}"/>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5A1551C-E7B3-40D8-ABF8-6C058BC70749}"/>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235A24A4-08DE-460E-81A3-43869299BEB0}"/>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33911315-4E89-48FA-81DB-3A4C817C04D2}"/>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D46B3B3B-8802-4DC4-AADC-8C12DE673299}"/>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CE4BEC9D-EF08-4ADC-A5DD-27D8436777CE}"/>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0B4FBDAB-CF0A-4F08-8D9F-BDB970484563}"/>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D3A838D1-2776-4EB3-B4A6-E9D6F64F4A49}"/>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2B321BD-00D3-4DAF-8D82-4605E9203B6A}"/>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A9B757F2-F67C-4DE8-98CF-118CA48309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7813893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8680EEE7-9190-4A53-A5CC-F466B2D689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3">
            <a:extLst xmlns:a="http://schemas.openxmlformats.org/drawingml/2006/main">
              <a:ext uri="{FF2B5EF4-FFF2-40B4-BE49-F238E27FC236}">
                <a16:creationId xmlns:a16="http://schemas.microsoft.com/office/drawing/2014/main" id="{3AFACD8C-4206-4446-8087-524E369D9F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보의 범위와 제공 시점">
            <a:extLst xmlns:a="http://schemas.openxmlformats.org/drawingml/2006/main">
              <a:ext uri="{FF2B5EF4-FFF2-40B4-BE49-F238E27FC236}">
                <a16:creationId xmlns:a16="http://schemas.microsoft.com/office/drawing/2014/main" id="{4D57FD94-C73C-42F9-8979-7506E4AF4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F9A115D8-CAA6-47D7-9AFC-612131B33F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34A30194-729C-40BE-A400-2A7677BECD9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E52C1E46-EB48-43CB-8933-277A18C0CB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668001B-7A86-46CB-9A4E-C483328195BB}"/>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91C184CC-6199-48FB-B2AC-85D709704355}"/>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A4D271A9-17AA-4B53-9176-223C691BFE7D}"/>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5ACDC5B6-ABB7-4860-B376-721ED4D72966}"/>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2F5D0E29-9C7F-4A84-B975-24D4A76E5555}"/>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86A6CD57-7291-48AD-B6A6-A246EBDBC1A4}"/>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E598CBF0-EC20-4AF8-B736-5F2F6A49EE76}"/>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ED75AE5A-6DA6-4B84-8B20-947DCFA8B5A6}"/>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2251A1E3-77A2-4C93-93EF-908D4245840A}"/>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DE4F02B2-15DD-4BA3-99B5-FAAA41DE53D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6C00535C-2B87-4ED6-808C-7B13781FDA20}"/>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BAA3CD18-706A-4B4F-B25C-5238E06BCF37}"/>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5D2769E5-961B-4A4D-9D01-0EF7C42B6040}"/>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723BADE0-F35A-402C-9F73-D00EFC0BECAC}"/>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5DF59A6-1E8E-405C-BDF6-6C6956F1E88F}"/>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E9AAB3E-0F66-4424-80D4-01182CCA9176}"/>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4807D4EF-3901-46E6-8C3D-E00FB64410A6}"/>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B5B6D3B5-A541-49CA-9511-C5F156802044}"/>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4D58B4A-7AD2-419E-9ED2-1BCC22D35BA7}"/>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8146F1DC-A17E-4EB1-9531-C66F13CD73A6}"/>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0739A9F1-FCAE-42E4-9957-18E1FD4F1FC9}"/>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FAE0ECB6-87D9-4F63-88C6-F83C16F369FD}"/>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7728F689-B8F6-4588-BC17-F8EB65156AD7}"/>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E2839ED7-4AA6-444F-9FED-A74758EAAA04}"/>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E65F5764-85ED-49DD-8B47-9C7717E496FB}"/>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781B84A6-DBE7-4CE3-8FA5-C9BD2AD884EB}"/>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96639347-0763-4CBB-96E1-29BF63582367}"/>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E0A552DD-26DD-4DF8-B961-93E60D1C6D47}"/>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803F1600-6A98-41D8-8D22-F32C9E678D29}"/>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F1E1D9F9-B0F6-44C9-AF7F-0865AB8C608B}"/>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8625A0B5-B834-4BCF-9C84-4241001A6089}"/>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F9EF8B88-F18A-4E36-805F-1A37EF4D2FB7}"/>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696B51E8-66DC-467F-8645-034EF6838152}"/>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A8A89C75-BB16-4C84-AB7F-3FB38FCD97F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3225894"/>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84DC13DA-757D-49F5-8418-CF44E1BB73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4">
            <a:extLst xmlns:a="http://schemas.openxmlformats.org/drawingml/2006/main">
              <a:ext uri="{FF2B5EF4-FFF2-40B4-BE49-F238E27FC236}">
                <a16:creationId xmlns:a16="http://schemas.microsoft.com/office/drawing/2014/main" id="{822DE2D3-162F-422D-8B72-F0E40C0D9A6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많이 담아도 같은 근거를 똑같이 쓰는가?">
            <a:extLst xmlns:a="http://schemas.openxmlformats.org/drawingml/2006/main">
              <a:ext uri="{FF2B5EF4-FFF2-40B4-BE49-F238E27FC236}">
                <a16:creationId xmlns:a16="http://schemas.microsoft.com/office/drawing/2014/main" id="{D91156BC-74DA-4A4D-B0C1-A433FCA9B2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3C615A66-BE5A-4023-A3AC-61621BA2EF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407DE012-A426-4A19-B7E7-25E57970F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B70F7209-C417-4114-8D82-A6918E9032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0BFB3247-688E-4940-9502-1C64875E0CE6}"/>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B3527160-0B98-4C29-BA95-F4C2BEB276AE}"/>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78A50902-EDEE-4CAB-8B34-92AFA1C6A605}"/>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F568FCF5-4F7A-4D33-816C-7450F901A663}"/>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7E7CC948-2658-4ADF-B54F-4B432326E311}"/>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3FF12C8D-AB85-4719-A6E4-29701D1DBEB5}"/>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0539FF0-952E-4E2C-89DE-CAB06C08AA6C}"/>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0E552A4C-60B3-490C-A590-1FFBAC768032}"/>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820FDC8C-0932-4C4B-B06D-AF000E55E86B}"/>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E0552D86-5308-4FA4-929E-B2BBDBEEB435}"/>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C3AAB830-007F-43F3-A2B0-22E5DDE8F89E}"/>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19885DC8-6C12-409B-AD71-47E83E202363}"/>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D3A5A54A-A436-494F-A637-F59939271509}"/>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5FB70CEF-E5DA-4B67-B8D4-418CE851A5DB}"/>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A218491E-7321-4BE5-B1F0-AB00900D680E}"/>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854F54C6-C5A3-4A31-B6E5-EF0F569F8DAB}"/>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72A348AE-4E20-4F8C-8210-F96A35637CE1}"/>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83C8B549-C6AE-4487-92FB-858C216F82B7}"/>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1C14CD8-43DC-49E9-8450-D8DE2793BD01}"/>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C561A7D3-9348-405A-B8E3-E9AB4114303C}"/>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2C517BA6-D9F7-44C4-8909-951056036A4E}"/>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05008DE1-570D-4DBF-BDB2-607946FBA632}"/>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E8A74624-7053-4D33-BBC2-BE22423AA178}"/>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72D0E839-50D4-48CC-B725-32F3B2B92521}"/>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1CC127FA-8022-42AB-B96B-95A1FB137057}"/>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54749F2B-3CBB-4780-B0A2-7645F02DC464}"/>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F16DF246-8AEA-4FDC-9361-520CB73EB924}"/>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7FF7DFC-906D-4995-9E1D-91416E3C8875}"/>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7F70E764-D226-450F-9AB9-371F6D6605C1}"/>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D97AEE23-DB82-40D9-A67C-F915506BF0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71411601"/>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E24327EC-D73F-4055-A87A-1C8AD7062C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5">
            <a:extLst xmlns:a="http://schemas.openxmlformats.org/drawingml/2006/main">
              <a:ext uri="{FF2B5EF4-FFF2-40B4-BE49-F238E27FC236}">
                <a16:creationId xmlns:a16="http://schemas.microsoft.com/office/drawing/2014/main" id="{7EB19EAA-293C-4C51-8402-F2251D9751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079CEAF7-E06D-43D2-A0F0-F3182138DC2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9FFE05BC-6640-4475-8DD3-ADD58C7336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8B4093F7-4301-46BB-B36C-A5A08A5B00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44419F12-8344-4B97-976C-75D96DC1F9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D2F74759-AFA2-42B7-B9E5-60A6E0398CF2}"/>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5456E25D-CD91-43E6-AD5D-5D7831893E4D}"/>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EB8940BE-992C-4456-BACC-99BDFB3B581E}"/>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2FE66C71-AEA3-4251-839C-50144612E9AF}"/>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84DD277A-5E86-44F5-BDA1-013ADC7B041B}"/>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10313A6-D074-46EF-8100-30C7EB2D606F}"/>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76FC6F13-601C-4B91-8D00-DF4430607C73}"/>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A5B9ACD2-E5AE-4EA4-B8A3-0FAA7B59E1CE}"/>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54410AA-8378-43AB-8D33-56E05C86904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EA8A05A8-6AEB-4D10-B1DD-9F0D229D9BB6}"/>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3926586C-E828-4079-8B91-5153C74137C9}"/>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CE41F2BF-984D-47F9-9C51-F21B5D4FEF29}"/>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F547B039-6057-4B1A-9300-433D404460EF}"/>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B5406AB8-4F19-41A9-A29D-63E3005FAFF8}"/>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2F10668D-A7D0-44FB-A6B9-43504B766DA4}"/>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7D0BA596-E84F-469A-B517-67ECE6D8B06A}"/>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9949BAE9-3616-4D4A-A7B1-E82FC57642D5}"/>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C2CC7D8A-C7BF-4DC5-BAA0-210D5D684514}"/>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31C36B8D-A1C2-49B1-AAB3-828A23156543}"/>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DB07C41C-49EA-44F7-A188-0E1DC11EF02A}"/>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2ABCC4A9-788F-450B-B28A-BF5BC3962F0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EFEAAEFD-6ABA-45A7-AE44-02EB6F3996C0}"/>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611617D8-6C23-44A0-8411-391AB3675B8E}"/>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D30ACFB4-7040-4FCB-A0CC-F3F0912B5E35}"/>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F7822492-1E68-440C-8DFF-C96C9F1485A8}"/>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B02CD138-4363-4FB2-9DFC-0590545BCE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7638335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DE060340-F502-4090-93D3-48B20180B7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6">
            <a:extLst xmlns:a="http://schemas.openxmlformats.org/drawingml/2006/main">
              <a:ext uri="{FF2B5EF4-FFF2-40B4-BE49-F238E27FC236}">
                <a16:creationId xmlns:a16="http://schemas.microsoft.com/office/drawing/2014/main" id="{3DA8C978-BD71-4518-90A0-0104AEB68A3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필요한 상세 정보로 가는 길">
            <a:extLst xmlns:a="http://schemas.openxmlformats.org/drawingml/2006/main">
              <a:ext uri="{FF2B5EF4-FFF2-40B4-BE49-F238E27FC236}">
                <a16:creationId xmlns:a16="http://schemas.microsoft.com/office/drawing/2014/main" id="{6F5BF363-0CA8-48AE-963E-70C433BDFF7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8706C9D-3914-44D2-90C4-6A1F76EFF3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F48A1F9-86AA-4E6E-BC7F-01417065A7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6C329FF8-7675-42BD-BCC2-E682747F74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DF918B23-3E3B-4E55-AC86-8DD284A710A4}"/>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82AD2073-8ACA-4AF6-9AFB-732E113AE5B6}"/>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E2E51D-88DB-418D-A0F9-FB3BACF77DEB}"/>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115E0D5C-494F-4E77-9286-F5A5191FB755}"/>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31242D5F-5FEF-406B-8E47-9041FB5AF628}"/>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9ED6F2C2-7DFA-43AD-A6A8-14E8BC18C22F}"/>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FC84F8A1-3AE9-4A9B-8C5E-89BEC814BC10}"/>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845B97C1-311F-4A5A-888B-153D91575FF7}"/>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31B2B0F0-7605-4BA8-A920-1E057441CAD0}"/>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F4AD3080-27E2-4651-A6A0-AED8B413CB0F}"/>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6ECA1B1-48BE-4CF6-B8CE-6087BC469CB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C7C340D1-2739-4C61-B913-9DF430A43A29}"/>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BAA91689-DDA5-46F5-AA2F-61C54CE5C6F4}"/>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4BF1CBED-A425-4687-94C6-A0C05860FCE8}"/>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1CAF2061-B51A-49A7-AB78-67AF05E57D89}"/>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134DEDA-302D-40DE-86D0-7C4DD87F74D9}"/>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1AD627B2-EDDE-4494-9597-0371800094E0}"/>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923352F2-23AD-49A7-B58F-FB713D1C8F67}"/>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2E268F34-0859-489D-8A47-530BC70865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369519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3B1A37A3-FE2B-427E-B294-46E46EC80BF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7">
            <a:extLst xmlns:a="http://schemas.openxmlformats.org/drawingml/2006/main">
              <a:ext uri="{FF2B5EF4-FFF2-40B4-BE49-F238E27FC236}">
                <a16:creationId xmlns:a16="http://schemas.microsoft.com/office/drawing/2014/main" id="{9FA29367-ECC1-467F-A618-B6CCBB520A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GENTS.md에는 무엇을 남길까?">
            <a:extLst xmlns:a="http://schemas.openxmlformats.org/drawingml/2006/main">
              <a:ext uri="{FF2B5EF4-FFF2-40B4-BE49-F238E27FC236}">
                <a16:creationId xmlns:a16="http://schemas.microsoft.com/office/drawing/2014/main" id="{84F7880A-AE27-46C0-9821-E15B71DC92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389C792B-57A2-4803-8B5B-40A62D5B02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7B0F8E67-2B41-4899-885D-4B3D2F22FB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B8A271E7-182E-4AED-94AA-0A11B13EAD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45AE5386-3646-4532-9260-3B2F854EF453}"/>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4AD9FBF7-5354-4F73-89A8-2DD43DEB4FFB}"/>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B514D0C8-EE07-47CC-996B-107A410B32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5DA3D6E4-29B5-49BB-BDE8-2D063FCC9992}"/>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0ADD74A7-80C8-460F-8CA0-14465CCDDCFD}"/>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47B70AEB-C784-4B5B-B35F-C17E27695525}"/>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57522C4F-D5CD-4F84-8243-74299F4DF5E9}"/>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4B9EB9D-96FF-45AC-B8FF-133020993A43}"/>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0E24D0B2-1ED4-4294-B32D-607BE5DA2C5C}"/>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D0275A8B-3179-420F-AC92-E2EF09F827F1}"/>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FD4F865F-4B58-45F5-94D1-A53B03C701D2}"/>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4AC699C7-B70D-4359-AB28-04CE0501A6E9}"/>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6C3895B7-5269-421E-BAA6-494A912C950C}"/>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ABACEA5A-F969-4E28-ADF1-7836B97142C4}"/>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FEC76901-E842-4CEF-879B-57D6D8B82BBC}"/>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26E38946-21B6-4F2B-BD1E-108DE059D6F4}"/>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27F0F948-E69E-4644-BE1E-5E2B81ED5E8E}"/>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21F9230C-C66B-4F8B-8D8D-AF8940421A7C}"/>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B07916FE-F3FA-4CA7-BB1E-249D3C73886D}"/>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A281B5E1-BAC9-46B9-9D41-4E75C907172E}"/>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39D8D2C5-B73B-41A0-8145-C7CAEB9C620C}"/>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7D78389B-A5A8-4EC3-8303-E4DC7FEF1725}"/>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5C16C642-108B-4757-8071-E640EDA5E1E2}"/>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5D50D6CC-4B08-4BFF-9DEC-D7BB69BE3624}"/>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5CC33347-924F-4AF9-BD48-5E687920B005}"/>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33118448-9F54-4282-BF7F-620A075E4057}"/>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67D0943D-DED7-4E1A-BAC1-CE97CFEB266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7176504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155A2934-8089-4C02-86CD-8C01CD6410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8">
            <a:extLst xmlns:a="http://schemas.openxmlformats.org/drawingml/2006/main">
              <a:ext uri="{FF2B5EF4-FFF2-40B4-BE49-F238E27FC236}">
                <a16:creationId xmlns:a16="http://schemas.microsoft.com/office/drawing/2014/main" id="{0EE13A13-9531-4B8C-94B6-42D0B04F12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정보를 지우지 않고 위치를 나누기">
            <a:extLst xmlns:a="http://schemas.openxmlformats.org/drawingml/2006/main">
              <a:ext uri="{FF2B5EF4-FFF2-40B4-BE49-F238E27FC236}">
                <a16:creationId xmlns:a16="http://schemas.microsoft.com/office/drawing/2014/main" id="{17294FC2-25F3-45EE-9A94-3B57AD3223A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47459980-A9D1-4D29-8696-97777B447D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AA67D415-D7E4-421A-9E25-F3F28D18C4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4381C094-D3D9-4056-AA95-843A036D4B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AD6EC7CE-DDED-4DFB-A4C1-1530E3E4A8C1}"/>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883AA822-88BB-4246-B5C2-A318FDED84C9}"/>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CD25F0C3-1FF2-4680-B0E9-3C202199A744}"/>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A1926A05-8FCF-460C-9FDF-3F13864F2F97}"/>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5755217D-500F-4563-8CAC-9EF7A05C4A5E}"/>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60E6488A-92B6-447F-8CC4-71C5BFFAF3ED}"/>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98BC8A1A-E1BB-4CA3-9F67-0E1B13FF9905}"/>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03294B7F-FA33-427B-8A9D-35B62051AD7C}"/>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C6D4AE17-ABDE-4FCF-A9EC-CEE135A17A50}"/>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B927B2A7-EA6D-42C5-B123-EA98A99FA542}"/>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613DA572-64C8-4715-9B66-F226D1B9191A}"/>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ECED3C39-BA7C-462A-A905-488CDAA0CFFA}"/>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020382C9-D0D3-496F-BA16-13A3BD8139A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28F2B348-B398-4010-BF34-C42DCE28C264}"/>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FF2F455F-E8DF-4A47-AB52-10B694287FB4}"/>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3714568-337E-433A-B97B-B3B669846F65}"/>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6223A11E-651A-4ABF-8A55-4DEC1782F25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0C2C8AE2-A31F-4D2A-9DA1-769BD14BCBB3}"/>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A69DDB8D-A3C4-45F2-89FB-119C0C98BDEA}"/>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6E23A5B6-6F7E-4FEB-91A3-5D632648E0A9}"/>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2D740DA0-4FB7-4BE3-8526-2809003EDA20}"/>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41DEC7CA-D0DB-44F0-B850-2DC70DD35E92}"/>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2826EF8-9D38-448E-AF09-71D870BD6717}"/>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72AE0B17-FECA-4EF8-8AE0-E4D5F9FBF42A}"/>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05BAF71C-B177-4799-AF24-2F9C3E25DA62}"/>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0A72D481-03B1-4F81-8A20-1D60D8F46044}"/>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81F6C7D2-494F-44A1-AD74-12B675236261}"/>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240C2333-5831-45E7-8A01-920DF02E2C8A}"/>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C42D2AD1-507F-464B-8B37-E53993923FB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5A80486-1789-4F84-8A84-AACB4243A3AA}"/>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19AC9D77-4E72-4D06-B587-C32D54320161}"/>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19B2EA99-0360-40C8-9925-1740501DA8FC}"/>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9C8E19CF-E329-45DD-90FE-C3349F766CC7}"/>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FAB72DDC-0835-4D82-8E30-F5F61E2DC474}"/>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71A18913-C291-46D2-B32F-FA8A0255C9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037546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BF0E1D3C-C026-4F2D-A51A-83CB6768EBA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9">
            <a:extLst xmlns:a="http://schemas.openxmlformats.org/drawingml/2006/main">
              <a:ext uri="{FF2B5EF4-FFF2-40B4-BE49-F238E27FC236}">
                <a16:creationId xmlns:a16="http://schemas.microsoft.com/office/drawing/2014/main" id="{6F5C2D31-8944-459F-AFFD-12DFB0CCCB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서로 다른 두 Task가 무엇을 읽을까?">
            <a:extLst xmlns:a="http://schemas.openxmlformats.org/drawingml/2006/main">
              <a:ext uri="{FF2B5EF4-FFF2-40B4-BE49-F238E27FC236}">
                <a16:creationId xmlns:a16="http://schemas.microsoft.com/office/drawing/2014/main" id="{3EB40B28-0DC2-4765-8BCE-0F65E59AEC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BB929466-0DC2-450B-9D8B-6E7D402A6E1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F04667AD-B207-4791-BFCA-46073999FAF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3785958C-9AF9-4E9C-8E7F-1861E72428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CEB23714-997E-4AB5-9E05-10826DAB3E5F}"/>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32926611-39F3-4BA3-AAAB-90090FB55646}"/>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86298E8A-89FF-48D6-B3B2-F6A78B67B754}"/>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4F89F6E4-DF92-4515-B4F5-E9ACB5A835ED}"/>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D9F93A7A-A710-4A62-B953-A273A2B1A41B}"/>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8324E7C7-DDCC-4C3A-AA68-689F0FD6CAA6}"/>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76CBEC41-5AC2-47D5-834C-B6FD9D53622A}"/>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EACDA4E-9284-4298-A61E-3FFAABD88A97}"/>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74AD979-CBC1-4702-BD79-7800E7762379}"/>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7EA7A357-1213-498A-A4AF-4ACBEECC08EA}"/>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D5FAE427-CE18-4D09-8737-0DC4F39669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E8CCFAFF-C47F-4668-9CC0-66E5A435115F}"/>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CFABC609-C55B-48BB-9391-ECF888D7E85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68F4E70C-B41C-4680-B5AB-8B11CC5A363C}"/>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FCBE117-A55E-4587-9082-CEA51B406EE5}"/>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D9CB8761-7D24-4C6E-8E37-5D9B41A289FE}"/>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2BD6BF70-FC94-4FA2-B465-B50E31A47137}"/>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BFD94359-2E7B-4815-BDB6-DB9F1D423947}"/>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163E1A9B-7BE7-4B77-9C56-11746F469FF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ED4DCE4E-A440-40AE-B8D2-812B22AAC2CB}"/>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72FC9C5A-9795-4C55-A733-04782888B101}"/>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E6A87F71-CD3D-4C7B-8427-3ED935A9296E}"/>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01051214-6835-45A0-B8BE-2A0DA999F56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36941845"/>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4D0709AE-AB95-4491-B0B3-7224155623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0">
            <a:extLst xmlns:a="http://schemas.openxmlformats.org/drawingml/2006/main">
              <a:ext uri="{FF2B5EF4-FFF2-40B4-BE49-F238E27FC236}">
                <a16:creationId xmlns:a16="http://schemas.microsoft.com/office/drawing/2014/main" id="{6472D3B2-3F01-43E5-86C3-B1F0F9A4D4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Crop Task에서 관찰한 접근">
            <a:extLst xmlns:a="http://schemas.openxmlformats.org/drawingml/2006/main">
              <a:ext uri="{FF2B5EF4-FFF2-40B4-BE49-F238E27FC236}">
                <a16:creationId xmlns:a16="http://schemas.microsoft.com/office/drawing/2014/main" id="{D91D1EA3-BB55-48A4-AB5D-71B73BC812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0F6C173E-9951-42F1-9922-B4EB70EDB4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F0631465-603E-4DCE-897B-DA2FC3FA029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54F8B2A2-FB64-4EC0-B579-40889DEA77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EE07B324-B640-4D99-8C09-E30CBFA43A3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2601613-0E24-447B-91C5-768F2C558E40}"/>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49B94D7F-B68A-4484-BFDB-23E5EBD4D4B4}"/>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BD53BBFE-75D9-429C-9D33-6911CCF9F191}"/>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06B19E40-A9FA-4937-8845-903091F23262}"/>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572A90A8-AC89-4A4E-BFCB-FDDF851337A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2FE71139-0F76-4D3D-8A67-D67CFC01B813}"/>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7C90425B-3075-41B5-A60A-7C56B9513797}"/>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4E0591FA-0032-4A6B-A4C5-A59A0ADB1617}"/>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AD10C10D-EC53-4064-9C0D-E6E7079609D2}"/>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3F1084A3-713D-48C8-8E34-90FD9825834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F5794793-1888-4243-A34E-A843B7FC733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E0EA20B-8F2B-4726-9F94-B51EAB05FA46}"/>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AECB7AAF-D8F5-4092-A5F4-1860309542AA}"/>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0AE3980A-973E-4966-8C5C-7660A94E7EE8}"/>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A1E0490E-6606-4360-BBC8-5D69CED3ED6E}"/>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0B45124F-C8C7-4BD7-B922-356F32D76C9E}"/>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31A873E6-001F-43A2-96F6-EBC7489E21BB}"/>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A2BD5EB9-09A0-48DD-BAF8-1DCFF42FC143}"/>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53C0C31F-0F95-49FC-AFA1-C8844EE87CFC}"/>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1461DF70-7D66-4B85-A6F7-16D79295BA94}"/>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7CBBFFD6-21B6-473D-AA88-0F881B2C8BB5}"/>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E79A008A-A20C-4B8D-8409-5FB22153FE05}"/>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5C924415-7CD8-4B03-8551-4DEB5A1DB121}"/>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F4F26FB-B1F9-4358-B3E0-B2A8E3D1EDBE}"/>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33DC64DC-1254-4CA5-AA1F-8444822437D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F63B7438-AE04-439A-8784-71DD675E3842}"/>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D5A0B02-F51C-43E0-8736-5D885AF4E38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BD32D290-26EA-46E5-AA3F-B2AB7F471F55}"/>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604A1278-DAAD-483B-B6D3-A7B0B5CB6797}"/>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43440EC4-F6D0-430D-AE0D-8867092AEB10}"/>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14EFD2D5-5539-46D5-AA4C-7737719967B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B718EBBD-087E-45D2-A261-8749B8612D23}"/>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8D3D34A2-EFEE-422F-A6D6-99AA341FD591}"/>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205FF6E2-5BC6-4EED-AE9B-76A49E306EB7}"/>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816CFC5E-0B47-48F2-A9CF-20E0E67B1633}"/>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87DF421D-7A38-41CB-AA59-096E6ABBC9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55474"/>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C7FF5ABE-1662-4471-B34C-816E2C6336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1">
            <a:extLst xmlns:a="http://schemas.openxmlformats.org/drawingml/2006/main">
              <a:ext uri="{FF2B5EF4-FFF2-40B4-BE49-F238E27FC236}">
                <a16:creationId xmlns:a16="http://schemas.microsoft.com/office/drawing/2014/main" id="{73077021-66AC-4284-AE16-E96FA4D6FC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의존성 질문은 설정과 소스로 답했다">
            <a:extLst xmlns:a="http://schemas.openxmlformats.org/drawingml/2006/main">
              <a:ext uri="{FF2B5EF4-FFF2-40B4-BE49-F238E27FC236}">
                <a16:creationId xmlns:a16="http://schemas.microsoft.com/office/drawing/2014/main" id="{B526D820-AE2F-4A78-9962-792F666C4D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AB3A82F5-77CB-4DF3-A246-25CED39999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B47DEC07-0C2C-4858-B629-6D8D87E0A48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860845DC-AA4B-40EA-99E1-E3F3BCA133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9598928A-2C84-40B6-A620-16759E0C91C6}"/>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E0F5EA1C-D2E8-4509-9965-484014E2545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293C4A7-BA8C-4C4F-9DF2-6950BA2D5989}"/>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8F048683-7255-46BC-8924-EE88AE6C8AB8}"/>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9BC18BBD-03EE-4020-B38D-1C23A5CB33A1}"/>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A083DB19-1BBF-4A56-B5E5-A14AEB97885B}"/>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C1AEDD4A-315F-4A6E-AD49-B38B7663DBA7}"/>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40574F1F-062D-492A-930C-CE51FAC79C01}"/>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75AB4794-C520-4AE7-A46C-E9150761CF7E}"/>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DD52F8AC-9594-4549-ACB3-5627063E2E5A}"/>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675D522C-7A56-4CF4-9705-39028A30A2B4}"/>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5E12D90A-9C97-456B-AB05-1385FF3C2954}"/>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DD2863C1-8239-4F8D-AC07-A0E70E13E8DB}"/>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B6585B07-BAB1-4D29-A115-25F7F5AC6888}"/>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CA93D52E-98D1-4111-BD84-00F7727583B3}"/>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19B7F7C2-A19B-4F0A-929B-E721E9C7DFD6}"/>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5E20D8FD-61DE-49E3-930A-AA23BDDFC3E8}"/>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ED36F72B-CB79-45E6-BD88-4EBCA7633E2D}"/>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5507A06D-0134-4B97-A416-3FE4EF2362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7674690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5F89A4BA-1339-42A5-B506-27EE9A6C66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2">
            <a:extLst xmlns:a="http://schemas.openxmlformats.org/drawingml/2006/main">
              <a:ext uri="{FF2B5EF4-FFF2-40B4-BE49-F238E27FC236}">
                <a16:creationId xmlns:a16="http://schemas.microsoft.com/office/drawing/2014/main" id="{A3F1BB4C-3E25-4E11-9A51-9BE41BA83C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두 Task에서 상세 문서 접근이 달랐다">
            <a:extLst xmlns:a="http://schemas.openxmlformats.org/drawingml/2006/main">
              <a:ext uri="{FF2B5EF4-FFF2-40B4-BE49-F238E27FC236}">
                <a16:creationId xmlns:a16="http://schemas.microsoft.com/office/drawing/2014/main" id="{E6245C6E-13E9-42F0-852F-398DC9DCAA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20FB8BBD-DB69-4E32-AEFE-58E738B57C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D5ECE780-6CF5-4C82-998C-3780E04C1D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D190B230-D9BA-47CF-906C-C5CF3E8AB66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E438DDEF-E628-4581-8A6D-E4430A96F29D}"/>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52D7C9-033B-4B1B-814A-96E6EB0458FF}"/>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58D7F392-E25D-4EDC-AA6F-B5FE665AA982}"/>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FFBB6F83-B23D-4E94-A97C-4E6A0FDE21D3}"/>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AAD6BE0F-03CC-45F8-9AB6-0F80B8973DE9}"/>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662527E-8549-4C9D-BA11-0F6FA689BCB3}"/>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202F6EA0-8F41-4F5F-B812-242D8718AA09}"/>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4FF71676-6DB5-4F04-9684-BF5D45F002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3455764"/>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263801C3-F495-4904-A406-4D1E1613D7A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3">
            <a:extLst xmlns:a="http://schemas.openxmlformats.org/drawingml/2006/main">
              <a:ext uri="{FF2B5EF4-FFF2-40B4-BE49-F238E27FC236}">
                <a16:creationId xmlns:a16="http://schemas.microsoft.com/office/drawing/2014/main" id="{E1387E6A-8CF8-49C2-93FD-41ADDBAEA0E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Context 정리에서 확인한 네 가지">
            <a:extLst xmlns:a="http://schemas.openxmlformats.org/drawingml/2006/main">
              <a:ext uri="{FF2B5EF4-FFF2-40B4-BE49-F238E27FC236}">
                <a16:creationId xmlns:a16="http://schemas.microsoft.com/office/drawing/2014/main" id="{A0D155A6-6C1C-4FC7-892F-D1705814EF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30B90698-68F8-4691-A034-6BA2DB0CE1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164DA4C2-0BC6-4FED-A9BF-2149B9B644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B7EFBB0B-E593-4FC3-841C-A2CD94BAF1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CFD6BB26-647A-4A40-B97F-8CC597856BD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525FAFB7-366C-42B6-A31E-96307766ECE0}"/>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18FF7E-B227-4CF7-B565-3AECBCAB93E2}"/>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35D2B129-4140-4DAB-B69E-82CA250A7584}"/>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B8724C30-180B-4DD2-B1A5-94DA2598A7B2}"/>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49F171F8-3767-4483-B1F1-440268E03482}"/>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878EF0C1-9879-4D58-81E9-0D71747875AA}"/>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5D0A68D4-F287-4956-8F5D-C64323F62E3D}"/>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2B694AA7-D3C7-43A9-8178-467681454FCA}"/>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A657674A-F9C0-4FDD-9CFD-64B0AB191EB3}"/>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5FADC4D-52C7-4B93-B810-0A812080ECFD}"/>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F5D05FA-6DFA-4CBF-B386-5B7B4A6AAB4F}"/>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1A44B6F8-FB3C-42E9-B3CA-EDD7BAF3A566}"/>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E01A11AB-C25F-4189-8A60-FB1C0B43515B}"/>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695742C2-D36B-44BD-926E-A56F2517EFC8}"/>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E59D851E-ABBA-45A1-A07E-1BB24CCBE9D5}"/>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877B86ED-616E-42B9-9156-F6CA9A889629}"/>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30902E12-D6CA-46BC-A9DF-F73E01444575}"/>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3C0D813F-F4B1-4033-B0C5-C27A0B2643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3FC131D4-5009-4790-905B-464DEDFD6FC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684873E-0C47-47F5-8FDF-8239B4BBE772}"/>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EF3CF5BA-DC1C-4F99-BC83-77B0FB7760BB}"/>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5E27D7D5-71C9-4495-8309-83B02F1A4B2D}"/>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C393A007-297C-43ED-BAA4-DB9F7B2D1EE2}"/>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5ADF264A-2690-46B4-B24C-04C11B2BDF10}"/>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F916C5A8-2517-445D-B7B2-34636B95E0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15080547"/>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필요한 팁 찾아보기">
            <a:extLst xmlns:a="http://schemas.openxmlformats.org/drawingml/2006/main">
              <a:ext uri="{FF2B5EF4-FFF2-40B4-BE49-F238E27FC236}">
                <a16:creationId xmlns:a16="http://schemas.microsoft.com/office/drawing/2014/main" id="{BCB51AC4-2A46-48BC-A357-2ADAB8BFB6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팁 찾아보기</a:t>
            </a:r>
          </a:p>
        </p:txBody>
      </p:sp>
      <p:sp>
        <p:nvSpPr>
          <p:cNvPr id="2" name="S54">
            <a:extLst xmlns:a="http://schemas.openxmlformats.org/drawingml/2006/main">
              <a:ext uri="{FF2B5EF4-FFF2-40B4-BE49-F238E27FC236}">
                <a16:creationId xmlns:a16="http://schemas.microsoft.com/office/drawing/2014/main" id="{153C938F-E268-45D0-80D8-E7746B09944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ACT 2 실무 적용 팁 모아보기">
            <a:extLst xmlns:a="http://schemas.openxmlformats.org/drawingml/2006/main">
              <a:ext uri="{FF2B5EF4-FFF2-40B4-BE49-F238E27FC236}">
                <a16:creationId xmlns:a16="http://schemas.microsoft.com/office/drawing/2014/main" id="{C837C381-6388-480D-9E17-4F2AF8E112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ACT 2 실무 적용 팁 모아보기</a:t>
            </a:r>
          </a:p>
        </p:txBody>
      </p:sp>
      <p:sp>
        <p:nvSpPr>
          <p:cNvPr id="4" name="">
            <a:extLst xmlns:a="http://schemas.openxmlformats.org/drawingml/2006/main">
              <a:ext uri="{FF2B5EF4-FFF2-40B4-BE49-F238E27FC236}">
                <a16:creationId xmlns:a16="http://schemas.microsoft.com/office/drawing/2014/main" id="{8E511F11-A25B-4BBE-B639-AC17ADFE799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기존 팁의 제목·Slide ID를 모은 찾아보기 · DEC-0087">
            <a:extLst xmlns:a="http://schemas.openxmlformats.org/drawingml/2006/main">
              <a:ext uri="{FF2B5EF4-FFF2-40B4-BE49-F238E27FC236}">
                <a16:creationId xmlns:a16="http://schemas.microsoft.com/office/drawing/2014/main" id="{4A29D4DB-53A9-4B0C-89D4-ED157F6E5D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기존 팁의 제목·Slide ID를 모은 찾아보기 · DEC-0087</a:t>
            </a:r>
          </a:p>
        </p:txBody>
      </p:sp>
      <p:sp>
        <p:nvSpPr>
          <p:cNvPr id="6" name="배지는 활용 목적 표시 · 각 팁의 실제 관찰·교육용 예시·제품 확인 범위는 해당 장을 따른다.">
            <a:extLst xmlns:a="http://schemas.openxmlformats.org/drawingml/2006/main">
              <a:ext uri="{FF2B5EF4-FFF2-40B4-BE49-F238E27FC236}">
                <a16:creationId xmlns:a16="http://schemas.microsoft.com/office/drawing/2014/main" id="{CFC865F2-ADB8-47B5-A91B-60C57E16A2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배지는 활용 목적 표시 · 각 팁의 실제 관찰·교육용 예시·제품 확인 범위는 해당 장을 따른다.</a:t>
            </a:r>
          </a:p>
        </p:txBody>
      </p:sp>
      <p:sp>
        <p:nvSpPr>
          <p:cNvPr id="7" name="">
            <a:extLst xmlns:a="http://schemas.openxmlformats.org/drawingml/2006/main">
              <a:ext uri="{FF2B5EF4-FFF2-40B4-BE49-F238E27FC236}">
                <a16:creationId xmlns:a16="http://schemas.microsoft.com/office/drawing/2014/main" id="{A735EBBE-88D5-400C-9CB3-395A77B6D533}"/>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8" name="Practical application tip badge">
            <a:extLst xmlns:a="http://schemas.openxmlformats.org/drawingml/2006/main">
              <a:ext uri="{FF2B5EF4-FFF2-40B4-BE49-F238E27FC236}">
                <a16:creationId xmlns:a16="http://schemas.microsoft.com/office/drawing/2014/main" id="{DEB5F94D-5A45-4F30-A4E4-A91EE54B967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찾아보기</a:t>
            </a:r>
          </a:p>
        </p:txBody>
      </p:sp>
      <p:sp>
        <p:nvSpPr>
          <p:cNvPr id="9" name="필요한 상황이 생기면, 아래 Slide로 돌아오세요">
            <a:extLst xmlns:a="http://schemas.openxmlformats.org/drawingml/2006/main">
              <a:ext uri="{FF2B5EF4-FFF2-40B4-BE49-F238E27FC236}">
                <a16:creationId xmlns:a16="http://schemas.microsoft.com/office/drawing/2014/main" id="{216599AD-4943-4525-866F-EACAE0F26292}"/>
              </a:ext>
            </a:extLst>
          </p:cNvPr>
          <p:cNvSpPr>
            <a:spLocks xmlns:a="http://schemas.openxmlformats.org/drawingml/2006/main" noGrp="1"/>
          </p:cNvSpPr>
          <p:nvPr/>
        </p:nvSpPr>
        <p:spPr>
          <a:xfrm xmlns:a="http://schemas.openxmlformats.org/drawingml/2006/main">
            <a:off x="609600" y="16573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상황이 생기면, 아래 Slide로 돌아오세요</a:t>
            </a:r>
          </a:p>
        </p:txBody>
      </p:sp>
      <p:sp>
        <p:nvSpPr>
          <p:cNvPr id="10" name="">
            <a:extLst xmlns:a="http://schemas.openxmlformats.org/drawingml/2006/main">
              <a:ext uri="{FF2B5EF4-FFF2-40B4-BE49-F238E27FC236}">
                <a16:creationId xmlns:a16="http://schemas.microsoft.com/office/drawing/2014/main" id="{6CA9140D-C3F5-4E9C-B5F4-85AF33A73EAE}"/>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3EF407BE-57A2-4086-8C51-56E125450371}"/>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S47">
            <a:extLst xmlns:a="http://schemas.openxmlformats.org/drawingml/2006/main">
              <a:ext uri="{FF2B5EF4-FFF2-40B4-BE49-F238E27FC236}">
                <a16:creationId xmlns:a16="http://schemas.microsoft.com/office/drawing/2014/main" id="{7FCA3D06-86CF-45AE-9A63-CCA3369AD43D}"/>
              </a:ext>
            </a:extLst>
          </p:cNvPr>
          <p:cNvSpPr>
            <a:spLocks xmlns:a="http://schemas.openxmlformats.org/drawingml/2006/main" noGrp="1"/>
          </p:cNvSpPr>
          <p:nvPr/>
        </p:nvSpPr>
        <p:spPr>
          <a:xfrm xmlns:a="http://schemas.openxmlformats.org/drawingml/2006/main">
            <a:off x="609600" y="3076575"/>
            <a:ext cx="8953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S47</a:t>
            </a:r>
          </a:p>
        </p:txBody>
      </p:sp>
      <p:sp>
        <p:nvSpPr>
          <p:cNvPr id="13" name="AGENTS.md에는 무엇을 남길까?">
            <a:extLst xmlns:a="http://schemas.openxmlformats.org/drawingml/2006/main">
              <a:ext uri="{FF2B5EF4-FFF2-40B4-BE49-F238E27FC236}">
                <a16:creationId xmlns:a16="http://schemas.microsoft.com/office/drawing/2014/main" id="{1CD2410F-D177-4970-B710-5E71E80FEF4E}"/>
              </a:ext>
            </a:extLst>
          </p:cNvPr>
          <p:cNvSpPr>
            <a:spLocks xmlns:a="http://schemas.openxmlformats.org/drawingml/2006/main" noGrp="1"/>
          </p:cNvSpPr>
          <p:nvPr/>
        </p:nvSpPr>
        <p:spPr>
          <a:xfrm xmlns:a="http://schemas.openxmlformats.org/drawingml/2006/main">
            <a:off x="1714500" y="3076575"/>
            <a:ext cx="9867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AGENTS.md에는 무엇을 남길까?</a:t>
            </a:r>
          </a:p>
        </p:txBody>
      </p:sp>
      <p:sp>
        <p:nvSpPr>
          <p:cNvPr id="14" name="Legacy module connection">
            <a:extLst xmlns:a="http://schemas.openxmlformats.org/drawingml/2006/main">
              <a:ext uri="{FF2B5EF4-FFF2-40B4-BE49-F238E27FC236}">
                <a16:creationId xmlns:a16="http://schemas.microsoft.com/office/drawing/2014/main" id="{A31C10F5-1DD1-4620-B73E-B9AF5A3128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찾아보기</a:t>
            </a:r>
          </a:p>
        </p:txBody>
      </p:sp>
    </p:spTree>
    <p:extLst>
      <p:ext uri="{BB962C8B-B14F-4D97-AF65-F5344CB8AC3E}">
        <p14:creationId xmlns:p14="http://schemas.microsoft.com/office/powerpoint/2010/main" val="112125936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98AD78-0107-4EA1-A09E-B732DE7DD7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E8CDE956-ECD7-4046-B815-2186BC3555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지식은 정리됐지만 절차는 반복된다">
            <a:extLst xmlns:a="http://schemas.openxmlformats.org/drawingml/2006/main">
              <a:ext uri="{FF2B5EF4-FFF2-40B4-BE49-F238E27FC236}">
                <a16:creationId xmlns:a16="http://schemas.microsoft.com/office/drawing/2014/main" id="{E62D88CE-F73B-4B63-8260-FA993C4CF1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556514B6-F6F4-4362-810F-8E99C5AB77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ED0127B8-BAB0-4818-B184-4B10F6AA100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8CDFFBA0-8AD2-4E14-A461-B5BF5BEF1F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A4D2438-58FE-456B-BF75-E802C80CBE5A}"/>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A1646522-3E30-4E7A-9DB5-0DFE654DBBCA}"/>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92790253-CD98-4F7D-A9FB-4C1C901423C4}"/>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E54360A2-380F-444E-9942-BC6971A90416}"/>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4CFA56D5-40B3-42C7-B6CD-D8517EE91470}"/>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456653F9-1553-48A4-9928-4A91FD04446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22002329-E095-4B86-A061-E89A70148A6E}"/>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7DCDDBB6-C3BA-4771-A6FC-4A149A0DB5E9}"/>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2FA561A2-3117-48B7-8917-191F2CC8EE66}"/>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CB9849C6-0EAF-46B9-ADFB-B370D6690DCD}"/>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79445AF7-3ED9-4DE9-87EA-CC96A5AF3BB8}"/>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A57EA56-6535-4BF0-9E94-FC929F647993}"/>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95B7FD72-27A1-4906-832E-7BA41C74E542}"/>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982C3DCF-5C68-45B2-8474-A17809EA5298}"/>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775F6B29-0CD5-4C8D-809A-4701B9A5DDA1}"/>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35A2F083-A665-4FAC-ABE3-48C7E77E3D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415362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2026-10-25T08:39:11.1280000Z</dcterms:created>
  <dcterms:modified xsi:type="dcterms:W3CDTF">2026-10-25T08:39:11.1280000Z</dcterms:modified>
</coreProperties>
</file>