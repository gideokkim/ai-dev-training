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2d17d916f543c8" /><Relationship Type="http://schemas.openxmlformats.org/officeDocument/2006/relationships/extended-properties" Target="/docProps/app.xml" Id="R45cf67c972eb47c7" /><Relationship Type="http://schemas.openxmlformats.org/officeDocument/2006/relationships/officeDocument" Target="/ppt/presentation.xml" Id="R86f7e32669c3449b" /></Relationships>
</file>

<file path=ppt/presentation.xml><?xml version="1.0" encoding="utf-8"?>
<p:presentation xmlns:p="http://schemas.openxmlformats.org/presentationml/2006/main">
  <p:sldMasterIdLst>
    <p:sldMasterId xmlns:r="http://schemas.openxmlformats.org/officeDocument/2006/relationships" id="2147483648" r:id="R8fc689e1e572472f"/>
  </p:sldMasterIdLst>
  <p:notesMasterIdLst>
    <p:notesMasterId xmlns:r="http://schemas.openxmlformats.org/officeDocument/2006/relationships" r:id="Rd416fdbfd4064976"/>
  </p:notesMasterIdLst>
  <p:sldIdLst>
    <p:sldId xmlns:r="http://schemas.openxmlformats.org/officeDocument/2006/relationships" id="256" r:id="R16220b547fbb4307"/>
    <p:sldId xmlns:r="http://schemas.openxmlformats.org/officeDocument/2006/relationships" id="257" r:id="Rb9871f677bf24e06"/>
    <p:sldId xmlns:r="http://schemas.openxmlformats.org/officeDocument/2006/relationships" id="258" r:id="Rd5165008b8d44699"/>
    <p:sldId xmlns:r="http://schemas.openxmlformats.org/officeDocument/2006/relationships" id="259" r:id="Rc78280c5224d4a93"/>
    <p:sldId xmlns:r="http://schemas.openxmlformats.org/officeDocument/2006/relationships" id="260" r:id="Rd3f1920138f740bc"/>
    <p:sldId xmlns:r="http://schemas.openxmlformats.org/officeDocument/2006/relationships" id="261" r:id="Rdc4723dc5c9e4a2b"/>
    <p:sldId xmlns:r="http://schemas.openxmlformats.org/officeDocument/2006/relationships" id="262" r:id="Re2ad4b328f124bf8"/>
    <p:sldId xmlns:r="http://schemas.openxmlformats.org/officeDocument/2006/relationships" id="263" r:id="R4ae27b1c9f724518"/>
    <p:sldId xmlns:r="http://schemas.openxmlformats.org/officeDocument/2006/relationships" id="264" r:id="R13ff8ff4d8724bb2"/>
    <p:sldId xmlns:r="http://schemas.openxmlformats.org/officeDocument/2006/relationships" id="265" r:id="R1655fcef0c85491e"/>
    <p:sldId xmlns:r="http://schemas.openxmlformats.org/officeDocument/2006/relationships" id="266" r:id="R7e67839a01994fc8"/>
    <p:sldId xmlns:r="http://schemas.openxmlformats.org/officeDocument/2006/relationships" id="267" r:id="R85b74edc096c4d44"/>
    <p:sldId xmlns:r="http://schemas.openxmlformats.org/officeDocument/2006/relationships" id="268" r:id="R0c9cc16831774500"/>
    <p:sldId xmlns:r="http://schemas.openxmlformats.org/officeDocument/2006/relationships" id="269" r:id="Ra7b42aa401f3408e"/>
    <p:sldId xmlns:r="http://schemas.openxmlformats.org/officeDocument/2006/relationships" id="270" r:id="R16ead58e524142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07dede215a4d1d" /><Relationship Type="http://schemas.openxmlformats.org/officeDocument/2006/relationships/slideMaster" Target="/ppt/slideMasters/slideMaster1.xml" Id="R8fc689e1e572472f" /><Relationship Type="http://schemas.openxmlformats.org/officeDocument/2006/relationships/notesMaster" Target="/ppt/notesMasters/notesMaster1.xml" Id="Rd416fdbfd4064976" /><Relationship Type="http://schemas.openxmlformats.org/officeDocument/2006/relationships/presProps" Target="/ppt/presProps.xml" Id="R3c8bfda85787447c" /><Relationship Type="http://schemas.openxmlformats.org/officeDocument/2006/relationships/tableStyles" Target="/ppt/tableStyles.xml" Id="R6562d9f3627e48cb" /><Relationship Type="http://schemas.openxmlformats.org/officeDocument/2006/relationships/slide" Target="/ppt/slides/slide1.xml" Id="R16220b547fbb4307" /><Relationship Type="http://schemas.openxmlformats.org/officeDocument/2006/relationships/slide" Target="/ppt/slides/slide2.xml" Id="Rb9871f677bf24e06" /><Relationship Type="http://schemas.openxmlformats.org/officeDocument/2006/relationships/slide" Target="/ppt/slides/slide3.xml" Id="Rd5165008b8d44699" /><Relationship Type="http://schemas.openxmlformats.org/officeDocument/2006/relationships/slide" Target="/ppt/slides/slide4.xml" Id="Rc78280c5224d4a93" /><Relationship Type="http://schemas.openxmlformats.org/officeDocument/2006/relationships/slide" Target="/ppt/slides/slide5.xml" Id="Rd3f1920138f740bc" /><Relationship Type="http://schemas.openxmlformats.org/officeDocument/2006/relationships/slide" Target="/ppt/slides/slide6.xml" Id="Rdc4723dc5c9e4a2b" /><Relationship Type="http://schemas.openxmlformats.org/officeDocument/2006/relationships/slide" Target="/ppt/slides/slide7.xml" Id="Re2ad4b328f124bf8" /><Relationship Type="http://schemas.openxmlformats.org/officeDocument/2006/relationships/slide" Target="/ppt/slides/slide8.xml" Id="R4ae27b1c9f724518" /><Relationship Type="http://schemas.openxmlformats.org/officeDocument/2006/relationships/slide" Target="/ppt/slides/slide9.xml" Id="R13ff8ff4d8724bb2" /><Relationship Type="http://schemas.openxmlformats.org/officeDocument/2006/relationships/slide" Target="/ppt/slides/slide10.xml" Id="R1655fcef0c85491e" /><Relationship Type="http://schemas.openxmlformats.org/officeDocument/2006/relationships/slide" Target="/ppt/slides/slide11.xml" Id="R7e67839a01994fc8" /><Relationship Type="http://schemas.openxmlformats.org/officeDocument/2006/relationships/slide" Target="/ppt/slides/slide12.xml" Id="R85b74edc096c4d44" /><Relationship Type="http://schemas.openxmlformats.org/officeDocument/2006/relationships/slide" Target="/ppt/slides/slide13.xml" Id="R0c9cc16831774500" /><Relationship Type="http://schemas.openxmlformats.org/officeDocument/2006/relationships/slide" Target="/ppt/slides/slide14.xml" Id="Ra7b42aa401f3408e" /><Relationship Type="http://schemas.openxmlformats.org/officeDocument/2006/relationships/slide" Target="/ppt/slides/slide15.xml" Id="R16ead58e524142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ff086486cb40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487f94c5e54b4d" /><Relationship Type="http://schemas.openxmlformats.org/officeDocument/2006/relationships/notesMaster" Target="/ppt/notesMasters/notesMaster1.xml" Id="R44e6d764d80e4c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82121ed78549a5" /><Relationship Type="http://schemas.openxmlformats.org/officeDocument/2006/relationships/notesMaster" Target="/ppt/notesMasters/notesMaster1.xml" Id="R3ccae239fad444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b6137371ec4992" /><Relationship Type="http://schemas.openxmlformats.org/officeDocument/2006/relationships/notesMaster" Target="/ppt/notesMasters/notesMaster1.xml" Id="Rf5aacac15d8d4f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d731b3f7044519" /><Relationship Type="http://schemas.openxmlformats.org/officeDocument/2006/relationships/notesMaster" Target="/ppt/notesMasters/notesMaster1.xml" Id="R027148d8e1ae4b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344698d85134e2d" /><Relationship Type="http://schemas.openxmlformats.org/officeDocument/2006/relationships/notesMaster" Target="/ppt/notesMasters/notesMaster1.xml" Id="R405d4c75ceb94d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8385d71c514bf0" /><Relationship Type="http://schemas.openxmlformats.org/officeDocument/2006/relationships/notesMaster" Target="/ppt/notesMasters/notesMaster1.xml" Id="R01571474b66748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e32d9c08d45b4" /><Relationship Type="http://schemas.openxmlformats.org/officeDocument/2006/relationships/notesMaster" Target="/ppt/notesMasters/notesMaster1.xml" Id="Rb72dc1fb852644d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cbb76bfaeda4930" /><Relationship Type="http://schemas.openxmlformats.org/officeDocument/2006/relationships/notesMaster" Target="/ppt/notesMasters/notesMaster1.xml" Id="R28fc8836f7e74d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addeccd1a844ad" /><Relationship Type="http://schemas.openxmlformats.org/officeDocument/2006/relationships/notesMaster" Target="/ppt/notesMasters/notesMaster1.xml" Id="Rdbe41f62c29d42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cead2aa693475a" /><Relationship Type="http://schemas.openxmlformats.org/officeDocument/2006/relationships/notesMaster" Target="/ppt/notesMasters/notesMaster1.xml" Id="R588cbee78b764a4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e46957382146c3" /><Relationship Type="http://schemas.openxmlformats.org/officeDocument/2006/relationships/notesMaster" Target="/ppt/notesMasters/notesMaster1.xml" Id="R808ddb3c59c0479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9aa738bed284a08" /><Relationship Type="http://schemas.openxmlformats.org/officeDocument/2006/relationships/notesMaster" Target="/ppt/notesMasters/notesMaster1.xml" Id="Rb3d80670d6a44d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9e0f4d1a6d4b0a" /><Relationship Type="http://schemas.openxmlformats.org/officeDocument/2006/relationships/notesMaster" Target="/ppt/notesMasters/notesMaster1.xml" Id="R1e27462a12e84d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3b6fa81f7d64741" /><Relationship Type="http://schemas.openxmlformats.org/officeDocument/2006/relationships/notesMaster" Target="/ppt/notesMasters/notesMaster1.xml" Id="Rbc306e65eb7d437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132016698f8404d" /><Relationship Type="http://schemas.openxmlformats.org/officeDocument/2006/relationships/notesMaster" Target="/ppt/notesMasters/notesMaster1.xml" Id="R42412c7ede494a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6489c87d3e48f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6ebe2278e14d0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7ee5917283641b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66eca01b093452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07fe0464664d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02ecfe5d8f4b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DD0745-8C25-48AC-8779-9C03C0569DE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60FE301-548C-4908-8913-47D9501152C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55DC5B-E908-4F03-B185-75AB40A4A55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36C6F3-7DB0-49F9-8653-4B34A0E82A9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89C860A-8B33-404A-B503-15753A8278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65A5F8-C2EB-4AA3-880A-2DD49378482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50A424-0A80-4ACF-91F2-2BC64C664A6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ED4C9CF-2FB9-4286-A2A7-6070749EDEE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12D728-5478-4524-A174-2F328028E9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84E60B-9DAA-4894-B0B6-A1C35B9C77C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8b1604a9dc44c5a" /><Relationship Type="http://schemas.openxmlformats.org/officeDocument/2006/relationships/slideLayout" Target="/ppt/slideLayouts/slideLayout1.xml" Id="R7dcf895d07d24017" /><Relationship Type="http://schemas.openxmlformats.org/officeDocument/2006/relationships/slideLayout" Target="/ppt/slideLayouts/slideLayout2.xml" Id="Rd914d0069a4d4968" /><Relationship Type="http://schemas.openxmlformats.org/officeDocument/2006/relationships/slideLayout" Target="/ppt/slideLayouts/slideLayout3.xml" Id="R80bc9db7adf0419e" /><Relationship Type="http://schemas.openxmlformats.org/officeDocument/2006/relationships/slideLayout" Target="/ppt/slideLayouts/slideLayout4.xml" Id="R89d0d8110f464213" /><Relationship Type="http://schemas.openxmlformats.org/officeDocument/2006/relationships/slideLayout" Target="/ppt/slideLayouts/slideLayout5.xml" Id="R7ca2cca3cff6452a" /><Relationship Type="http://schemas.openxmlformats.org/officeDocument/2006/relationships/slideLayout" Target="/ppt/slideLayouts/slideLayout6.xml" Id="Ra43e09a3c61d45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cf895d07d24017"/>
    <p:sldLayoutId xmlns:r="http://schemas.openxmlformats.org/officeDocument/2006/relationships" id="2147483650" r:id="Rd914d0069a4d4968"/>
    <p:sldLayoutId xmlns:r="http://schemas.openxmlformats.org/officeDocument/2006/relationships" id="2147483651" r:id="R80bc9db7adf0419e"/>
    <p:sldLayoutId xmlns:r="http://schemas.openxmlformats.org/officeDocument/2006/relationships" id="2147483652" r:id="R89d0d8110f464213"/>
    <p:sldLayoutId xmlns:r="http://schemas.openxmlformats.org/officeDocument/2006/relationships" id="2147483653" r:id="R7ca2cca3cff6452a"/>
    <p:sldLayoutId xmlns:r="http://schemas.openxmlformats.org/officeDocument/2006/relationships" id="2147483654" r:id="Ra43e09a3c61d45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a03ab2f156d4e5c" /><Relationship Type="http://schemas.openxmlformats.org/officeDocument/2006/relationships/notesSlide" Target="/ppt/notesSlides/notesSlide1.xml" Id="Re7e20c9121654e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a7597886b44f82" /><Relationship Type="http://schemas.openxmlformats.org/officeDocument/2006/relationships/notesSlide" Target="/ppt/notesSlides/notesSlide2.xml" Id="R28944e5fd69c47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56becf198bf405a" /><Relationship Type="http://schemas.openxmlformats.org/officeDocument/2006/relationships/notesSlide" Target="/ppt/notesSlides/notesSlide3.xml" Id="R188a17b99ac446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74b565b5ddb4a97" /><Relationship Type="http://schemas.openxmlformats.org/officeDocument/2006/relationships/image" Target="/ppt/media/image.png" Id="R13868d196ff545ab" /><Relationship Type="http://schemas.openxmlformats.org/officeDocument/2006/relationships/image" Target="/ppt/media/image2.png" Id="R206c0ad81b52411a" /><Relationship Type="http://schemas.openxmlformats.org/officeDocument/2006/relationships/notesSlide" Target="/ppt/notesSlides/notesSlide4.xml" Id="R8d489aa0ce3f49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f23d0f8e8464fe9" /><Relationship Type="http://schemas.openxmlformats.org/officeDocument/2006/relationships/notesSlide" Target="/ppt/notesSlides/notesSlide5.xml" Id="R50e8abcf91af43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9612b8f504b4feb" /><Relationship Type="http://schemas.openxmlformats.org/officeDocument/2006/relationships/notesSlide" Target="/ppt/notesSlides/notesSlide6.xml" Id="Rc5c2b0bf88d149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dffdd05961146d0" /><Relationship Type="http://schemas.openxmlformats.org/officeDocument/2006/relationships/notesSlide" Target="/ppt/notesSlides/notesSlide7.xml" Id="R208a92a3e4e14a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c4a27ff0ac84fc0" /><Relationship Type="http://schemas.openxmlformats.org/officeDocument/2006/relationships/notesSlide" Target="/ppt/notesSlides/notesSlide8.xml" Id="R2cb19dfd3f8a4c7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0ee2014eaf2486c" /><Relationship Type="http://schemas.openxmlformats.org/officeDocument/2006/relationships/notesSlide" Target="/ppt/notesSlides/notesSlide9.xml" Id="R27073b02bc7846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a52ff521dd4546" /><Relationship Type="http://schemas.openxmlformats.org/officeDocument/2006/relationships/notesSlide" Target="/ppt/notesSlides/notesSlide10.xml" Id="R7505ce7be9a140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c36341d98324598" /><Relationship Type="http://schemas.openxmlformats.org/officeDocument/2006/relationships/notesSlide" Target="/ppt/notesSlides/notesSlide11.xml" Id="R11f9ac369ca840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cc79051e9144422" /><Relationship Type="http://schemas.openxmlformats.org/officeDocument/2006/relationships/notesSlide" Target="/ppt/notesSlides/notesSlide12.xml" Id="R880251867e21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fa2e6d716544562" /><Relationship Type="http://schemas.openxmlformats.org/officeDocument/2006/relationships/notesSlide" Target="/ppt/notesSlides/notesSlide13.xml" Id="R11e9c39e2f7446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114131842f04457" /><Relationship Type="http://schemas.openxmlformats.org/officeDocument/2006/relationships/notesSlide" Target="/ppt/notesSlides/notesSlide14.xml" Id="Rc27f2352cbff44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abf4fdf82854717" /><Relationship Type="http://schemas.openxmlformats.org/officeDocument/2006/relationships/notesSlide" Target="/ppt/notesSlides/notesSlide15.xml" Id="R6e55a6f5318c489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4DEB926D-43B7-434D-B082-2C7D47BFD6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C1868F47-744F-4B84-A529-D1C1C567E9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3A6A2E8A-C3C7-4257-84B2-BE0DC933FA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D6B19A90-898A-451A-964F-841FEA3EC1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2253B0C-5BC9-453D-9318-F281F6C1CF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BD533D0-0D65-46F2-A005-6A5E0E6214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1471254A-BAB1-4E2C-95EF-7C03F3FDD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C5FF79AE-D8AA-4B70-93A3-18E46C6764C6}"/>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E0CE9CAD-939A-4296-9D80-E29E9A7EE911}"/>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134C31C-D817-49F5-8307-69DBA75DF39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133E3C8-5A4E-4257-A6FA-D1C4B7B24E3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8C8BC5EF-CB32-42D9-90C2-3ACC575052A1}"/>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47E5374A-9065-4724-A6D9-E08A46D16453}"/>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DC3CE1B-B07F-44F1-849D-F81850A35644}"/>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F0A9F33-3664-4C12-A12D-9B58AFBFB2E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5F1C111-3512-4EC1-BC36-DF5C74BAED56}"/>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6A63A72-547B-478E-AFC9-F43530BFF0EE}"/>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29547E33-A26F-424D-99B9-DDC51435BF74}"/>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6DEB6ABF-B2CD-41D6-982B-6AB06DDAE6D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8FA2454-6734-4842-9A87-93042E1CC07D}"/>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6A82930-7379-4D7A-AF35-7CFA0BE4978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DE8487FF-8AB4-47C7-820A-8D097210DC6F}"/>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826D94B-E48A-4876-8876-CA2B1D8159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587451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CCCE8060-FC25-4226-84F4-2DFCF59344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905A9004-59FD-4AD8-9151-7F541B3654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96DDE43A-DD86-40EE-8A97-4DB8B123D6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4D3666B-9B9E-4FC5-86AD-9BDA8C14A0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E525BAC-B130-4054-A326-B09B2D8D35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70294CEE-3D6A-4EF2-B47B-AAD34175D8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37E6E8D-D50A-47A5-85BA-0B64823176D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053EAF9D-7D67-44C3-8163-F0A28D42695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5967824C-B08F-471C-86B6-087ACC91A6F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473BEA0-35E6-46D8-9C45-D01F6AA1AF3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E6F6500E-0658-4C75-BAD8-AB687E7D7F5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CDC12E5-7FDA-4A70-B3A9-092834F8859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55726D6-B726-4FD9-BB76-5062631B658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16185EC-9C0F-4959-A0C3-995834026F8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921461C1-BD03-4B27-8213-397A3562F5A0}"/>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06E69A53-8618-40AE-B073-ACAB79FB6DEF}"/>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A6E614EE-A8B8-4FB0-A23E-EFC16A6FAB59}"/>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8469EC6-8C84-4939-BAB2-A286A885110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A61FF0CE-C835-4EB9-AF30-8F3317E7BF6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19546A-4A69-41B9-90DA-2B901702BA2F}"/>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F03D085-AE45-4AFB-8DD6-A394699F5ECF}"/>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9327513-CB1B-4568-80C4-0616B9F0F3F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4BC7C95-E148-4CAF-8487-83936782D16D}"/>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E3A42F9-F3EE-49A0-8F93-B067F890D29B}"/>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BB0F9F17-217D-4CB9-8A23-04D525517811}"/>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B828052-9C2F-40E2-81AA-C8C485099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441430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7F3C7DCC-A90B-4ED9-8B46-B9B73C483F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41A4ADDA-1A89-497F-BC5F-6D8A750823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1C5358BD-992B-4230-98D5-65D7E4CD0C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B25CF8CC-242A-42C2-885B-753CE5DFC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9A74532C-F473-4E11-940C-3B9990AD07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DACEB55D-3A1B-40E0-BA32-535BF1DE04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90D62E31-759F-4941-9D2F-AEA70D1BFB69}"/>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298392A-EF5D-4D82-93F1-0F562D12BC4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EA04479B-3B32-42D3-8EBB-C77EFABE8F0E}"/>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6ECEE8B-9534-4B22-AF0D-772A2E66C746}"/>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EC9BAD2F-0F33-4B91-A0BE-906AE6BE1E9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A2BD5312-2454-4AF5-9647-AAF37D85D3F0}"/>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F5DF8E4D-5183-49C9-84BE-0BC8E8BA344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F7F2E98E-6DFC-4595-AA0C-D276BE68EC58}"/>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6A42F75-D83C-4C0E-9DE2-B5C65BDD9914}"/>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B22C7D0-91E8-4833-9A5D-2374D0CC567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7E91036-96F9-4308-BE46-9F7398E538D7}"/>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49BC8CE4-701A-4BEF-B315-1B722ED54F1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7EC2B85-9A1E-411F-A035-8E0332DEE546}"/>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E3B6377-EDB4-4574-97BC-17715609826D}"/>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329B06D7-3C8C-4E9A-BFF1-1CA4ADC78923}"/>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F3BECB4-8606-4E8F-9A4A-16155935F789}"/>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79AC41E7-2DCD-4840-AE1E-2083F7BB258E}"/>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BEC71336-C00E-4025-894F-A4B67152688B}"/>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4208829-5FE0-488F-901A-D9D9F5AE3E54}"/>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03D3787-A7A3-44E3-96BE-E17A7FDEDD23}"/>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4B8C3777-8EF2-49FC-854A-E6DF9D57BA5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F9E51BD-A141-453B-9B98-A1AF5F02DE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255271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B6DECB38-6B6D-4E82-93D8-DD1C7BE943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ABEAD3A7-969A-4BEE-8A06-1AD1427D6D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53B056CD-C76C-47BD-993F-6F95D6B346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565F878E-B112-426B-91BF-5A1BD85DD2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11DF76C-4EC6-44E3-948B-1530F1F913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762BAE4A-14E6-4A98-B7B7-9016BECF9D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4E5D5EB-D695-4329-9577-819BF636D00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08771B5-FA56-4037-A78C-5493F1D8F003}"/>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582DAF9-8B39-4C62-9093-4A1F1631BB7F}"/>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B8DDAFB1-D269-4838-9861-D854C634F6F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7E4F1E81-AAD1-4C70-B710-B0047F19CCE6}"/>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501CE842-36AF-43C5-B86C-5351A9D490C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6F7A07A-078E-4D58-9CCD-A52E7ED9ECAD}"/>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4C6D8209-4CB5-4C58-854E-74B72766087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4B0C9DB-0D96-487E-8CAD-9F8D034CC4F3}"/>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F90F8B13-58B7-4A0F-B908-B7D0C37A6FAF}"/>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B831A39A-88F4-4659-952C-0C79BDBAC86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14DF8B9-EC63-471A-A668-2F4AD8691486}"/>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380BB233-7FE2-4DD3-AA70-ACF74F7A08AC}"/>
              </a:ext>
            </a:extLst>
          </p:cNvPr>
          <p:cNvPicPr>
            <a:picLocks xmlns:a="http://schemas.openxmlformats.org/drawingml/2006/main" noChangeAspect="1"/>
          </p:cNvPicPr>
          <p:nvPr/>
        </p:nvPicPr>
        <p:blipFill>
          <a:blip xmlns:r="http://schemas.openxmlformats.org/officeDocument/2006/relationships" xmlns:a="http://schemas.openxmlformats.org/drawingml/2006/main" r:embed="R13868d196ff545ab"/>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AECC7780-E526-4EDA-98B7-9C13B48E9E9E}"/>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E1E525B5-2160-4177-9C7B-5A99369D7581}"/>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29BE5051-66D4-4292-9887-486C308DFCE3}"/>
              </a:ext>
            </a:extLst>
          </p:cNvPr>
          <p:cNvPicPr>
            <a:picLocks xmlns:a="http://schemas.openxmlformats.org/drawingml/2006/main" noChangeAspect="1"/>
          </p:cNvPicPr>
          <p:nvPr/>
        </p:nvPicPr>
        <p:blipFill>
          <a:blip xmlns:r="http://schemas.openxmlformats.org/officeDocument/2006/relationships" xmlns:a="http://schemas.openxmlformats.org/drawingml/2006/main" r:embed="R206c0ad81b52411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CD40681-1470-4DDB-854C-70FF774C3425}"/>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6FF813AE-2045-4F02-865F-83A528210D7E}"/>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F2237FC-616D-4708-A9BD-F6648CF53A1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9EE93ED-4AE8-47E5-B7E9-10DE4E5E17DA}"/>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3BFD08DA-2227-4FF1-BD54-8C18FAF99770}"/>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379A2CD-F35A-48BA-A26D-E04B0E8389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821994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F484BE13-4D88-4FA3-BB99-D9BB6C8F8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338A8201-FEF1-4932-9F69-E2A2C002BF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B1AAD19D-0284-4D9E-961F-076774658C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6D7AEBE-5E94-48AF-982C-749166A992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CA257448-5FF5-42B5-BE66-2C76261733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94891769-DE1E-4371-8442-C013890C05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40577F04-E232-448C-BE64-A7E9AFE5D3A6}"/>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422DFDAA-AD44-4180-86BF-ED721E61F730}"/>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4A5370DF-4ACC-4865-9560-6C37775F74FB}"/>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E2C742E7-DEBE-4B62-AAAB-85F1D60108CB}"/>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BA5A53CB-40F0-40F2-9E4C-712BEFD5A9CF}"/>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2FCC6B65-C9BF-457C-AD8B-9C5F897A14A1}"/>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112F6221-80F9-4D7B-8EC1-F5E6BE93470E}"/>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0E3EEB1B-BBD2-4FF1-A7A1-0B960AF9884F}"/>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5C338C4B-8FAE-4FD8-B418-4116BB6E6371}"/>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441E5E55-960F-4D9F-B89C-24CBA55EA066}"/>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4EDECE76-B441-47D3-B093-85EEA1BECAF7}"/>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0A4791A9-083F-4EB8-AA7D-1CFAD19F741F}"/>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37C2D967-D98C-421E-9179-4B801310B146}"/>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CA6F4182-A3D3-41D2-BED3-A31C7AA179B0}"/>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C7E367AE-77A8-48E6-8E81-34B6C3B4D0F1}"/>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8A2BC5B6-F291-4EDA-AF65-35EA046F9F2E}"/>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FF0A3FDE-EEBC-4DA9-92DC-595D703AC48B}"/>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C30E5E14-73D0-471B-A9FE-4F64E05305F4}"/>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510A78D3-A0E1-4F46-9B25-A0122364BAD8}"/>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13A08600-10D2-4C4A-AF8A-4186EB1831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908295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5E3D410C-6CE4-422D-AFCA-4553F283B6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DADE7A5B-3221-4DF6-8A3C-5D5E71CB15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E070FCCA-EE04-4405-B331-DE3CB63F1D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0C082FB4-DBA2-4783-91FA-971FE2CE39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E30000EA-064C-4167-B664-7F1A6845E1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CDBCF9D3-E29F-4DE3-9AFD-D509EA8CF6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DB1E6CD3-2636-4439-B3BB-06DADE951BDE}"/>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7762A077-8F8E-4682-AD90-DECD1846F390}"/>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3AD03B4A-184D-4DF8-86D9-122E4B841A55}"/>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3FEBEDEE-F068-4C08-9CD4-DB87CFD8E9E5}"/>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00D3250-342C-4E94-A0B0-7B07325D008A}"/>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92E01EA-8E3A-4D7A-A2D0-9EC3BFA61F83}"/>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DA10E0C5-4450-4C44-A69A-829E116942E3}"/>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5F69DE18-2AC6-4930-B436-DBD583AA6D3B}"/>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BF09559D-77EC-40B8-A62E-208B12C433D9}"/>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E85AFC29-25DF-4D93-AECF-235B5C926F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468163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5AF94EEB-437A-4744-9DE7-79E4BC28B7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2FD1C945-7226-4738-BC0C-9F07648B32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88252DFE-B084-4BE6-AD60-05DF40B64E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5A46B010-DF65-4996-8D1A-CFD168D3E7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0FFEF2BF-9ED6-438D-BE86-DDF6BF830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30FDCA18-B3C3-4AAC-9754-8234DF10FF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85044334-D861-49A3-9285-BDF7571548A9}"/>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C0C8D038-8E3F-4172-897A-50A2B2088E9B}"/>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1BEEC2B9-29A5-4786-A922-0374935892BB}"/>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72498A5C-DFEF-40F0-AA52-C9BCF15EA01E}"/>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5FA9CCF0-4567-4F8D-A7A9-05CB0B01D54B}"/>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47B0B449-C593-476B-8AA5-AC063A12961F}"/>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49242863-6DA6-4A27-9402-63A56B853843}"/>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D34C2C35-7312-4347-B8DB-7621CAED771F}"/>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152D5132-D5C5-4E97-B967-CADF960568D1}"/>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4A23D434-DCCC-4D6A-A9CE-12C81D39FBE8}"/>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AE2A803E-24A4-4FB6-92D8-D4928F9E316F}"/>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9D187CBD-5DB6-453F-AC31-6F1EA0C6A3C7}"/>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173DFE53-1D4C-4AA8-BE37-9C12642BFF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643150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6DA8B40F-6095-4013-8DFA-1922D42047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267C0F08-550D-436A-BF5B-C758F55046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1ACC55E4-2BE2-48A1-B611-35729C978A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BBCF12F4-446E-471E-9986-9360C83C32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A86DCB99-FB1A-4874-BB3E-061363512A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6740E95C-A025-4113-BC3F-38EEB8C8F9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FB8B6AFF-C8EC-461B-B52A-F2D57E385974}"/>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B781AE27-CB59-4BDC-9148-A4FD858E207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8BB713C7-F4E3-4729-B134-8831F0B5D371}"/>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FC14F792-5205-45D3-B40D-E53D0C871E64}"/>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AD2CB042-C71B-4083-80A0-45C2F2C0C0E1}"/>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458D3E0A-7123-412A-96B3-83FA0449A3E0}"/>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5A4E2B65-EEA7-442B-98FC-BB29D8DFCDD8}"/>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18BEC6C-EEB1-4AC2-BB27-0DE2D29D9875}"/>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DC2E28B-416F-483E-A3A5-EB122456A079}"/>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BC4ED716-745C-4ED9-9FBD-FAC837FE5196}"/>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A98E869-2BCF-4D24-A11C-1231A4A54B1A}"/>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2D6804E3-220F-4295-8CDF-300D9115B00D}"/>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DAC6F1A-B975-4FC3-B2F0-D5E6CE44309D}"/>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BE706BD-E509-43DC-93F5-FC81E0EEC5A6}"/>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CFFE06DF-2453-443D-9138-9C3376371B4F}"/>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2983A37-1890-459F-AD38-C25A95EFE0CE}"/>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8CF94B-7298-4C1A-90DA-610BD4C1EBE7}"/>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89071E1-499B-4DE0-8F2B-CFF4ADB4DD87}"/>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2B33F21-0362-4D76-BF2D-9E8F0EE27D4F}"/>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62AE3FE-8CDF-4DF6-8105-0EF04E63AB3E}"/>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4500451-075A-4D69-A231-5FD4EDDA3FB6}"/>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CABEA82D-DED1-43F1-8DDA-2332ED9516B8}"/>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CBFA2229-4728-4E77-B23D-1557F0198C12}"/>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3B3FF23A-9D25-4E0F-A480-ABC1EFB55C41}"/>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C92BACDF-4AB9-4FEE-AC0F-3B3F46E070DD}"/>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474AF70D-14EE-4DEE-9C0D-C4432318B807}"/>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74C0AD3E-5FFF-40DE-98ED-6A66B3093873}"/>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2732B356-8BA2-4416-9374-5A81C6EB3E45}"/>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DCFAC3D7-E919-43CF-B955-86A2B46771B8}"/>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D4962251-8837-461F-9524-7F046311A44E}"/>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0B6761C7-B98B-43BE-B1E1-7960183830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520198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8765DF9C-C524-400B-B126-D28002955A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C321E8FD-D638-40DA-8C34-C7274A3948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E4BFA42A-784D-4C75-8CB4-3E3A4C5331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AA5138D8-409B-4836-898B-A2131119DD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91FA1DD0-BE80-4FEB-959D-9E40CBDF06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C2A22931-6847-42B6-92FB-E59422BB7A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17358D64-2332-4CA1-8198-E85660AD8A05}"/>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1DFBE853-4245-4F76-9E62-C1611794D467}"/>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BE7CA71D-CD9A-410C-BAF6-82F5B57A2061}"/>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BB072CDC-CE03-4950-8DB3-78647EE389A9}"/>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65FC364E-D049-4E7E-9286-5DA79D86B66C}"/>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913792D-62B7-4A07-8A1B-0B18416ABE3C}"/>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14877A0B-EDD7-42F3-BCB4-A110307B2FE9}"/>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285A77D2-CD8F-4BC6-8198-2BE76895A33C}"/>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1F4260A1-06FB-4B4E-A380-8EE8455BABBF}"/>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ED653C1-5F90-4ED7-854F-E131216714C3}"/>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41C865A4-196F-4FCA-805C-AD287374382A}"/>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4CDAD9B4-EA66-465F-B3E2-F55E248FDB4C}"/>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7F56B064-A952-48C8-9360-171298713526}"/>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00513D16-56C2-4D15-B15C-158A65881C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411301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B0A74AF4-20BC-4D59-A950-E5EF79417A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8CDBC12D-D0B7-453D-A99C-7E80CB28A8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8A8B3D61-8E0B-4E49-BAC4-9268DB085C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BD44CA0D-2F5D-4B10-8E52-D47DC97FA0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1EC49F0F-BF6D-4C92-830D-AA5A220041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537B9569-238C-49C5-A7DA-0846A7842D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3EF5979B-9C69-440C-9BA1-3EACBF9041AF}"/>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ACE52B02-8DA4-4449-A294-931CA92F5174}"/>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FA621ACD-17B7-4AD4-9D08-C500067432EA}"/>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0DC83377-D97F-46FA-B94E-1DB2116EDF58}"/>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3B5C45C7-A996-49E1-BE38-2615A1A75F0F}"/>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01D64C34-97D6-4824-8C34-6B7EC5ACFF85}"/>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4EF10B69-1BFE-4D78-8974-2036C765BF0B}"/>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85975ED9-BD6E-48E9-999F-E2BC5844D73C}"/>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3970CDD9-D5A7-440D-AC12-12B98B0F5858}"/>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0C0EEEA3-778E-4C88-B462-539A9E8DA691}"/>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0F12ECB3-A1E3-4CBC-A3C5-0534B64D232A}"/>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63E3F29B-2FB7-4EB5-96F1-746ACF47F9B2}"/>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02EBEC50-C746-428D-B6C4-BB734BB1D07D}"/>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DBC00C07-0931-4685-AFC8-8EBBD2FF382A}"/>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C3E92FA5-9DA0-459B-84CC-73E2CF88833D}"/>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05ED4CCA-1BEA-48E1-B858-B3B1424798C7}"/>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742F6255-E088-4534-952C-32023D239F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992555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70650EE7-75DF-4712-8A3C-B5A232771F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6B5255CE-4258-4F4A-9FC7-F24199AACB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6D3C49FD-62D7-4D15-8142-EED9DD9E8F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668A6018-4780-498E-B9B8-21B792424E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2C175FA6-AA57-4AE0-81E6-4D5453351B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9CFBB499-55D1-41CF-9A62-94079802E4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E0B803FF-4F4D-4315-813C-C6C34D5BFFBF}"/>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59E66AE2-7447-4C91-95DF-8650A46D5595}"/>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E185A537-1B8E-4BC6-9CDF-B367983B87E8}"/>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2E68EE4F-A880-4AAF-B692-30FF9D215E93}"/>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2B8B87FD-85DE-472A-A846-BEF0B9A79863}"/>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4757B0DA-67BF-4128-928F-77DFF3C5A012}"/>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399F6C8-3942-4AF4-9DE0-F7898B92D378}"/>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9A6AE43E-0D11-4BA1-9D2C-D5F0EDAD73DE}"/>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09F98CFD-37EC-49B6-A88F-D10395564B58}"/>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43B429C8-570E-4C7E-BEF2-61BA4E4FA378}"/>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869DFCF3-6196-4A0A-B78B-3171E285384B}"/>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CA4B9514-D336-4D6F-9ACF-92DC019F5F45}"/>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66BE94E4-AC1C-43E6-91C9-11F6189CF20B}"/>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1350C041-635D-4EDE-B9C4-5C692873A9F8}"/>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ED6DCEED-7CD3-4255-8382-346389113BDA}"/>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9BA48295-8A75-4B19-97D2-A5244AF2A3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59509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B80185E3-1309-43A0-9D37-E70CFED8CE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B72D2420-CBCB-445E-ABF6-68D518085E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58799C0B-EEBE-496C-A650-7E51193FC8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B4DA2B8-7072-43F7-9D65-C38CD7C232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3D8F5B1C-2997-4911-84CA-75680A9996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0B5555C8-F21B-4103-9705-DB099F5878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CA0BD439-FD50-4585-B107-0C2C4CE93EA4}"/>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D4775D0C-419F-4181-AFC0-705F15C52CBC}"/>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36B5AA1C-E130-4501-A13E-3554684B20F4}"/>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8F7A29F-85F3-4B3D-A877-0DDE7717398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1D38E709-367D-4E99-BC27-04B602DEF9D4}"/>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ABEC05D5-529B-4E7C-AE78-DBBF4DFAD6A7}"/>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E0A2818F-8051-49DC-B450-BDC225B10F2B}"/>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ADC55F31-1B28-4C05-BCF5-D40A6C36D4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014656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9DF8AA17-E7FA-46BB-989B-2572E368E2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0EF96963-E5DA-4619-B785-8B10F3FD92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F606FFCD-6F23-49A8-B436-9A83682F5D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6F6ABA0-EA0C-4FC4-BB54-70894A36CF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251769B2-EA44-4CB2-9C55-4D6C5767D0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99E8356D-49F0-49A9-9E52-1CDDD13244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F536DC80-813B-4828-91DF-8562CD891D96}"/>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295C86CF-0AFB-4F25-B054-8F6B982AE538}"/>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805B8EB-9701-484B-B8DA-D7E56602E43A}"/>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70FDC44B-312C-481A-A21E-A98FA71A71D3}"/>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EE1036D0-802A-4E79-A806-768A886B5578}"/>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294CD820-6507-4F60-80EE-D8C85BFF28E5}"/>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A45FB18A-4892-4C7A-9909-18FDD134F482}"/>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16C01FE0-543F-4142-B191-46E5F5772781}"/>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F9734650-C2C1-493C-8297-28A93F4E8AF1}"/>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5A0C6068-15A4-42E5-88D8-ACE2DAA879AE}"/>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659C8134-25E5-4D63-B728-29334E74DA61}"/>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D52AF247-F809-4B05-BB83-F2ED650AC477}"/>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0C681EC0-FBCF-463A-BD1E-3AB60D26C63A}"/>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AECCD7A-2B39-48E6-9A77-4EB92ACC56E3}"/>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B14E3981-CE79-4F21-9756-FDC9F08EC607}"/>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DF190C77-798D-4F86-B0A4-06E4F7BAFAB5}"/>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E0F1B2C-E0A2-4878-AB66-A9CAB99456D7}"/>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4A367415-2FE7-4F87-B97A-DFAE7E78ED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4807646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C06AE299-8B65-495B-8089-6AD2B6E105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C67212EA-91A0-41E7-B8A6-51AABF727E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3A088CC3-F930-4D3D-B96B-4AF255457C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7B9F3BE-FF31-43DB-B27E-B9080F8561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F61332D5-94FC-4FC2-9A96-3171C2FDDC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CD9C05E1-08C2-4119-A857-9C9D892DEE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17CB67F6-C77A-402B-A730-36DD55448F12}"/>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68E75ECF-876C-4411-B856-C79C5D7A2CBE}"/>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B1C5B17D-DF0C-4915-96AA-A2D1DA9B4AD2}"/>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B05AE6C1-9061-4B74-B228-0D5B041BE48D}"/>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FC3FA8A0-A247-4899-ABEC-3E697E9FEF3F}"/>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6D53BF4B-41CE-4BDC-8BE9-32F808288FA9}"/>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26C26281-891B-47FF-B393-452A30BEA6AC}"/>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A7960C04-008D-4041-9B7D-85DC190BF813}"/>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CD32AF35-DFBF-42EF-9B9E-9BC3711DF204}"/>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F8C23780-6BCB-449C-A269-FD850E94B27D}"/>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2AD310E8-039D-4486-AD02-19EBCF806155}"/>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0E4D9C52-6024-45BD-85AC-5C9D581428D9}"/>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112B123D-D519-490E-B481-BAEE5CCFAD4C}"/>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216EE211-1316-4EBB-92A4-FE54F4C84EB8}"/>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DBE8162A-75E0-4B9F-98BF-4D228827D142}"/>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E6CB6A63-6223-4338-9114-2361595BB92D}"/>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25C1294D-5D0A-4184-AB8E-8E075C110345}"/>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AE8DD0B9-5D18-4FCB-B35B-8A52C9FC8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159483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5FDF7D6E-99F7-4770-8FF1-571B1810D1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194A8DFD-2C6E-44B3-8E78-87A667DF4A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BB68A107-3070-4A53-A8F8-EE93358137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65D10DF7-DD87-45B5-86A5-69996C2D9E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7E1A0599-F475-489D-A994-D9BE98975D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6832E847-8FF3-4192-B968-71CE84840F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1C5D7D90-9FE9-43E8-9BE2-67177C4F64B3}"/>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EB378896-702D-4F77-8B0B-5FD004D20765}"/>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2B92A8B5-A713-4785-A554-4B009585A21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FE96DA3-84AB-403F-A175-10026F7C46C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D0C4DC65-DDB0-4E7E-A242-B20A8C42F734}"/>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F5C625F4-6762-48A5-94E1-9EC8503C0EBE}"/>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1267DF5D-E869-42CE-B54C-A9DAE30EAB8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BA817864-B510-401D-97BE-1BEF9BFE0C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011279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2026-10-21T14:22:56.4120000Z</dcterms:created>
  <dcterms:modified xsi:type="dcterms:W3CDTF">2026-10-21T14:22:56.4120000Z</dcterms:modified>
</coreProperties>
</file>