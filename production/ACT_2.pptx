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8bd7a64958436d" /><Relationship Type="http://schemas.openxmlformats.org/officeDocument/2006/relationships/extended-properties" Target="/docProps/app.xml" Id="Rc097188f16104594" /><Relationship Type="http://schemas.openxmlformats.org/officeDocument/2006/relationships/officeDocument" Target="/ppt/presentation.xml" Id="Rfb6fc7ef70344f81" /></Relationships>
</file>

<file path=ppt/presentation.xml><?xml version="1.0" encoding="utf-8"?>
<p:presentation xmlns:p="http://schemas.openxmlformats.org/presentationml/2006/main">
  <p:sldMasterIdLst>
    <p:sldMasterId xmlns:r="http://schemas.openxmlformats.org/officeDocument/2006/relationships" id="2147483648" r:id="R201389a64e2f4933"/>
  </p:sldMasterIdLst>
  <p:notesMasterIdLst>
    <p:notesMasterId xmlns:r="http://schemas.openxmlformats.org/officeDocument/2006/relationships" r:id="R4de23798592541e8"/>
  </p:notesMasterIdLst>
  <p:sldIdLst>
    <p:sldId xmlns:r="http://schemas.openxmlformats.org/officeDocument/2006/relationships" id="256" r:id="Rc95ac7ea828c4d9e"/>
    <p:sldId xmlns:r="http://schemas.openxmlformats.org/officeDocument/2006/relationships" id="257" r:id="Rb10dc3fc1f0f4b88"/>
    <p:sldId xmlns:r="http://schemas.openxmlformats.org/officeDocument/2006/relationships" id="258" r:id="R2a6fa4bd169848bf"/>
    <p:sldId xmlns:r="http://schemas.openxmlformats.org/officeDocument/2006/relationships" id="259" r:id="R7e426291ca834225"/>
    <p:sldId xmlns:r="http://schemas.openxmlformats.org/officeDocument/2006/relationships" id="260" r:id="R3133dc946f3a425f"/>
    <p:sldId xmlns:r="http://schemas.openxmlformats.org/officeDocument/2006/relationships" id="261" r:id="R36f6de05f9a74f31"/>
    <p:sldId xmlns:r="http://schemas.openxmlformats.org/officeDocument/2006/relationships" id="262" r:id="R089945dfc8064159"/>
    <p:sldId xmlns:r="http://schemas.openxmlformats.org/officeDocument/2006/relationships" id="263" r:id="R69d1bfd670184ff7"/>
    <p:sldId xmlns:r="http://schemas.openxmlformats.org/officeDocument/2006/relationships" id="264" r:id="R201d7700cc824eaa"/>
    <p:sldId xmlns:r="http://schemas.openxmlformats.org/officeDocument/2006/relationships" id="265" r:id="R4fba7d3e8be742ff"/>
    <p:sldId xmlns:r="http://schemas.openxmlformats.org/officeDocument/2006/relationships" id="266" r:id="Ra93c42f594ea49ee"/>
    <p:sldId xmlns:r="http://schemas.openxmlformats.org/officeDocument/2006/relationships" id="267" r:id="Rd7ec68b8f9a14eeb"/>
    <p:sldId xmlns:r="http://schemas.openxmlformats.org/officeDocument/2006/relationships" id="268" r:id="R282800e808a94d6e"/>
    <p:sldId xmlns:r="http://schemas.openxmlformats.org/officeDocument/2006/relationships" id="269" r:id="R5e5c66d651134f3c"/>
    <p:sldId xmlns:r="http://schemas.openxmlformats.org/officeDocument/2006/relationships" id="270" r:id="R0f0b11fa5e1f4c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d66df6a3204de3" /><Relationship Type="http://schemas.openxmlformats.org/officeDocument/2006/relationships/slideMaster" Target="/ppt/slideMasters/slideMaster1.xml" Id="R201389a64e2f4933" /><Relationship Type="http://schemas.openxmlformats.org/officeDocument/2006/relationships/notesMaster" Target="/ppt/notesMasters/notesMaster1.xml" Id="R4de23798592541e8" /><Relationship Type="http://schemas.openxmlformats.org/officeDocument/2006/relationships/presProps" Target="/ppt/presProps.xml" Id="R1f518465782e4c3e" /><Relationship Type="http://schemas.openxmlformats.org/officeDocument/2006/relationships/tableStyles" Target="/ppt/tableStyles.xml" Id="R79fc499242f5499b" /><Relationship Type="http://schemas.openxmlformats.org/officeDocument/2006/relationships/slide" Target="/ppt/slides/slide1.xml" Id="Rc95ac7ea828c4d9e" /><Relationship Type="http://schemas.openxmlformats.org/officeDocument/2006/relationships/slide" Target="/ppt/slides/slide2.xml" Id="Rb10dc3fc1f0f4b88" /><Relationship Type="http://schemas.openxmlformats.org/officeDocument/2006/relationships/slide" Target="/ppt/slides/slide3.xml" Id="R2a6fa4bd169848bf" /><Relationship Type="http://schemas.openxmlformats.org/officeDocument/2006/relationships/slide" Target="/ppt/slides/slide4.xml" Id="R7e426291ca834225" /><Relationship Type="http://schemas.openxmlformats.org/officeDocument/2006/relationships/slide" Target="/ppt/slides/slide5.xml" Id="R3133dc946f3a425f" /><Relationship Type="http://schemas.openxmlformats.org/officeDocument/2006/relationships/slide" Target="/ppt/slides/slide6.xml" Id="R36f6de05f9a74f31" /><Relationship Type="http://schemas.openxmlformats.org/officeDocument/2006/relationships/slide" Target="/ppt/slides/slide7.xml" Id="R089945dfc8064159" /><Relationship Type="http://schemas.openxmlformats.org/officeDocument/2006/relationships/slide" Target="/ppt/slides/slide8.xml" Id="R69d1bfd670184ff7" /><Relationship Type="http://schemas.openxmlformats.org/officeDocument/2006/relationships/slide" Target="/ppt/slides/slide9.xml" Id="R201d7700cc824eaa" /><Relationship Type="http://schemas.openxmlformats.org/officeDocument/2006/relationships/slide" Target="/ppt/slides/slide10.xml" Id="R4fba7d3e8be742ff" /><Relationship Type="http://schemas.openxmlformats.org/officeDocument/2006/relationships/slide" Target="/ppt/slides/slide11.xml" Id="Ra93c42f594ea49ee" /><Relationship Type="http://schemas.openxmlformats.org/officeDocument/2006/relationships/slide" Target="/ppt/slides/slide12.xml" Id="Rd7ec68b8f9a14eeb" /><Relationship Type="http://schemas.openxmlformats.org/officeDocument/2006/relationships/slide" Target="/ppt/slides/slide13.xml" Id="R282800e808a94d6e" /><Relationship Type="http://schemas.openxmlformats.org/officeDocument/2006/relationships/slide" Target="/ppt/slides/slide14.xml" Id="R5e5c66d651134f3c" /><Relationship Type="http://schemas.openxmlformats.org/officeDocument/2006/relationships/slide" Target="/ppt/slides/slide15.xml" Id="R0f0b11fa5e1f4c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54149fc49342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8d2c2089194eb7" /><Relationship Type="http://schemas.openxmlformats.org/officeDocument/2006/relationships/notesMaster" Target="/ppt/notesMasters/notesMaster1.xml" Id="Re2e4e497e3af42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b59a46b0ea45d9" /><Relationship Type="http://schemas.openxmlformats.org/officeDocument/2006/relationships/notesMaster" Target="/ppt/notesMasters/notesMaster1.xml" Id="R9628d7d2eb5e4d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1bbdf4df5548d6" /><Relationship Type="http://schemas.openxmlformats.org/officeDocument/2006/relationships/notesMaster" Target="/ppt/notesMasters/notesMaster1.xml" Id="Rf659836b091c48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127425c50c40c4" /><Relationship Type="http://schemas.openxmlformats.org/officeDocument/2006/relationships/notesMaster" Target="/ppt/notesMasters/notesMaster1.xml" Id="R66ebf1ddfde744c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1c3852bc0744e0" /><Relationship Type="http://schemas.openxmlformats.org/officeDocument/2006/relationships/notesMaster" Target="/ppt/notesMasters/notesMaster1.xml" Id="R1c2d14f5b51640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9bfa32518548a6" /><Relationship Type="http://schemas.openxmlformats.org/officeDocument/2006/relationships/notesMaster" Target="/ppt/notesMasters/notesMaster1.xml" Id="R0ced38dbe4b842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5b108312d84169" /><Relationship Type="http://schemas.openxmlformats.org/officeDocument/2006/relationships/notesMaster" Target="/ppt/notesMasters/notesMaster1.xml" Id="Rcd3ccf9078ca4f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7f0fb37a03412e" /><Relationship Type="http://schemas.openxmlformats.org/officeDocument/2006/relationships/notesMaster" Target="/ppt/notesMasters/notesMaster1.xml" Id="Rc7749e65734940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b62453481c4d95" /><Relationship Type="http://schemas.openxmlformats.org/officeDocument/2006/relationships/notesMaster" Target="/ppt/notesMasters/notesMaster1.xml" Id="R4ed8227a2c514a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c8462eadbf4b38" /><Relationship Type="http://schemas.openxmlformats.org/officeDocument/2006/relationships/notesMaster" Target="/ppt/notesMasters/notesMaster1.xml" Id="Rab04e2856c8547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c5e5ce45ee448d" /><Relationship Type="http://schemas.openxmlformats.org/officeDocument/2006/relationships/notesMaster" Target="/ppt/notesMasters/notesMaster1.xml" Id="R42710d68861946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b471caafdd461b" /><Relationship Type="http://schemas.openxmlformats.org/officeDocument/2006/relationships/notesMaster" Target="/ppt/notesMasters/notesMaster1.xml" Id="Raaf4c735b0e540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bf752f513c4c6a" /><Relationship Type="http://schemas.openxmlformats.org/officeDocument/2006/relationships/notesMaster" Target="/ppt/notesMasters/notesMaster1.xml" Id="R944e9d1970ee4e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3c82c655644c53" /><Relationship Type="http://schemas.openxmlformats.org/officeDocument/2006/relationships/notesMaster" Target="/ppt/notesMasters/notesMaster1.xml" Id="R54b8588849294c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f73f01fdd2483f" /><Relationship Type="http://schemas.openxmlformats.org/officeDocument/2006/relationships/notesMaster" Target="/ppt/notesMasters/notesMaster1.xml" Id="Rbca483d2bf924e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최종 실행에서 실제 문서 접근 차이를 관찰했다. 양쪽의 공통·넓은 접근과 실행 간 변동도 있어 완벽한 문서 선택, 토큰 절약·성능 개선으로 해석하지 않는다.</a:t>
            </a:r>
          </a:p>
          <a:p xmlns:a="http://schemas.openxmlformats.org/drawingml/2006/main">
            <a:r>
              <a:t/>
            </a:r>
          </a:p>
          <a:p xmlns:a="http://schemas.openxmlformats.org/drawingml/2006/main">
            <a:r>
              <a:t>Opening Question: “앞에서 Crop 명세를 읽은 기록을 봤습니다. 같은 저장소에 실행 의존성을 물으면 어떤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CAPTURED) S44의 요청 A를 표의 A열로 회수하고 요청 B의 실행 의존성 질문을 나란히 둔다. 실제 최종 기록에서 이미지 명세·테스트 안내는 A만, 패키지 설정은 B만 읽었다고 강조한 셀을 가리킨다. 화면은 기록을 요약·재구성한 정적 비교표이며 실제 실행 캡처나 동시 Subagent 화면이 아니다.</a:t>
            </a:r>
          </a:p>
          <a:p xmlns:a="http://schemas.openxmlformats.org/drawingml/2006/main">
            <a:r>
              <a:t>2. (1:00–2:00 / Case) 두 요청 모두 AGENTS.md, README.md, docs/architecture.md를 읽었음을 확인한다. 소스도 양쪽에서 확인했다. 목록은 시간 순서가 아니며 모든 명령·소스 파일을 나열한 로그가 아니다. architecture는 실제 질문에 필요하지 않은 넓은 접근이었음을 설명한다.</a:t>
            </a:r>
          </a:p>
          <a:p xmlns:a="http://schemas.openxmlformats.org/drawingml/2006/main">
            <a:r>
              <a:t>3. (2:00–3:00 / Case) A만 docs/image-contracts.md와 docs/testing.md를, B만 pyproject.toml과 setup.cfg를 읽은 차이를 짚는다. B의 기록된 답은 third-party runtime dependency가 없고 Python3.9+와 표준 라이브러리가 필요하며 setuptools/wheel 등은 build/package용이라는 구분이다. 표는 접근을 비교하며 파일을 열었다는 사실만으로 답의 단독 원인을 증명하지 않는다.</a:t>
            </a:r>
          </a:p>
          <a:p xmlns:a="http://schemas.openxmlformats.org/drawingml/2006/main">
            <a:r>
              <a:t>4. (3:00–4:00 / Case) 오른쪽 ‘해석의 한계’를 회수한다. 구조 문서는 둘 다 읽었고 testing.md/관련 테스트 접근은 A의 최종 실행에서 관찰했지만 이전 A 실행과 달랐다. 완벽한 문서 선택은 미입증이며 토큰 절약·성능 개선을 측정하지 않았다. 과거 Codex CLI0.154.0의 범위를 유지한다.</a:t>
            </a:r>
          </a:p>
          <a:p xmlns:a="http://schemas.openxmlformats.org/drawingml/2006/main">
            <a:r>
              <a:t>5. (4:00–6:00 / Reflection) ‘다르게 읽었다’와 ‘항상 잘 선택한다·효율이 개선됐다’ 사이에 어떤 근거가 더 필요한지 조용히 생각하게 한다. 별도 실습·기록·공개 응답을 요구하지 않으며 강사가 이2분을 설명으로 채우지 않는다.</a:t>
            </a:r>
          </a:p>
          <a:p xmlns:a="http://schemas.openxmlformats.org/drawingml/2006/main">
            <a:r>
              <a:t>6. (6:00–7:00 / Q&amp;A) 질문 하나를 받는다. 없으면 ‘이 기록만으로 문서 선택을 보장할 수 있을까요?’를 짧게 던지고 실제 접근 차이는 관찰했지만 보장·효율 효과는 확인하지 않았다고 닫는다. S46의 정보 정리 뒤에도 남는 반복으로 연결한다.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S45 또는 production/preview/full/S45.png를 사용한다. Full/ACT2 PNG·Notes 일치와 DEMO-06 fallback 경로·hash 갱신은 production/evaluation/S45_ACCESS_COMPARISON_REVISION.md와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ALIGNED — DEC-0058의 공통/차이 문서 접근표와 관찰/해석 구분, S44→S45→S46 연결을 반영했다. 최종 렌더·native table·Notes parity는 production/evaluation/S45_ACCESS_COMPARISON_REVISION.md를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cf7ff485d743f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65708e5bd844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06499d89b284d1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86380e2ee7487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2b0619911f944f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926803c0deb4a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62E28E-9508-49A0-B7D5-DE539A4AA2B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BF8A42-2C8A-4CD4-87DB-410B579FDA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64595DF-2D07-4FA6-AFBF-4DA4B5465A3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394D72-740D-420B-9F9A-387C51A3F1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4FD057A-B14C-48F9-B739-83E81ED827C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BFEAFE-FC31-4822-BBA7-3CB48249A0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8A7BD0-79F1-48C3-B141-4FB1F71CBD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FBEC8F7-8B4F-4071-A448-056CF61245D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716352-BF94-42F0-BDBE-863304E3ED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760F8B-0EA8-47F4-8A9E-FE3FC32B4E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0c998bc3904c49" /><Relationship Type="http://schemas.openxmlformats.org/officeDocument/2006/relationships/slideLayout" Target="/ppt/slideLayouts/slideLayout1.xml" Id="R2d7551bf4c96492b" /><Relationship Type="http://schemas.openxmlformats.org/officeDocument/2006/relationships/slideLayout" Target="/ppt/slideLayouts/slideLayout2.xml" Id="Ra93996ed2d7a457f" /><Relationship Type="http://schemas.openxmlformats.org/officeDocument/2006/relationships/slideLayout" Target="/ppt/slideLayouts/slideLayout3.xml" Id="R67fdaca41cc444be" /><Relationship Type="http://schemas.openxmlformats.org/officeDocument/2006/relationships/slideLayout" Target="/ppt/slideLayouts/slideLayout4.xml" Id="Rde47e14db8db4cb8" /><Relationship Type="http://schemas.openxmlformats.org/officeDocument/2006/relationships/slideLayout" Target="/ppt/slideLayouts/slideLayout5.xml" Id="Ra093b84d3c014677" /><Relationship Type="http://schemas.openxmlformats.org/officeDocument/2006/relationships/slideLayout" Target="/ppt/slideLayouts/slideLayout6.xml" Id="R02336408375a49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7551bf4c96492b"/>
    <p:sldLayoutId xmlns:r="http://schemas.openxmlformats.org/officeDocument/2006/relationships" id="2147483650" r:id="Ra93996ed2d7a457f"/>
    <p:sldLayoutId xmlns:r="http://schemas.openxmlformats.org/officeDocument/2006/relationships" id="2147483651" r:id="R67fdaca41cc444be"/>
    <p:sldLayoutId xmlns:r="http://schemas.openxmlformats.org/officeDocument/2006/relationships" id="2147483652" r:id="Rde47e14db8db4cb8"/>
    <p:sldLayoutId xmlns:r="http://schemas.openxmlformats.org/officeDocument/2006/relationships" id="2147483653" r:id="Ra093b84d3c014677"/>
    <p:sldLayoutId xmlns:r="http://schemas.openxmlformats.org/officeDocument/2006/relationships" id="2147483654" r:id="R02336408375a49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9167d9812544ca" /><Relationship Type="http://schemas.openxmlformats.org/officeDocument/2006/relationships/notesSlide" Target="/ppt/notesSlides/notesSlide1.xml" Id="R7b9b086953514b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c0ce848e7c64115" /><Relationship Type="http://schemas.openxmlformats.org/officeDocument/2006/relationships/notesSlide" Target="/ppt/notesSlides/notesSlide2.xml" Id="R4cd227f634d747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b66cdbfe4a4738" /><Relationship Type="http://schemas.openxmlformats.org/officeDocument/2006/relationships/notesSlide" Target="/ppt/notesSlides/notesSlide3.xml" Id="R0e3a15d0d50e47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7fe27a0330c4e4c" /><Relationship Type="http://schemas.openxmlformats.org/officeDocument/2006/relationships/image" Target="/ppt/media/image.png" Id="R2585ad6d57a3494d" /><Relationship Type="http://schemas.openxmlformats.org/officeDocument/2006/relationships/image" Target="/ppt/media/image2.png" Id="R8d22bf8eb108487d" /><Relationship Type="http://schemas.openxmlformats.org/officeDocument/2006/relationships/notesSlide" Target="/ppt/notesSlides/notesSlide4.xml" Id="Raa959c1588f140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b74597129f344fa" /><Relationship Type="http://schemas.openxmlformats.org/officeDocument/2006/relationships/image" Target="/ppt/media/image3.png" Id="R36decd1bc2ac4987" /><Relationship Type="http://schemas.openxmlformats.org/officeDocument/2006/relationships/notesSlide" Target="/ppt/notesSlides/notesSlide5.xml" Id="R893e09e942c84b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97da1b9c5584c03" /><Relationship Type="http://schemas.openxmlformats.org/officeDocument/2006/relationships/notesSlide" Target="/ppt/notesSlides/notesSlide6.xml" Id="R7bd3ddad9eae47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8c791f0c6984ffe" /><Relationship Type="http://schemas.openxmlformats.org/officeDocument/2006/relationships/notesSlide" Target="/ppt/notesSlides/notesSlide7.xml" Id="R190b720f54eb4e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67a632933645b4" /><Relationship Type="http://schemas.openxmlformats.org/officeDocument/2006/relationships/notesSlide" Target="/ppt/notesSlides/notesSlide8.xml" Id="R430c2541f35a4b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d2385df595e4569" /><Relationship Type="http://schemas.openxmlformats.org/officeDocument/2006/relationships/notesSlide" Target="/ppt/notesSlides/notesSlide9.xml" Id="R569f12be3b2d41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de57fbbb9f34e1b" /><Relationship Type="http://schemas.openxmlformats.org/officeDocument/2006/relationships/notesSlide" Target="/ppt/notesSlides/notesSlide10.xml" Id="Rbc2228d94a7c40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ab25989fbd94e47" /><Relationship Type="http://schemas.openxmlformats.org/officeDocument/2006/relationships/notesSlide" Target="/ppt/notesSlides/notesSlide11.xml" Id="R9f7d585fa66d4fe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6a269844e824246" /><Relationship Type="http://schemas.openxmlformats.org/officeDocument/2006/relationships/notesSlide" Target="/ppt/notesSlides/notesSlide12.xml" Id="R2675694818194e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8439814e6b64205" /><Relationship Type="http://schemas.openxmlformats.org/officeDocument/2006/relationships/notesSlide" Target="/ppt/notesSlides/notesSlide13.xml" Id="R22faee5b809f41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04b30e231ba46a9" /><Relationship Type="http://schemas.openxmlformats.org/officeDocument/2006/relationships/notesSlide" Target="/ppt/notesSlides/notesSlide14.xml" Id="R91ace350929d4b9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07d32d32f5f42dd" /><Relationship Type="http://schemas.openxmlformats.org/officeDocument/2006/relationships/notesSlide" Target="/ppt/notesSlides/notesSlide15.xml" Id="R4c34397dbbe446d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87D4C09-62DE-418D-9D6A-7EDCDF0F62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9FD211A-FEBC-443A-A464-9DF3AE56D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7E4D5C22-36DE-4586-B0DE-3CAD8BC085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AEC9B70B-5368-47CC-8DEC-A2181DD478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77D2E492-ACB7-414A-A428-BA7C216D78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12E10A99-3F15-43BE-94C6-A6FD748C00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6F8D2A96-CB8E-49F2-8615-33C2123E672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AF55B74-1167-49B3-BB9B-701E820C770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DB5A4CC-BF43-4AC9-BCE1-BF4F3E440F8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6F3135B-09AB-454E-9695-48A5F6DDED4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793D014-C721-4D07-B24C-8D80B63FD82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32AD47F-DF06-41EA-8E6F-2C75E049329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0EAC23F-75B0-4FA7-8290-64A0E430E334}"/>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0B2E8CE-5307-4044-89CB-FC2F82CB755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CCA658C-B03A-4639-A933-00ABB5780C0A}"/>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E281DE0-8B89-4C48-BC25-A394C8AF1159}"/>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F2D3A08-598C-4A56-9307-5405A3533232}"/>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9FEC519A-D619-4286-94A7-3CB836C95EDA}"/>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671E077-0E88-4F9A-86F9-A79D1749996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5052DED-0F38-4D15-9544-5FD25D37DA6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C12E097-7385-443A-BE00-1814060DF5B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29BAD60-61C6-4626-97D4-28CA46BA249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E71D373-EA2F-47B7-8670-718A38F169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613734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5F43B58-040C-4325-BC3F-E6FBEE4849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25D01F7-5A9A-48D5-8148-CF0F9E183B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B6917E5-A489-46EE-9F5B-9931B45E37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E113F9E-EB6B-401C-9F19-4D4B22F29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794C61B-9428-4BD9-85D8-B4292A81C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8D22AE7-D403-45CB-9A13-7A8F23C124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855D4BB-E27B-4048-A593-9474648036A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01FDB10-ECAB-4485-ACB5-DFF3E40A33AD}"/>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E53BC8E-A98C-4936-A951-93C803AEFF8E}"/>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346F7C6-400B-4C1C-A98C-2FE5A8BC735D}"/>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703BAD74-1BAE-4273-B2CC-E52699602180}"/>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4B03B3C-70E2-41D3-A86E-0348B5B7E93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3D2D3EE-5DC2-45E6-B6BB-73B0DB20F2B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0C3B232-9AE8-474C-AAD6-FCF556D059C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069A38D-0850-4387-BCE6-5616E795C9F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AADCBF7-7B5E-4880-A9DF-49963041C42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6FC805CA-C48F-4529-8F2E-6034782A44C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E2D002B0-F096-4A2F-8EBA-21040E452BF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6BB2B10-3879-4804-9C34-70D513D8AAE4}"/>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06DD68CA-5E34-4381-A1B5-319A0A4C1D2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ACDD0BA9-BB6C-454E-A4AF-9CDDD8CDED6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CACC1AC-DBE9-4182-A4F9-128ACE998B5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A2C93F7-980D-42CB-BF56-C30D244FB21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21180812-25AE-46BA-ABB8-82C24DF8CD8C}"/>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546D453-2E22-42DD-8531-05778BE3B7B2}"/>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6C84BE6-B115-423E-8B2C-2FDECF8069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6908984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03ACD40-BE7C-4662-840C-83B80477E9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263D1DE4-AA5E-43D5-ABB2-A9308CE93E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ED63DFBB-A74F-4081-B508-D48D971DB2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DD7C89E2-6D43-48CB-A230-9EE792CE77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60A8661-0293-4BC3-83FB-D106B2338A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041F0D85-D414-4C7F-A517-4C8053605B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4488D24-C280-445D-AFC0-8E591CCC22EC}"/>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834E4769-2538-407C-9FE8-78E8B97B4553}"/>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760F5D8-0F1E-455A-89C6-203EFBD2F4F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B8B27F5-F680-4388-80B7-5A39BCCD9135}"/>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2BE0823E-58A9-4A63-8031-0F02688F13D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C8B3506B-0945-48BA-9164-19928AE9256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60DE835-15FB-4A4D-91B1-786DFD62DAD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49A3E21A-13E2-4CD0-95DB-D1C28452936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D383DBAF-4CEB-4EC0-BBD0-F15E99C1D06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3B433D5B-2DFF-493C-A288-987D6779D600}"/>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B5229ED-0A7E-4401-BE68-96FE30A5014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82CC3CC-9977-4599-A943-B9B9CCD3428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9DC8B3A5-FD69-48A6-B2FD-BA1BEC854AB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EA6E766-50DD-42DE-B6E7-6D75A6CFD1B7}"/>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6A3DAB69-D63E-4A9C-B52A-A6BC012AF80B}"/>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E757EC9-EF0F-400E-8329-F8830B779F5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A815CFB-5ADB-4144-AC03-B81ADA84074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1D53FA5-2B61-438B-AED5-D828F027D41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B2152E1-990D-4471-A053-C21E0981E62D}"/>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7349261-45A3-4330-8681-A692A3D669A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FD29E10A-7BC9-4404-8A04-6C79DB6B10A9}"/>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C0992452-979F-4397-BB7E-3B247B0A4D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729150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E79EDB6-BFD7-4588-B4E6-E016143693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69FEC79-3C5E-4E5E-8D7E-E88A69AA60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A8B29993-116D-47BD-B3AC-CE7351AF78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E287E04-5AD7-46F4-9FCF-6C98A4F126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7A352EA4-E16C-4DD4-9FCD-81D222FB1A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5A4705B-22C2-4BCC-A3EB-E97E1BA4C7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66C0BDC-7B3D-4ED8-95E3-697F1A794C6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CF74907-E35C-431D-B804-F5C3368D9F2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B927619-A48F-489C-9143-8BAA04418596}"/>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C406DA2-D555-458A-971F-F9EFF6E6C618}"/>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32CEA65D-8BB4-4072-9513-30EE8A91E975}"/>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FB93FCF8-590B-456D-9907-593E2A94D33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E9C78EB8-AE3B-40EA-9138-836CA22F702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E8C26CB-78C2-4FCC-9E6C-D4913B3BDDD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9934DE1-7904-4510-A7A6-E2E4F3ED309A}"/>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0AB42940-C271-4781-A490-59E0CCEDBAC2}"/>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FCD8ECA-0ED2-4086-AE35-4725DD6C8AB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A537D3-1AA2-4762-A4C5-E6B584084ADD}"/>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2EAAF731-97DC-4E2D-A072-2A784E6E0F89}"/>
              </a:ext>
            </a:extLst>
          </p:cNvPr>
          <p:cNvPicPr>
            <a:picLocks xmlns:a="http://schemas.openxmlformats.org/drawingml/2006/main" noChangeAspect="1"/>
          </p:cNvPicPr>
          <p:nvPr/>
        </p:nvPicPr>
        <p:blipFill>
          <a:blip xmlns:r="http://schemas.openxmlformats.org/officeDocument/2006/relationships" xmlns:a="http://schemas.openxmlformats.org/drawingml/2006/main" r:embed="R2585ad6d57a3494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8F30C2D-0C53-4DDC-A47F-4B3D82E0B56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7F6BB52-84C6-4323-B765-37D78BC0E1F6}"/>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B1B761B7-E2DC-4E93-91C3-6425D33A5EC0}"/>
              </a:ext>
            </a:extLst>
          </p:cNvPr>
          <p:cNvPicPr>
            <a:picLocks xmlns:a="http://schemas.openxmlformats.org/drawingml/2006/main" noChangeAspect="1"/>
          </p:cNvPicPr>
          <p:nvPr/>
        </p:nvPicPr>
        <p:blipFill>
          <a:blip xmlns:r="http://schemas.openxmlformats.org/officeDocument/2006/relationships" xmlns:a="http://schemas.openxmlformats.org/drawingml/2006/main" r:embed="R8d22bf8eb108487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83999DC7-BD8D-4EA0-98EA-C14C04A9C498}"/>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5C85E097-87FF-43E8-A239-056C5F4A6605}"/>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9B3DD34-8899-4F21-93DB-08CB5FE0FBF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71E2470-D6F6-4E5A-A53F-4A49C235735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AADCEEE0-1E75-4390-B176-DE2097BCFAE5}"/>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2178666-DDBB-4EF4-B07B-F20B23D3A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21082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9412B55-889B-4DA6-B118-ECF0A78052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1642CE1-5093-45AE-88E1-A57DF3117D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4EA76F02-9BB7-4370-B79E-C004BFE00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040802B9-1B86-46D6-AA03-A97C5EDA6D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1545C867-E26D-4CFF-B1BA-615DA4C363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8E7F8CB9-343E-4D7F-A2FC-D63678BB64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7F76DA9-1A56-4B7D-8E1C-BC3E3173D049}"/>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4607DD0C-C89E-4245-95C4-30BA2243336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913C7AC-628A-43B7-BBDA-F84ABCF85EE6}"/>
              </a:ext>
            </a:extLst>
          </p:cNvPr>
          <p:cNvPicPr>
            <a:picLocks xmlns:a="http://schemas.openxmlformats.org/drawingml/2006/main" noChangeAspect="1"/>
          </p:cNvPicPr>
          <p:nvPr/>
        </p:nvPicPr>
        <p:blipFill>
          <a:blip xmlns:r="http://schemas.openxmlformats.org/officeDocument/2006/relationships" xmlns:a="http://schemas.openxmlformats.org/drawingml/2006/main" r:embed="R36decd1bc2ac498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1B0B89E7-D660-42C4-AE71-18647379BC1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DDFCC1EA-9BC1-4154-AE4D-E2DB74F4B4B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D6BAA11D-E1EF-402E-9BF2-B6B1BDD026C6}"/>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60E28CBF-5D28-4663-8616-4400E0A3AC7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9A67B8E4-A2B7-4D83-A635-0CBDB369622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6F509C39-6F1A-4686-A4C7-CA87990EB57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910C5D90-936B-4997-967A-67E786F1A7D2}"/>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9B8700F1-8A1A-44C1-8B7C-BA2E72D5F0CA}"/>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D654EFD-4404-4460-A486-28896731193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8211D022-8216-43C0-9BD2-1648BD4D983E}"/>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5B70E4DA-95CE-4BE1-AC9D-0B586080F52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5443D3D7-9B9B-4FD5-8547-C9A19B8F24F5}"/>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32B79A91-5331-4618-9D81-58E4AF6AD62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4AAEB99-04F1-4ABC-91B5-23E46A01F47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8FD7066-649B-4115-9137-4476CFB598B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A992272B-58A1-45FE-8145-148C8240913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3C8D8DA-9BFE-416C-88F4-084466151EB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4E3592A-94D9-4A12-A670-D4DE05017364}"/>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365DE65-F607-4672-BDC8-3810692E757A}"/>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BC94C6F9-849E-47BE-81C4-7D9BAFB282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353504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7F66A7E-EA67-4FFA-87CE-936475F88D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301F02CB-FD55-4B9C-AF8C-5958702CAF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04E1C0A0-C3FE-4035-9964-A2E3BE7ADC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C49664D7-B759-482B-9EEA-BF67DBF8DC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40069C9C-56A5-43A4-B413-64AABAE6DD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9F4C500A-2729-4A2F-BDBA-332137F2BA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4742F734-B38D-4F00-8BEC-82541AF639C7}"/>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9929743F-C803-4C6D-B245-A2EE5F5BE9C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B07580F7-F21D-403C-B110-EF93D54B2B50}"/>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FB9472AD-4AE4-46E7-8FC2-FDF6E936C3BE}"/>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7DE63AE2-627F-4974-BCA3-124D3BF83F0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C70DF511-4A4A-4A32-963F-74D5AE2167E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3D1786E-CD42-4E6E-AEE7-06A94EC8DBF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1C38AD-2A54-4681-8174-7C99645D8F6D}"/>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0BDE3A5-417F-46D4-9D62-CE32775FB0D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C944F738-2396-4FA3-89FE-C825EEDB30E4}"/>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7253A37-E2F4-46DC-ACFE-22A70E3E865A}"/>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4CE1930-0004-4A61-81DA-34A428C0604B}"/>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EABDB3A-B01F-4B99-B24F-F9481871A5B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DA46ED08-0D00-4BC1-82D2-07D7B01B0CA7}"/>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A3835A49-6783-4CD9-8303-965F9DBA2C83}"/>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9AE27828-CCBE-49F1-972B-99D81A7098F4}"/>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53B7ABC-83A6-4A7E-BB86-9DA399192E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624564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857FF8AF-4FF2-45AF-8EEF-A7614E9C1D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2ECAD00D-EFE6-4CA2-944E-EB7BC5802F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F8658A5-781B-4DB9-BE42-097F43CE71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372D4A1-F3A4-4BF3-B258-9EE277A4D3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86FB5534-2C85-40A1-9CE4-54EB0FC276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FE674BD5-77F6-444A-9423-35579584D4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362B99FE-B304-44E2-9091-F4F439AAC30B}"/>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9EDC83E2-CBEC-4E28-9AA4-4C2B465A8FB4}"/>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6F3D57A6-2036-4A98-87CD-5C58379CD521}"/>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6B546452-99BA-494C-92D8-1F597264C1F6}"/>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3A44FDF9-F8F7-418E-A6BD-6D372A435647}"/>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C331508C-0A24-4529-9C40-26276B2EC9B5}"/>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428524DA-4DE7-4908-8CFB-7F69B1BB9D8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5E9FB96-9A60-46AB-A6BC-84E632C27D29}"/>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BF1880C7-3A1A-4E70-9D73-8031016E04E0}"/>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FBCCCB93-3E00-4A00-9BBD-DCE88640E9EA}"/>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07D56A42-73ED-4BFD-95F8-24617B8F044E}"/>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1E8ABC38-EBF7-423A-9964-5D782F779890}"/>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CD70F120-E6F5-4815-9594-C2ECDDDED4A8}"/>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124A3612-3BDF-4606-A86B-7EF8E1C0D2D9}"/>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902BA168-AF3C-4076-A5C3-D1FEBA0C4E90}"/>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7DCF9044-6666-457E-948A-8B7018EC3BEB}"/>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15802343-F356-42AA-B33A-C71B0F3125E9}"/>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50BDE90E-8FBF-439B-8BAB-5D213AF1E281}"/>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5D3EF786-81F8-41DE-9429-804A7896A772}"/>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81998827-6E13-4921-A1AB-D459E085B8FD}"/>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CBC443F0-5D66-4BDC-A792-5B00051BEEFF}"/>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599B590B-0A96-49C9-92E1-7CC98EB46A3B}"/>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B500702F-021C-4553-9F0A-3DBD26B1062F}"/>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01AEE60-8644-4768-A9F7-D5C2B4239D15}"/>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2B075BD3-11B2-48CD-AC3D-0B54448BCCCF}"/>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0733946F-3D73-49EA-8573-FFAE20644BC7}"/>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749A7F62-C929-4E33-BA19-B9895664FC3A}"/>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41A1E4E2-4EDF-44FE-A9BC-8FC4A81BABF5}"/>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744CF855-A5C6-4543-AE41-23694729B85D}"/>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B2901D8F-FD99-4576-8807-5C84E8D4DC9E}"/>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91BF8221-FCC4-4D78-9FD6-C2BDE1F20696}"/>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5089678B-6289-4612-9381-29D07EEF2AF4}"/>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ED32A4A2-8EB6-4436-9AFD-CE80B325F172}"/>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DB76CA76-014A-40D1-8956-C4B934FE732F}"/>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2FEF74A8-A8DA-47CF-BF4D-087D714589DB}"/>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3E8B8FA1-A5CF-454D-82E7-DDDE5E72D277}"/>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D0902FD4-FD10-4629-BCDB-9239624C4948}"/>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E60B9C7-A370-45DD-8AB9-72E3B2EEDC3A}"/>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FCDA096D-A2FA-483C-85FD-EB2E7D646125}"/>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91C7FFB5-5B2E-4F13-9D74-A8B9F5AD91FF}"/>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E3C23012-2090-4315-AD06-DAC5BD104278}"/>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BADD822F-A044-4BAB-9302-A71BBED928E4}"/>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27306B0C-66BA-4E59-BB79-9A59DA3154EE}"/>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7B0A7D1A-DD5C-4EFC-BCA1-13B1A38F7D3B}"/>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5211B221-D5B6-42A4-8F6E-D388CEC22F11}"/>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D17A6D9E-59A0-4529-8D07-CEE710B1DF87}"/>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EF624B51-FD06-4893-A759-56B5D88B8839}"/>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EB10A779-B5F9-43D5-BF8F-63054CDB6B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161106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4A0670FC-8013-4FD2-B23A-F394510750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274C71EC-EB91-4477-8016-4C7AD3A57E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EC649657-F7B9-43C6-B2E8-AA4A664AF8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B44D193A-6710-4B35-8E71-11DF4374FD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6F85FE85-3F9E-48D3-B54B-579724463C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E4C4EFE1-21B3-40C0-96CE-F7B6837483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B461BD1D-A4D9-49F0-BB51-BA915125F6BB}"/>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D23591C9-4DC4-4D5C-9EEF-C77FC151F4CD}"/>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DF1623C5-3CAE-4236-B377-7F74DD399B0A}"/>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C25EECC5-2133-4B75-9E9F-3CF6C61DA742}"/>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3FB55600-7F06-4435-802B-D8E52DA19343}"/>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D9083709-6B0D-4B95-A3AD-0C30E1CA8813}"/>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A9331AB8-113A-4CCC-821E-14C5D8A99DA2}"/>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31E059F6-888B-4B6C-8ACA-B7F7E948FF0B}"/>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A99EC9B5-42C6-46EB-BB08-270BB7D0040A}"/>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6546A77-B96A-489C-B075-84D645935456}"/>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4255D85-2C30-4A24-B2DA-0A6BFA150C7A}"/>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19B5836-7973-41A2-AA9D-DC997E8F854A}"/>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66FAE6BB-5764-488A-8BCB-5BA4CB038F2D}"/>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09279F62-3B7E-4532-AF58-E4C02A9CA18B}"/>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B4C4EF4-30D4-487B-A154-33EE5E942633}"/>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D530FBD-4C30-4DA3-A014-2B8420984BBE}"/>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D0032D35-5F89-488F-8622-5E4EA0E21113}"/>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09E6399B-DFA2-4240-8BEC-B89575FFAC98}"/>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4E4E717-4A41-4ACE-BBE6-E0F4552F820E}"/>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59AD639F-5F2A-4556-A168-880AAF115227}"/>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42BC4D02-EE4E-4D88-B019-9888D0961A61}"/>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AFFD46E9-BD94-4E64-A818-2DBE6E1C200A}"/>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9EEC95E-C5D0-4762-9AF1-59A97B3A39A3}"/>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352AE488-5689-484C-9649-14F2CE6E985B}"/>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99522AD7-9F0A-44EA-9832-8592DAC97E41}"/>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C9EC13EA-A9C3-4FCD-94A1-C7DA55F61347}"/>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F7FDBD00-6CE7-4E74-9C1E-86EADAEE5414}"/>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0AC8C83C-0F23-4B9C-AC14-7FCC4D244D91}"/>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6D4BFEE3-AA80-4CA0-95A9-A0C263FE3A73}"/>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89C75124-568B-4964-9FBF-91CBFD8B5B7A}"/>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FD4C022-F141-4DD1-B2FF-02ADACE15D0A}"/>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BFE5E7DF-E5ED-4C1A-BFED-6A43F8760139}"/>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19A25170-8E74-4BC3-8B46-E4EDCD340D79}"/>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DBB5F39-5EFB-4C16-8F11-D2DE3461433B}"/>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A3E4C056-FA50-4023-B6F8-8D7299C7FA7B}"/>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149CB696-89B4-4D31-B065-DB60ED698AAF}"/>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1DBA7F90-3192-4CCE-919E-6A038691996A}"/>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52A87510-6570-4952-BC42-0C185B5DA46A}"/>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3CDB0727-F791-4012-8EAE-7CE4A7A81D03}"/>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18609635-3D97-49BD-8557-C2B95BC06186}"/>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EE8FA8FE-D380-437A-BF58-1F684517E3DA}"/>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326B34E2-A371-4F95-810C-5BEF048191CD}"/>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A30EB07A-F6E8-4C7A-BAD7-5F50BC8079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03507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471FD86F-E35E-4987-A429-8CFA0DF00E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2D72DF27-AB2B-45A8-B55B-E1989C79C6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4B39126D-F514-4DEC-AC77-58BC64F20D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345CCF3-8677-461D-83C5-CB57D1C0A5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9E6B04CC-76A2-480A-B864-0BA6333551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E3A4C18A-F0E5-442E-8B42-DD9099A869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8D8A777F-9306-4939-9C2A-EBFAD251876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BEF3ECD7-4272-4618-95C0-BB2936ED2840}"/>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99001F14-D8E4-415F-8FC2-4C068EF5FD34}"/>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6E613566-9FB7-4F9D-8E36-AE9B7C7FF85A}"/>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88971D39-00B6-4DD3-B2B2-F22132189F91}"/>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33E1D8F4-CB11-4D24-A542-04E563C9B3C7}"/>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7F13E6D9-E9F8-422D-856F-DE33B6DA86AD}"/>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7C4D7AE7-82FF-4C6F-9365-F0B31AF9F83C}"/>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8BDADD3-A594-4ADD-8C41-CF1F88833AB9}"/>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76667BD7-D5DB-4D20-93DB-E18EE7BFCA1A}"/>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C9884E45-1FEF-4175-9D7C-E7484ACE0D52}"/>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03730991-D542-49FA-B703-C76ADBA85A97}"/>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3C7398D4-A320-42EC-9A9D-4E883ACB05D2}"/>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E9AB3803-394F-4DBD-A15F-2225CB03B5A1}"/>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C363822-7555-42E7-81D4-67A2F2B480A3}"/>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50E4290A-2D94-4F3F-85BA-FDC3390ECC1D}"/>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11F74745-DB31-475A-8763-CCEB2D899DA8}"/>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30EDEA97-76B0-4979-BF74-A4DFDC57F1AE}"/>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A9CA4DB6-C5B4-4C96-9CDD-C0237B1B3F53}"/>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437B78B3-B397-499C-8B2B-35F2CE5D0A99}"/>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7E5DCC20-37FA-4BD4-BCE4-D1034E35CF5E}"/>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6E8366D2-2880-4350-9A6B-38F144AA8A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484458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CC622061-7ABB-476A-BC31-70726D3D8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D1830EC3-4D1E-417E-ADED-321200B304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56B6AC92-306A-4803-AA07-E7020D2504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6CAB9307-B52E-439C-AF74-BDDCF4574D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2521CABA-C3F1-4562-8C87-9B50A96C3B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AFF1D4A1-05FA-40A2-A39F-FB42F1FFF4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EC63BDAA-D332-4412-8FF7-1E74D9CD13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AE15AFB2-555F-4EB8-824D-202E6A768D6D}"/>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55546417-5940-4063-A0C3-ADE846E7B8E4}"/>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3193F634-CFC1-4677-9777-866AEE0DB6CE}"/>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0FC92E00-3AA0-48EF-9013-85F64C59E43E}"/>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14116060-FE14-4CFC-AAF3-34F87F10B0B9}"/>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C9F49643-402D-46DB-9BFC-5F096E7F25D9}"/>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12B6D932-D465-45E9-899A-D42712FBBCC8}"/>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DFF135E9-9311-4CDB-B98C-3B3566110A86}"/>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951696E4-763C-4246-8267-792B5DEC2C23}"/>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A729B54A-7400-4836-8617-106BE47F6F03}"/>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ABFE9967-6479-4615-87CB-DF9364FC9D5E}"/>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6FEF7741-F37D-4509-9467-FE48ABC7F900}"/>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6BB63BD9-CD85-460D-BFF2-FCF73FB9895F}"/>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BFADECC9-9F34-4E16-B64E-9B9B2A62447A}"/>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74199B2C-E393-4F76-A27E-24CE2472EFCD}"/>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ED6AFFD0-551C-4EC4-8917-F0455824B210}"/>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AD09F641-9FD6-4B20-A049-145D6925E499}"/>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7E2BB953-7A03-4E81-A133-271029AD2840}"/>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7F56B0C3-2F40-4586-9E67-3F85EE026431}"/>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4EFC7AF4-6EA4-494A-9FBE-5302612D34D5}"/>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452A3BDD-8289-4CDE-A0EF-012B0FDE223D}"/>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8763B90F-8C31-400D-9427-F7C6270982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162331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2D84935A-1E37-440C-B8A5-D94760D010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A1371AC1-FAAA-4B2C-8F7E-07786F0B76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83911719-3703-4D54-AAE7-E88DA437E0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A866019-F3E3-4528-ABEA-2D06B79129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8913B448-072C-4C8F-8FF3-63B982A07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F2118741-E1ED-4CE2-8728-7ACAB393D6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675851AB-4EBE-4C59-B4D8-1F44F032326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C821E9E8-ED8C-4AAD-8252-0920B10331E0}"/>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F936B05-B9D1-48F7-87C3-24AA698BBAB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2CF4B04F-3EB2-4B93-A127-37A97458DCF4}"/>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ED8D6E2-48B6-43AB-A953-C7E39321A952}"/>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58F5562-A095-4AC2-B81B-ECB351CB87A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8EAE0737-CE0A-48D0-91F4-8B45F590EE0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BF62B0F3-ABDC-420E-918F-3AC6F27618B4}"/>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052F46C4-9B76-4A34-B812-3B921F153F2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FE29B7E-B48D-41E1-9D99-5F024235B467}"/>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2B1868A4-8F6F-49DE-B633-A1D2C366F631}"/>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FFCBECA-CDAF-4096-861A-8DE28A6935F5}"/>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DB12A47-10EF-44F8-B783-CA49083D5AD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B162C23E-98DA-43A0-82EA-C87D364E66D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26A67A3-A8C0-44BA-9F54-69A0944829A7}"/>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D4881D1-FE24-41A1-8F7D-A646CBD3A41C}"/>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801BCED8-8408-4727-ACD7-F2D10E8595AE}"/>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720BBD02-C84C-4D61-B7CA-344936A9CC7C}"/>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C4D29A7D-24D2-433B-B974-C0BC9730FF82}"/>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DF749E21-EC93-4353-8C91-1F7B954D9904}"/>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0F73CD6-27C6-4C58-AAC7-04E874CD4048}"/>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4C9DE0A-B0BA-470A-9DD9-24133C275C78}"/>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C657D97-D38A-49EF-82EA-67B51BB4AEF9}"/>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76956C95-D8E9-43BF-BCF0-772A12EA010A}"/>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7CF646A-C5E5-44F7-B7E2-7D77323FA27D}"/>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0DF3F5A0-4554-4480-8AE3-28B2F809CA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E257DED-9E93-4590-8F21-03814AD6BFD8}"/>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B4C267EC-2ADF-497A-B91A-68732B4747D3}"/>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1DC9110-A32E-4BD3-A5EF-82F8D3581675}"/>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1FB2A91-D7C6-4C84-B654-D345BDFD7CB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5B8A29A5-4A13-4916-A225-3557ABB89286}"/>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E9D6768-626F-421D-8797-E8BE6E7D7DC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2166CF46-5787-487A-890C-5E7A4601867C}"/>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5E5532C0-62DA-42F7-92E2-69375B5BF8C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65A227FE-741C-4FB2-9446-95F79E348C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646774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CB188CCD-4E55-49CE-98A8-B4FA90BA53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5AA85634-3EAE-4B88-AB70-2D6D7F9549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37834C1D-30B6-4009-AA4B-1BC8AFFA5A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F6E059C2-BB15-4425-8B17-2A553F1F67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22FC25E2-9A05-4F27-B026-49C2EEF6E6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717E2B7F-6788-4CAA-835E-73D44EE022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60F6F0E4-66FE-418B-8FDF-CD797C1D5FA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986A5F8-11DC-4372-9F15-3B91AFFC45C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D0360CAC-83CF-4EC1-917F-7CC4E9D4A082}"/>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A6ECFFAF-6146-4544-97B3-55ECD631BD42}"/>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E83417F0-8998-4810-AC11-60DEB9D180A5}"/>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812BF23F-C934-4D62-B7B7-B2429989B285}"/>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7E5467D8-A574-4A8F-9D0E-4EEDA064A19C}"/>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BDF37D-4461-4BFA-9A2B-6F4325B3F945}"/>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D0B21C5-40B5-4B42-8247-92F2A4F1B86E}"/>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83F5DAF6-B485-4742-A60E-82CB4426A1B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C85834CE-AC38-470E-8D62-A18970CB8444}"/>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D39D162-EFD4-4626-B21E-C50F00C5616A}"/>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A4F28B68-FBE7-4C47-B9C0-4091503C052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1F8F7E7C-D443-4EB6-A1FB-AB43206AC72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90DAE1A-8BB0-4CB3-A2F7-036DC8008C34}"/>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71091A6-A581-4120-BA82-6337911AEC6D}"/>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B518D4A-3573-4F4F-85F7-B025BF59C2A4}"/>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7E9534A5-C1A6-488E-B7A4-1E3355FF39F1}"/>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56FC5F0-7A8B-4FDE-8351-586D581C5FBE}"/>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0DCC5455-4A86-474A-B103-70926D341A2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23BA3F1-6BBA-4DF8-8A52-67CBCE34E4F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F9CD755-54E2-485E-AD7E-7FC36A3E8C49}"/>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1DD98AE8-CA5D-40C9-83B7-4DF31DE786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747884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0353F9ED-0D20-40E7-B0A8-7B5FE1BF46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E6616C1D-C209-4E60-9908-E7F9CDA67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051F3C3F-7E5A-4B42-95A5-A9C17E0101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BE785357-4865-4756-B7F6-49147FE6AF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757AEDED-222D-4F31-B4FB-6C21170CBC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72B43748-9D6C-462C-8173-D5175B03F3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89FB1B29-0C84-4B12-BBA8-8950CE8FA96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C9DF563A-9EFA-47AD-A096-DA925BE08C2F}"/>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5B7EEC19-2E96-4D28-A9E5-0B6286401392}"/>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BCC73678-78FF-4923-8FAF-BC340D01BE5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82D35C27-2759-45F1-AC56-5EA924781697}"/>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FD4E2C1-0507-49FC-85F2-C5C3B4BBC434}"/>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3AA9BFA-C7E9-4C24-B8D8-00A098083C67}"/>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F3B697EE-0184-432F-BC5B-49858B176E7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61B6CBA8-CA5C-44FB-A298-55B314EAEBC6}"/>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C7B56F58-43F9-48B7-95E5-C14FADE25C6D}"/>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F72D9E5-35FE-4283-97B6-6208E38CEC39}"/>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96407547-132C-49D8-985A-AE58ADC72F6D}"/>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DC66BB7-A123-4A4E-B5C1-4EB2A92926F4}"/>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F73EA71-C013-48CE-B9A0-AEBA28F75232}"/>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F437CC9-9A5D-43CD-BCAE-4349B877E2C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683A1672-A21E-459F-B0E3-E0C961F4B83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05200676-E436-4CEB-9D37-F7C4D050583D}"/>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7C88A635-BD84-4AB2-81B8-0E41D2A9CF0A}"/>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1CF67AB6-6330-4670-B36C-1655ED3E3BB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3DF560CA-58E7-4769-8EF8-14ADF35CAB4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6E10F59F-1FE6-4A26-BE81-71A981CD0CBE}"/>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374DEF02-4DE6-4E9B-98E4-8CE4BF8135E3}"/>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E8DCC7D1-954F-448C-A40D-073527D9BD43}"/>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D473C07B-7C5B-4DC3-86B8-2F142503F02B}"/>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2E045534-C626-462C-9572-2947F3A2829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EA928337-1F4A-45E5-A73A-7694ECE23F1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52ED8E4F-BBC7-458D-B744-74B0B5733C27}"/>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44A01045-407B-48B5-BA8E-8D07CDA996B7}"/>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6B0ECBA-9FC0-4D69-8F71-534226B43F4D}"/>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00B71983-C1E1-466A-89F0-A7E81E282D7B}"/>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A53882CF-FA43-41E7-808A-99DD8E812BA3}"/>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52E83BEE-1EDC-4DFD-A67B-58DAE3FA89FA}"/>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F4ABFB7-B650-4AB9-AE38-33F481922859}"/>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5FADE96A-A2D0-40F2-8BF1-F31BF571E7A3}"/>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09CC2D3-F96C-48B9-88F6-C69DD7EE7EC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BF9E318A-C817-48F0-A105-6099E590145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914CA4D5-F06B-4AAC-A2D3-7BBF552FF7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009991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Task의 문서 접근 비교">
            <a:extLst xmlns:a="http://schemas.openxmlformats.org/drawingml/2006/main">
              <a:ext uri="{FF2B5EF4-FFF2-40B4-BE49-F238E27FC236}">
                <a16:creationId xmlns:a16="http://schemas.microsoft.com/office/drawing/2014/main" id="{D944E1F1-2E2D-41B5-B73B-A059C8FD88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D4C2B830-3AF1-40A0-94AC-D1FE58623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018DE9B3-6911-4926-A740-DBEF03E4A7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D4275339-46CB-4EC9-9081-21EF896140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80310775-7522-4737-9D59-D6CBBD1BBB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의 최종 실행에서만 관찰(이전 A 실행과 다름) · 현재 Desktop 검증 아님">
            <a:extLst xmlns:a="http://schemas.openxmlformats.org/drawingml/2006/main">
              <a:ext uri="{FF2B5EF4-FFF2-40B4-BE49-F238E27FC236}">
                <a16:creationId xmlns:a16="http://schemas.microsoft.com/office/drawing/2014/main" id="{E77CF4B0-B9B5-4B7B-A6DF-90D10E9910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A의 최종 실행에서만 관찰(이전 A 실행과 다름) · 현재 Desktop 검증 아님</a:t>
            </a:r>
          </a:p>
        </p:txBody>
      </p:sp>
      <p:sp>
        <p:nvSpPr>
          <p:cNvPr id="7" name="같은 저장소 · Crop 범위와 실행 의존성을 물었더니">
            <a:extLst xmlns:a="http://schemas.openxmlformats.org/drawingml/2006/main">
              <a:ext uri="{FF2B5EF4-FFF2-40B4-BE49-F238E27FC236}">
                <a16:creationId xmlns:a16="http://schemas.microsoft.com/office/drawing/2014/main" id="{93D36C92-4D19-4EA3-88C1-F5880D931A5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Crop 범위와 실행 의존성을 물었더니</a:t>
            </a:r>
          </a:p>
        </p:txBody>
      </p:sp>
      <p:graphicFrame>
        <p:nvGraphicFramePr>
          <p:cNvPr id="8" name="">
            <a:extLst xmlns:a="http://schemas.openxmlformats.org/drawingml/2006/main">
              <a:ext uri="{FF2B5EF4-FFF2-40B4-BE49-F238E27FC236}">
                <a16:creationId xmlns:a16="http://schemas.microsoft.com/office/drawing/2014/main" id="{B4ED4618-D7D4-4EB1-A6ED-E990C38F2EB9}"/>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된 차이">
            <a:extLst xmlns:a="http://schemas.openxmlformats.org/drawingml/2006/main">
              <a:ext uri="{FF2B5EF4-FFF2-40B4-BE49-F238E27FC236}">
                <a16:creationId xmlns:a16="http://schemas.microsoft.com/office/drawing/2014/main" id="{EE85FA31-3AF2-422D-AC18-25DCDD57AB99}"/>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관찰된 차이</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C74C7CB-6C2F-4257-8AE9-4579BE53A9F7}"/>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해석의 한계">
            <a:extLst xmlns:a="http://schemas.openxmlformats.org/drawingml/2006/main">
              <a:ext uri="{FF2B5EF4-FFF2-40B4-BE49-F238E27FC236}">
                <a16:creationId xmlns:a16="http://schemas.microsoft.com/office/drawing/2014/main" id="{92172DC4-1A35-43F2-BF9C-83C1F931DB64}"/>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해석의 한계</a:t>
            </a:r>
          </a:p>
        </p:txBody>
      </p:sp>
      <p:sp>
        <p:nvSpPr>
          <p:cNvPr id="12" name="구조 문서는 둘 다 읽음&#10;완벽한 문서 선택 미입증&#10;토큰 절약·성능 개선 미측정">
            <a:extLst xmlns:a="http://schemas.openxmlformats.org/drawingml/2006/main">
              <a:ext uri="{FF2B5EF4-FFF2-40B4-BE49-F238E27FC236}">
                <a16:creationId xmlns:a16="http://schemas.microsoft.com/office/drawing/2014/main" id="{C8C4AB13-7CBF-4D09-9035-28A0056274B0}"/>
              </a:ext>
            </a:extLst>
          </p:cNvPr>
          <p:cNvSpPr>
            <a:spLocks xmlns:a="http://schemas.openxmlformats.org/drawingml/2006/main" noGrp="1"/>
          </p:cNvSpPr>
          <p:nvPr/>
        </p:nvSpPr>
        <p:spPr>
          <a:xfrm xmlns:a="http://schemas.openxmlformats.org/drawingml/2006/main">
            <a:off x="8191500" y="4324350"/>
            <a:ext cx="33909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구조 문서는 둘 다 읽음</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완벽한 문서 선택 미입증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토큰 절약·성능 개선 미측정</a:t>
            </a:r>
          </a:p>
        </p:txBody>
      </p:sp>
      <p:sp>
        <p:nvSpPr>
          <p:cNvPr id="13" name="두 요청 모두 소스도 확인 · 목록은 읽기 순서가 아님">
            <a:extLst xmlns:a="http://schemas.openxmlformats.org/drawingml/2006/main">
              <a:ext uri="{FF2B5EF4-FFF2-40B4-BE49-F238E27FC236}">
                <a16:creationId xmlns:a16="http://schemas.microsoft.com/office/drawing/2014/main" id="{8C1079F0-4D64-498E-BF42-AA230804306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두 요청 모두 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407C64B9-11F4-4F49-BDDC-A34BE355D0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832237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0C9E951E-2D47-4F62-BF5E-3A52DC41B9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159F94F2-B4C1-498A-BC9F-6AFAC35B3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025753F1-F46C-431B-8CF6-213AB2479B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8F442FB1-E572-4ED4-BAC1-049624D48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56BD1761-DA12-40AB-B69F-B7BA4F7EE4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D39599DC-274D-4176-90C3-861D0C4F9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CFF38740-D6F6-4117-844C-A7D70A5B3365}"/>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A18B0229-259A-4B2C-A17C-7E0B2CF4D3DF}"/>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013D4B4E-F858-4F7E-A6C2-26CD8D7BB4B8}"/>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52DE5B9-4886-467E-991F-9DF56EFF8D17}"/>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7DF6269-36AE-4855-BB00-8FCA55DC3FE9}"/>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C77A2C43-B718-4128-94C7-9929C661EF02}"/>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F6D32088-4D0E-478E-A786-5D4703011151}"/>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536139DC-1472-416C-9A1C-CC4A08C59E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349136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2026-10-22T01:53:39.8900000Z</dcterms:created>
  <dcterms:modified xsi:type="dcterms:W3CDTF">2026-10-22T01:53:39.8900000Z</dcterms:modified>
</coreProperties>
</file>