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4fddfd7c0b5497f" /><Relationship Type="http://schemas.openxmlformats.org/officeDocument/2006/relationships/extended-properties" Target="/docProps/app.xml" Id="R18eff1399b594d27" /><Relationship Type="http://schemas.openxmlformats.org/officeDocument/2006/relationships/officeDocument" Target="/ppt/presentation.xml" Id="R03bafc8f0420423c" /></Relationships>
</file>

<file path=ppt/presentation.xml><?xml version="1.0" encoding="utf-8"?>
<p:presentation xmlns:p="http://schemas.openxmlformats.org/presentationml/2006/main">
  <p:sldMasterIdLst>
    <p:sldMasterId xmlns:r="http://schemas.openxmlformats.org/officeDocument/2006/relationships" id="2147483648" r:id="R039c0124b96b4bb9"/>
  </p:sldMasterIdLst>
  <p:notesMasterIdLst>
    <p:notesMasterId xmlns:r="http://schemas.openxmlformats.org/officeDocument/2006/relationships" r:id="Rde1f67dcb4d74aac"/>
  </p:notesMasterIdLst>
  <p:sldIdLst>
    <p:sldId xmlns:r="http://schemas.openxmlformats.org/officeDocument/2006/relationships" id="256" r:id="R8638089673d74059"/>
    <p:sldId xmlns:r="http://schemas.openxmlformats.org/officeDocument/2006/relationships" id="257" r:id="R7f08f8df4c634a01"/>
    <p:sldId xmlns:r="http://schemas.openxmlformats.org/officeDocument/2006/relationships" id="258" r:id="R1c68a1a1d31d4e1e"/>
    <p:sldId xmlns:r="http://schemas.openxmlformats.org/officeDocument/2006/relationships" id="259" r:id="Re0d36d33d95d4a01"/>
    <p:sldId xmlns:r="http://schemas.openxmlformats.org/officeDocument/2006/relationships" id="260" r:id="R0b19cacd786c47f4"/>
    <p:sldId xmlns:r="http://schemas.openxmlformats.org/officeDocument/2006/relationships" id="261" r:id="Rcd06ec3fcd6e4704"/>
    <p:sldId xmlns:r="http://schemas.openxmlformats.org/officeDocument/2006/relationships" id="262" r:id="R947ab1f0b3d140c3"/>
    <p:sldId xmlns:r="http://schemas.openxmlformats.org/officeDocument/2006/relationships" id="263" r:id="R1fb1f4c604c046b3"/>
    <p:sldId xmlns:r="http://schemas.openxmlformats.org/officeDocument/2006/relationships" id="264" r:id="R331f9834bca74351"/>
    <p:sldId xmlns:r="http://schemas.openxmlformats.org/officeDocument/2006/relationships" id="265" r:id="R112b3fa390994538"/>
    <p:sldId xmlns:r="http://schemas.openxmlformats.org/officeDocument/2006/relationships" id="266" r:id="Rdb27174819bb401a"/>
    <p:sldId xmlns:r="http://schemas.openxmlformats.org/officeDocument/2006/relationships" id="267" r:id="R57dc3636052a4b15"/>
    <p:sldId xmlns:r="http://schemas.openxmlformats.org/officeDocument/2006/relationships" id="268" r:id="R26007374f21345f1"/>
    <p:sldId xmlns:r="http://schemas.openxmlformats.org/officeDocument/2006/relationships" id="269" r:id="R2831ba8e10674e0b"/>
    <p:sldId xmlns:r="http://schemas.openxmlformats.org/officeDocument/2006/relationships" id="270" r:id="R4d17b3f35c36467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0f3b5e08fc4e3c" /><Relationship Type="http://schemas.openxmlformats.org/officeDocument/2006/relationships/slideMaster" Target="/ppt/slideMasters/slideMaster1.xml" Id="R039c0124b96b4bb9" /><Relationship Type="http://schemas.openxmlformats.org/officeDocument/2006/relationships/notesMaster" Target="/ppt/notesMasters/notesMaster1.xml" Id="Rde1f67dcb4d74aac" /><Relationship Type="http://schemas.openxmlformats.org/officeDocument/2006/relationships/presProps" Target="/ppt/presProps.xml" Id="R154c7a1caf4f44b9" /><Relationship Type="http://schemas.openxmlformats.org/officeDocument/2006/relationships/tableStyles" Target="/ppt/tableStyles.xml" Id="Rcb66763c164f41f6" /><Relationship Type="http://schemas.openxmlformats.org/officeDocument/2006/relationships/slide" Target="/ppt/slides/slide1.xml" Id="R8638089673d74059" /><Relationship Type="http://schemas.openxmlformats.org/officeDocument/2006/relationships/slide" Target="/ppt/slides/slide2.xml" Id="R7f08f8df4c634a01" /><Relationship Type="http://schemas.openxmlformats.org/officeDocument/2006/relationships/slide" Target="/ppt/slides/slide3.xml" Id="R1c68a1a1d31d4e1e" /><Relationship Type="http://schemas.openxmlformats.org/officeDocument/2006/relationships/slide" Target="/ppt/slides/slide4.xml" Id="Re0d36d33d95d4a01" /><Relationship Type="http://schemas.openxmlformats.org/officeDocument/2006/relationships/slide" Target="/ppt/slides/slide5.xml" Id="R0b19cacd786c47f4" /><Relationship Type="http://schemas.openxmlformats.org/officeDocument/2006/relationships/slide" Target="/ppt/slides/slide6.xml" Id="Rcd06ec3fcd6e4704" /><Relationship Type="http://schemas.openxmlformats.org/officeDocument/2006/relationships/slide" Target="/ppt/slides/slide7.xml" Id="R947ab1f0b3d140c3" /><Relationship Type="http://schemas.openxmlformats.org/officeDocument/2006/relationships/slide" Target="/ppt/slides/slide8.xml" Id="R1fb1f4c604c046b3" /><Relationship Type="http://schemas.openxmlformats.org/officeDocument/2006/relationships/slide" Target="/ppt/slides/slide9.xml" Id="R331f9834bca74351" /><Relationship Type="http://schemas.openxmlformats.org/officeDocument/2006/relationships/slide" Target="/ppt/slides/slide10.xml" Id="R112b3fa390994538" /><Relationship Type="http://schemas.openxmlformats.org/officeDocument/2006/relationships/slide" Target="/ppt/slides/slide11.xml" Id="Rdb27174819bb401a" /><Relationship Type="http://schemas.openxmlformats.org/officeDocument/2006/relationships/slide" Target="/ppt/slides/slide12.xml" Id="R57dc3636052a4b15" /><Relationship Type="http://schemas.openxmlformats.org/officeDocument/2006/relationships/slide" Target="/ppt/slides/slide13.xml" Id="R26007374f21345f1" /><Relationship Type="http://schemas.openxmlformats.org/officeDocument/2006/relationships/slide" Target="/ppt/slides/slide14.xml" Id="R2831ba8e10674e0b" /><Relationship Type="http://schemas.openxmlformats.org/officeDocument/2006/relationships/slide" Target="/ppt/slides/slide15.xml" Id="R4d17b3f35c36467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0faedceb874f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f29e4e11fe4297" /><Relationship Type="http://schemas.openxmlformats.org/officeDocument/2006/relationships/notesMaster" Target="/ppt/notesMasters/notesMaster1.xml" Id="Re572b44a0414445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3572e06e80b4c96" /><Relationship Type="http://schemas.openxmlformats.org/officeDocument/2006/relationships/notesMaster" Target="/ppt/notesMasters/notesMaster1.xml" Id="R6df9504546014e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9b6559f02b6a42ee" /><Relationship Type="http://schemas.openxmlformats.org/officeDocument/2006/relationships/notesMaster" Target="/ppt/notesMasters/notesMaster1.xml" Id="Rc78b25887ecd44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5a196e28012400f" /><Relationship Type="http://schemas.openxmlformats.org/officeDocument/2006/relationships/notesMaster" Target="/ppt/notesMasters/notesMaster1.xml" Id="Rb72269b658e047a0" /></Relationships>
</file>

<file path=ppt/notesSlides/_rels/notesSlide5.xml.rels>&#65279;<?xml version="1.0" encoding="utf-8"?><Relationships xmlns="http://schemas.openxmlformats.org/package/2006/relationships"><Relationship Type="http://schemas.openxmlformats.org/officeDocument/2006/relationships/slide" Target="/ppt/slides/slide5.xml" Id="R07d14e7ce5284b1b" /><Relationship Type="http://schemas.openxmlformats.org/officeDocument/2006/relationships/notesMaster" Target="/ppt/notesMasters/notesMaster1.xml" Id="R03c30cd0ec0c4f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1f73724fe741ca" /><Relationship Type="http://schemas.openxmlformats.org/officeDocument/2006/relationships/notesMaster" Target="/ppt/notesMasters/notesMaster1.xml" Id="R583f9db6a6c0423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9a821157a6d4943" /><Relationship Type="http://schemas.openxmlformats.org/officeDocument/2006/relationships/notesMaster" Target="/ppt/notesMasters/notesMaster1.xml" Id="R03ea1b3765a440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9368d9355be4b49" /><Relationship Type="http://schemas.openxmlformats.org/officeDocument/2006/relationships/notesMaster" Target="/ppt/notesMasters/notesMaster1.xml" Id="R4df5814681d442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31d54790f0497b" /><Relationship Type="http://schemas.openxmlformats.org/officeDocument/2006/relationships/notesMaster" Target="/ppt/notesMasters/notesMaster1.xml" Id="Rf3d2a4098fd24d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da468e0afe4ead" /><Relationship Type="http://schemas.openxmlformats.org/officeDocument/2006/relationships/notesMaster" Target="/ppt/notesMasters/notesMaster1.xml" Id="Rc09d34d7bd4c4cc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1739797843444ae" /><Relationship Type="http://schemas.openxmlformats.org/officeDocument/2006/relationships/notesMaster" Target="/ppt/notesMasters/notesMaster1.xml" Id="Raf9bfa0ee356431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4f4f395bea64768" /><Relationship Type="http://schemas.openxmlformats.org/officeDocument/2006/relationships/notesMaster" Target="/ppt/notesMasters/notesMaster1.xml" Id="Rca438a00fc93444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bf1d4e134284a1b" /><Relationship Type="http://schemas.openxmlformats.org/officeDocument/2006/relationships/notesMaster" Target="/ppt/notesMasters/notesMaster1.xml" Id="R25cc6923ca974f2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6a262294b5f4527" /><Relationship Type="http://schemas.openxmlformats.org/officeDocument/2006/relationships/notesMaster" Target="/ppt/notesMasters/notesMaster1.xml" Id="R8489921e8a93459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693d568e5149f1" /><Relationship Type="http://schemas.openxmlformats.org/officeDocument/2006/relationships/notesMaster" Target="/ppt/notesMasters/notesMaster1.xml" Id="R9da88cabddc94a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AGENTS.md에는 무엇을 남길까?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AGENTS.md에는 여러 작업에 공통인 목적·제약·진입 안내와 상세 문서 위치를 남긴다. 처리 순서·이미지 명세·관련 테스트 같은 세부사항은 관련 작업에서 연결된 문서로 확인하는 정보 배치 모델이다.</a:t>
            </a:r>
          </a:p>
          <a:p xmlns:a="http://schemas.openxmlformats.org/drawingml/2006/main">
            <a:r>
              <a:t/>
            </a:r>
          </a:p>
          <a:p xmlns:a="http://schemas.openxmlformats.org/drawingml/2006/main">
            <a:r>
              <a:t>Opening Question: “앞 장의 AGENTS.md가 상세 문서 위치를 안내했습니다. 그 출발점에는 무엇을 남기고, 무엇을 상세 문서로 나눠둘까요?”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S40의 crop 요청→AGENTS.md 안내→상세 명세 경로를 회수한다. 이번 장은 경로를 다시 따라가는 장이 아니라 출발점과 상세 문서에 놓을 정보의 범위를 정하는 장이라고 설명한다.</a:t>
            </a:r>
          </a:p>
          <a:p xmlns:a="http://schemas.openxmlformats.org/drawingml/2006/main">
            <a:r>
              <a:t>2. (0:30–1:30) 왼쪽 AGENTS.md를 짚는다. 목적은 로컬 흑백 이미지 처리 CLI, 공통 제약은 요청 밖의 기존 동작 보존, 안내는 빌드·검증 시작점과 관련 상세 문서 위치다. ‘항상 남길’은 공통 안내에 유지할 정보의 범위를 뜻하며 제품이 매 turn 강제로 읽는다는 뜻이 아니다. 화면은 전체 지침 원문이 아닌 요약이다.</a:t>
            </a:r>
          </a:p>
          <a:p xmlns:a="http://schemas.openxmlformats.org/drawingml/2006/main">
            <a:r>
              <a:t>3. (1:30–3:00) 오른쪽 상세 문서 묶음을 위에서부터 짚는다. 구조를 확인할 때 처리 순서·모듈 역할, 이미지 동작을 확인할 때 crop·resize 명세, 검증 범위를 정할 때 관련 테스트 위치를 본다. 모두 모든 작업에서 읽어야 하는 목록으로 설명하지 않는다. 왼쪽의 위치 안내와 오른쪽의 자세한 규칙은 역할이 다르다.</a:t>
            </a:r>
          </a:p>
          <a:p xmlns:a="http://schemas.openxmlformats.org/drawingml/2006/main">
            <a:r>
              <a:t>4. (3:00–4:00) C++에서도 빌드·검증 진입점과 공통 제약은 기본 안내에, 알고리즘 명세·하드웨어 조건은 필요한 상세로 둘 수 있다는 패턴을 짧게 연결한다. 구체적 CMake/IDE/shell 명령이나 실제 C++ 실행 결과는 추가하지 않는다. 다음 장에서 Demo Repository의 실제 문서 분리 전후를 본다고 넘긴다.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S42 이후에 구분한다.</a:t>
            </a:r>
          </a:p>
          <a:p xmlns:a="http://schemas.openxmlformats.org/drawingml/2006/main">
            <a:r>
              <a:t/>
            </a:r>
          </a:p>
          <a:p xmlns:a="http://schemas.openxmlformats.org/drawingml/2006/main">
            <a:r>
              <a:t>Claim Boundary: 공통 안내와 작업별 상세를 나눈 교육용 배치 기준이다. 매 turn 자동 재읽기, 필요한 문서만 자동 로딩, 같은 탐색 순서, 항상 올바른 선택·지침 준수·AGENTS.md 단독 인과성을 보장하지 않는다. Routing 품질·토큰 절약·성능 향상은 별도 검증 문제다. 전체 테스트 지침도 모든 작업에서 무조건 같은 검사를 실행해야 한다는 보편 규칙으로 확대하지 않는다. 현재 Codex Desktop/계정 동작이나 회사 정책으로 일반화하지 않는다.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S42, 문서 접근의 관찰과 한계는 S43–45에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production/evaluation/S41_CORE_DETAIL_REVISION.md와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ALIGNED — DEC-0054의 AGENTS.md 기본 안내/작업별 상세 도식과 S40→S41→S42 연결을 반영했다. 최종 렌더·Notes parity는 production/evaluation/S41_CORE_DETAIL_REVISION.md를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기존 핵심 사실·제약은 유지하면서 AGENTS.md의 기본 안내와 주제별 상세 문서로 위치를 나눴다. 단순 문자 복사가 아니라 재서술·상세화와 문서 위치 안내 추가를 포함한 재구성이다.</a:t>
            </a:r>
          </a:p>
          <a:p xmlns:a="http://schemas.openxmlformats.org/drawingml/2006/main">
            <a:r>
              <a:t/>
            </a:r>
          </a:p>
          <a:p xmlns:a="http://schemas.openxmlformats.org/drawingml/2006/main">
            <a:r>
              <a:t>Opening Question: “앞에서 기본 안내와 상세를 나눠봤습니다. 실제로 한 AGENTS.md에 모인 정보를 나누면 어떤 모습이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S41의 정보 배치 기준을 실제 기록에 적용한 전후라고 소개한다. 화면의 ‘분리 전/후’는 같은 Demo의 STATE-02와 STATE-03이며 파일 전체나 실행 화면이 아닌 요약·재구성 도식이다. 상태 번호를 외우게 하지 않는다.</a:t>
            </a:r>
          </a:p>
          <a:p xmlns:a="http://schemas.openxmlformats.org/drawingml/2006/main">
            <a:r>
              <a:t>2. (1:00–3:00 / Demo, CAPTURED record) 왼쪽 한 AGENTS.md 안의 기본 안내와 A구조/CLI 요약·B이미지 명세·C테스트 구성을 가리킨다. 첫 화살표는 기본 안내가 오른쪽 AGENTS.md에 남고 문서 위치 안내가 추가됐음을 뜻한다. A/B/C 세 화살표는 같은 주제가 architecture.md/image-contracts.md/testing.md로 재배치된 대응이다. 핵심 사실·제약의 보존이며 문장은 재작성되고 상세 설명도 보강됐다. 실제 파일 브라우징이나 Agent 실행은 하지 않는다.</a:t>
            </a:r>
          </a:p>
          <a:p xmlns:a="http://schemas.openxmlformats.org/drawingml/2006/main">
            <a:r>
              <a:t>3. (3:00–4:00 / Case) ‘짧게 만들려고 필요한 정보를 버린 것인가?’를 비교 질문으로 둔다. 기본 제약이 남고 상세의 위치를 나눈 관계를 회수한다. C++에서도 공통 제약을 입구에 남기고 알고리즘·모듈 상세의 위치를 나눌 수 있는지 같은 기준으로 비교한다. 이1분과 다음 Lecture1분에 승인된 C++ Bridge2분을 통합한다.</a:t>
            </a:r>
          </a:p>
          <a:p xmlns:a="http://schemas.openxmlformats.org/drawingml/2006/main">
            <a:r>
              <a:t>4. (4:00–5:00 / Lecture) C++의 알고리즘 명세·하드웨어 조건 같은 상세도 관련 문서에서 확인할 범위로 짧게 연결한다. 구체적 CMake/IDE/장치 명령이나 실제 C++ 결과는 추가하지 않는다. 문서 구조만으로 실제 선택·읽기 성공을 결론내지 않고 다음 두 Task의 접근 기록을 관찰하겠다고 넘긴다.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S43–45에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S42 또는 production/preview/full/S42.png, production/preview/act2/S42.png를 사용한다. 최종 패키지·PNG·Notes 일치는 production/evaluation/S42_DOCUMENT_SPLIT_REVISION.md와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ALIGNED — DEC-0055의 전후 문서 구조/핵심 정보 보존 도식과 S41→S42→S43 연결을 반영했다. 최종 렌더·Notes parity는 production/evaluation/S42_DOCUMENT_SPLIT_REVISION.md를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문서를 나눴다는 구조만으로 실제 접근을 단정하지 않는다. 같은 저장소에서 서로 다른 두 읽기 전용 요청이 어떤 문서를 열고 어떤 근거로 답했는지 다음 기록에서 관찰한다.</a:t>
            </a:r>
          </a:p>
          <a:p xmlns:a="http://schemas.openxmlformats.org/drawingml/2006/main">
            <a:r>
              <a:t/>
            </a:r>
          </a:p>
          <a:p xmlns:a="http://schemas.openxmlformats.org/drawingml/2006/main">
            <a:r>
              <a:t>Opening Question: “문서의 위치를 나눴습니다. 실제 요청을 받았을 때도 같은 상세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(0:00–0:20) S42의 문서 재구성은 배치의 기록이며 실제 접근은 별도 관찰이라고 연결한다. 같은 저장소의 두 읽기 전용 요청을 비교하겠다고 안내한다.</a:t>
            </a:r>
          </a:p>
          <a:p xmlns:a="http://schemas.openxmlformats.org/drawingml/2006/main">
            <a:r>
              <a:t>2. (0:20–1:20) 왼쪽 A는 샘플 이미지에 --crop 1 3 옵션을 적용할 때 원본 열/출력 폭/끝 좌표 포함 여부를 현재 명세·구현의 근거로 조사해 달라는 요청이다. 오른쪽 B는 실행 의존성의 존재와 판단 근거를 묻고 빌드·패키징 전용 도구와 구분하라는 요청이다. 두 창 안의 읽기 전용·파일 변경 금지·근거 제시 조건을 함께 짚는다. 화면은 영어 원문의 핵심 발췌·번역이며 실제 입력 Screenshot이 아니다.</a:t>
            </a:r>
          </a:p>
          <a:p xmlns:a="http://schemas.openxmlformats.org/drawingml/2006/main">
            <a:r>
              <a:t>3. (1:20–2:00) 아래01 실제로 연 문서,02 두 요청의 접근 공통/차이,03 답을 뒷받침한 근거를 순서대로 가리킨다. 파일 접근 기록과 최종 설명의 근거를 분리해 볼 것이라고 설명한다. 특정 파일을 어느 요청에 연결하거나 결과를 예측해 주지 않고 Crop Task의 기록으로 넘어간다.</a:t>
            </a:r>
          </a:p>
          <a:p xmlns:a="http://schemas.openxmlformats.org/drawingml/2006/main">
            <a:r>
              <a:t/>
            </a:r>
          </a:p>
          <a:p xmlns:a="http://schemas.openxmlformats.org/drawingml/2006/main">
            <a:r>
              <a:t>Evidence / Source: OBSERVED_PRODUCT setup; outcomes remain on S44–45.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S44–45의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production/evaluation/S43_PROMPT_WATCH_REVISION.md와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ALIGNED — DEC-0056의 두 요청창/중립 관찰 질문과 S42→S43→S44 연결을 반영했다. 최종 렌더·Notes parity는 production/evaluation/S43_PROMPT_WATCH_REVISION.md를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 최종 실행에서 명세 문서 접근과 명세에 맞는 Crop 답을 관찰했다. 더 넓은 문서·소스·테스트도 확인했으며, 이 기록이 최소 문서 선택이나 효율 향상을 뜻하지는 않는다.</a:t>
            </a:r>
          </a:p>
          <a:p xmlns:a="http://schemas.openxmlformats.org/drawingml/2006/main">
            <a:r>
              <a:t/>
            </a:r>
          </a:p>
          <a:p xmlns:a="http://schemas.openxmlformats.org/drawingml/2006/main">
            <a:r>
              <a:t>Opening Question: “앞의 요청 A는 어떤 문서를 실제로 읽었고, 끝 좌표가 포함되는지 어떤 근거로 답했을까요?”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S43의 Crop 요청 A를 회수하고 왼쪽 접근 요약을 읽는다. AGENTS.md, docs/architecture.md, docs/image-contracts.md, docs/testing.md, README.md는 최종 실행에서 읽은 Markdown 문서다. 나열 순서는 실제 읽기 순서가 아니다. 소스와 관련 테스트도 확인한 기록임을 덧붙인다.</a:t>
            </a:r>
          </a:p>
          <a:p xmlns:a="http://schemas.openxmlformats.org/drawingml/2006/main">
            <a:r>
              <a:t>2. (1:00–2:00) 강조한 image-contracts.md와 가운데의 해당 명세를 연결한다. [x_start, x_end)는 시작 열 포함·끝 좌표 제외다. 첫 화살표는 문서와 내용의 관계이며 실제 탐색 경로·순서를 재현하지 않는다.</a:t>
            </a:r>
          </a:p>
          <a:p xmlns:a="http://schemas.openxmlformats.org/drawingml/2006/main">
            <a:r>
              <a:t>3. (2:00–3:00) ‘대조’를 가리킨 뒤 오른쪽 기록된 답과 맞춰본다. 숫자는 픽셀 값이 아닌0부터 시작하는 원본 열 번호다. --crop 1 3은 열1·2를 포함하고 출력 폭은2이며 끝 좌표3은 제외한다. 명세와 답의 일치를 확인하는 도식이며 내부 추론의 인과 경로를 주장하지 않는다.</a:t>
            </a:r>
          </a:p>
          <a:p xmlns:a="http://schemas.openxmlformats.org/drawingml/2006/main">
            <a:r>
              <a:t>4. (3:00–4:00) 하단의 ‘관찰된 사실’과 ‘해석의 한계’를 따로 가리킨다. 넓은 architecture·README 접근도 있었다. testing.md와 관련 테스트는 최종 실행에서 확인했지만 이전 두 실행에서는 접근이 달랐다. 관련 문서만 최소한으로 읽었다고 해석하지 않는다.</a:t>
            </a:r>
          </a:p>
          <a:p xmlns:a="http://schemas.openxmlformats.org/drawingml/2006/main">
            <a:r>
              <a:t>5. (4:00–5:00) 과거 Codex CLI0.154.0의 읽기 전용 실행 기록을 요약·재구성한 화면임을 확인한다. 토큰 절감·성능 개선·현재 Desktop 재현을 주장하지 않는다. 이 답을 Task B와 비교할 질문으로 넘긴다.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S44 정적 화면으로 보여준다. 입력창 Screenshot이나 실행 로그처럼 꾸미지 않는다. 현재 제품에서 명령을 실행하지 않고 전체 접근 로그를 읽지 않는다. Task B의 접근 차이는 S45에서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요청·접근 요약1분, 명세1분, 답 대조1분, 넓은 접근·실행 간 차이1분, 한계 회수·S45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S44 또는 production/preview/act2/S44.png가 발표 기본 경로다. 동일한 Full S44·ACT2 PNG·내장 Notes 대조는 production/evaluation/S44_CROP_EVIDENCE_REVISION.md와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ALIGNED — DEC-0057의 실제 접근/명세/기록된 답과 관찰/해석 구분을 반영했다. 최종 렌더·Notes parity는 production/evaluation/S44_CROP_EVIDENCE_REVISION.md를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최종 실행에서 실제 문서 접근 차이를 관찰했다. 양쪽의 공통·넓은 접근과 실행 간 변동도 있어 완벽한 문서 선택, 토큰 절약·성능 개선으로 해석하지 않는다.</a:t>
            </a:r>
          </a:p>
          <a:p xmlns:a="http://schemas.openxmlformats.org/drawingml/2006/main">
            <a:r>
              <a:t/>
            </a:r>
          </a:p>
          <a:p xmlns:a="http://schemas.openxmlformats.org/drawingml/2006/main">
            <a:r>
              <a:t>Opening Question: “앞에서 Crop 명세를 읽은 기록을 봤습니다. 같은 저장소에 실행 의존성을 물으면 어떤 문서를 읽었을까요?”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CAPTURED) S44의 요청 A를 표의 A열로 회수하고 요청 B의 실행 의존성 질문을 나란히 둔다. 실제 최종 기록에서 이미지 명세·테스트 안내는 A만, 패키지 설정은 B만 읽었다고 강조한 셀을 가리킨다. 화면은 기록을 요약·재구성한 정적 비교표이며 실제 실행 캡처나 동시 Subagent 화면이 아니다.</a:t>
            </a:r>
          </a:p>
          <a:p xmlns:a="http://schemas.openxmlformats.org/drawingml/2006/main">
            <a:r>
              <a:t>2. (1:00–2:00 / Case) 두 요청 모두 AGENTS.md, README.md, docs/architecture.md를 읽었음을 확인한다. 소스도 양쪽에서 확인했다. 목록은 시간 순서가 아니며 모든 명령·소스 파일을 나열한 로그가 아니다. architecture는 실제 질문에 필요하지 않은 넓은 접근이었음을 설명한다.</a:t>
            </a:r>
          </a:p>
          <a:p xmlns:a="http://schemas.openxmlformats.org/drawingml/2006/main">
            <a:r>
              <a:t>3. (2:00–3:00 / Case) A만 docs/image-contracts.md와 docs/testing.md를, B만 pyproject.toml과 setup.cfg를 읽은 차이를 짚는다. B의 기록된 답은 third-party runtime dependency가 없고 Python3.9+와 표준 라이브러리가 필요하며 setuptools/wheel 등은 build/package용이라는 구분이다. 표는 접근을 비교하며 파일을 열었다는 사실만으로 답의 단독 원인을 증명하지 않는다.</a:t>
            </a:r>
          </a:p>
          <a:p xmlns:a="http://schemas.openxmlformats.org/drawingml/2006/main">
            <a:r>
              <a:t>4. (3:00–4:00 / Case) 오른쪽 ‘해석의 한계’를 회수한다. 구조 문서는 둘 다 읽었고 testing.md/관련 테스트 접근은 A의 최종 실행에서 관찰했지만 이전 A 실행과 달랐다. 완벽한 문서 선택은 미입증이며 토큰 절약·성능 개선을 측정하지 않았다. 과거 Codex CLI0.154.0의 범위를 유지한다.</a:t>
            </a:r>
          </a:p>
          <a:p xmlns:a="http://schemas.openxmlformats.org/drawingml/2006/main">
            <a:r>
              <a:t>5. (4:00–6:00 / Reflection) ‘다르게 읽었다’와 ‘항상 잘 선택한다·효율이 개선됐다’ 사이에 어떤 근거가 더 필요한지 조용히 생각하게 한다. 별도 실습·기록·공개 응답을 요구하지 않으며 강사가 이2분을 설명으로 채우지 않는다.</a:t>
            </a:r>
          </a:p>
          <a:p xmlns:a="http://schemas.openxmlformats.org/drawingml/2006/main">
            <a:r>
              <a:t>6. (6:00–7:00 / Q&amp;A) 질문 하나를 받는다. 없으면 ‘이 기록만으로 문서 선택을 보장할 수 있을까요?’를 짧게 던지고 실제 접근 차이는 관찰했지만 보장·효율 효과는 확인하지 않았다고 닫는다. S46의 정보 정리 뒤에도 남는 반복으로 연결한다.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S45 또는 production/preview/full/S45.png를 사용한다. Full/ACT2 PNG·Notes 일치와 DEMO-06 fallback 경로·hash 갱신은 production/evaluation/S45_ACCESS_COMPARISON_REVISION.md와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ALIGNED — DEC-0058의 공통/차이 문서 접근표와 관찰/해석 구분, S44→S45→S46 연결을 반영했다. 최종 렌더·native table·Notes parity는 production/evaluation/S45_ACCESS_COMPARISON_REVISION.md를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Project Context의 범위와 위치를 정리해도, 현재 목표가 다른 작업마다 같은 조사·검증 방법을 다시 요청하는 문제가 남을 수 있다. 이 반복을 다음 Harness 구간의 질문으로 삼는다.</a:t>
            </a:r>
          </a:p>
          <a:p xmlns:a="http://schemas.openxmlformats.org/drawingml/2006/main">
            <a:r>
              <a:t/>
            </a:r>
          </a:p>
          <a:p xmlns:a="http://schemas.openxmlformats.org/drawingml/2006/main">
            <a:r>
              <a:t>Opening Question: “앞에서 요청별 문서 접근 차이와 한계를 봤습니다. 정보를 어디서 찾을지 정리했으면, 일하는 방법도 해결된 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Transition) S45의 관찰된 접근 차이를 회수하고 완벽한 Context 선택이나 효율 향상을 확인한 것은 아니라고 짧게 한정한다. 왼쪽의 AGENTS.md 기본 안내/문서 위치와 상세 명세·구조·테스트를 가리킨다. 공통 사실은 Project Context에, 필요한 상세의 위치는 Routing으로 나누었다는 교육용 배치 요약이다. 아래 화살표가 실제 파일 읽기 순서를 뜻하지 않는다.</a:t>
            </a:r>
          </a:p>
          <a:p xmlns:a="http://schemas.openxmlformats.org/drawingml/2006/main">
            <a:r>
              <a:t>2. (1:00–2:00 / Transition) 오른쪽 두 성능 요청의 서로 다른 현재 목표를 짚는다. 첫 요청은 크기 변경, 두 번째는 정규화의 성능 조사/개선이다. S45의 Crop/의존성 A·B를 바꾼 것이 아니라 다음 성능 작업 두 개의 요약이다. 실제 Prompt 전문이나 제품 화면이 아닌 교육용 재구성임을 밝힌다.</a:t>
            </a:r>
          </a:p>
          <a:p xmlns:a="http://schemas.openxmlformats.org/drawingml/2006/main">
            <a:r>
              <a:t>3. (2:00–3:00 / Transition) 두 요청의 같은 청록 영역을 번갈아 가리킨다. 측정·조사 → 계획·변경 → 테스트·재측정·비교·검토라는 같은 방법을 다시 요청한다. 이3줄은 TRIAL-006/007 공통 절차8개를 압축한 표현이며 새로운 요청 기법이나 공식 제품 분류가 아니다.</a:t>
            </a:r>
          </a:p>
          <a:p xmlns:a="http://schemas.openxmlformats.org/drawingml/2006/main">
            <a:r>
              <a:t>4. (3:00–4:00 / Transition) 하단의 ‘같은 조사·검증 절차도 매번 다시 적어야 할까?’를 읽고 다음 Harness 구간의 문제로 남긴다. 구체적인 기능이나 성공 결과를 답으로 제시하지 않는다. 실제 작업 흐름에는 global Harness 영향도 있어 Prompt 단독 효과로 해석하지 않는다.</a:t>
            </a:r>
          </a:p>
          <a:p xmlns:a="http://schemas.openxmlformats.org/drawingml/2006/main">
            <a:r>
              <a:t>5. (4:00–10:00 / Q&amp;A) 질문을 받으며 공통 사실·상세 정보 위치·현재 목표와 반복되는 작업 방법의 책임을 구분해 회수한다. 무응답 시 ‘명세를 찾는 방법을 안내해 두면 측정·테스트 순서도 자동으로 정해질까요?’를 묻고 ‘작업 방법을 유지하는 책임은 별도로 남습니다’로 이어간다. 마지막20초는 다음 두 성능 Task의 실제 기록을 보자는 기존 handoff에 사용하며 이6분 안에 포함한다.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공통 절차가 두 요청에 반복됐다는 기록과 전체 Agent 행동의 원인은 구분한다. global Harness 영향이 있어 Prompt-only attribution은 PARTIAL이다. 문서 배치 그림은 실제 접근 순서·Context 선택 완전 해결·토큰 절약·성능 개선의 증거가 아니다. 두 요청의 병렬 배치는 동시 Subagent 실행이나 비교 실험이 아니다. 구체적인 Skill 등 메커니즘이나 그 효과는 이 장에서 설명하지 않는다.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S47에서 기록의 반복 구조를 확인한다.</a:t>
            </a:r>
          </a:p>
          <a:p xmlns:a="http://schemas.openxmlformats.org/drawingml/2006/main">
            <a:r>
              <a:t/>
            </a:r>
          </a:p>
          <a:p xmlns:a="http://schemas.openxmlformats.org/drawingml/2006/main">
            <a:r>
              <a:t>Audience Interaction: Transition0–4분 후 Q&amp;A4–10분을 유지한다. 공개 응답은 선택이다. 무응답 시 ‘명세를 찾는 방법을 안내해 두면 측정·테스트 순서도 자동으로 정해질까요?’ 또는 ‘지금 반복되는 것은 Project 사실일까요, 일하는 방법일까요?’로 질문을 연다. 별도 실습·필수 답변은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Transition4분 → Q&amp;A6분, 총10분을 유지한다. 마지막 handoff도 Q&amp;A6분 종료 전에 포함하고 추가 Transition 시간을 만들지 않는다. 부연이 길어지면 상세 문서/성능 작업의 설명을 줄이고 동일한 절차와 핵심 질문을 먼저 회수한다. 질문은9분40초에 마무리해 ACT3로 이동한다. 실제 리허설은 UNVERIFIED다.</a:t>
            </a:r>
          </a:p>
          <a:p xmlns:a="http://schemas.openxmlformats.org/drawingml/2006/main">
            <a:r>
              <a:t/>
            </a:r>
          </a:p>
          <a:p xmlns:a="http://schemas.openxmlformats.org/drawingml/2006/main">
            <a:r>
              <a:t>Fallback: LOCAL STATIC ARTIFACT — production/ACT_2.pptx의 S46 또는 production/preview/act2/S46.png를 사용한다. Full/ACT2 PNG·내장 Notes 일치는 production/evaluation/S46_WORKFLOW_HANDOFF_REVISION.md와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ALIGNED — DEC-0059의 Context 배치/반복 절차 대비와 S45→S46→S47 Harness handoff를 반영했다. 최종 렌더·Notes parity는 production/evaluation/S46_WORKFLOW_HANDOFF_REVISION.md를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82b786c34243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26e3a3de4c41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a8e44ed7160421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5b2a6a64454a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3800accc8e9410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ff654f099d04cd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ACDB7A-B216-498B-A670-426A69F04EE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3174A4-0768-4D7C-8DD8-B39D0DEC907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B73CA95-AF6A-4537-A522-AF3C50D18FA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B30299-BAAB-44B9-98E3-1B126CD0E6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8723721-5A91-4BDA-9CB3-AA7B8059197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901032F-B2CC-41C6-958A-2828FA81E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4F00858-23BF-45B8-9354-08511F4CE58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5A73025-A505-4878-A820-0E7BBA18894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3915AA-2591-4DBD-891B-23C3D8D4A5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50D596-22EE-4D66-B5AE-F7513F2B3F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0f0e15d5ec4242" /><Relationship Type="http://schemas.openxmlformats.org/officeDocument/2006/relationships/slideLayout" Target="/ppt/slideLayouts/slideLayout1.xml" Id="R3baf496fa20342ea" /><Relationship Type="http://schemas.openxmlformats.org/officeDocument/2006/relationships/slideLayout" Target="/ppt/slideLayouts/slideLayout2.xml" Id="R1a86488901594b63" /><Relationship Type="http://schemas.openxmlformats.org/officeDocument/2006/relationships/slideLayout" Target="/ppt/slideLayouts/slideLayout3.xml" Id="R5c0a7401f94f4a53" /><Relationship Type="http://schemas.openxmlformats.org/officeDocument/2006/relationships/slideLayout" Target="/ppt/slideLayouts/slideLayout4.xml" Id="R6b2df336b8fd42a3" /><Relationship Type="http://schemas.openxmlformats.org/officeDocument/2006/relationships/slideLayout" Target="/ppt/slideLayouts/slideLayout5.xml" Id="Reff034f670ee4f6e" /><Relationship Type="http://schemas.openxmlformats.org/officeDocument/2006/relationships/slideLayout" Target="/ppt/slideLayouts/slideLayout6.xml" Id="Ra9b97db4edfe40b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af496fa20342ea"/>
    <p:sldLayoutId xmlns:r="http://schemas.openxmlformats.org/officeDocument/2006/relationships" id="2147483650" r:id="R1a86488901594b63"/>
    <p:sldLayoutId xmlns:r="http://schemas.openxmlformats.org/officeDocument/2006/relationships" id="2147483651" r:id="R5c0a7401f94f4a53"/>
    <p:sldLayoutId xmlns:r="http://schemas.openxmlformats.org/officeDocument/2006/relationships" id="2147483652" r:id="R6b2df336b8fd42a3"/>
    <p:sldLayoutId xmlns:r="http://schemas.openxmlformats.org/officeDocument/2006/relationships" id="2147483653" r:id="Reff034f670ee4f6e"/>
    <p:sldLayoutId xmlns:r="http://schemas.openxmlformats.org/officeDocument/2006/relationships" id="2147483654" r:id="Ra9b97db4edfe40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294e78d3ebf4a82" /><Relationship Type="http://schemas.openxmlformats.org/officeDocument/2006/relationships/notesSlide" Target="/ppt/notesSlides/notesSlide1.xml" Id="Ra4732f5b278a477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7afcf8181044cbf" /><Relationship Type="http://schemas.openxmlformats.org/officeDocument/2006/relationships/notesSlide" Target="/ppt/notesSlides/notesSlide2.xml" Id="R61166381112a4f9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72249640e3a4367" /><Relationship Type="http://schemas.openxmlformats.org/officeDocument/2006/relationships/notesSlide" Target="/ppt/notesSlides/notesSlide3.xml" Id="Rb57486efd3174cc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0cdc1398fcb4b7e" /><Relationship Type="http://schemas.openxmlformats.org/officeDocument/2006/relationships/image" Target="/ppt/media/image.png" Id="Rac228fc892c747b4" /><Relationship Type="http://schemas.openxmlformats.org/officeDocument/2006/relationships/image" Target="/ppt/media/image2.png" Id="R2dfed29148664aa8" /><Relationship Type="http://schemas.openxmlformats.org/officeDocument/2006/relationships/notesSlide" Target="/ppt/notesSlides/notesSlide4.xml" Id="Rf0433717ed9142d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85e070ef174921" /><Relationship Type="http://schemas.openxmlformats.org/officeDocument/2006/relationships/image" Target="/ppt/media/image3.png" Id="Rc071d9eba9434678" /><Relationship Type="http://schemas.openxmlformats.org/officeDocument/2006/relationships/notesSlide" Target="/ppt/notesSlides/notesSlide5.xml" Id="Ra1a5fd2ea5064d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265363b14dd4057" /><Relationship Type="http://schemas.openxmlformats.org/officeDocument/2006/relationships/notesSlide" Target="/ppt/notesSlides/notesSlide6.xml" Id="R548d528020f54c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47899f17f314962" /><Relationship Type="http://schemas.openxmlformats.org/officeDocument/2006/relationships/notesSlide" Target="/ppt/notesSlides/notesSlide7.xml" Id="R210b5f3ac72d4d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70d1de3ac7c4d70" /><Relationship Type="http://schemas.openxmlformats.org/officeDocument/2006/relationships/notesSlide" Target="/ppt/notesSlides/notesSlide8.xml" Id="R4bf9ac77d44345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5a43eec281f404d" /><Relationship Type="http://schemas.openxmlformats.org/officeDocument/2006/relationships/notesSlide" Target="/ppt/notesSlides/notesSlide9.xml" Id="R8b7d6a09c76843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6195faab70e447e" /><Relationship Type="http://schemas.openxmlformats.org/officeDocument/2006/relationships/notesSlide" Target="/ppt/notesSlides/notesSlide10.xml" Id="R0ab2b657d126437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1a80656c11d41b1" /><Relationship Type="http://schemas.openxmlformats.org/officeDocument/2006/relationships/notesSlide" Target="/ppt/notesSlides/notesSlide11.xml" Id="R2c7f0afb871a4a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98e57ba3dff4809" /><Relationship Type="http://schemas.openxmlformats.org/officeDocument/2006/relationships/notesSlide" Target="/ppt/notesSlides/notesSlide12.xml" Id="Reee95ad98268466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493cb9704d84451" /><Relationship Type="http://schemas.openxmlformats.org/officeDocument/2006/relationships/notesSlide" Target="/ppt/notesSlides/notesSlide13.xml" Id="Rf5281e7160bb44a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4b52674773c49ea" /><Relationship Type="http://schemas.openxmlformats.org/officeDocument/2006/relationships/notesSlide" Target="/ppt/notesSlides/notesSlide14.xml" Id="R3f10e34c19cd413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3af2e54cdb94ef3" /><Relationship Type="http://schemas.openxmlformats.org/officeDocument/2006/relationships/notesSlide" Target="/ppt/notesSlides/notesSlide15.xml" Id="R0aa3abfe5a724133"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3000A01E-DC8C-4B09-B391-5A48DA8CDE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01820785-2645-4483-BC3E-DB0A7C20A0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6FFCFC12-F56B-4CD9-B62C-C15AAB30CB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57C65E07-B3C9-49D8-8443-30C2523364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6E28805-820F-47A5-AFD0-B065971A5E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8FD1823E-2000-4134-8D00-176471CC8C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61B24536-BDAC-45DE-9870-0308F834F52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777EBCC-F039-418C-B390-D1626460DB6F}"/>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9D3E219-747B-4A4A-8A70-F8303934E52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5673642-E7AC-4452-AB49-512CD03A6E09}"/>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F6EFE3B-58A2-41DA-B1B7-86077FE27046}"/>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89D69417-5776-4E9E-9CE4-6BB35F38A05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73DB6DC6-F7A5-4139-B581-85050E647790}"/>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03C27C0-7760-4992-9CAC-C411063A103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F0CC653-D1D6-4AA3-8C74-1DB56BEB3620}"/>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DACC0FE-63A6-47B9-86EF-99A7E2A10323}"/>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5C1A2321-CF9A-4F90-B1C8-6D6850223D0E}"/>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68B01FA-40C7-4A13-9B57-171AEECEAB2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12D27AA-8029-4B9C-B3AF-4355605F3535}"/>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4E087CF-3BC2-44E4-96B1-4851BAA5F89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E80FDCD-0B6A-4F3B-93EF-003A7DF42792}"/>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F1D281D-B691-47A2-9158-A559628A0E3B}"/>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D8463EB1-D7A5-449B-98AB-89FF56C6FC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393663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5AF3F08A-2255-46F4-B2F3-73316EC592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FF91D468-842F-44BD-A699-ED4D5F08EB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39FB31FC-449C-413F-9256-28B67FD787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33BFC94-B8A2-483F-90ED-0FB9CD2066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44EAEA43-E587-4C7A-8C2C-45BE2D07B9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5239FC4-29E5-4514-A14C-5C3A9D0505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F991CAF-D765-40DC-9C36-16C2418E03D0}"/>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6B6263B2-4FB2-443C-8749-11DC369A4483}"/>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0B4CFE61-80BC-4D93-85D0-B8DB41A9FDAF}"/>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0E8B831-BD18-4EF3-8516-CD273E83F25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BDE8721-8502-48FF-8D11-823551971E08}"/>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9266A21-C49A-4B50-B109-C443E61FF14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3B358D91-E640-444A-BA7A-2D522E44CAA2}"/>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42824316-BD52-4CC4-A2D5-8480E73D20E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E76855A-CF7E-4042-8B75-58B64591B21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FDBDF347-FCCC-4A8B-9BCB-2067DF1B4A76}"/>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13A6E30-D60B-4B44-97FE-540E5C3537E3}"/>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6026A05-3376-43D2-B19F-8C36952B49B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4476EA72-E2F6-46F6-B6BE-D9D1B59D231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1B05847-C0BC-4BBA-81B1-8127DE063AA8}"/>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BFB0AA04-5BC4-484A-A3F2-8D33DF6B8B1B}"/>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B214A6C-FBE2-4B1A-8CAC-FFD6BABE3127}"/>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FABE85F-374E-4C18-8923-CDCEBF3E18EE}"/>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0221D209-D9C1-42B1-BD9A-8917577A43ED}"/>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369C3F98-03B0-4CDC-AF9E-17BA76CCC781}"/>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6C68D123-F291-4A56-9C76-975ED2A82F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53378482"/>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2B81FE6B-8908-4115-85B4-F835078EA9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4B1E7670-6682-4D91-A146-E99AAABDA3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ECAAB3EA-57CD-4F02-88FA-200E40FBF5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AEA7714F-4A55-4EAE-97A2-06632FD9A9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2844B47E-FCBB-4015-9B5C-0A9EC52F4B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CBA00CF-7BCB-4A2A-81B6-2EA6C365D7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570E1E87-B9EE-437C-A76D-10E7C6820084}"/>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8CA18AC-1890-4471-AE85-FE42F8F163AE}"/>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354C4914-1F1D-4B5C-B022-8F407618209A}"/>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A08C3C01-2120-4447-9A70-6C5E5452794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C0D054D8-8D95-4898-A6E8-579EEFBBDBD9}"/>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4473A8D1-4778-4312-A9D0-477F356A4CEA}"/>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5A35489-6D7B-4E78-859B-3E50D8D686FC}"/>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86BAD09E-54FB-4F8A-956C-017688B75A21}"/>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6A9B59AD-CDA8-4B21-BB41-513883F1352A}"/>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467717B-BC80-4930-A36D-8E57ED89AA8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336FEDA-D2E0-4C8C-A497-55BFC50DDEC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507E911-6259-4D8E-9F81-C72CCD1D4CCB}"/>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4F5FBEE3-AEB3-4408-A43D-5041507413F1}"/>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4A9339C7-BCF3-4BB2-8EA0-27E2445F6202}"/>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33966511-9F0D-4886-B56D-4075B7FDD344}"/>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70BEC2A-1E9E-4B55-A358-FCB65B85B12C}"/>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2B19B2F-C346-4DE0-B90E-068561440A65}"/>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79308173-7DAD-43C4-A4F3-FEB2403A7E98}"/>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73785BF2-F69A-4ADA-B04A-73D7EA9C4E93}"/>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67C2A6D-92EC-4B5E-A968-674D7C94B9E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2C607470-5F83-4D68-BE63-4CA93B4ACAD0}"/>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476F43E-93A7-4120-A4B7-27D5D2A424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3816332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C700A856-B824-40BE-BE99-2E895912A0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885C21FC-309C-41B1-A1B0-CFFFBC226D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57F795F5-5F67-414F-9364-4A5C975911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C97583B4-7F4B-4F9F-851F-0E7F032176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C44074EE-6746-4E97-A2EB-19EE486C9D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D07B5745-F2DC-43CE-812C-773833867BB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12E5835-2447-4A09-AC9E-60D0524349B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862DBD50-A327-460B-8A18-5445F52BBD02}"/>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7B7294F8-714A-4B0B-BB1D-80ABE1231AA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FA4A90EB-58A1-4AFE-942C-CAC3E9B2FC0E}"/>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FA169B24-A2FF-48A3-9C1F-F1336E0FBC00}"/>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70976B1D-3310-496A-B866-73A3E55C91B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18FDF4EC-F5CB-4216-95E7-E69EFDB1A0E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9F4583E-F359-4B5B-808E-D2B7D6F83A08}"/>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B29F1747-D501-4859-B917-D2FEDCB1100C}"/>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B44E58BC-6DE7-4D6F-8F9F-1F690C23050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F778D4A-C764-460B-A0C2-609D3C136B0F}"/>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D3C2565-C867-4296-B54D-CD785D293F2E}"/>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762997F-7038-4B39-ABD7-6C75EED5DB28}"/>
              </a:ext>
            </a:extLst>
          </p:cNvPr>
          <p:cNvPicPr>
            <a:picLocks xmlns:a="http://schemas.openxmlformats.org/drawingml/2006/main" noChangeAspect="1"/>
          </p:cNvPicPr>
          <p:nvPr/>
        </p:nvPicPr>
        <p:blipFill>
          <a:blip xmlns:r="http://schemas.openxmlformats.org/officeDocument/2006/relationships" xmlns:a="http://schemas.openxmlformats.org/drawingml/2006/main" r:embed="Rac228fc892c747b4"/>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7801FA7-66F9-4519-ABFB-C715F915FD7A}"/>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CEF52DDB-5180-4C5F-A690-EDE04E87C1C1}"/>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B1F8743-0A6D-41FD-AB07-B6ABD3E260FB}"/>
              </a:ext>
            </a:extLst>
          </p:cNvPr>
          <p:cNvPicPr>
            <a:picLocks xmlns:a="http://schemas.openxmlformats.org/drawingml/2006/main" noChangeAspect="1"/>
          </p:cNvPicPr>
          <p:nvPr/>
        </p:nvPicPr>
        <p:blipFill>
          <a:blip xmlns:r="http://schemas.openxmlformats.org/officeDocument/2006/relationships" xmlns:a="http://schemas.openxmlformats.org/drawingml/2006/main" r:embed="R2dfed29148664aa8"/>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E9D9D04D-780F-4AFE-9ECB-FCB62EAC647C}"/>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F15186F3-BCDA-41FA-A394-2E667A5F323D}"/>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6F75B3A-BA8B-49A7-A76A-8D289217A96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8FCEC680-CDF3-45B2-826E-42F941E2CC9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040C560F-E01E-491E-80A7-BF2E77193FF1}"/>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DF8DB9B0-568C-4AF0-B12B-DA7096B473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0985362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E018ADB8-DB2F-4441-B026-AA1F24FE6E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6837643E-4367-42A8-B3A1-73F90D56A3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4A03CC68-793A-49ED-90DB-AE34F7B58B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B1334D32-72D0-4878-BAEB-2FB4ED72B1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30B2504-859F-4BB9-96B9-287330661F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C0DDC648-813F-4AF4-8E28-C382C96825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5D51DBC-3D86-4A4B-8998-883572FEBEA2}"/>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5D808E1-2503-4E31-B334-AC9A2A24A02A}"/>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E15838F-1367-4930-AA29-C4DE43EAB9E5}"/>
              </a:ext>
            </a:extLst>
          </p:cNvPr>
          <p:cNvPicPr>
            <a:picLocks xmlns:a="http://schemas.openxmlformats.org/drawingml/2006/main" noChangeAspect="1"/>
          </p:cNvPicPr>
          <p:nvPr/>
        </p:nvPicPr>
        <p:blipFill>
          <a:blip xmlns:r="http://schemas.openxmlformats.org/officeDocument/2006/relationships" xmlns:a="http://schemas.openxmlformats.org/drawingml/2006/main" r:embed="Rc071d9eba9434678"/>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0AB52C1D-696E-4F82-A5E0-231ED336BE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59B3FC9-DC5C-4840-AB86-F33A38D045E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024EC4D7-928B-454B-96D2-F48A5CC4135A}"/>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610CB3DB-27E6-4E12-9373-266DDCF9353E}"/>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8C2C84D0-A0BC-44E3-A9CF-DA2D5F29876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EE680778-A7DC-44E5-82D7-C72311FE269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69FD8EF0-8FAA-4652-81CF-BF10CC5E3273}"/>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03A4674D-7E64-454C-AA46-89188095F185}"/>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1FA7684F-F55F-41B5-A97C-A625F13EE72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53D28D73-C0DA-4307-BE10-6B3CA15109C2}"/>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CCB08DFA-9BDE-4E7C-8586-C172CEA8928A}"/>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07F4BD13-0A2F-4537-B1E8-4326A8BCF6CD}"/>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1DE1B6E-7053-4AFF-8E2D-83957876BA25}"/>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E18A605-FFA8-4DD4-A64A-623782AE458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9A538E7-361B-40DB-A43A-C8C2181FAEA3}"/>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C5070FB5-4020-4728-A2C3-C8F2CA0EE8B4}"/>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38F3B448-4526-4B16-8CFD-2A814A2A3D2C}"/>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14EAEA1D-07D2-453F-AD29-71C5E4D6457D}"/>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D59588D-035C-4399-9452-218CE50B637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53CFADE5-C567-496C-961B-B7A561C876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1868661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4C7DB13-1965-4CA2-B644-61B9BD62BA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8EC11D0-0EB3-40B7-B1F2-C666F876BC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0FE290E2-279C-4245-8719-411A65BCC6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6F09AA7D-7BD8-4671-9ABA-C82CD7177D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19BD0E51-3AD3-4A9C-911A-AE1FA492534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ED129347-ECFB-4896-9502-C409D632E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9FEFE752-94FE-4DEE-8E26-08A1FBCB61E6}"/>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784C962-DE1E-455D-8348-8DAEBED25A26}"/>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246B7BF1-FF44-48A6-A6DC-D765FE744A62}"/>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423DFEBF-8B5D-477D-9045-0B7D4E233F7B}"/>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7DFEE96A-9F2D-492D-A104-36B1B19FF530}"/>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0225D01C-C7FA-459F-B092-90DCBC1A58D3}"/>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169AF343-FFAE-4859-AC40-2D980CA8ADF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30EB22-6337-4093-A57A-FE27ED91530C}"/>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72FFE5C5-4F0B-41D9-977D-20E4AEC894E8}"/>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AE5957ED-33D6-46E0-A5D3-B27D9939C08E}"/>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82E029B-AFBF-4379-9B58-FDFABF3B13D3}"/>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EDB21112-22F6-4E32-9074-D6414DE8B4A1}"/>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5ED5E011-571B-46B8-8753-ADA767A1D9BC}"/>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2A35AF8B-B348-462C-BE83-AB6F5B1DFBFD}"/>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867A5E37-712F-4381-AB4B-F3CB5764F6F3}"/>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71C72A92-F5B0-4C96-AB08-BF0ACFAB931F}"/>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95898E79-834D-4235-9195-2C8C5D4B6D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917186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2BB93CBF-ECE6-477F-B3BB-2E101BE1AB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9C75B781-8B54-48F3-8DFC-B8A41DCC67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3BDBC286-CCB6-4A0D-8FFC-CF310BF56D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D373742-2D66-44FF-92B1-BBC61669C2E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1B7938E9-B426-4EBF-9335-2CC6B49DFB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4BF7E033-4CEC-4398-9956-4AD5B92576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CD9642D5-3645-4307-AD9D-AEAD59288302}"/>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873A2CAA-BE54-47F4-93D5-8E5B05167015}"/>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D7246B45-C4F2-4B17-9178-C32FC78C7FA8}"/>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E84E26EB-AAD6-48F6-954D-C0193E69F483}"/>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48BA64D9-F087-4B0D-A9EB-370CBFAA723C}"/>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EB496A87-8D69-41B5-8929-1247D3D4D931}"/>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6E9ABD1E-DCCB-4344-BECD-F9E0AF2EEC59}"/>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D3AD5452-37C4-464B-83EC-60EA6E9B1032}"/>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4150B971-A838-4049-95DA-2F3A23395786}"/>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A63E353A-55F3-47A4-91FB-5F5E8C56DFC2}"/>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51BB7429-59F9-4A05-81A5-0B3C7F0C0EFB}"/>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EB45ED8F-B334-46D4-9FFD-08D77EBED27A}"/>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DD869303-77FE-4691-8033-C8DC72CB906C}"/>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19FAB744-87B2-47D3-9075-ECCF1A549FD6}"/>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4978E555-DA70-4E6F-9D68-EDEE9E6E192F}"/>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0D87275E-392D-409C-B0C7-8FFDFD2FA3D5}"/>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95EBD105-8C29-43FC-93A2-47BB2C10F568}"/>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0B5EBA3C-8590-4F10-9898-CACF4F44B0DC}"/>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CF2F0EBF-D542-458F-9852-93FF57C0AFA7}"/>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7240927A-87F0-4FCF-ABF7-C4BB74F6AE06}"/>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53BC0A64-1F71-4FD1-AAAF-15AC4CECEC79}"/>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32651DF2-7C7B-4738-806C-7D1D7A17A010}"/>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3F952457-7D56-472F-AFA2-EA45BBBCF7EC}"/>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C9075C8-86A6-43A8-BE21-CBE7D1BEC6A7}"/>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C6907E7A-751A-4D24-852F-254E3088F94F}"/>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DB2571C2-BFCE-4491-B81D-968B2993760C}"/>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99B2F164-194A-452A-996B-30BCF80575D3}"/>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5C9B3F4D-6FC2-4F22-BEE3-35582CAD9703}"/>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3B61CA4D-15C7-45A5-B19C-17DF0EDC7FFE}"/>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62C24B8E-A26D-40D6-A856-1BA9520524B0}"/>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9E0B20EB-C24F-45AE-A4AB-9F62429A2DFE}"/>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BA2BC281-421E-4453-84A1-2C9E38B2A6D5}"/>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8255F24A-B93F-4E7F-A990-FAE8CF0EFDE4}"/>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393B8A22-0DED-4D57-94FE-3F97F147D514}"/>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62D94C94-BDDC-4AED-A4C2-6C044CF62E0A}"/>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5CE94AF5-A9BF-4B55-A581-FFACCF07EF5A}"/>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829AF6E6-AA27-49B5-A477-5E522D7BE187}"/>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77CB2F44-91AE-4F22-947E-3E547F50D07C}"/>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01FF2650-D90B-4014-8594-2E0952788366}"/>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DD80D7AC-DABB-4F9F-9485-4CA7BAB5C6A5}"/>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1BC1553B-D4E4-49E8-B5F8-B091EEE54D8A}"/>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33CC97FE-343C-4B1E-998D-1573CDF35F0A}"/>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65DBDAC6-38DC-4F52-BA2D-7E3AD74E1D9F}"/>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C66F5544-FFB6-4837-ADEF-4F1BE20B02AB}"/>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5AB7DAA3-E264-46B8-B85C-1465694DD986}"/>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24C8EDF1-3585-4EEE-BAC4-BA16E793FAD5}"/>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B8A6899D-B18E-4C17-8099-50EDE9D01432}"/>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EDF860A0-9328-4C14-A56F-A760F14CFC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544776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4F08A2DD-0E9A-4BD2-8D28-019FBAB6C7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AEEE84F7-7C5D-49AC-8BDF-496E8FCF8E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E077A873-218B-49CB-98D7-5B51399F1B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B96C2BF0-B946-4BB0-BAD2-87AF7B67DA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DF265F8E-4430-4F99-A97A-E30C5A9FE5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34D49D58-EFFF-42BC-A978-59C2783AA0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B45983DF-C688-4578-AC64-CD9F83C16EE5}"/>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65EF21E8-ED70-4BF8-A93E-97B864D42246}"/>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77EB5A85-95BC-453C-8459-30E8E64DC3C2}"/>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66D5843F-E416-466B-BC53-4E9095829F4D}"/>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F9E4CE71-8198-4972-B66B-9247795EA556}"/>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F139EFE3-3A24-44BC-8899-363C8FA81662}"/>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2443DAC6-FF03-46BA-8537-C993552D4DFB}"/>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5A68B093-A79E-4092-828F-B46E6DE295D2}"/>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560B751C-96D8-4F96-ADCB-164156E57831}"/>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2D118AB7-2D83-4DCD-96CA-812455609625}"/>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471CC2A0-4605-4DD8-9E8D-4C9999088FE8}"/>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0D892D11-2CB6-4714-9691-EE19B42AC23F}"/>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A92CB2AB-CE58-45C3-8F2C-7516327CF96E}"/>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8CDE0BA0-AEEA-4FA4-ADA0-13096DBF6045}"/>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2F7D39F-2E00-456A-85CE-1CF2EAC76A9F}"/>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4320C82-748A-4386-B721-C10BD9142D69}"/>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B5F391A9-9AAC-4833-99C7-3FD3A6D3A38B}"/>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3898314B-8B54-4430-8DA2-5B2B3E7AFD76}"/>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550D713C-7770-4176-9C63-497E34B8C679}"/>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27129A55-04E4-4EB7-8E28-CFE54ACEDC55}"/>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FD7931E5-4A5C-4411-ACF5-A4FC22A1F21C}"/>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0707FF3-985A-4F32-8605-B0E943ED227C}"/>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7DB45BD0-9703-4B64-B04C-DB50E60EEC22}"/>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7AB9471A-D26F-43EF-9EC4-ECB808D4D073}"/>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27D29FA9-8B8B-4389-8679-AD57246AD4FD}"/>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24187B77-1CF1-44CD-B001-29F184C27F7C}"/>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68E58681-9630-4AAE-BB2F-0D2EE3B8548D}"/>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BE9F02AA-C653-450C-B68A-A17D261711A3}"/>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90CF5C4B-11B3-4B0C-A973-1CFF84FD712B}"/>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7B87B523-DA70-424D-A362-4EA88CC4F970}"/>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DEEAF44D-E494-4660-8DB2-BE2656032707}"/>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6E5A0C32-AC6A-4C6F-A9B0-371A2D52C709}"/>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10EE891F-5975-4125-AC77-52B51525302B}"/>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8C69FB34-D3D1-4472-92E7-BAF06863CED1}"/>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AEBE1D58-53DA-430C-943A-2DDB2C9B5DA4}"/>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1F7DD2B1-4966-49F7-AF42-95B97976C37A}"/>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D4514B36-70E6-40F6-BBFF-5F9ADB1B4ABF}"/>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E92046D4-B060-443F-9C94-02FC9238A7C3}"/>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F71FC93A-DE83-4F1B-A022-BE2EF0B76A56}"/>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C014935B-1865-4632-BB9B-D5F83677124F}"/>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CBA6A85D-D1A7-4199-9208-98CDFECFC626}"/>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7CAF1B4B-3A21-47CA-8E92-7D52FE6EF2E8}"/>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C5105488-0638-42BB-8C06-659E433616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6418681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41361CD8-8166-4B88-B364-52C8D43EE78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E3980C16-5F5A-4F57-B8F2-C7AF7E4FE7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98207FEA-7672-4826-B74F-74E6D11E65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47C44999-7514-43EB-A561-1A88132647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EA50CEDE-F04B-4EF0-B8A1-03192105AF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DEAED3EB-B099-4A31-886E-531BF6E2E9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9AE2FBF5-A5BE-4759-BD03-A1565F9A0CA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79327958-E40A-4D95-B531-EFFC8FA0E3D8}"/>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74068619-DA71-4E39-B424-43E0E2E6CD57}"/>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8A43AF26-7988-4A43-99CD-5C01C12D6EC0}"/>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E69303D2-B2B3-44A8-ACED-304B41FBD16F}"/>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A9828B95-6B80-4F37-892D-C785BB9D579A}"/>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E08F11B5-C280-4E4E-A7DA-DCC0DA6AD8AF}"/>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1D5ACF01-01B4-42FE-83A2-5E84C1D11BB3}"/>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FE95DC8-BB03-4BC6-BD18-9295F3DCA5C0}"/>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8AF97930-12A8-4C63-8EDC-454FF0648D31}"/>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AC4A6B45-4421-4A7B-832F-4821EE5FAAB3}"/>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22FD700C-D994-43F6-9BED-C0AC523D25B0}"/>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97BAAD60-529C-4FD9-B2C8-8C6698CD294B}"/>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D9B7BB24-3105-4192-AFE3-AB423A2DAAA2}"/>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F1A5837-4E89-4BC7-8AE4-A46C0CA02542}"/>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FFA7F5FC-83C0-4830-88F5-8A8BCD5A5B4F}"/>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F2DB7347-A5D6-47B6-8467-567E93EFD3BA}"/>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93D99FE9-1301-4D1D-8188-9C5DDD39DDED}"/>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9F8EC918-B488-4A55-A93D-CC5840597CD5}"/>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3934CA06-B2E0-4129-B635-58DAFC7B22C2}"/>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8579D61C-749D-4839-8823-5CC61D6CE879}"/>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4BFB5E69-81CD-4F76-BE50-98F4367EAF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126264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기본 안내와 작업별 상세">
            <a:extLst xmlns:a="http://schemas.openxmlformats.org/drawingml/2006/main">
              <a:ext uri="{FF2B5EF4-FFF2-40B4-BE49-F238E27FC236}">
                <a16:creationId xmlns:a16="http://schemas.microsoft.com/office/drawing/2014/main" id="{9CE206DC-4375-4763-B5A7-1E8CC3277D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기본 안내와 작업별 상세</a:t>
            </a:r>
          </a:p>
        </p:txBody>
      </p:sp>
      <p:sp>
        <p:nvSpPr>
          <p:cNvPr id="2" name="S41">
            <a:extLst xmlns:a="http://schemas.openxmlformats.org/drawingml/2006/main">
              <a:ext uri="{FF2B5EF4-FFF2-40B4-BE49-F238E27FC236}">
                <a16:creationId xmlns:a16="http://schemas.microsoft.com/office/drawing/2014/main" id="{4C321C81-3D59-4216-B1E9-302F001F23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에는 무엇을 남길까?">
            <a:extLst xmlns:a="http://schemas.openxmlformats.org/drawingml/2006/main">
              <a:ext uri="{FF2B5EF4-FFF2-40B4-BE49-F238E27FC236}">
                <a16:creationId xmlns:a16="http://schemas.microsoft.com/office/drawing/2014/main" id="{E553B292-662F-4AFD-AD48-FE13BC6AF0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FA10C0C0-903F-4466-AF3E-59BFB5595B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배치 모델 · 보존된 문서의 요약 · 실제 자동 로딩 결과가 아님">
            <a:extLst xmlns:a="http://schemas.openxmlformats.org/drawingml/2006/main">
              <a:ext uri="{FF2B5EF4-FFF2-40B4-BE49-F238E27FC236}">
                <a16:creationId xmlns:a16="http://schemas.microsoft.com/office/drawing/2014/main" id="{6FC2666D-FDE5-432C-A1B8-D8D80CBCAA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배치 모델 · 보존된 문서의 요약 · 실제 자동 로딩 결과가 아님</a:t>
            </a:r>
          </a:p>
        </p:txBody>
      </p:sp>
      <p:sp>
        <p:nvSpPr>
          <p:cNvPr id="6" name="상세 정보 접근·성능 향상·토큰 절약을 이 그림으로 검증하지 않음">
            <a:extLst xmlns:a="http://schemas.openxmlformats.org/drawingml/2006/main">
              <a:ext uri="{FF2B5EF4-FFF2-40B4-BE49-F238E27FC236}">
                <a16:creationId xmlns:a16="http://schemas.microsoft.com/office/drawing/2014/main" id="{152A4634-84D0-4C3E-94B8-3826C4A87F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상세 정보 접근·성능 향상·토큰 절약을 이 그림으로 검증하지 않음</a:t>
            </a:r>
          </a:p>
        </p:txBody>
      </p:sp>
      <p:sp>
        <p:nvSpPr>
          <p:cNvPr id="7" name="여러 작업에 공통인가, 특정 작업의 상세인가?">
            <a:extLst xmlns:a="http://schemas.openxmlformats.org/drawingml/2006/main">
              <a:ext uri="{FF2B5EF4-FFF2-40B4-BE49-F238E27FC236}">
                <a16:creationId xmlns:a16="http://schemas.microsoft.com/office/drawing/2014/main" id="{07289F6D-C4C7-46ED-B813-496065489182}"/>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여러 작업에 공통인가, 특정 작업의 상세인가?</a:t>
            </a:r>
          </a:p>
        </p:txBody>
      </p:sp>
      <p:sp>
        <p:nvSpPr>
          <p:cNvPr id="8" name="항상 남길 기본 안내">
            <a:extLst xmlns:a="http://schemas.openxmlformats.org/drawingml/2006/main">
              <a:ext uri="{FF2B5EF4-FFF2-40B4-BE49-F238E27FC236}">
                <a16:creationId xmlns:a16="http://schemas.microsoft.com/office/drawing/2014/main" id="{E2AE5DB2-92E5-42F7-855A-292B714D5CB3}"/>
              </a:ext>
            </a:extLst>
          </p:cNvPr>
          <p:cNvSpPr>
            <a:spLocks xmlns:a="http://schemas.openxmlformats.org/drawingml/2006/main" noGrp="1"/>
          </p:cNvSpPr>
          <p:nvPr/>
        </p:nvSpPr>
        <p:spPr>
          <a:xfrm xmlns:a="http://schemas.openxmlformats.org/drawingml/2006/main">
            <a:off x="609600" y="23812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항상 남길 기본 안내</a:t>
            </a:r>
          </a:p>
        </p:txBody>
      </p:sp>
      <p:sp>
        <p:nvSpPr>
          <p:cNvPr id="9" name="관련 작업에서 확인할 상세">
            <a:extLst xmlns:a="http://schemas.openxmlformats.org/drawingml/2006/main">
              <a:ext uri="{FF2B5EF4-FFF2-40B4-BE49-F238E27FC236}">
                <a16:creationId xmlns:a16="http://schemas.microsoft.com/office/drawing/2014/main" id="{F1CE5CDE-11D7-4840-A142-C4CD6D7BBB03}"/>
              </a:ext>
            </a:extLst>
          </p:cNvPr>
          <p:cNvSpPr>
            <a:spLocks xmlns:a="http://schemas.openxmlformats.org/drawingml/2006/main" noGrp="1"/>
          </p:cNvSpPr>
          <p:nvPr/>
        </p:nvSpPr>
        <p:spPr>
          <a:xfrm xmlns:a="http://schemas.openxmlformats.org/drawingml/2006/main">
            <a:off x="6419850" y="2381250"/>
            <a:ext cx="5162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작업에서 확인할 상세</a:t>
            </a:r>
          </a:p>
        </p:txBody>
      </p:sp>
      <p:sp>
        <p:nvSpPr>
          <p:cNvPr id="10" name="">
            <a:extLst xmlns:a="http://schemas.openxmlformats.org/drawingml/2006/main">
              <a:ext uri="{FF2B5EF4-FFF2-40B4-BE49-F238E27FC236}">
                <a16:creationId xmlns:a16="http://schemas.microsoft.com/office/drawing/2014/main" id="{A801E2D6-65B1-4207-899E-B7DC3E98E74F}"/>
              </a:ext>
            </a:extLst>
          </p:cNvPr>
          <p:cNvSpPr>
            <a:spLocks xmlns:a="http://schemas.openxmlformats.org/drawingml/2006/main" noGrp="1"/>
          </p:cNvSpPr>
          <p:nvPr/>
        </p:nvSpPr>
        <p:spPr>
          <a:xfrm xmlns:a="http://schemas.openxmlformats.org/drawingml/2006/main">
            <a:off x="609600" y="2819400"/>
            <a:ext cx="4857750" cy="21907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1" name="AGENTS.md">
            <a:extLst xmlns:a="http://schemas.openxmlformats.org/drawingml/2006/main">
              <a:ext uri="{FF2B5EF4-FFF2-40B4-BE49-F238E27FC236}">
                <a16:creationId xmlns:a16="http://schemas.microsoft.com/office/drawing/2014/main" id="{B309488C-7F22-485B-8150-0D1DABBC8C6B}"/>
              </a:ext>
            </a:extLst>
          </p:cNvPr>
          <p:cNvSpPr>
            <a:spLocks xmlns:a="http://schemas.openxmlformats.org/drawingml/2006/main" noGrp="1"/>
          </p:cNvSpPr>
          <p:nvPr/>
        </p:nvSpPr>
        <p:spPr>
          <a:xfrm xmlns:a="http://schemas.openxmlformats.org/drawingml/2006/main">
            <a:off x="838200" y="2924175"/>
            <a:ext cx="4400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Consolas"/>
                <a:ea typeface="Consolas"/>
                <a:cs typeface="Consolas"/>
              </a:defRPr>
            </a:defPPr>
            <a:lvl1pPr algn="l">
              <a:defRPr sz="2250" b="1">
                <a:solidFill>
                  <a:srgbClr val="0B6172"/>
                </a:solidFill>
                <a:latin typeface="Consolas"/>
                <a:ea typeface="Consolas"/>
                <a:cs typeface="Consolas"/>
              </a:defRPr>
            </a:lvl1pPr>
            <a:lvl2pPr algn="l">
              <a:defRPr sz="2250" b="1">
                <a:solidFill>
                  <a:srgbClr val="0B6172"/>
                </a:solidFill>
                <a:latin typeface="Consolas"/>
                <a:ea typeface="Consolas"/>
                <a:cs typeface="Consolas"/>
              </a:defRPr>
            </a:lvl2pPr>
            <a:lvl3pPr algn="l">
              <a:defRPr sz="2250" b="1">
                <a:solidFill>
                  <a:srgbClr val="0B6172"/>
                </a:solidFill>
                <a:latin typeface="Consolas"/>
                <a:ea typeface="Consolas"/>
                <a:cs typeface="Consolas"/>
              </a:defRPr>
            </a:lvl3pPr>
            <a:lvl4pPr algn="l">
              <a:defRPr sz="2250" b="1">
                <a:solidFill>
                  <a:srgbClr val="0B6172"/>
                </a:solidFill>
                <a:latin typeface="Consolas"/>
                <a:ea typeface="Consolas"/>
                <a:cs typeface="Consolas"/>
              </a:defRPr>
            </a:lvl4pPr>
            <a:lvl5pPr algn="l">
              <a:defRPr sz="2250" b="1">
                <a:solidFill>
                  <a:srgbClr val="0B6172"/>
                </a:solidFill>
                <a:latin typeface="Consolas"/>
                <a:ea typeface="Consolas"/>
                <a:cs typeface="Consolas"/>
              </a:defRPr>
            </a:lvl5pPr>
            <a:lvl6pPr algn="l">
              <a:defRPr sz="2250" b="1">
                <a:solidFill>
                  <a:srgbClr val="0B6172"/>
                </a:solidFill>
                <a:latin typeface="Consolas"/>
                <a:ea typeface="Consolas"/>
                <a:cs typeface="Consolas"/>
              </a:defRPr>
            </a:lvl6pPr>
            <a:lvl7pPr algn="l">
              <a:defRPr sz="2250" b="1">
                <a:solidFill>
                  <a:srgbClr val="0B6172"/>
                </a:solidFill>
                <a:latin typeface="Consolas"/>
                <a:ea typeface="Consolas"/>
                <a:cs typeface="Consolas"/>
              </a:defRPr>
            </a:lvl7pPr>
            <a:lvl8pPr algn="l">
              <a:defRPr sz="2250" b="1">
                <a:solidFill>
                  <a:srgbClr val="0B6172"/>
                </a:solidFill>
                <a:latin typeface="Consolas"/>
                <a:ea typeface="Consolas"/>
                <a:cs typeface="Consolas"/>
              </a:defRPr>
            </a:lvl8pPr>
            <a:lvl9pPr algn="l">
              <a:defRPr sz="2250" b="1">
                <a:solidFill>
                  <a:srgbClr val="0B6172"/>
                </a:solidFill>
                <a:latin typeface="Consolas"/>
                <a:ea typeface="Consolas"/>
                <a:cs typeface="Consolas"/>
              </a:defRPr>
            </a:lvl9pPr>
          </a:lstStyle>
          <a:p xmlns:a="http://schemas.openxmlformats.org/drawingml/2006/main">
            <a:pPr algn="l">
              <a:defRPr sz="2250" b="1">
                <a:solidFill>
                  <a:srgbClr val="0B6172"/>
                </a:solidFill>
                <a:latin typeface="Consolas"/>
                <a:ea typeface="Consolas"/>
                <a:cs typeface="Consolas"/>
              </a:defRPr>
            </a:pPr>
            <a:r>
              <a:rPr sz="2250" b="1">
                <a:solidFill>
                  <a:srgbClr val="0B6172"/>
                </a:solidFill>
                <a:latin typeface="Consolas"/>
                <a:ea typeface="Consolas"/>
                <a:cs typeface="Consolas"/>
              </a:rPr>
              <a:t>AGENTS.md</a:t>
            </a:r>
          </a:p>
        </p:txBody>
      </p:sp>
      <p:sp>
        <p:nvSpPr>
          <p:cNvPr id="12" name="목적">
            <a:extLst xmlns:a="http://schemas.openxmlformats.org/drawingml/2006/main">
              <a:ext uri="{FF2B5EF4-FFF2-40B4-BE49-F238E27FC236}">
                <a16:creationId xmlns:a16="http://schemas.microsoft.com/office/drawing/2014/main" id="{4CFD23FD-236E-42C4-AC4F-E5DC95B01424}"/>
              </a:ext>
            </a:extLst>
          </p:cNvPr>
          <p:cNvSpPr>
            <a:spLocks xmlns:a="http://schemas.openxmlformats.org/drawingml/2006/main" noGrp="1"/>
          </p:cNvSpPr>
          <p:nvPr/>
        </p:nvSpPr>
        <p:spPr>
          <a:xfrm xmlns:a="http://schemas.openxmlformats.org/drawingml/2006/main">
            <a:off x="838200" y="34480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목적</a:t>
            </a:r>
          </a:p>
        </p:txBody>
      </p:sp>
      <p:sp>
        <p:nvSpPr>
          <p:cNvPr id="13" name="로컬 흑백 이미지 처리 CLI">
            <a:extLst xmlns:a="http://schemas.openxmlformats.org/drawingml/2006/main">
              <a:ext uri="{FF2B5EF4-FFF2-40B4-BE49-F238E27FC236}">
                <a16:creationId xmlns:a16="http://schemas.microsoft.com/office/drawing/2014/main" id="{494681D0-D534-42C6-8F4F-51BBFD163984}"/>
              </a:ext>
            </a:extLst>
          </p:cNvPr>
          <p:cNvSpPr>
            <a:spLocks xmlns:a="http://schemas.openxmlformats.org/drawingml/2006/main" noGrp="1"/>
          </p:cNvSpPr>
          <p:nvPr/>
        </p:nvSpPr>
        <p:spPr>
          <a:xfrm xmlns:a="http://schemas.openxmlformats.org/drawingml/2006/main">
            <a:off x="1619250" y="34480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로컬 흑백 이미지 처리 CLI</a:t>
            </a:r>
          </a:p>
        </p:txBody>
      </p:sp>
      <p:sp>
        <p:nvSpPr>
          <p:cNvPr id="14" name="제약">
            <a:extLst xmlns:a="http://schemas.openxmlformats.org/drawingml/2006/main">
              <a:ext uri="{FF2B5EF4-FFF2-40B4-BE49-F238E27FC236}">
                <a16:creationId xmlns:a16="http://schemas.microsoft.com/office/drawing/2014/main" id="{07A5671D-84C4-4C43-B0F3-17AAA392DF9C}"/>
              </a:ext>
            </a:extLst>
          </p:cNvPr>
          <p:cNvSpPr>
            <a:spLocks xmlns:a="http://schemas.openxmlformats.org/drawingml/2006/main" noGrp="1"/>
          </p:cNvSpPr>
          <p:nvPr/>
        </p:nvSpPr>
        <p:spPr>
          <a:xfrm xmlns:a="http://schemas.openxmlformats.org/drawingml/2006/main">
            <a:off x="838200" y="38671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제약</a:t>
            </a:r>
          </a:p>
        </p:txBody>
      </p:sp>
      <p:sp>
        <p:nvSpPr>
          <p:cNvPr id="15" name="요청 밖의 기존 동작 보존">
            <a:extLst xmlns:a="http://schemas.openxmlformats.org/drawingml/2006/main">
              <a:ext uri="{FF2B5EF4-FFF2-40B4-BE49-F238E27FC236}">
                <a16:creationId xmlns:a16="http://schemas.microsoft.com/office/drawing/2014/main" id="{022FFB37-07B3-4E85-B549-DC5AE185D11B}"/>
              </a:ext>
            </a:extLst>
          </p:cNvPr>
          <p:cNvSpPr>
            <a:spLocks xmlns:a="http://schemas.openxmlformats.org/drawingml/2006/main" noGrp="1"/>
          </p:cNvSpPr>
          <p:nvPr/>
        </p:nvSpPr>
        <p:spPr>
          <a:xfrm xmlns:a="http://schemas.openxmlformats.org/drawingml/2006/main">
            <a:off x="1619250" y="3867150"/>
            <a:ext cx="361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요청 밖의 기존 동작 보존</a:t>
            </a:r>
          </a:p>
        </p:txBody>
      </p:sp>
      <p:sp>
        <p:nvSpPr>
          <p:cNvPr id="16" name="안내">
            <a:extLst xmlns:a="http://schemas.openxmlformats.org/drawingml/2006/main">
              <a:ext uri="{FF2B5EF4-FFF2-40B4-BE49-F238E27FC236}">
                <a16:creationId xmlns:a16="http://schemas.microsoft.com/office/drawing/2014/main" id="{DA806E08-4053-4EBA-8783-AFAF6C263DF5}"/>
              </a:ext>
            </a:extLst>
          </p:cNvPr>
          <p:cNvSpPr>
            <a:spLocks xmlns:a="http://schemas.openxmlformats.org/drawingml/2006/main" noGrp="1"/>
          </p:cNvSpPr>
          <p:nvPr/>
        </p:nvSpPr>
        <p:spPr>
          <a:xfrm xmlns:a="http://schemas.openxmlformats.org/drawingml/2006/main">
            <a:off x="838200" y="4286250"/>
            <a:ext cx="60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안내</a:t>
            </a:r>
          </a:p>
        </p:txBody>
      </p:sp>
      <p:sp>
        <p:nvSpPr>
          <p:cNvPr id="17" name="빌드·검증 시작점&#10;관련 상세 문서 위치">
            <a:extLst xmlns:a="http://schemas.openxmlformats.org/drawingml/2006/main">
              <a:ext uri="{FF2B5EF4-FFF2-40B4-BE49-F238E27FC236}">
                <a16:creationId xmlns:a16="http://schemas.microsoft.com/office/drawing/2014/main" id="{18263352-91E9-42F3-B26A-7BDFA270B0A5}"/>
              </a:ext>
            </a:extLst>
          </p:cNvPr>
          <p:cNvSpPr>
            <a:spLocks xmlns:a="http://schemas.openxmlformats.org/drawingml/2006/main" noGrp="1"/>
          </p:cNvSpPr>
          <p:nvPr/>
        </p:nvSpPr>
        <p:spPr>
          <a:xfrm xmlns:a="http://schemas.openxmlformats.org/drawingml/2006/main">
            <a:off x="1619250" y="4286250"/>
            <a:ext cx="3619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빌드·검증 시작점</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관련 상세 문서 위치</a:t>
            </a:r>
          </a:p>
        </p:txBody>
      </p:sp>
      <p:sp>
        <p:nvSpPr>
          <p:cNvPr id="18" name="">
            <a:extLst xmlns:a="http://schemas.openxmlformats.org/drawingml/2006/main">
              <a:ext uri="{FF2B5EF4-FFF2-40B4-BE49-F238E27FC236}">
                <a16:creationId xmlns:a16="http://schemas.microsoft.com/office/drawing/2014/main" id="{9D6BDD2B-E833-44A0-9C11-5C103C219459}"/>
              </a:ext>
            </a:extLst>
          </p:cNvPr>
          <p:cNvSpPr>
            <a:spLocks xmlns:a="http://schemas.openxmlformats.org/drawingml/2006/main" noGrp="1"/>
          </p:cNvSpPr>
          <p:nvPr/>
        </p:nvSpPr>
        <p:spPr>
          <a:xfrm xmlns:a="http://schemas.openxmlformats.org/drawingml/2006/main">
            <a:off x="6419850" y="2819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9" name="docs/architecture.md">
            <a:extLst xmlns:a="http://schemas.openxmlformats.org/drawingml/2006/main">
              <a:ext uri="{FF2B5EF4-FFF2-40B4-BE49-F238E27FC236}">
                <a16:creationId xmlns:a16="http://schemas.microsoft.com/office/drawing/2014/main" id="{9EDB4E10-F607-4E30-9464-AD582BDED33B}"/>
              </a:ext>
            </a:extLst>
          </p:cNvPr>
          <p:cNvSpPr>
            <a:spLocks xmlns:a="http://schemas.openxmlformats.org/drawingml/2006/main" noGrp="1"/>
          </p:cNvSpPr>
          <p:nvPr/>
        </p:nvSpPr>
        <p:spPr>
          <a:xfrm xmlns:a="http://schemas.openxmlformats.org/drawingml/2006/main">
            <a:off x="6648450" y="2876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0" name="구조 확인: 처리 순서 · 모듈 역할">
            <a:extLst xmlns:a="http://schemas.openxmlformats.org/drawingml/2006/main">
              <a:ext uri="{FF2B5EF4-FFF2-40B4-BE49-F238E27FC236}">
                <a16:creationId xmlns:a16="http://schemas.microsoft.com/office/drawing/2014/main" id="{FF541DE3-2836-4BD6-BE88-A8A36B10F152}"/>
              </a:ext>
            </a:extLst>
          </p:cNvPr>
          <p:cNvSpPr>
            <a:spLocks xmlns:a="http://schemas.openxmlformats.org/drawingml/2006/main" noGrp="1"/>
          </p:cNvSpPr>
          <p:nvPr/>
        </p:nvSpPr>
        <p:spPr>
          <a:xfrm xmlns:a="http://schemas.openxmlformats.org/drawingml/2006/main">
            <a:off x="6648450" y="3181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구조 확인: 처리 순서 · 모듈 역할</a:t>
            </a:r>
          </a:p>
        </p:txBody>
      </p:sp>
      <p:sp>
        <p:nvSpPr>
          <p:cNvPr id="21" name="">
            <a:extLst xmlns:a="http://schemas.openxmlformats.org/drawingml/2006/main">
              <a:ext uri="{FF2B5EF4-FFF2-40B4-BE49-F238E27FC236}">
                <a16:creationId xmlns:a16="http://schemas.microsoft.com/office/drawing/2014/main" id="{2865CE88-387D-4B6E-BCF8-59C77A1F1DF5}"/>
              </a:ext>
            </a:extLst>
          </p:cNvPr>
          <p:cNvSpPr>
            <a:spLocks xmlns:a="http://schemas.openxmlformats.org/drawingml/2006/main" noGrp="1"/>
          </p:cNvSpPr>
          <p:nvPr/>
        </p:nvSpPr>
        <p:spPr>
          <a:xfrm xmlns:a="http://schemas.openxmlformats.org/drawingml/2006/main">
            <a:off x="6419850" y="3581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image-contracts.md">
            <a:extLst xmlns:a="http://schemas.openxmlformats.org/drawingml/2006/main">
              <a:ext uri="{FF2B5EF4-FFF2-40B4-BE49-F238E27FC236}">
                <a16:creationId xmlns:a16="http://schemas.microsoft.com/office/drawing/2014/main" id="{58BED48F-09D9-49DE-9614-5A391E9D3BEC}"/>
              </a:ext>
            </a:extLst>
          </p:cNvPr>
          <p:cNvSpPr>
            <a:spLocks xmlns:a="http://schemas.openxmlformats.org/drawingml/2006/main" noGrp="1"/>
          </p:cNvSpPr>
          <p:nvPr/>
        </p:nvSpPr>
        <p:spPr>
          <a:xfrm xmlns:a="http://schemas.openxmlformats.org/drawingml/2006/main">
            <a:off x="6648450" y="3638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23" name="이미지 동작 확인: crop·resize 명세">
            <a:extLst xmlns:a="http://schemas.openxmlformats.org/drawingml/2006/main">
              <a:ext uri="{FF2B5EF4-FFF2-40B4-BE49-F238E27FC236}">
                <a16:creationId xmlns:a16="http://schemas.microsoft.com/office/drawing/2014/main" id="{4CDAAD04-5A3E-4AFB-9D3B-27B0243DF0BF}"/>
              </a:ext>
            </a:extLst>
          </p:cNvPr>
          <p:cNvSpPr>
            <a:spLocks xmlns:a="http://schemas.openxmlformats.org/drawingml/2006/main" noGrp="1"/>
          </p:cNvSpPr>
          <p:nvPr/>
        </p:nvSpPr>
        <p:spPr>
          <a:xfrm xmlns:a="http://schemas.openxmlformats.org/drawingml/2006/main">
            <a:off x="6648450" y="3943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확인: crop·resize 명세</a:t>
            </a:r>
          </a:p>
        </p:txBody>
      </p:sp>
      <p:sp>
        <p:nvSpPr>
          <p:cNvPr id="24" name="">
            <a:extLst xmlns:a="http://schemas.openxmlformats.org/drawingml/2006/main">
              <a:ext uri="{FF2B5EF4-FFF2-40B4-BE49-F238E27FC236}">
                <a16:creationId xmlns:a16="http://schemas.microsoft.com/office/drawing/2014/main" id="{720AB1B5-586D-4534-A372-55F8A210FEF1}"/>
              </a:ext>
            </a:extLst>
          </p:cNvPr>
          <p:cNvSpPr>
            <a:spLocks xmlns:a="http://schemas.openxmlformats.org/drawingml/2006/main" noGrp="1"/>
          </p:cNvSpPr>
          <p:nvPr/>
        </p:nvSpPr>
        <p:spPr>
          <a:xfrm xmlns:a="http://schemas.openxmlformats.org/drawingml/2006/main">
            <a:off x="6419850" y="4343400"/>
            <a:ext cx="5162550" cy="666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5" name="docs/testing.md">
            <a:extLst xmlns:a="http://schemas.openxmlformats.org/drawingml/2006/main">
              <a:ext uri="{FF2B5EF4-FFF2-40B4-BE49-F238E27FC236}">
                <a16:creationId xmlns:a16="http://schemas.microsoft.com/office/drawing/2014/main" id="{0EC4811A-4388-487E-957A-495108DA1586}"/>
              </a:ext>
            </a:extLst>
          </p:cNvPr>
          <p:cNvSpPr>
            <a:spLocks xmlns:a="http://schemas.openxmlformats.org/drawingml/2006/main" noGrp="1"/>
          </p:cNvSpPr>
          <p:nvPr/>
        </p:nvSpPr>
        <p:spPr>
          <a:xfrm xmlns:a="http://schemas.openxmlformats.org/drawingml/2006/main">
            <a:off x="6648450" y="44005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26" name="검증 범위 확인: 관련 테스트 위치">
            <a:extLst xmlns:a="http://schemas.openxmlformats.org/drawingml/2006/main">
              <a:ext uri="{FF2B5EF4-FFF2-40B4-BE49-F238E27FC236}">
                <a16:creationId xmlns:a16="http://schemas.microsoft.com/office/drawing/2014/main" id="{A2638642-B4EE-4B34-AB5A-749D30E532AC}"/>
              </a:ext>
            </a:extLst>
          </p:cNvPr>
          <p:cNvSpPr>
            <a:spLocks xmlns:a="http://schemas.openxmlformats.org/drawingml/2006/main" noGrp="1"/>
          </p:cNvSpPr>
          <p:nvPr/>
        </p:nvSpPr>
        <p:spPr>
          <a:xfrm xmlns:a="http://schemas.openxmlformats.org/drawingml/2006/main">
            <a:off x="6648450" y="4705350"/>
            <a:ext cx="47053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범위 확인: 관련 테스트 위치</a:t>
            </a:r>
          </a:p>
        </p:txBody>
      </p:sp>
      <p:sp>
        <p:nvSpPr>
          <p:cNvPr id="27" name="공통 안내는 AGENTS.md에, 작업별 세부사항은 연결된 문서에">
            <a:extLst xmlns:a="http://schemas.openxmlformats.org/drawingml/2006/main">
              <a:ext uri="{FF2B5EF4-FFF2-40B4-BE49-F238E27FC236}">
                <a16:creationId xmlns:a16="http://schemas.microsoft.com/office/drawing/2014/main" id="{9C822BEF-2F6F-426F-8268-674082C3CF53}"/>
              </a:ext>
            </a:extLst>
          </p:cNvPr>
          <p:cNvSpPr>
            <a:spLocks xmlns:a="http://schemas.openxmlformats.org/drawingml/2006/main" noGrp="1"/>
          </p:cNvSpPr>
          <p:nvPr/>
        </p:nvSpPr>
        <p:spPr>
          <a:xfrm xmlns:a="http://schemas.openxmlformats.org/drawingml/2006/main">
            <a:off x="609600" y="50958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공통 안내는 AGENTS.md에, 작업별 세부사항은 연결된 문서에</a:t>
            </a:r>
          </a:p>
        </p:txBody>
      </p:sp>
      <p:sp>
        <p:nvSpPr>
          <p:cNvPr id="28" name="C++: 빌드·검증 진입점 / 공통 제약 → 알고리즘 명세 / 하드웨어 조건">
            <a:extLst xmlns:a="http://schemas.openxmlformats.org/drawingml/2006/main">
              <a:ext uri="{FF2B5EF4-FFF2-40B4-BE49-F238E27FC236}">
                <a16:creationId xmlns:a16="http://schemas.microsoft.com/office/drawing/2014/main" id="{5B9CEF4A-6245-4FC5-A5CE-84A59DE44CFD}"/>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빌드·검증 진입점 / 공통 제약 → 알고리즘 명세 / 하드웨어 조건</a:t>
            </a:r>
          </a:p>
        </p:txBody>
      </p:sp>
      <p:sp>
        <p:nvSpPr>
          <p:cNvPr id="29" name="Legacy module connection">
            <a:extLst xmlns:a="http://schemas.openxmlformats.org/drawingml/2006/main">
              <a:ext uri="{FF2B5EF4-FFF2-40B4-BE49-F238E27FC236}">
                <a16:creationId xmlns:a16="http://schemas.microsoft.com/office/drawing/2014/main" id="{632BA2F6-61D6-40EE-A2BB-A6D1E1EBE1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856940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7ADD89DC-6AE8-4800-B539-132E159DF7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2">
            <a:extLst xmlns:a="http://schemas.openxmlformats.org/drawingml/2006/main">
              <a:ext uri="{FF2B5EF4-FFF2-40B4-BE49-F238E27FC236}">
                <a16:creationId xmlns:a16="http://schemas.microsoft.com/office/drawing/2014/main" id="{9542840F-BA4B-42ED-A48D-24C0264E6E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7C4DD8E9-ACB8-49A5-98CE-D719AD8A2A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0A8A50D-FA15-4FD4-BADB-341F637CCDA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3017EEAB-92C2-454D-A0E9-FAED6C9D73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1E98A6C5-45D0-4182-AFBC-8960E74B99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한 파일에 모인 정보를 어떻게 나눴을까?">
            <a:extLst xmlns:a="http://schemas.openxmlformats.org/drawingml/2006/main">
              <a:ext uri="{FF2B5EF4-FFF2-40B4-BE49-F238E27FC236}">
                <a16:creationId xmlns:a16="http://schemas.microsoft.com/office/drawing/2014/main" id="{70367CE1-0B12-4D91-83EE-8AF82A0FA87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한 파일에 모인 정보를 어떻게 나눴을까?</a:t>
            </a:r>
          </a:p>
        </p:txBody>
      </p:sp>
      <p:sp>
        <p:nvSpPr>
          <p:cNvPr id="8" name="분리 전 · 한 문서에 함께">
            <a:extLst xmlns:a="http://schemas.openxmlformats.org/drawingml/2006/main">
              <a:ext uri="{FF2B5EF4-FFF2-40B4-BE49-F238E27FC236}">
                <a16:creationId xmlns:a16="http://schemas.microsoft.com/office/drawing/2014/main" id="{8AE50C75-AA79-487D-A33F-712A0DA250EC}"/>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8A0B68D4-761E-42D3-8D91-BD135793AEA3}"/>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13E76EAB-57F9-4116-8FB0-0D65D7F0410B}"/>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A03813B4-B2C2-46ED-BAA1-9CFE30C6CB2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9CC8D1C9-1EAA-40FE-9508-7EFC6F71AA20}"/>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09434C7F-7DD7-4526-9C9C-14F7657FB871}"/>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50F9C9CE-0A91-472B-970B-3A94BB3F91C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C9A194EA-CC43-4D46-BAF1-CA0008D224C4}"/>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01E9DC9A-E814-4709-83DE-CAED635F7FEE}"/>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B1E74C40-2C36-40EC-BED0-71709C5C5E96}"/>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5A182A6-D77A-4969-BD6F-853B63F8D8F4}"/>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0ECDFAC-094C-4ADC-8F95-EFE440D5D282}"/>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90FDE617-6E3B-4843-99ED-4D92D63970A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057161D-6960-42BE-99E4-BC28CE324017}"/>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BBF270-15D3-48DA-BEB4-8C80D455C7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3B1176E-5ABA-4BED-B650-19245C1C9C3E}"/>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B851ADF0-BBC5-4CF4-9274-256961F593EF}"/>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E25D599A-4BCA-4DA5-A5CC-019000352676}"/>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64A714E-1803-4B25-94DF-498035731F25}"/>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4ADD45D0-8DBA-4467-AB87-F80A12633287}"/>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6F90ACE4-C6FE-466E-813E-5D18A5003054}"/>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6AAD2EC-7151-4152-8CAE-4A399DA9331F}"/>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BB0A364-6572-4632-B7F2-556926BDDE8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C07D71AB-DB9A-49E0-982C-4A831A66D12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A0036C91-49B7-4FCA-808F-B17B88CDCD57}"/>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F9397CE4-9174-47E7-884E-AF2DD1F40FE4}"/>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F5F282A-73DB-4429-8712-6DEC78ABCC60}"/>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CE2964C-1065-43A7-BBCD-47773D33DECF}"/>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E45DC85-CF3E-4017-AA68-DBB2650F9DA7}"/>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57F02D38-F86F-4F6C-A2EB-7B033F4F40D2}"/>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757E736A-335F-4F51-B902-50B689139561}"/>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F90F60FC-2828-4927-B867-04AA31E88208}"/>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도 기본 제약은 입구에, 알고리즘·모듈·하드웨어 상세는 관련 문서에">
            <a:extLst xmlns:a="http://schemas.openxmlformats.org/drawingml/2006/main">
              <a:ext uri="{FF2B5EF4-FFF2-40B4-BE49-F238E27FC236}">
                <a16:creationId xmlns:a16="http://schemas.microsoft.com/office/drawing/2014/main" id="{6B73A106-A163-4CA7-AC38-BC9A8F73AF0B}"/>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C++도 기본 제약은 입구에, 알고리즘·모듈·하드웨어 상세는 관련 문서에</a:t>
            </a:r>
          </a:p>
        </p:txBody>
      </p:sp>
      <p:sp>
        <p:nvSpPr>
          <p:cNvPr id="41" name="Legacy module connection">
            <a:extLst xmlns:a="http://schemas.openxmlformats.org/drawingml/2006/main">
              <a:ext uri="{FF2B5EF4-FFF2-40B4-BE49-F238E27FC236}">
                <a16:creationId xmlns:a16="http://schemas.microsoft.com/office/drawing/2014/main" id="{7463E0EF-9A4E-456B-826F-A14EC5D05E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89386578"/>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721DE8DF-627A-4565-A154-E4853B1DF0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FEFB3178-B068-4E6A-BC2B-20EDBC3B94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F8CC7F62-C0D7-44A9-99AE-8A3F592990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48A32DC-7177-4AB7-A8B0-A82DC25867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E006B239-9BCD-4E33-801A-940C7ECC80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DC789686-E865-4DAE-B629-3376A5BF50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99036740-963E-4766-ADCC-89DD85F41BAA}"/>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717F86C-C2F6-446C-8387-BD77C033D4D0}"/>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50651AAF-D4AA-427C-90C1-9ECF1D7E7508}"/>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DE2D9C64-D69A-4969-961A-B2E5217E458A}"/>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2E79861B-7B79-47A1-AC0E-B8BBC6AAD35C}"/>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49DA51A7-B78E-4AD2-848D-4C1EE9F8AAE5}"/>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71AC834-5ECE-4F66-A8F7-5852E3E2217F}"/>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BC4B8BA-1941-44A8-A0AB-FDAE0A271A43}"/>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92FBC11-DCDE-4E17-916F-D8F5DDE76A26}"/>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0F01300-F475-4BC2-ADD6-220AB14E4BFC}"/>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AD154E85-0D7B-457D-8A8C-027B8F77ED7E}"/>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50BCEEA4-422E-4D81-AFB1-528A03A51F5B}"/>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A17C7A22-E106-464A-AEBC-1ECD6349F507}"/>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EF8265A9-0F3D-4035-80DC-A08BF1D70ED4}"/>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FF23A60-F0B1-4888-95CE-B636F724ABA3}"/>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4436A875-90EC-470E-B8AE-C2EC97A3D949}"/>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25234D4C-D481-4A3B-9B3D-AEAB54C9E6B4}"/>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1AB7002D-E97C-41B8-B264-281582FECAF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B991A6D-C7BD-4EFE-982A-D24A3371215C}"/>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FE659C4F-D746-457A-8C2C-2D27FE23A2C2}"/>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843D964-CDCD-4ABA-BED6-CA8A60357C6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CC88D429-D30C-430F-8437-A890532C8C7D}"/>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201EEBE3-B0D2-4BE7-85B0-00E09F21A4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223652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9A2119B9-7E94-4046-8BCA-78FF112C23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031C61EF-CB18-4F1B-945C-EF6AF79098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8E553610-0C6D-49F2-9DB3-08F8C62740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372368B6-161E-49A3-97F0-95BEFD1456F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A29A77F-34E8-4E65-BBD7-E74E757729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DBBA0C9F-B246-4CD0-95F2-DAF9210AF3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507FC9-982B-4B9E-9D64-815983EAC1C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F277090C-B62F-4B59-938E-62EB968618D3}"/>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7FE5B95B-55A2-42D4-B681-724C1A1BEDB7}"/>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24291F2-94D8-4E26-A0FC-BAD7FC9AE8D8}"/>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7C58D033-08C6-42F1-8D4A-D211CB83FC4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3F6D5B03-6BEB-44BA-93FE-5AACAB42C2CF}"/>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0D5AA0A-9423-4A46-B12B-13B664071282}"/>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1460F252-AB71-4E7A-AF13-A319E82E4543}"/>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D436D8F1-4BEB-4548-834C-AEAFC5F67A0A}"/>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5BE2F4B7-6E08-43E9-9FD8-1AC4A99C4F47}"/>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33E47947-9471-47A3-8AAD-F0A955DE407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6E50C883-395B-4271-812A-542FE10E36B4}"/>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438D252-7DE2-407B-B5E5-6DB300A45F6E}"/>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D4EA98B2-5233-4663-B98C-D67529FBEFA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38E2C561-D583-4C65-830C-B374AA57A9E2}"/>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3DC3BE40-EA2A-46EA-8F21-180D558D1351}"/>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C68330DB-17C7-4CDF-99DE-49F0FA28F86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A83FFE6-B8A5-46CD-89FD-C81C23AA67DE}"/>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FFC73740-52EC-4E5A-B316-2F0CDAAA8CCC}"/>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FBF1AAD1-B071-4BC6-9A21-BC540C990C60}"/>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53B792EE-A772-46CA-8D25-2709BDC637F6}"/>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3C25EE17-2A98-4621-B19B-C97273A7F14D}"/>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D620B6D7-2939-4830-B243-AD74B71DA402}"/>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24799AE7-C826-451B-81DC-31249EA8236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E552EE31-D673-4B8E-BC29-F28E1BD7354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A74A329A-ED5D-476D-B136-919C753C611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0722FF73-F14C-421C-867D-2A6E1ACD1C4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D785BF28-3FD5-440C-AB91-4C1EE64F3AAA}"/>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76277BE-63D9-465A-8316-F8F632E885F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DB76FE67-44D3-458E-86AA-48DB3AECCDA4}"/>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43872B83-C179-4EFB-B6EB-98A755D7FA2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CED0DC6-2689-45A8-8B9B-95B52F3561E8}"/>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89F1994E-45DF-4D7C-B474-585F665C1C54}"/>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58F986A5-E1DB-4137-B053-8E72723AF1C0}"/>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19811596-0DD3-468D-AF6B-E283E2ECD214}"/>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4B86817-C081-4D13-BFBB-CF8B2C4DA1B3}"/>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05B975CA-A71A-4A99-BF5A-C11D518B5B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4718527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Task의 문서 접근 비교">
            <a:extLst xmlns:a="http://schemas.openxmlformats.org/drawingml/2006/main">
              <a:ext uri="{FF2B5EF4-FFF2-40B4-BE49-F238E27FC236}">
                <a16:creationId xmlns:a16="http://schemas.microsoft.com/office/drawing/2014/main" id="{3DA407D8-6F16-44EC-96AB-CEE5BCEAA3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A9D3D3DC-9878-432F-AEE8-972A39F734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8FC7CEC0-7076-4BD9-A407-6A8F787C26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8FF136FA-AA98-4E65-994A-C9D88B877D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2C3275DB-B688-40CD-9271-B110585F22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의 최종 실행에서만 관찰(이전 A 실행과 다름) · 현재 Desktop 검증 아님">
            <a:extLst xmlns:a="http://schemas.openxmlformats.org/drawingml/2006/main">
              <a:ext uri="{FF2B5EF4-FFF2-40B4-BE49-F238E27FC236}">
                <a16:creationId xmlns:a16="http://schemas.microsoft.com/office/drawing/2014/main" id="{31918532-18F8-4A06-825A-F28BFCC30B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A의 최종 실행에서만 관찰(이전 A 실행과 다름) · 현재 Desktop 검증 아님</a:t>
            </a:r>
          </a:p>
        </p:txBody>
      </p:sp>
      <p:sp>
        <p:nvSpPr>
          <p:cNvPr id="7" name="같은 저장소 · Crop 범위와 실행 의존성을 물었더니">
            <a:extLst xmlns:a="http://schemas.openxmlformats.org/drawingml/2006/main">
              <a:ext uri="{FF2B5EF4-FFF2-40B4-BE49-F238E27FC236}">
                <a16:creationId xmlns:a16="http://schemas.microsoft.com/office/drawing/2014/main" id="{21F91F2C-A47A-40C1-875F-1845A9BCF668}"/>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Crop 범위와 실행 의존성을 물었더니</a:t>
            </a:r>
          </a:p>
        </p:txBody>
      </p:sp>
      <p:graphicFrame>
        <p:nvGraphicFramePr>
          <p:cNvPr id="8" name="">
            <a:extLst xmlns:a="http://schemas.openxmlformats.org/drawingml/2006/main">
              <a:ext uri="{FF2B5EF4-FFF2-40B4-BE49-F238E27FC236}">
                <a16:creationId xmlns:a16="http://schemas.microsoft.com/office/drawing/2014/main" id="{8F111289-7C7A-4503-BCDA-5D6BF426B7B7}"/>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된 차이">
            <a:extLst xmlns:a="http://schemas.openxmlformats.org/drawingml/2006/main">
              <a:ext uri="{FF2B5EF4-FFF2-40B4-BE49-F238E27FC236}">
                <a16:creationId xmlns:a16="http://schemas.microsoft.com/office/drawing/2014/main" id="{26DC5CEA-3F63-4AD0-9F22-09A0B8854DC1}"/>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관찰된 차이</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2FE06036-C650-4289-A10F-99D066B6D4F7}"/>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해석의 한계">
            <a:extLst xmlns:a="http://schemas.openxmlformats.org/drawingml/2006/main">
              <a:ext uri="{FF2B5EF4-FFF2-40B4-BE49-F238E27FC236}">
                <a16:creationId xmlns:a16="http://schemas.microsoft.com/office/drawing/2014/main" id="{8A58166A-74B1-49C8-8B69-420D929ED0D0}"/>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해석의 한계</a:t>
            </a:r>
          </a:p>
        </p:txBody>
      </p:sp>
      <p:sp>
        <p:nvSpPr>
          <p:cNvPr id="12" name="구조 문서는 둘 다 읽음&#10;완벽한 문서 선택 미입증&#10;토큰 절약·성능 개선 미측정">
            <a:extLst xmlns:a="http://schemas.openxmlformats.org/drawingml/2006/main">
              <a:ext uri="{FF2B5EF4-FFF2-40B4-BE49-F238E27FC236}">
                <a16:creationId xmlns:a16="http://schemas.microsoft.com/office/drawing/2014/main" id="{D14D4460-EB82-4485-B054-6377AA64E8F1}"/>
              </a:ext>
            </a:extLst>
          </p:cNvPr>
          <p:cNvSpPr>
            <a:spLocks xmlns:a="http://schemas.openxmlformats.org/drawingml/2006/main" noGrp="1"/>
          </p:cNvSpPr>
          <p:nvPr/>
        </p:nvSpPr>
        <p:spPr>
          <a:xfrm xmlns:a="http://schemas.openxmlformats.org/drawingml/2006/main">
            <a:off x="8191500" y="4324350"/>
            <a:ext cx="33909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구조 문서는 둘 다 읽음</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완벽한 문서 선택 미입증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토큰 절약·성능 개선 미측정</a:t>
            </a:r>
          </a:p>
        </p:txBody>
      </p:sp>
      <p:sp>
        <p:nvSpPr>
          <p:cNvPr id="13" name="두 요청 모두 소스도 확인 · 목록은 읽기 순서가 아님">
            <a:extLst xmlns:a="http://schemas.openxmlformats.org/drawingml/2006/main">
              <a:ext uri="{FF2B5EF4-FFF2-40B4-BE49-F238E27FC236}">
                <a16:creationId xmlns:a16="http://schemas.microsoft.com/office/drawing/2014/main" id="{9013E0AF-68F3-42F4-B7BD-3B95D47A981B}"/>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두 요청 모두 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E381EFBE-BDD3-4986-9E69-33C6A41EE9A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2513003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2 · 다음 문제로 넘어가기">
            <a:extLst xmlns:a="http://schemas.openxmlformats.org/drawingml/2006/main">
              <a:ext uri="{FF2B5EF4-FFF2-40B4-BE49-F238E27FC236}">
                <a16:creationId xmlns:a16="http://schemas.microsoft.com/office/drawing/2014/main" id="{07E86297-CD3A-4FFE-8C94-2B347DF567A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C1CA1E50-3B3B-452A-BDC9-9CB02A71B1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BDD20A80-4067-456D-9566-93B2CB7047E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2A269EC-66C6-4328-8FAC-45909701C2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도식 · TRIAL-006/007의 반복 절차 요약 · 실제 요청 전문·제품 화면 아님">
            <a:extLst xmlns:a="http://schemas.openxmlformats.org/drawingml/2006/main">
              <a:ext uri="{FF2B5EF4-FFF2-40B4-BE49-F238E27FC236}">
                <a16:creationId xmlns:a16="http://schemas.microsoft.com/office/drawing/2014/main" id="{0BADAF22-AC0B-4332-9C85-9C235434C7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도식 · TRIAL-006/007의 반복 절차 요약 · 실제 요청 전문·제품 화면 아님</a:t>
            </a:r>
          </a:p>
        </p:txBody>
      </p:sp>
      <p:sp>
        <p:nvSpPr>
          <p:cNvPr id="6" name="Context 선택 완전 해결 미입증 · 실행 환경의 영향도 있어 Prompt만의 효과로 귀속하지 않음">
            <a:extLst xmlns:a="http://schemas.openxmlformats.org/drawingml/2006/main">
              <a:ext uri="{FF2B5EF4-FFF2-40B4-BE49-F238E27FC236}">
                <a16:creationId xmlns:a16="http://schemas.microsoft.com/office/drawing/2014/main" id="{CEAD9DF1-E6E0-42C8-B352-581C3C18A0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실행 환경의 영향도 있어 Prompt만의 효과로 귀속하지 않음</a:t>
            </a:r>
          </a:p>
        </p:txBody>
      </p:sp>
      <p:sp>
        <p:nvSpPr>
          <p:cNvPr id="7" name="정보의 위치를 정리해도, 작업 방법은 매번 다시 적는다">
            <a:extLst xmlns:a="http://schemas.openxmlformats.org/drawingml/2006/main">
              <a:ext uri="{FF2B5EF4-FFF2-40B4-BE49-F238E27FC236}">
                <a16:creationId xmlns:a16="http://schemas.microsoft.com/office/drawing/2014/main" id="{E3015E50-EC15-4137-AEFE-DAB8CA4CAA6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정보의 위치를 정리해도, 작업 방법은 매번 다시 적는다</a:t>
            </a:r>
          </a:p>
        </p:txBody>
      </p:sp>
      <p:sp>
        <p:nvSpPr>
          <p:cNvPr id="8" name="정리한 Project Context">
            <a:extLst xmlns:a="http://schemas.openxmlformats.org/drawingml/2006/main">
              <a:ext uri="{FF2B5EF4-FFF2-40B4-BE49-F238E27FC236}">
                <a16:creationId xmlns:a16="http://schemas.microsoft.com/office/drawing/2014/main" id="{267600DC-25C3-4921-A0F6-C0536CCE177E}"/>
              </a:ext>
            </a:extLst>
          </p:cNvPr>
          <p:cNvSpPr>
            <a:spLocks xmlns:a="http://schemas.openxmlformats.org/drawingml/2006/main" noGrp="1"/>
          </p:cNvSpPr>
          <p:nvPr/>
        </p:nvSpPr>
        <p:spPr>
          <a:xfrm xmlns:a="http://schemas.openxmlformats.org/drawingml/2006/main">
            <a:off x="609600" y="2266950"/>
            <a:ext cx="320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정리한 Project Context</a:t>
            </a:r>
          </a:p>
        </p:txBody>
      </p:sp>
      <p:sp>
        <p:nvSpPr>
          <p:cNvPr id="9" name="아직 Prompt에서 반복하는 절차">
            <a:extLst xmlns:a="http://schemas.openxmlformats.org/drawingml/2006/main">
              <a:ext uri="{FF2B5EF4-FFF2-40B4-BE49-F238E27FC236}">
                <a16:creationId xmlns:a16="http://schemas.microsoft.com/office/drawing/2014/main" id="{47A1B68C-955C-4040-8256-7E6518E0D0E9}"/>
              </a:ext>
            </a:extLst>
          </p:cNvPr>
          <p:cNvSpPr>
            <a:spLocks xmlns:a="http://schemas.openxmlformats.org/drawingml/2006/main" noGrp="1"/>
          </p:cNvSpPr>
          <p:nvPr/>
        </p:nvSpPr>
        <p:spPr>
          <a:xfrm xmlns:a="http://schemas.openxmlformats.org/drawingml/2006/main">
            <a:off x="4267200" y="2266950"/>
            <a:ext cx="731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아직 Prompt에서 반복하는 절차</a:t>
            </a:r>
          </a:p>
        </p:txBody>
      </p:sp>
      <p:sp>
        <p:nvSpPr>
          <p:cNvPr id="10" name="">
            <a:extLst xmlns:a="http://schemas.openxmlformats.org/drawingml/2006/main">
              <a:ext uri="{FF2B5EF4-FFF2-40B4-BE49-F238E27FC236}">
                <a16:creationId xmlns:a16="http://schemas.microsoft.com/office/drawing/2014/main" id="{E03E5CC0-46E5-4B2F-9374-1E01C690E245}"/>
              </a:ext>
            </a:extLst>
          </p:cNvPr>
          <p:cNvSpPr>
            <a:spLocks xmlns:a="http://schemas.openxmlformats.org/drawingml/2006/main" noGrp="1"/>
          </p:cNvSpPr>
          <p:nvPr/>
        </p:nvSpPr>
        <p:spPr>
          <a:xfrm xmlns:a="http://schemas.openxmlformats.org/drawingml/2006/main">
            <a:off x="609600" y="2686050"/>
            <a:ext cx="297180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DB548E59-C536-4522-9B77-A30A8E562A0C}"/>
              </a:ext>
            </a:extLst>
          </p:cNvPr>
          <p:cNvSpPr>
            <a:spLocks xmlns:a="http://schemas.openxmlformats.org/drawingml/2006/main" noGrp="1"/>
          </p:cNvSpPr>
          <p:nvPr/>
        </p:nvSpPr>
        <p:spPr>
          <a:xfrm xmlns:a="http://schemas.openxmlformats.org/drawingml/2006/main">
            <a:off x="781050" y="28003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AGENTS.md</a:t>
            </a:r>
          </a:p>
        </p:txBody>
      </p:sp>
      <p:sp>
        <p:nvSpPr>
          <p:cNvPr id="12" name="기본 안내 · 문서 위치">
            <a:extLst xmlns:a="http://schemas.openxmlformats.org/drawingml/2006/main">
              <a:ext uri="{FF2B5EF4-FFF2-40B4-BE49-F238E27FC236}">
                <a16:creationId xmlns:a16="http://schemas.microsoft.com/office/drawing/2014/main" id="{CC938849-C59C-422A-93EF-DE839658BBCD}"/>
              </a:ext>
            </a:extLst>
          </p:cNvPr>
          <p:cNvSpPr>
            <a:spLocks xmlns:a="http://schemas.openxmlformats.org/drawingml/2006/main" noGrp="1"/>
          </p:cNvSpPr>
          <p:nvPr/>
        </p:nvSpPr>
        <p:spPr>
          <a:xfrm xmlns:a="http://schemas.openxmlformats.org/drawingml/2006/main">
            <a:off x="781050" y="3162300"/>
            <a:ext cx="2628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기본 안내 · 문서 위치</a:t>
            </a:r>
          </a:p>
        </p:txBody>
      </p:sp>
      <p:sp>
        <p:nvSpPr>
          <p:cNvPr id="13" name="">
            <a:extLst xmlns:a="http://schemas.openxmlformats.org/drawingml/2006/main">
              <a:ext uri="{FF2B5EF4-FFF2-40B4-BE49-F238E27FC236}">
                <a16:creationId xmlns:a16="http://schemas.microsoft.com/office/drawing/2014/main" id="{4C16F3CE-411C-4DFD-AC78-4567CFB7D0AE}"/>
              </a:ext>
            </a:extLst>
          </p:cNvPr>
          <p:cNvSpPr>
            <a:spLocks xmlns:a="http://schemas.openxmlformats.org/drawingml/2006/main" noGrp="1"/>
          </p:cNvSpPr>
          <p:nvPr/>
        </p:nvSpPr>
        <p:spPr>
          <a:xfrm xmlns:a="http://schemas.openxmlformats.org/drawingml/2006/main">
            <a:off x="1924050" y="3581400"/>
            <a:ext cx="266700" cy="1524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0E01EE2-DC86-46AE-A699-3C917227A332}"/>
              </a:ext>
            </a:extLst>
          </p:cNvPr>
          <p:cNvSpPr>
            <a:spLocks xmlns:a="http://schemas.openxmlformats.org/drawingml/2006/main" noGrp="1"/>
          </p:cNvSpPr>
          <p:nvPr/>
        </p:nvSpPr>
        <p:spPr>
          <a:xfrm xmlns:a="http://schemas.openxmlformats.org/drawingml/2006/main">
            <a:off x="800100" y="3752850"/>
            <a:ext cx="278130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2577507-19C8-493E-8AA3-4837A74B7692}"/>
              </a:ext>
            </a:extLst>
          </p:cNvPr>
          <p:cNvSpPr>
            <a:spLocks xmlns:a="http://schemas.openxmlformats.org/drawingml/2006/main" noGrp="1"/>
          </p:cNvSpPr>
          <p:nvPr/>
        </p:nvSpPr>
        <p:spPr>
          <a:xfrm xmlns:a="http://schemas.openxmlformats.org/drawingml/2006/main">
            <a:off x="704850" y="3848100"/>
            <a:ext cx="28765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D2A2536D-4B98-4E62-9244-BC20CEFE49BA}"/>
              </a:ext>
            </a:extLst>
          </p:cNvPr>
          <p:cNvSpPr>
            <a:spLocks xmlns:a="http://schemas.openxmlformats.org/drawingml/2006/main" noGrp="1"/>
          </p:cNvSpPr>
          <p:nvPr/>
        </p:nvSpPr>
        <p:spPr>
          <a:xfrm xmlns:a="http://schemas.openxmlformats.org/drawingml/2006/main">
            <a:off x="609600" y="3943350"/>
            <a:ext cx="2971800" cy="933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7" name="필요한 상세 문서">
            <a:extLst xmlns:a="http://schemas.openxmlformats.org/drawingml/2006/main">
              <a:ext uri="{FF2B5EF4-FFF2-40B4-BE49-F238E27FC236}">
                <a16:creationId xmlns:a16="http://schemas.microsoft.com/office/drawing/2014/main" id="{2FBFE7BC-4BE3-4B34-B66B-8E79D2B63CA3}"/>
              </a:ext>
            </a:extLst>
          </p:cNvPr>
          <p:cNvSpPr>
            <a:spLocks xmlns:a="http://schemas.openxmlformats.org/drawingml/2006/main" noGrp="1"/>
          </p:cNvSpPr>
          <p:nvPr/>
        </p:nvSpPr>
        <p:spPr>
          <a:xfrm xmlns:a="http://schemas.openxmlformats.org/drawingml/2006/main">
            <a:off x="781050" y="4105275"/>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상세 문서</a:t>
            </a:r>
          </a:p>
        </p:txBody>
      </p:sp>
      <p:sp>
        <p:nvSpPr>
          <p:cNvPr id="18" name="명세 · 구조 · 테스트">
            <a:extLst xmlns:a="http://schemas.openxmlformats.org/drawingml/2006/main">
              <a:ext uri="{FF2B5EF4-FFF2-40B4-BE49-F238E27FC236}">
                <a16:creationId xmlns:a16="http://schemas.microsoft.com/office/drawing/2014/main" id="{84A0FDDF-8448-4B91-8B3F-A4E685E1466B}"/>
              </a:ext>
            </a:extLst>
          </p:cNvPr>
          <p:cNvSpPr>
            <a:spLocks xmlns:a="http://schemas.openxmlformats.org/drawingml/2006/main" noGrp="1"/>
          </p:cNvSpPr>
          <p:nvPr/>
        </p:nvSpPr>
        <p:spPr>
          <a:xfrm xmlns:a="http://schemas.openxmlformats.org/drawingml/2006/main">
            <a:off x="781050" y="4495800"/>
            <a:ext cx="2628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명세 · 구조 · 테스트</a:t>
            </a:r>
          </a:p>
        </p:txBody>
      </p:sp>
      <p:sp>
        <p:nvSpPr>
          <p:cNvPr id="19" name="">
            <a:extLst xmlns:a="http://schemas.openxmlformats.org/drawingml/2006/main">
              <a:ext uri="{FF2B5EF4-FFF2-40B4-BE49-F238E27FC236}">
                <a16:creationId xmlns:a16="http://schemas.microsoft.com/office/drawing/2014/main" id="{67028CB7-FE5E-4238-8303-51877DC586DC}"/>
              </a:ext>
            </a:extLst>
          </p:cNvPr>
          <p:cNvSpPr>
            <a:spLocks xmlns:a="http://schemas.openxmlformats.org/drawingml/2006/main" noGrp="1"/>
          </p:cNvSpPr>
          <p:nvPr/>
        </p:nvSpPr>
        <p:spPr>
          <a:xfrm xmlns:a="http://schemas.openxmlformats.org/drawingml/2006/main">
            <a:off x="4267200" y="2686050"/>
            <a:ext cx="34290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14288">
            <a:solidFill>
              <a:srgbClr val="C7D0DA"/>
            </a:solidFill>
            <a:prstDash val="solid"/>
          </a:ln>
        </p:spPr>
      </p:sp>
      <p:sp>
        <p:nvSpPr>
          <p:cNvPr id="20" name="성능 요청 1 · 크기 변경">
            <a:extLst xmlns:a="http://schemas.openxmlformats.org/drawingml/2006/main">
              <a:ext uri="{FF2B5EF4-FFF2-40B4-BE49-F238E27FC236}">
                <a16:creationId xmlns:a16="http://schemas.microsoft.com/office/drawing/2014/main" id="{488DD0E1-F39F-48A1-AFA9-4C60BD730F8D}"/>
              </a:ext>
            </a:extLst>
          </p:cNvPr>
          <p:cNvSpPr>
            <a:spLocks xmlns:a="http://schemas.openxmlformats.org/drawingml/2006/main" noGrp="1"/>
          </p:cNvSpPr>
          <p:nvPr/>
        </p:nvSpPr>
        <p:spPr>
          <a:xfrm xmlns:a="http://schemas.openxmlformats.org/drawingml/2006/main">
            <a:off x="4438650" y="2781300"/>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성능 요청 1 · 크기 변경</a:t>
            </a:r>
          </a:p>
        </p:txBody>
      </p:sp>
      <p:sp>
        <p:nvSpPr>
          <p:cNvPr id="21" name="">
            <a:extLst xmlns:a="http://schemas.openxmlformats.org/drawingml/2006/main">
              <a:ext uri="{FF2B5EF4-FFF2-40B4-BE49-F238E27FC236}">
                <a16:creationId xmlns:a16="http://schemas.microsoft.com/office/drawing/2014/main" id="{1A025DD3-EA39-4041-B668-CAF7B7767F47}"/>
              </a:ext>
            </a:extLst>
          </p:cNvPr>
          <p:cNvSpPr>
            <a:spLocks xmlns:a="http://schemas.openxmlformats.org/drawingml/2006/main" noGrp="1"/>
          </p:cNvSpPr>
          <p:nvPr/>
        </p:nvSpPr>
        <p:spPr>
          <a:xfrm xmlns:a="http://schemas.openxmlformats.org/drawingml/2006/main">
            <a:off x="4438650" y="3143250"/>
            <a:ext cx="3086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을 개선해줘.">
            <a:extLst xmlns:a="http://schemas.openxmlformats.org/drawingml/2006/main">
              <a:ext uri="{FF2B5EF4-FFF2-40B4-BE49-F238E27FC236}">
                <a16:creationId xmlns:a16="http://schemas.microsoft.com/office/drawing/2014/main" id="{E8BC009C-ECC5-4444-AD37-2962A7B233CD}"/>
              </a:ext>
            </a:extLst>
          </p:cNvPr>
          <p:cNvSpPr>
            <a:spLocks xmlns:a="http://schemas.openxmlformats.org/drawingml/2006/main" noGrp="1"/>
          </p:cNvSpPr>
          <p:nvPr/>
        </p:nvSpPr>
        <p:spPr>
          <a:xfrm xmlns:a="http://schemas.openxmlformats.org/drawingml/2006/main">
            <a:off x="4438650" y="32385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성능을 개선해줘.</a:t>
            </a:r>
          </a:p>
        </p:txBody>
      </p:sp>
      <p:sp>
        <p:nvSpPr>
          <p:cNvPr id="23" name="">
            <a:extLst xmlns:a="http://schemas.openxmlformats.org/drawingml/2006/main">
              <a:ext uri="{FF2B5EF4-FFF2-40B4-BE49-F238E27FC236}">
                <a16:creationId xmlns:a16="http://schemas.microsoft.com/office/drawing/2014/main" id="{7D59DA00-C8AC-4412-B7EB-3B32F6F0231E}"/>
              </a:ext>
            </a:extLst>
          </p:cNvPr>
          <p:cNvSpPr>
            <a:spLocks xmlns:a="http://schemas.openxmlformats.org/drawingml/2006/main" noGrp="1"/>
          </p:cNvSpPr>
          <p:nvPr/>
        </p:nvSpPr>
        <p:spPr>
          <a:xfrm xmlns:a="http://schemas.openxmlformats.org/drawingml/2006/main">
            <a:off x="4419600" y="3657600"/>
            <a:ext cx="3124200" cy="10668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먼저 측정·조사해줘.&#10;계획한 뒤 변경해줘.&#10;테스트·재측정·비교·검토해줘.">
            <a:extLst xmlns:a="http://schemas.openxmlformats.org/drawingml/2006/main">
              <a:ext uri="{FF2B5EF4-FFF2-40B4-BE49-F238E27FC236}">
                <a16:creationId xmlns:a16="http://schemas.microsoft.com/office/drawing/2014/main" id="{D66CDE4B-C47B-487A-8B98-A31DD2547C1E}"/>
              </a:ext>
            </a:extLst>
          </p:cNvPr>
          <p:cNvSpPr>
            <a:spLocks xmlns:a="http://schemas.openxmlformats.org/drawingml/2006/main" noGrp="1"/>
          </p:cNvSpPr>
          <p:nvPr/>
        </p:nvSpPr>
        <p:spPr>
          <a:xfrm xmlns:a="http://schemas.openxmlformats.org/drawingml/2006/main">
            <a:off x="4552950" y="3724275"/>
            <a:ext cx="285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먼저 측정·조사해줘.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계획한 뒤 변경해줘.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테스트·재측정·비교·검토해줘.</a:t>
            </a:r>
          </a:p>
        </p:txBody>
      </p:sp>
      <p:sp>
        <p:nvSpPr>
          <p:cNvPr id="25" name="">
            <a:extLst xmlns:a="http://schemas.openxmlformats.org/drawingml/2006/main">
              <a:ext uri="{FF2B5EF4-FFF2-40B4-BE49-F238E27FC236}">
                <a16:creationId xmlns:a16="http://schemas.microsoft.com/office/drawing/2014/main" id="{7813FB95-5CFB-4AA4-B061-B1A9659A3F1F}"/>
              </a:ext>
            </a:extLst>
          </p:cNvPr>
          <p:cNvSpPr>
            <a:spLocks xmlns:a="http://schemas.openxmlformats.org/drawingml/2006/main" noGrp="1"/>
          </p:cNvSpPr>
          <p:nvPr/>
        </p:nvSpPr>
        <p:spPr>
          <a:xfrm xmlns:a="http://schemas.openxmlformats.org/drawingml/2006/main">
            <a:off x="8153400" y="2686050"/>
            <a:ext cx="3429000" cy="2190750"/>
          </a:xfrm>
          <a:prstGeom xmlns:a="http://schemas.openxmlformats.org/drawingml/2006/main" prst="roundRect">
            <a:avLst>
              <a:gd name="adj" fmla="val 5217"/>
            </a:avLst>
          </a:prstGeom>
          <a:solidFill xmlns:a="http://schemas.openxmlformats.org/drawingml/2006/main">
            <a:srgbClr val="FFFFFF"/>
          </a:solidFill>
          <a:ln xmlns:a="http://schemas.openxmlformats.org/drawingml/2006/main" w="14288">
            <a:solidFill>
              <a:srgbClr val="C7D0DA"/>
            </a:solidFill>
            <a:prstDash val="solid"/>
          </a:ln>
        </p:spPr>
      </p:sp>
      <p:sp>
        <p:nvSpPr>
          <p:cNvPr id="26" name="성능 요청 2 · 정규화">
            <a:extLst xmlns:a="http://schemas.openxmlformats.org/drawingml/2006/main">
              <a:ext uri="{FF2B5EF4-FFF2-40B4-BE49-F238E27FC236}">
                <a16:creationId xmlns:a16="http://schemas.microsoft.com/office/drawing/2014/main" id="{52B010FB-5585-4FCB-8D57-2FF18A70902A}"/>
              </a:ext>
            </a:extLst>
          </p:cNvPr>
          <p:cNvSpPr>
            <a:spLocks xmlns:a="http://schemas.openxmlformats.org/drawingml/2006/main" noGrp="1"/>
          </p:cNvSpPr>
          <p:nvPr/>
        </p:nvSpPr>
        <p:spPr>
          <a:xfrm xmlns:a="http://schemas.openxmlformats.org/drawingml/2006/main">
            <a:off x="8324850" y="2781300"/>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성능 요청 2 · 정규화</a:t>
            </a:r>
          </a:p>
        </p:txBody>
      </p:sp>
      <p:sp>
        <p:nvSpPr>
          <p:cNvPr id="27" name="">
            <a:extLst xmlns:a="http://schemas.openxmlformats.org/drawingml/2006/main">
              <a:ext uri="{FF2B5EF4-FFF2-40B4-BE49-F238E27FC236}">
                <a16:creationId xmlns:a16="http://schemas.microsoft.com/office/drawing/2014/main" id="{0F7A5915-2BAD-4295-929E-75F181EB082B}"/>
              </a:ext>
            </a:extLst>
          </p:cNvPr>
          <p:cNvSpPr>
            <a:spLocks xmlns:a="http://schemas.openxmlformats.org/drawingml/2006/main" noGrp="1"/>
          </p:cNvSpPr>
          <p:nvPr/>
        </p:nvSpPr>
        <p:spPr>
          <a:xfrm xmlns:a="http://schemas.openxmlformats.org/drawingml/2006/main">
            <a:off x="8324850" y="3143250"/>
            <a:ext cx="3086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성능을 개선해줘.">
            <a:extLst xmlns:a="http://schemas.openxmlformats.org/drawingml/2006/main">
              <a:ext uri="{FF2B5EF4-FFF2-40B4-BE49-F238E27FC236}">
                <a16:creationId xmlns:a16="http://schemas.microsoft.com/office/drawing/2014/main" id="{40CDBBD4-F0DB-45BB-AE85-872709C7249B}"/>
              </a:ext>
            </a:extLst>
          </p:cNvPr>
          <p:cNvSpPr>
            <a:spLocks xmlns:a="http://schemas.openxmlformats.org/drawingml/2006/main" noGrp="1"/>
          </p:cNvSpPr>
          <p:nvPr/>
        </p:nvSpPr>
        <p:spPr>
          <a:xfrm xmlns:a="http://schemas.openxmlformats.org/drawingml/2006/main">
            <a:off x="8324850" y="32385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성능을 개선해줘.</a:t>
            </a:r>
          </a:p>
        </p:txBody>
      </p:sp>
      <p:sp>
        <p:nvSpPr>
          <p:cNvPr id="29" name="">
            <a:extLst xmlns:a="http://schemas.openxmlformats.org/drawingml/2006/main">
              <a:ext uri="{FF2B5EF4-FFF2-40B4-BE49-F238E27FC236}">
                <a16:creationId xmlns:a16="http://schemas.microsoft.com/office/drawing/2014/main" id="{8D477CEB-6449-4073-9C2F-C9DD34278486}"/>
              </a:ext>
            </a:extLst>
          </p:cNvPr>
          <p:cNvSpPr>
            <a:spLocks xmlns:a="http://schemas.openxmlformats.org/drawingml/2006/main" noGrp="1"/>
          </p:cNvSpPr>
          <p:nvPr/>
        </p:nvSpPr>
        <p:spPr>
          <a:xfrm xmlns:a="http://schemas.openxmlformats.org/drawingml/2006/main">
            <a:off x="8305800" y="3657600"/>
            <a:ext cx="3124200" cy="10668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먼저 측정·조사해줘.&#10;계획한 뒤 변경해줘.&#10;테스트·재측정·비교·검토해줘.">
            <a:extLst xmlns:a="http://schemas.openxmlformats.org/drawingml/2006/main">
              <a:ext uri="{FF2B5EF4-FFF2-40B4-BE49-F238E27FC236}">
                <a16:creationId xmlns:a16="http://schemas.microsoft.com/office/drawing/2014/main" id="{61A15326-C4FC-49E0-A52E-AF2F65F6AB34}"/>
              </a:ext>
            </a:extLst>
          </p:cNvPr>
          <p:cNvSpPr>
            <a:spLocks xmlns:a="http://schemas.openxmlformats.org/drawingml/2006/main" noGrp="1"/>
          </p:cNvSpPr>
          <p:nvPr/>
        </p:nvSpPr>
        <p:spPr>
          <a:xfrm xmlns:a="http://schemas.openxmlformats.org/drawingml/2006/main">
            <a:off x="8439150" y="3724275"/>
            <a:ext cx="2857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먼저 측정·조사해줘.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계획한 뒤 변경해줘.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테스트·재측정·비교·검토해줘.</a:t>
            </a:r>
          </a:p>
        </p:txBody>
      </p:sp>
      <p:sp>
        <p:nvSpPr>
          <p:cNvPr id="31" name="같은 조사·검증 절차도 매번 다시 적어야 할까?">
            <a:extLst xmlns:a="http://schemas.openxmlformats.org/drawingml/2006/main">
              <a:ext uri="{FF2B5EF4-FFF2-40B4-BE49-F238E27FC236}">
                <a16:creationId xmlns:a16="http://schemas.microsoft.com/office/drawing/2014/main" id="{F52CA5B6-0912-4A2A-A78F-F3EFC0F58A61}"/>
              </a:ext>
            </a:extLst>
          </p:cNvPr>
          <p:cNvSpPr>
            <a:spLocks xmlns:a="http://schemas.openxmlformats.org/drawingml/2006/main" noGrp="1"/>
          </p:cNvSpPr>
          <p:nvPr/>
        </p:nvSpPr>
        <p:spPr>
          <a:xfrm xmlns:a="http://schemas.openxmlformats.org/drawingml/2006/main">
            <a:off x="609600" y="5238750"/>
            <a:ext cx="8439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조사·검증 절차도 매번 다시 적어야 할까?</a:t>
            </a:r>
          </a:p>
        </p:txBody>
      </p:sp>
      <p:sp>
        <p:nvSpPr>
          <p:cNvPr id="32" name="">
            <a:extLst xmlns:a="http://schemas.openxmlformats.org/drawingml/2006/main">
              <a:ext uri="{FF2B5EF4-FFF2-40B4-BE49-F238E27FC236}">
                <a16:creationId xmlns:a16="http://schemas.microsoft.com/office/drawing/2014/main" id="{0B64C899-8375-48B0-845C-1531FDA83D47}"/>
              </a:ext>
            </a:extLst>
          </p:cNvPr>
          <p:cNvSpPr>
            <a:spLocks xmlns:a="http://schemas.openxmlformats.org/drawingml/2006/main" noGrp="1"/>
          </p:cNvSpPr>
          <p:nvPr/>
        </p:nvSpPr>
        <p:spPr>
          <a:xfrm xmlns:a="http://schemas.openxmlformats.org/drawingml/2006/main">
            <a:off x="9182100" y="535305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3" name="다음 · Harness">
            <a:extLst xmlns:a="http://schemas.openxmlformats.org/drawingml/2006/main">
              <a:ext uri="{FF2B5EF4-FFF2-40B4-BE49-F238E27FC236}">
                <a16:creationId xmlns:a16="http://schemas.microsoft.com/office/drawing/2014/main" id="{9353A4C9-AAD8-4BB9-8B8B-4844B92278E0}"/>
              </a:ext>
            </a:extLst>
          </p:cNvPr>
          <p:cNvSpPr>
            <a:spLocks xmlns:a="http://schemas.openxmlformats.org/drawingml/2006/main" noGrp="1"/>
          </p:cNvSpPr>
          <p:nvPr/>
        </p:nvSpPr>
        <p:spPr>
          <a:xfrm xmlns:a="http://schemas.openxmlformats.org/drawingml/2006/main">
            <a:off x="9563100" y="5238750"/>
            <a:ext cx="2019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Harness</a:t>
            </a:r>
          </a:p>
        </p:txBody>
      </p:sp>
      <p:sp>
        <p:nvSpPr>
          <p:cNvPr id="34" name="Legacy module connection">
            <a:extLst xmlns:a="http://schemas.openxmlformats.org/drawingml/2006/main">
              <a:ext uri="{FF2B5EF4-FFF2-40B4-BE49-F238E27FC236}">
                <a16:creationId xmlns:a16="http://schemas.microsoft.com/office/drawing/2014/main" id="{803E0B9C-1851-4272-90D8-D735A148ED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599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2026-10-22T02:07:23.0860000Z</dcterms:created>
  <dcterms:modified xsi:type="dcterms:W3CDTF">2026-10-22T02:07:23.0860000Z</dcterms:modified>
</coreProperties>
</file>