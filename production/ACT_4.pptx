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17a04219a24e9f" /><Relationship Type="http://schemas.openxmlformats.org/officeDocument/2006/relationships/extended-properties" Target="/docProps/app.xml" Id="R594624707e634ea4" /><Relationship Type="http://schemas.openxmlformats.org/officeDocument/2006/relationships/officeDocument" Target="/ppt/presentation.xml" Id="Rb879985a33174a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15fb5863314fd2"/>
  </p:sldMasterIdLst>
  <p:notesMasterIdLst>
    <p:notesMasterId xmlns:r="http://schemas.openxmlformats.org/officeDocument/2006/relationships" r:id="Ra9828921ed3f4933"/>
  </p:notesMasterIdLst>
  <p:sldIdLst>
    <p:sldId xmlns:r="http://schemas.openxmlformats.org/officeDocument/2006/relationships" id="256" r:id="R8aaf4aaddd9b421a"/>
    <p:sldId xmlns:r="http://schemas.openxmlformats.org/officeDocument/2006/relationships" id="257" r:id="R173aca6819184344"/>
    <p:sldId xmlns:r="http://schemas.openxmlformats.org/officeDocument/2006/relationships" id="258" r:id="R591de2d6a9c64c0d"/>
    <p:sldId xmlns:r="http://schemas.openxmlformats.org/officeDocument/2006/relationships" id="259" r:id="R0db2a86e00334f02"/>
    <p:sldId xmlns:r="http://schemas.openxmlformats.org/officeDocument/2006/relationships" id="260" r:id="R76e0471a1ee54f58"/>
    <p:sldId xmlns:r="http://schemas.openxmlformats.org/officeDocument/2006/relationships" id="261" r:id="Rb9e420b188c64517"/>
    <p:sldId xmlns:r="http://schemas.openxmlformats.org/officeDocument/2006/relationships" id="262" r:id="R4ebf1ae9a2544266"/>
    <p:sldId xmlns:r="http://schemas.openxmlformats.org/officeDocument/2006/relationships" id="263" r:id="Rc22785d42b754617"/>
    <p:sldId xmlns:r="http://schemas.openxmlformats.org/officeDocument/2006/relationships" id="264" r:id="R908d93f863e3419e"/>
    <p:sldId xmlns:r="http://schemas.openxmlformats.org/officeDocument/2006/relationships" id="265" r:id="Raab159d86e7f4143"/>
    <p:sldId xmlns:r="http://schemas.openxmlformats.org/officeDocument/2006/relationships" id="266" r:id="R31b1a161cc724938"/>
    <p:sldId xmlns:r="http://schemas.openxmlformats.org/officeDocument/2006/relationships" id="267" r:id="R6797367874bb4ca3"/>
    <p:sldId xmlns:r="http://schemas.openxmlformats.org/officeDocument/2006/relationships" id="268" r:id="R4d74cc7e879a488b"/>
    <p:sldId xmlns:r="http://schemas.openxmlformats.org/officeDocument/2006/relationships" id="269" r:id="Rf2cceb5a16c9463c"/>
    <p:sldId xmlns:r="http://schemas.openxmlformats.org/officeDocument/2006/relationships" id="270" r:id="Re7ab8c1a87c24d5a"/>
    <p:sldId xmlns:r="http://schemas.openxmlformats.org/officeDocument/2006/relationships" id="271" r:id="Raf5a67c2896f4bd0"/>
    <p:sldId xmlns:r="http://schemas.openxmlformats.org/officeDocument/2006/relationships" id="272" r:id="R0fe241e8e8cb4a8d"/>
    <p:sldId xmlns:r="http://schemas.openxmlformats.org/officeDocument/2006/relationships" id="273" r:id="Racec1e859c7f41a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0134495d284c6a" /><Relationship Type="http://schemas.openxmlformats.org/officeDocument/2006/relationships/slideMaster" Target="/ppt/slideMasters/slideMaster1.xml" Id="Rca15fb5863314fd2" /><Relationship Type="http://schemas.openxmlformats.org/officeDocument/2006/relationships/notesMaster" Target="/ppt/notesMasters/notesMaster1.xml" Id="Ra9828921ed3f4933" /><Relationship Type="http://schemas.openxmlformats.org/officeDocument/2006/relationships/presProps" Target="/ppt/presProps.xml" Id="Ra497430419234ff5" /><Relationship Type="http://schemas.openxmlformats.org/officeDocument/2006/relationships/tableStyles" Target="/ppt/tableStyles.xml" Id="R34354edd2c8c4635" /><Relationship Type="http://schemas.openxmlformats.org/officeDocument/2006/relationships/slide" Target="/ppt/slides/slide1.xml" Id="R8aaf4aaddd9b421a" /><Relationship Type="http://schemas.openxmlformats.org/officeDocument/2006/relationships/slide" Target="/ppt/slides/slide2.xml" Id="R173aca6819184344" /><Relationship Type="http://schemas.openxmlformats.org/officeDocument/2006/relationships/slide" Target="/ppt/slides/slide3.xml" Id="R591de2d6a9c64c0d" /><Relationship Type="http://schemas.openxmlformats.org/officeDocument/2006/relationships/slide" Target="/ppt/slides/slide4.xml" Id="R0db2a86e00334f02" /><Relationship Type="http://schemas.openxmlformats.org/officeDocument/2006/relationships/slide" Target="/ppt/slides/slide5.xml" Id="R76e0471a1ee54f58" /><Relationship Type="http://schemas.openxmlformats.org/officeDocument/2006/relationships/slide" Target="/ppt/slides/slide6.xml" Id="Rb9e420b188c64517" /><Relationship Type="http://schemas.openxmlformats.org/officeDocument/2006/relationships/slide" Target="/ppt/slides/slide7.xml" Id="R4ebf1ae9a2544266" /><Relationship Type="http://schemas.openxmlformats.org/officeDocument/2006/relationships/slide" Target="/ppt/slides/slide8.xml" Id="Rc22785d42b754617" /><Relationship Type="http://schemas.openxmlformats.org/officeDocument/2006/relationships/slide" Target="/ppt/slides/slide9.xml" Id="R908d93f863e3419e" /><Relationship Type="http://schemas.openxmlformats.org/officeDocument/2006/relationships/slide" Target="/ppt/slides/slide10.xml" Id="Raab159d86e7f4143" /><Relationship Type="http://schemas.openxmlformats.org/officeDocument/2006/relationships/slide" Target="/ppt/slides/slide11.xml" Id="R31b1a161cc724938" /><Relationship Type="http://schemas.openxmlformats.org/officeDocument/2006/relationships/slide" Target="/ppt/slides/slide12.xml" Id="R6797367874bb4ca3" /><Relationship Type="http://schemas.openxmlformats.org/officeDocument/2006/relationships/slide" Target="/ppt/slides/slide13.xml" Id="R4d74cc7e879a488b" /><Relationship Type="http://schemas.openxmlformats.org/officeDocument/2006/relationships/slide" Target="/ppt/slides/slide14.xml" Id="Rf2cceb5a16c9463c" /><Relationship Type="http://schemas.openxmlformats.org/officeDocument/2006/relationships/slide" Target="/ppt/slides/slide15.xml" Id="Re7ab8c1a87c24d5a" /><Relationship Type="http://schemas.openxmlformats.org/officeDocument/2006/relationships/slide" Target="/ppt/slides/slide16.xml" Id="Raf5a67c2896f4bd0" /><Relationship Type="http://schemas.openxmlformats.org/officeDocument/2006/relationships/slide" Target="/ppt/slides/slide17.xml" Id="R0fe241e8e8cb4a8d" /><Relationship Type="http://schemas.openxmlformats.org/officeDocument/2006/relationships/slide" Target="/ppt/slides/slide18.xml" Id="Racec1e859c7f41a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9cf659162244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7e1085d7f144b4" /><Relationship Type="http://schemas.openxmlformats.org/officeDocument/2006/relationships/notesMaster" Target="/ppt/notesMasters/notesMaster1.xml" Id="Red66c9972bf14b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82b3e1b1db4f85" /><Relationship Type="http://schemas.openxmlformats.org/officeDocument/2006/relationships/notesMaster" Target="/ppt/notesMasters/notesMaster1.xml" Id="R3177e22340534f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30cd4e298d3440d" /><Relationship Type="http://schemas.openxmlformats.org/officeDocument/2006/relationships/notesMaster" Target="/ppt/notesMasters/notesMaster1.xml" Id="Re4e1831dfb0b4cc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230057138fb4f17" /><Relationship Type="http://schemas.openxmlformats.org/officeDocument/2006/relationships/notesMaster" Target="/ppt/notesMasters/notesMaster1.xml" Id="R01ac7b2d68ce49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f9b59e9d664199" /><Relationship Type="http://schemas.openxmlformats.org/officeDocument/2006/relationships/notesMaster" Target="/ppt/notesMasters/notesMaster1.xml" Id="Rd8f98c0886e1405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79e2fe8ce9404a" /><Relationship Type="http://schemas.openxmlformats.org/officeDocument/2006/relationships/notesMaster" Target="/ppt/notesMasters/notesMaster1.xml" Id="R5d0f64d56b94406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3b4021d1424307" /><Relationship Type="http://schemas.openxmlformats.org/officeDocument/2006/relationships/notesMaster" Target="/ppt/notesMasters/notesMaster1.xml" Id="Ra03840ffee9d460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9eed4589c2940e8" /><Relationship Type="http://schemas.openxmlformats.org/officeDocument/2006/relationships/notesMaster" Target="/ppt/notesMasters/notesMaster1.xml" Id="R9f00f969c7944e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9411b8e7c94a62" /><Relationship Type="http://schemas.openxmlformats.org/officeDocument/2006/relationships/notesMaster" Target="/ppt/notesMasters/notesMaster1.xml" Id="R472d1b4861e54c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0f96514bbd4cb9" /><Relationship Type="http://schemas.openxmlformats.org/officeDocument/2006/relationships/notesMaster" Target="/ppt/notesMasters/notesMaster1.xml" Id="R1bfab7f0100b41c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ec7d76f88e42f5" /><Relationship Type="http://schemas.openxmlformats.org/officeDocument/2006/relationships/notesMaster" Target="/ppt/notesMasters/notesMaster1.xml" Id="R01030ca7d60048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922642d4f0545bf" /><Relationship Type="http://schemas.openxmlformats.org/officeDocument/2006/relationships/notesMaster" Target="/ppt/notesMasters/notesMaster1.xml" Id="R66710cc6d8e84e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c36dd4d7c2487e" /><Relationship Type="http://schemas.openxmlformats.org/officeDocument/2006/relationships/notesMaster" Target="/ppt/notesMasters/notesMaster1.xml" Id="Rbea4379a1ec346a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019bb07a63f48ef" /><Relationship Type="http://schemas.openxmlformats.org/officeDocument/2006/relationships/notesMaster" Target="/ppt/notesMasters/notesMaster1.xml" Id="Rc61a32c21f5849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ac9750d2fb4590" /><Relationship Type="http://schemas.openxmlformats.org/officeDocument/2006/relationships/notesMaster" Target="/ppt/notesMasters/notesMaster1.xml" Id="Rbb54a6096b5549b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e8d2ea8d08146e7" /><Relationship Type="http://schemas.openxmlformats.org/officeDocument/2006/relationships/notesMaster" Target="/ppt/notesMasters/notesMaster1.xml" Id="R49b27ac43c9140f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818c63793ac4487" /><Relationship Type="http://schemas.openxmlformats.org/officeDocument/2006/relationships/notesMaster" Target="/ppt/notesMasters/notesMaster1.xml" Id="R03a33ebe48ae46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8f8dc9e8cc4852" /><Relationship Type="http://schemas.openxmlformats.org/officeDocument/2006/relationships/notesMaster" Target="/ppt/notesMasters/notesMaster1.xml" Id="R6153e7034aba4f5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정당한 이유로 바뀌면 작업 Workflow도 함께 바뀔까?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실제 graypipe 이력과 별개인 가상 사례임을 먼저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현재 기준의 단위+통합 테스트와 오른쪽 재사용 Workflow의 단위 테스트 지시를 대조한다.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/ DEC-0021 / BEAT-038–039 / CONCEPTUAL. 단위+통합 테스트 가상 설정은 발표용 Pilot에 대한 최신 사용자 승인으로 확정됐다. 실제 Repository 이력이나 Trial 근거가 추가된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production/ACT_4.pptx의 S57와 production/preview/act4/S57.png 개념 도식을 사용한다. 구체적 명령·Runner 구현·테스트 수·실행 캡처를 추가하지 않는다. 현재 기준과 이전 Workflow 지시를 차례로 가리킨다.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보이는 실패 지점과 실제 원인 Layer는 항상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관찰·원인·변경·평가가 연결될 때 이를 어떤 Engineering 관점으로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“Feedback이 언제 Engineering이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실행과 관찰의 질문을 구분한다. 앞의 가상 사례에서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표기를 바꾸어 실제 교육 제작 기록에서의 별도 Loop를 살펴본다.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“이번에는 실제 제작 과정에서 무슨 일이 있었나?”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원리를 C++ Vision Project에 옮기면 무엇을 확인할까?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Case)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첫 두 행을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기능 계약 행에서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행을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BEAT-059 / TRANS-012  ·  teaching transfer, not observed C++ incident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화면과 speaker-led highlighting을 사용한다. 화면에는 세 확인 대상과 성찰 질문을 두고, 20분 운영표는 Notes에만 둔다. Live 프로젝트·제품 실행·애니메이션 의존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기능이 아니라, 처음의 문제에서 Loop까지 이어진 Story를 다시 연결해 보겠습니다.”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행의 질문 안에서 강사가 짧게 해설한다.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aa0e1768743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88d482284e4b8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3719f651ff4f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f2ce49d02429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f4f953b3da46b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cf54057cf46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2E43BD-18DA-4D95-B5BA-9932A42439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0D624ED-4002-40D3-B755-500D92A3089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1C4AD2B-9686-42BF-A4CE-C652FFDFB9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C7803C0-7783-4FCE-85BB-1C2368257B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3F19A7B-4688-4AB5-AB94-8DBCC76C1C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F6EFC26-93CF-43C8-8396-3EDD8876CB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432808E-B277-4BC6-A59B-34FBEA7885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1F2609D-1033-45CE-B8D3-47719CF22C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25C36F-D4AB-40A0-99E0-8C369F499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EB6B7E6-001D-4159-880C-0C37C3A5D9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9c59b1d5a94ee0" /><Relationship Type="http://schemas.openxmlformats.org/officeDocument/2006/relationships/slideLayout" Target="/ppt/slideLayouts/slideLayout1.xml" Id="Rf1890fcc7e8c4b9d" /><Relationship Type="http://schemas.openxmlformats.org/officeDocument/2006/relationships/slideLayout" Target="/ppt/slideLayouts/slideLayout2.xml" Id="Rf9c0e978194e4f0f" /><Relationship Type="http://schemas.openxmlformats.org/officeDocument/2006/relationships/slideLayout" Target="/ppt/slideLayouts/slideLayout3.xml" Id="Ra0b7f9801cf4425a" /><Relationship Type="http://schemas.openxmlformats.org/officeDocument/2006/relationships/slideLayout" Target="/ppt/slideLayouts/slideLayout4.xml" Id="R1a6ea3911ad04eca" /><Relationship Type="http://schemas.openxmlformats.org/officeDocument/2006/relationships/slideLayout" Target="/ppt/slideLayouts/slideLayout5.xml" Id="R9f1752eb64c940fb" /><Relationship Type="http://schemas.openxmlformats.org/officeDocument/2006/relationships/slideLayout" Target="/ppt/slideLayouts/slideLayout6.xml" Id="R5acc0198a80f46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890fcc7e8c4b9d"/>
    <p:sldLayoutId xmlns:r="http://schemas.openxmlformats.org/officeDocument/2006/relationships" id="2147483650" r:id="Rf9c0e978194e4f0f"/>
    <p:sldLayoutId xmlns:r="http://schemas.openxmlformats.org/officeDocument/2006/relationships" id="2147483651" r:id="Ra0b7f9801cf4425a"/>
    <p:sldLayoutId xmlns:r="http://schemas.openxmlformats.org/officeDocument/2006/relationships" id="2147483652" r:id="R1a6ea3911ad04eca"/>
    <p:sldLayoutId xmlns:r="http://schemas.openxmlformats.org/officeDocument/2006/relationships" id="2147483653" r:id="R9f1752eb64c940fb"/>
    <p:sldLayoutId xmlns:r="http://schemas.openxmlformats.org/officeDocument/2006/relationships" id="2147483654" r:id="R5acc0198a80f46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6a3fdeeef7423e" /><Relationship Type="http://schemas.openxmlformats.org/officeDocument/2006/relationships/notesSlide" Target="/ppt/notesSlides/notesSlide1.xml" Id="Rded266c7fc5442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2a0c06e9b34a28" /><Relationship Type="http://schemas.openxmlformats.org/officeDocument/2006/relationships/notesSlide" Target="/ppt/notesSlides/notesSlide2.xml" Id="Rd977a708560d4f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d409ed1e84447c" /><Relationship Type="http://schemas.openxmlformats.org/officeDocument/2006/relationships/notesSlide" Target="/ppt/notesSlides/notesSlide3.xml" Id="R46efc6226a7948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ee51596dfa4eb4" /><Relationship Type="http://schemas.openxmlformats.org/officeDocument/2006/relationships/notesSlide" Target="/ppt/notesSlides/notesSlide4.xml" Id="Rd79fb17469734ed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70771d73914455" /><Relationship Type="http://schemas.openxmlformats.org/officeDocument/2006/relationships/notesSlide" Target="/ppt/notesSlides/notesSlide5.xml" Id="Rba92dc3bce3240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98bf2c19af448f" /><Relationship Type="http://schemas.openxmlformats.org/officeDocument/2006/relationships/notesSlide" Target="/ppt/notesSlides/notesSlide6.xml" Id="R8bee5e2a4e524e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6bb5e91b7f4bd4" /><Relationship Type="http://schemas.openxmlformats.org/officeDocument/2006/relationships/notesSlide" Target="/ppt/notesSlides/notesSlide7.xml" Id="Re694339ed51545e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1dad3e08fc41cf" /><Relationship Type="http://schemas.openxmlformats.org/officeDocument/2006/relationships/notesSlide" Target="/ppt/notesSlides/notesSlide8.xml" Id="Rf0dd7ea14d8548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aaeed1de6e45c2" /><Relationship Type="http://schemas.openxmlformats.org/officeDocument/2006/relationships/notesSlide" Target="/ppt/notesSlides/notesSlide9.xml" Id="Rae18b013935d46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f1ba1ff07b432d" /><Relationship Type="http://schemas.openxmlformats.org/officeDocument/2006/relationships/notesSlide" Target="/ppt/notesSlides/notesSlide10.xml" Id="R9d7a2934d4e0415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47faa327a4b80" /><Relationship Type="http://schemas.openxmlformats.org/officeDocument/2006/relationships/notesSlide" Target="/ppt/notesSlides/notesSlide11.xml" Id="R08dd335d7a294e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7d4c4345224fa8" /><Relationship Type="http://schemas.openxmlformats.org/officeDocument/2006/relationships/notesSlide" Target="/ppt/notesSlides/notesSlide12.xml" Id="Rce44974e6dfe4b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acf03a5e0442b2" /><Relationship Type="http://schemas.openxmlformats.org/officeDocument/2006/relationships/notesSlide" Target="/ppt/notesSlides/notesSlide13.xml" Id="R1f8024b1da85472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a6c751f55847fd" /><Relationship Type="http://schemas.openxmlformats.org/officeDocument/2006/relationships/notesSlide" Target="/ppt/notesSlides/notesSlide14.xml" Id="Re9457c1b3800434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c7d9491af84217" /><Relationship Type="http://schemas.openxmlformats.org/officeDocument/2006/relationships/notesSlide" Target="/ppt/notesSlides/notesSlide15.xml" Id="R342887b921764e5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db913e8294d93" /><Relationship Type="http://schemas.openxmlformats.org/officeDocument/2006/relationships/notesSlide" Target="/ppt/notesSlides/notesSlide16.xml" Id="Rffa7ce4458904d7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6148db4a914a66" /><Relationship Type="http://schemas.openxmlformats.org/officeDocument/2006/relationships/notesSlide" Target="/ppt/notesSlides/notesSlide17.xml" Id="Rc39ea6df51a149d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a7a6670cfa4a1e" /><Relationship Type="http://schemas.openxmlformats.org/officeDocument/2006/relationships/notesSlide" Target="/ppt/notesSlides/notesSlide18.xml" Id="Rcbd46c482c3140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648D9969-B05D-471D-9696-38BFA6C8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6DAD2D45-0BA1-434D-964B-C3BEC2EE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FD767F44-4004-4962-94C3-D3DE4450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75F3FE-14EA-497B-85D5-F41B2405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4F2D167B-B11E-47AD-BC2B-D19E54B2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956C27BD-9C7C-4302-BF9C-8141ECC2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20AD0F4E-628E-476E-A973-BCD2A92B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9C776-5B57-48A1-897E-B793F216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7D78F9DA-3093-428C-9ED5-6EC4601D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C8ED0F-E631-4C31-9146-50BF4361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80FE4B73-3D94-429C-BC64-8125A7B4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6837B-650A-40F8-86AC-8CAAAFE8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41B24816-F86D-46F8-8E10-42E99CE6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A327DC8D-3AC0-44C2-9BB2-931C84200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259CC5BB-F872-4C3C-96AD-F05F6E71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16EF3D86-E233-4365-BCCD-C20375152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08EDEEF9-8809-44C1-85BC-B99D656C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</p:spTree>
    <p:extLst>
      <p:ext uri="{BB962C8B-B14F-4D97-AF65-F5344CB8AC3E}">
        <p14:creationId xmlns:p14="http://schemas.microsoft.com/office/powerpoint/2010/main" val="203646170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B188D1BA-F4B3-4BA2-A0D0-0D8BFF61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8724C301-270C-4DC5-B4F4-5BEFEC58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3CD109B8-7C64-4A8D-B594-F3ACD366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16FFF-CCA7-4B64-8387-7A5E9351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4C4B0A01-EBA7-4DD8-B28B-A4A83B6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8D814486-E49A-4EBA-BBD8-018AC787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48841EB0-DF09-4D96-BCB0-51949396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81E9BF15-3977-4198-87EB-62DDE1139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42054DBE-62FD-404B-9424-70F397C4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AC2561-45F8-414D-96DE-D1E4B839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807CD-385F-4542-B4E0-26E103E3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05ACDB03-D0FC-4BF2-A6D6-959F2BC8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625E3DE7-239B-44D5-B9C1-0E4CA8EC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FF7F4EE4-4862-461B-BBDA-356188C1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8E79C340-2B5B-4B92-A910-090E5E64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</p:spTree>
    <p:extLst>
      <p:ext uri="{BB962C8B-B14F-4D97-AF65-F5344CB8AC3E}">
        <p14:creationId xmlns:p14="http://schemas.microsoft.com/office/powerpoint/2010/main" val="16619953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CF3CF175-D445-41E2-97CB-06EFD1CB0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7ACA12F2-6623-444F-9B9A-DFA887F2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8C18C11E-6981-4586-BFEF-843FC7AA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7B826-7DCF-4CA9-A174-70BCBCCC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BAC951A8-91BB-49F6-AA98-E77BB16F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6" name="두 지침의 범위를 비교하는 장 · Agent 실행, 테스트 누락 또는 PASS / FAIL 결과를 뜻하지 않">
            <a:extLst xmlns:a="http://schemas.openxmlformats.org/drawingml/2006/main">
              <a:ext uri="{FF2B5EF4-FFF2-40B4-BE49-F238E27FC236}">
                <a16:creationId xmlns:a16="http://schemas.microsoft.com/office/drawing/2014/main" id="{385C979F-888A-492B-8673-4CCC6655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범위를 비교하는 장 · Agent 실행, 테스트 누락 또는 PASS / FAIL 결과를 뜻하지 않음</a:t>
            </a:r>
          </a:p>
        </p:txBody>
      </p:sp>
      <p:sp>
        <p:nvSpPr>
          <p:cNvPr id="7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3EFE750E-C3D3-4085-B107-7C2B8853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8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858C7C21-4A6D-4427-928D-06CA92BC3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9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8ED2FA5D-DF14-43C1-9889-BDE1D239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982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7ECF3-3D39-4F39-9227-D5D77AD5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E79CB-3221-45F7-8567-033199F5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504A168B-8FC0-4B0D-87F9-4B4AD0AF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360BFC52-D755-4A35-A0FA-A61E63B9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C70017-F4AC-439C-995E-3E91C2F6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4953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+ 통합 테스트">
            <a:extLst xmlns:a="http://schemas.openxmlformats.org/drawingml/2006/main">
              <a:ext uri="{FF2B5EF4-FFF2-40B4-BE49-F238E27FC236}">
                <a16:creationId xmlns:a16="http://schemas.microsoft.com/office/drawing/2014/main" id="{3BC0FCC8-B698-49A7-9564-807692F5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978A6-2D2F-4C5A-978C-60619EF3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48125"/>
            <a:ext cx="4876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17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BA2AF7AF-641D-4A6D-B2A3-F8A74744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00525"/>
            <a:ext cx="4419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8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31D9CA32-CE88-4ABD-94C5-583DE902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</p:spTree>
    <p:extLst>
      <p:ext uri="{BB962C8B-B14F-4D97-AF65-F5344CB8AC3E}">
        <p14:creationId xmlns:p14="http://schemas.microsoft.com/office/powerpoint/2010/main" val="13689493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98B8A5B5-952E-4104-917F-6FF42DF6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582BEC55-3778-4C65-93E5-1FB11A58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D491C9A2-195E-4E1F-9F19-0A693236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42E7F-4DC1-4CA8-9270-C355CB85A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D7C6BE92-66F1-42D9-B5F4-34D7BE10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5FC27DDD-3B29-4322-9545-D0F6431A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9AE8BBE7-4667-48A6-9423-0E9DE296B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46B693C4-C07A-4C6C-9640-D6DA6D46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B7C1A546-8B58-4D69-AAA9-453E6D2C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0FB87-32D1-404D-A7CA-258558FE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B54C0E-D5B4-4A29-AC5E-15D93579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109645C1-06FA-4208-90A6-E752AE01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01A1BF65-D3DB-46A0-AC0A-D649EFC88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B0DC5B42-C34A-49E1-B227-8930C88A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6605010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0DD70173-9F81-403A-B26E-2D1E139C4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15135598-636A-4897-9245-2B346FF1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63E72D41-1E8A-487E-A633-F4E9D3A4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A82D0-B67E-4025-8688-93C28E7A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771E0A31-07D9-4C57-8029-8356C793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C69253E9-2FAC-4BFC-BCEC-0560503D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000C5697-071C-4925-9E70-04EC276B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6621F3-ADD1-4718-BE7C-D6BAFD56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7B956116-1FAB-4433-B83D-06291EF1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A102D25F-131B-4901-BE35-9BEE86578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8565A4-720D-473B-AA7D-B8625B0C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74F7D23D-8B63-4A0D-8A23-189B28EB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BE457508-B66F-4745-A32B-B74137928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C839B8-EFFC-4447-89DF-47A49BE8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3166CBDD-7386-4E87-81C2-38BADD6E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698B934B-C168-4560-AE31-21717B5F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75661024-430B-4DF1-9FCA-9396E33E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</p:spTree>
    <p:extLst>
      <p:ext uri="{BB962C8B-B14F-4D97-AF65-F5344CB8AC3E}">
        <p14:creationId xmlns:p14="http://schemas.microsoft.com/office/powerpoint/2010/main" val="246966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E124FDFC-D493-4C35-B9EA-21A59717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2BE54AF0-B04B-48D6-A164-37D5B728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1EC5E075-2CCC-4E35-A2CC-C2BD7BC52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28B6C-CC8B-4073-9CC7-A31C4B6F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EFA931DB-C253-491A-B191-EE7EA745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CD0B1592-33BE-4F67-8782-C2DA4172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79F5EAC0-508C-4AE6-B429-21DDAD71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0A55FE8D-9FDC-4227-B4B6-684FEDEA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9F381C-DA71-425B-A174-4DD325BCF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C4C09E7D-D8A5-4639-83E1-855921EE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DB10E113-CEC5-4B5B-A1A2-A25F17E0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4816A-F81E-47AF-8DAE-C8F3FA09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1979D835-6A1E-4F23-A623-20403DA6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F6E179C9-D226-478B-B97A-AF120E87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160A79-6D3E-4A21-93D1-3CF8BBCF0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92F21B19-A929-4A5F-AAAD-C3BA3B26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47A237FE-A830-447F-80F0-9A6A2929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145794-735C-4D11-AA61-84AE2F50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9F44E6B4-F2D9-4560-A808-DE8D49C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CB59DA0E-CF0A-4DAA-9CCA-527F5E6B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AFD5B47C-884C-47A3-8BA7-866336D3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</p:spTree>
    <p:extLst>
      <p:ext uri="{BB962C8B-B14F-4D97-AF65-F5344CB8AC3E}">
        <p14:creationId xmlns:p14="http://schemas.microsoft.com/office/powerpoint/2010/main" val="16879727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BFDE586C-EBED-450A-B87E-8F54D5495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D7A7F0B0-D42E-49BD-9A1B-6027078AE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3173C640-2C87-4DD2-AE57-F01D64B8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78506E-B1D8-4DCB-BCA0-F3C12BBD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B3DB512C-CFF1-44E5-A8D5-A5C1F119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BF483BB6-6133-44A8-8193-099DA0B8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5F621411-E188-47BF-B1EA-E9CFF8B3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FB77A61F-5816-45B0-94FD-969EA973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2A82B-2A76-40C6-87BA-64309607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29C28-1077-4F0C-8673-6792C88B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2FEA3E98-5B67-4682-8FDD-30F64F34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7B2B132B-A630-4F96-8CC1-CB79D34F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40195D8D-1B39-41F3-9999-C2A0D275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2492937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E25F0EA9-DB56-4335-B698-5212928F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C95AC4D8-4909-4FDE-8A85-3F80A8E5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4A387A7E-37BD-454B-9E3A-73103791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03217-F876-4124-827B-2546064B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5985BC25-B4EB-4E64-AF67-D8866813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E8FF8FB6-9144-4BA7-8403-25A5DEC0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38E24749-AA91-4DFD-8138-7E800586E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A01221BB-D21E-4FEE-BDF4-01AD8D4F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AB468D65-9FFE-42C2-AA64-8F41429DE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2A063-7DBE-44BE-B572-B9F3CA51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D90188-7935-486D-B34C-26257714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1ED42421-5BF0-4040-9578-F3DE9DB3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5243E6-1784-4438-BC69-35793D08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1A0829A0-03F7-409B-A74F-62C5BE33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67F191CF-21BA-404E-A947-8062535E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</p:spTree>
    <p:extLst>
      <p:ext uri="{BB962C8B-B14F-4D97-AF65-F5344CB8AC3E}">
        <p14:creationId xmlns:p14="http://schemas.microsoft.com/office/powerpoint/2010/main" val="2588704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A0B159B0-CA99-44BE-AA5C-91A6C3A3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5DDD4B45-8C72-4AAF-A1DD-87F0C9F2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2EF52626-C34B-409B-A8CD-1B22591D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5906AC-A564-4BC3-A659-9BBC7B23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74B38BC0-C964-4E04-A65D-E2245E48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7C5D4065-BA4C-41AD-AE2C-CB49DC99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01715AC3-A82A-441C-8E73-D8A308D1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3C447CDB-73EF-49F8-B74A-31673AB3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E3E82-48CE-496E-9705-074A4912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AE58F0-F335-4DCD-A20C-20C861D3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1F13F95A-9BF2-4073-B76C-69AE76F2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E10A4E99-238D-4CF6-8452-16FB6B65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DB04549D-4A73-4600-9822-223F74EC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</p:spTree>
    <p:extLst>
      <p:ext uri="{BB962C8B-B14F-4D97-AF65-F5344CB8AC3E}">
        <p14:creationId xmlns:p14="http://schemas.microsoft.com/office/powerpoint/2010/main" val="2017032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2E2EBBAC-CC79-450C-A522-ECABF2BA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D99F168B-68C8-48E0-B42C-85CF5D5E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C1CB8134-F5D7-4388-BD37-F87366DB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4792B-93DA-4B96-987D-20C8A319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A2F8F152-8383-4BC6-844D-10CC8B68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9B1D94A1-212A-4D36-A5FC-6C654AC5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780F8DBA-3838-4A0F-8AE5-B9A16271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E43D4-8664-4AA5-A793-58959BC7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9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7D641503-61FC-430B-AAB3-4C8AECA3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0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E56B5CE6-82F4-494E-9066-DD3F60E3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908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1" name="EVAL-01 · TRIAL-002">
            <a:extLst xmlns:a="http://schemas.openxmlformats.org/drawingml/2006/main">
              <a:ext uri="{FF2B5EF4-FFF2-40B4-BE49-F238E27FC236}">
                <a16:creationId xmlns:a16="http://schemas.microsoft.com/office/drawing/2014/main" id="{106C43C7-1792-470D-900F-5B526ABB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098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EVAL-01 · TRIAL-002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9AE8F-2547-402E-9636-06E5CABD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13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0C15C4DF-B771-4F3B-9969-D2C08A03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14" name="측정과 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6748DFEC-B6ED-4C44-9221-DF2C7D4EB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766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측정과 검증 범위를 유지하는가?</a:t>
            </a:r>
          </a:p>
        </p:txBody>
      </p:sp>
      <p:sp>
        <p:nvSpPr>
          <p:cNvPr id="15" name="EVAL-02 · STATE-04-PERF">
            <a:extLst xmlns:a="http://schemas.openxmlformats.org/drawingml/2006/main">
              <a:ext uri="{FF2B5EF4-FFF2-40B4-BE49-F238E27FC236}">
                <a16:creationId xmlns:a16="http://schemas.microsoft.com/office/drawing/2014/main" id="{0D2F104B-99BF-4AB6-9482-8938FD5F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EVAL-02 · STATE-04-PERF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33C0BC-5BCA-4591-9ECA-3E1799BD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84A1C688-0307-4198-9319-D635F684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1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51E1E6E6-E79B-4D1B-A04B-BC3FA060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624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19" name="EVAL-03 · 설계 사례">
            <a:extLst xmlns:a="http://schemas.openxmlformats.org/drawingml/2006/main">
              <a:ext uri="{FF2B5EF4-FFF2-40B4-BE49-F238E27FC236}">
                <a16:creationId xmlns:a16="http://schemas.microsoft.com/office/drawing/2014/main" id="{C129B16B-2268-4B2E-99E8-9823C564C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814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EVAL-03 · 설계 사례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7FA769-A0E5-4683-8F16-7B2ABCB1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1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C7E1043D-3260-4A04-924E-F52E1706A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22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210AEBA6-8103-42BC-BBB3-D4DF80CA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482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23" name="EVAL-04 · 설계 사례">
            <a:extLst xmlns:a="http://schemas.openxmlformats.org/drawingml/2006/main">
              <a:ext uri="{FF2B5EF4-FFF2-40B4-BE49-F238E27FC236}">
                <a16:creationId xmlns:a16="http://schemas.microsoft.com/office/drawing/2014/main" id="{A7F1B3D2-DEE1-42EB-ACFB-50B6D452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EVAL-04 · 설계 사례</a:t>
            </a:r>
          </a:p>
        </p:txBody>
      </p:sp>
    </p:spTree>
    <p:extLst>
      <p:ext uri="{BB962C8B-B14F-4D97-AF65-F5344CB8AC3E}">
        <p14:creationId xmlns:p14="http://schemas.microsoft.com/office/powerpoint/2010/main" val="1470375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2E3CBE60-D222-4874-B046-16CD5E25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5005AF6E-851B-4402-B372-90307BDF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FD61EF23-B883-40E8-A9C9-42D0F759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C7C04-827A-4DC6-B25C-3493D2B7B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00102B28-47A9-4C8C-BC9A-F5D9E040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E170E497-0E51-4C02-AD57-42AB2E11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8E3236D9-DA63-43B0-BFD7-DA08C4A8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5244E-99C9-4531-B7BD-94D05E63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32E2B431-E868-411E-A1B5-B863E8028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95FB2958-7454-4E30-9FDE-4EA22D3A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87E2A9-784B-40C3-A598-2B9346B4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CF1A45AE-9747-4FC8-8390-7B5CB582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6228540E-2CA0-4BB8-82A5-E0178C68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B2600-9F78-4C76-9B99-10EFF341E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A847D44F-4F70-496E-B398-EC243C61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B7D089D7-DAAB-4671-BBC6-3F9233C25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F210648D-F041-47ED-BB4E-04EAAAAF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</p:spTree>
    <p:extLst>
      <p:ext uri="{BB962C8B-B14F-4D97-AF65-F5344CB8AC3E}">
        <p14:creationId xmlns:p14="http://schemas.microsoft.com/office/powerpoint/2010/main" val="17101916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174B4B29-3188-475F-AFC4-1D53D4E2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E015A7F3-445B-4337-91B4-1FF3FBE35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B72D5B76-C99D-495B-952D-E68E8F4E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3E2B1-9A81-408A-97A1-B5E28898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D5D54766-DD98-4882-A765-54AB3C84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0C5217D2-E99A-4348-8F8E-DF25F2C3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490C8-B994-4C96-9D6C-BAB81741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행">
            <a:extLst xmlns:a="http://schemas.openxmlformats.org/drawingml/2006/main">
              <a:ext uri="{FF2B5EF4-FFF2-40B4-BE49-F238E27FC236}">
                <a16:creationId xmlns:a16="http://schemas.microsoft.com/office/drawing/2014/main" id="{AFE4825D-7B34-4023-A4F8-AB712C79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9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809019D7-0D20-4C9F-AA4D-80407981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34D4A2-5FFE-4148-A314-5A539EFB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84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38D074-B66B-41B1-853B-CEFD58EF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관찰">
            <a:extLst xmlns:a="http://schemas.openxmlformats.org/drawingml/2006/main">
              <a:ext uri="{FF2B5EF4-FFF2-40B4-BE49-F238E27FC236}">
                <a16:creationId xmlns:a16="http://schemas.microsoft.com/office/drawing/2014/main" id="{FE26214A-53AF-4211-BF22-7B1D9FB5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3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4C923258-7C85-4976-8CC0-99A2F9F0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C14490-7235-40D9-B66B-8A9F264F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441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2FC39C-4589-49E1-A5EF-89421103F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FD85AFCF-89FB-4F7E-ADF3-1438993B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17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34344EA2-6E4B-4412-B4BB-778DF817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940387-C8BE-426E-8DE8-7CD89312B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98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D59749-7AF5-4C9B-83C3-89B3F65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1F4B3201-1966-4F1C-9EFF-4089A2DB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21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CE956425-6916-403D-A8B7-15599925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81BA1B-4E97-4881-9BEE-36C4DC96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355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9CC4E2-DA8C-449E-AAF2-AA56767A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재평가">
            <a:extLst xmlns:a="http://schemas.openxmlformats.org/drawingml/2006/main">
              <a:ext uri="{FF2B5EF4-FFF2-40B4-BE49-F238E27FC236}">
                <a16:creationId xmlns:a16="http://schemas.microsoft.com/office/drawing/2014/main" id="{B9C93590-A8B1-4AA2-B6EE-C0CC6CE1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25" name="다른 작업도&#10;괜찮은가?">
            <a:extLst xmlns:a="http://schemas.openxmlformats.org/drawingml/2006/main">
              <a:ext uri="{FF2B5EF4-FFF2-40B4-BE49-F238E27FC236}">
                <a16:creationId xmlns:a16="http://schemas.microsoft.com/office/drawing/2014/main" id="{413DC45A-DDB9-4789-9853-471ACFA3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괜찮은가?</a:t>
            </a:r>
          </a:p>
        </p:txBody>
      </p:sp>
      <p:sp>
        <p:nvSpPr>
          <p:cNvPr id="26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3C0E9980-524E-4080-B506-2DB31EBB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0051388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4 · OBSERVED META / 교육자료 제작 기록">
            <a:extLst xmlns:a="http://schemas.openxmlformats.org/drawingml/2006/main">
              <a:ext uri="{FF2B5EF4-FFF2-40B4-BE49-F238E27FC236}">
                <a16:creationId xmlns:a16="http://schemas.microsoft.com/office/drawing/2014/main" id="{43729D65-ED37-4B50-9AE1-9B64E1C3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교육자료 제작 기록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3F73ACAD-4FD8-4B56-BFFF-14482E56A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89F53962-B67F-4953-8C08-CDCD7CDB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A14CC-A99D-492D-8F70-2F6A473B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B9165-67C7-41B0-899B-C1344249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59A88ECD-B1A4-4D55-B748-8B2328C59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2578D1F8-5111-40D0-85B9-AB05B7F68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02B23C31-C8DE-4FD7-901A-A5785E05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5C5C483A-06D8-4EF6-85D5-1C0C5FDBC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0" name="실행 환경">
            <a:extLst xmlns:a="http://schemas.openxmlformats.org/drawingml/2006/main">
              <a:ext uri="{FF2B5EF4-FFF2-40B4-BE49-F238E27FC236}">
                <a16:creationId xmlns:a16="http://schemas.microsoft.com/office/drawing/2014/main" id="{2DC5E321-7026-46C0-B262-872D8005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환경</a:t>
            </a:r>
          </a:p>
        </p:txBody>
      </p:sp>
      <p:sp>
        <p:nvSpPr>
          <p:cNvPr id="11" name="결과 해석">
            <a:extLst xmlns:a="http://schemas.openxmlformats.org/drawingml/2006/main">
              <a:ext uri="{FF2B5EF4-FFF2-40B4-BE49-F238E27FC236}">
                <a16:creationId xmlns:a16="http://schemas.microsoft.com/office/drawing/2014/main" id="{44283E54-D597-4C28-8F66-2CB3BC490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6BEBA-1193-4B11-8FE2-A31397FE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9D4F6-42DA-49D6-9C6E-502CC884D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1FB3FB-ABBE-4BC1-A2C8-B2D503CE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300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E0922C-C47B-40AB-A6CD-DFA4E63C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518D6C-24AE-418B-93EA-2F8A35F0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840A8DC6-20CA-4132-B0FA-BA46B00C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8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E069631A-76BB-4755-B42C-23D80F80C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9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DF06AC05-A4DB-499D-B90F-7885C71E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3009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0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60ED7058-A520-4988-A618-EDAD3532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</p:spTree>
    <p:extLst>
      <p:ext uri="{BB962C8B-B14F-4D97-AF65-F5344CB8AC3E}">
        <p14:creationId xmlns:p14="http://schemas.microsoft.com/office/powerpoint/2010/main" val="20352453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CA631221-C9E4-4318-B06F-68000C88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16C4B5C3-A60F-4788-A73A-9398DE34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8FA2FDC4-6845-4EC4-B2C0-09BD329C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E90577-7C13-4BAF-8D85-FB3B612D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31401B-A12C-4D08-B7E0-0855CA20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4E925212-7AC5-421B-8FFF-B92218A7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FDFC4A02-47A8-46FA-A3E7-6B1BEE199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175B1367-ECE9-4BBB-8356-9CF40DB1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9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4B6FC52B-301C-4253-9A96-2F021E94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D0F9A-70E4-455A-ACFE-BE5AA8BA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E92788-E0E2-4EBE-94D7-6E976EF7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EB56A210-1412-4033-8286-C0A2DF65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3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CC10522F-9311-460B-A86B-1D8334E5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4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167A7964-5DB6-46AE-8151-25E1884E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5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06E9E8DD-8EC9-4071-82F8-A1FABF85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6" name="측정된 변화와, 그 변화의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4D35F5EA-99D7-4B17-9616-AE06EF7D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측정된 변화와, 그 변화의 원인에 대한 확신을 따로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3122589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E2A5E7E9-CC58-4112-85B5-ACC06200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D9A2F4A4-E70B-4CAA-9CD1-AA998E68C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A55D64B2-08F8-4E4A-BDFA-F33C2C83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20267-1512-481E-99FB-16747787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63648-F729-4341-913D-FC664B9A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A191AECC-13D7-4429-9609-BBDD057D4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7DE2CFCD-9246-4FDE-8C7A-C1ADB2E0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이후 Trial에는 관찰된 환경 영향도 기록한다.">
            <a:extLst xmlns:a="http://schemas.openxmlformats.org/drawingml/2006/main">
              <a:ext uri="{FF2B5EF4-FFF2-40B4-BE49-F238E27FC236}">
                <a16:creationId xmlns:a16="http://schemas.microsoft.com/office/drawing/2014/main" id="{099E4586-F5D3-4B59-A456-9FE5EF8D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 Trial에는 관찰된 환경 영향도 기록한다.</a:t>
            </a:r>
          </a:p>
        </p:txBody>
      </p:sp>
      <p:sp>
        <p:nvSpPr>
          <p:cNvPr id="9" name="기존 평가의 빈틈">
            <a:extLst xmlns:a="http://schemas.openxmlformats.org/drawingml/2006/main">
              <a:ext uri="{FF2B5EF4-FFF2-40B4-BE49-F238E27FC236}">
                <a16:creationId xmlns:a16="http://schemas.microsoft.com/office/drawing/2014/main" id="{447103F9-6662-443C-877B-C52B139F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평가의 빈틈</a:t>
            </a:r>
          </a:p>
        </p:txBody>
      </p:sp>
      <p:sp>
        <p:nvSpPr>
          <p:cNvPr id="10" name="후속 기록 기준">
            <a:extLst xmlns:a="http://schemas.openxmlformats.org/drawingml/2006/main">
              <a:ext uri="{FF2B5EF4-FFF2-40B4-BE49-F238E27FC236}">
                <a16:creationId xmlns:a16="http://schemas.microsoft.com/office/drawing/2014/main" id="{6A1B1911-F522-4BA1-A6B7-7959697B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기준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7E0ED-1646-4AA6-9700-9749ACB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94941A-00BD-4AD1-8F5D-83257911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작업과 Repository 중심&#10;주변 Harness 영향 설명 부족">
            <a:extLst xmlns:a="http://schemas.openxmlformats.org/drawingml/2006/main">
              <a:ext uri="{FF2B5EF4-FFF2-40B4-BE49-F238E27FC236}">
                <a16:creationId xmlns:a16="http://schemas.microsoft.com/office/drawing/2014/main" id="{C69DE1CC-E9B2-4A76-BF1A-B52D77C1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Repository 중심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주변 Harness 영향 설명 부족</a:t>
            </a:r>
          </a:p>
        </p:txBody>
      </p:sp>
      <p:sp>
        <p:nvSpPr>
          <p:cNvPr id="14" name="관찰된 Skills · 경고 · 사용 여부&#10;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F19F3C12-7DB4-4727-B275-8E5448B5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Skills · 경고 · 사용 여부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설명할 수 있는 범위</a:t>
            </a:r>
          </a:p>
        </p:txBody>
      </p:sp>
      <p:sp>
        <p:nvSpPr>
          <p:cNvPr id="15" name="기존 결과는 PARTIAL로 보존하고, 관찰된 조건을 함께 남긴다.">
            <a:extLst xmlns:a="http://schemas.openxmlformats.org/drawingml/2006/main">
              <a:ext uri="{FF2B5EF4-FFF2-40B4-BE49-F238E27FC236}">
                <a16:creationId xmlns:a16="http://schemas.microsoft.com/office/drawing/2014/main" id="{2718FEC3-3FD4-4A34-965B-E8025D19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결과는 PARTIAL로 보존하고, 관찰된 조건을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87579392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AAC29AE5-A3FB-4874-AABD-6F4C3BA7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E68D149D-40BF-4513-B7CE-6F2AEF26E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771FE8D8-6F8E-4328-A7A9-4B44098E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D05586-43E8-45F6-BBCB-615E8783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2DA11-DE63-4405-A6DE-6E9D6AD8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26DC3AEF-4817-4A76-8D48-96843C42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290E7745-C69C-4AB0-A184-42C1E655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 · 보고와 기록의 불일치">
            <a:extLst xmlns:a="http://schemas.openxmlformats.org/drawingml/2006/main">
              <a:ext uri="{FF2B5EF4-FFF2-40B4-BE49-F238E27FC236}">
                <a16:creationId xmlns:a16="http://schemas.microsoft.com/office/drawing/2014/main" id="{BE030472-7544-4031-91B0-DEF359AD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TRIAL-007 · 보고와 기록의 불일치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262EE6-800A-4D33-B28A-883142F6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0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83FCA940-326D-4292-96FE-E3D54774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1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6933A7D3-A57F-4681-BAD3-F9C57880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0375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2" name="보존된 stderr">
            <a:extLst xmlns:a="http://schemas.openxmlformats.org/drawingml/2006/main">
              <a:ext uri="{FF2B5EF4-FFF2-40B4-BE49-F238E27FC236}">
                <a16:creationId xmlns:a16="http://schemas.microsoft.com/office/drawing/2014/main" id="{503A4D34-148B-4AF9-8441-90ADC08D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보존된 stderr</a:t>
            </a:r>
          </a:p>
        </p:txBody>
      </p:sp>
      <p:sp>
        <p:nvSpPr>
          <p:cNvPr id="13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5C72C996-52DD-4D7D-B7A5-EFCFEE60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38550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96E30-227A-4F0C-91F7-2731C46B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TRIAL-008">
            <a:extLst xmlns:a="http://schemas.openxmlformats.org/drawingml/2006/main">
              <a:ext uri="{FF2B5EF4-FFF2-40B4-BE49-F238E27FC236}">
                <a16:creationId xmlns:a16="http://schemas.microsoft.com/office/drawing/2014/main" id="{D4218BB9-8A59-4D50-A0C1-0315D6B5D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6" name="Repository Skill 호출과 Global influence를 별도 기록">
            <a:extLst xmlns:a="http://schemas.openxmlformats.org/drawingml/2006/main">
              <a:ext uri="{FF2B5EF4-FFF2-40B4-BE49-F238E27FC236}">
                <a16:creationId xmlns:a16="http://schemas.microsoft.com/office/drawing/2014/main" id="{C93983C7-1043-4348-AFBC-6BCFD62A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14875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호출과 Global influence를 별도 기록</a:t>
            </a:r>
          </a:p>
        </p:txBody>
      </p:sp>
    </p:spTree>
    <p:extLst>
      <p:ext uri="{BB962C8B-B14F-4D97-AF65-F5344CB8AC3E}">
        <p14:creationId xmlns:p14="http://schemas.microsoft.com/office/powerpoint/2010/main" val="6816495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8F659773-8D32-40BB-B7DC-19B5E93B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D127873E-06B5-43AE-9F02-418E5514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215F3A2B-7F42-4656-AA1B-B0A7F701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9EBB5C-D329-41AD-BBF2-30BCC0FE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A1938-73BA-4B0B-B77B-4CEB6A445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A9BD9954-BCB2-4382-B304-0656B5B76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BCBC5A6E-161E-412B-8E10-FE573A99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실제로 바뀐 것">
            <a:extLst xmlns:a="http://schemas.openxmlformats.org/drawingml/2006/main">
              <a:ext uri="{FF2B5EF4-FFF2-40B4-BE49-F238E27FC236}">
                <a16:creationId xmlns:a16="http://schemas.microsoft.com/office/drawing/2014/main" id="{04BFFC73-FFC4-4BDC-9859-08858690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실제로 바뀐 것</a:t>
            </a:r>
          </a:p>
        </p:txBody>
      </p:sp>
      <p:sp>
        <p:nvSpPr>
          <p:cNvPr id="9" name="아직 확인하지 못한 것">
            <a:extLst xmlns:a="http://schemas.openxmlformats.org/drawingml/2006/main">
              <a:ext uri="{FF2B5EF4-FFF2-40B4-BE49-F238E27FC236}">
                <a16:creationId xmlns:a16="http://schemas.microsoft.com/office/drawing/2014/main" id="{6B86E27A-0E27-4D6B-9A64-FD41F490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아직 확인하지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CCB542-35DB-405F-BF12-887E4A42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666C91-4CCC-45D6-AE42-F2098AB1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Trial을 평가하고&#10;보고하는 기준">
            <a:extLst xmlns:a="http://schemas.openxmlformats.org/drawingml/2006/main">
              <a:ext uri="{FF2B5EF4-FFF2-40B4-BE49-F238E27FC236}">
                <a16:creationId xmlns:a16="http://schemas.microsoft.com/office/drawing/2014/main" id="{F486071D-0AA7-49F5-8506-59DB4BAAE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Trial을 평가하고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보고하는 기준</a:t>
            </a:r>
          </a:p>
        </p:txBody>
      </p:sp>
      <p:sp>
        <p:nvSpPr>
          <p:cNvPr id="13" name="원인별 효과&#10;환경 목록의 완전성&#10;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C52C15A2-D6AB-4C84-A5BA-9D75442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4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2B38EA8E-84FA-4053-AE93-8A09DFD59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8151514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60DEA2EE-DD3D-479F-8E38-62D078E6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1910CC26-E2A1-433D-A818-1352D499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05F92355-54B0-4FC5-9933-5B3FE0866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23FC2-AE37-4EA8-8E10-50B749F6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">
            <a:extLst xmlns:a="http://schemas.openxmlformats.org/drawingml/2006/main">
              <a:ext uri="{FF2B5EF4-FFF2-40B4-BE49-F238E27FC236}">
                <a16:creationId xmlns:a16="http://schemas.microsoft.com/office/drawing/2014/main" id="{A6544C3E-D884-4B3B-AE53-69A4646D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</a:t>
            </a:r>
          </a:p>
        </p:txBody>
      </p:sp>
      <p:sp>
        <p:nvSpPr>
          <p:cNvPr id="6" name="실제 C++ 사건·성능 결과·특정 도구 사용법을 검증한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8DF85C5A-E572-4A7E-BBFC-7F04E67A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결과·특정 도구 사용법을 검증한 사례가 아니다.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BB40F80B-3DEC-49A8-9AFD-9E3D79EF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EB74C-7B9C-4082-996D-6A6A7F3A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80F7990F-6652-4258-980F-A4A93855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2419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0" name="어떤 조건에서 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CF6FDA6E-D69A-4A7B-8BB4-FA6022AC2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67050"/>
            <a:ext cx="8324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조건에서 맞던 판단인가?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5A332-A425-4E46-A855-72BA3EAB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6654DC15-01DC-48CD-8D7E-0F224B87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2419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3" name="입력과 실행 조건은 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FC5B6F07-096A-4294-8DC4-A3E3CFCD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62375"/>
            <a:ext cx="8324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입력과 실행 조건은 비교 가능한가?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CEA127-999A-46B5-8583-29044FE2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BD587FDE-FBA8-408B-AF0B-57033030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24193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16" name="성능 변화와 함께 다시 확인할 동작은?">
            <a:extLst xmlns:a="http://schemas.openxmlformats.org/drawingml/2006/main">
              <a:ext uri="{FF2B5EF4-FFF2-40B4-BE49-F238E27FC236}">
                <a16:creationId xmlns:a16="http://schemas.microsoft.com/office/drawing/2014/main" id="{64417E16-D8F0-46C6-A910-E77F8FD9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57700"/>
            <a:ext cx="83248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변화와 함께 다시 확인할 동작은?</a:t>
            </a:r>
          </a:p>
        </p:txBody>
      </p:sp>
      <p:sp>
        <p:nvSpPr>
          <p:cNvPr id="17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F953EFB9-3638-4760-AE31-327596CA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</p:spTree>
    <p:extLst>
      <p:ext uri="{BB962C8B-B14F-4D97-AF65-F5344CB8AC3E}">
        <p14:creationId xmlns:p14="http://schemas.microsoft.com/office/powerpoint/2010/main" val="247565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2026-10-18T13:43:13.4630000Z</dcterms:created>
  <dcterms:modified xsi:type="dcterms:W3CDTF">2026-10-18T13:43:13.4630000Z</dcterms:modified>
</coreProperties>
</file>