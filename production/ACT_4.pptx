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946efb91e44d4c" /><Relationship Type="http://schemas.openxmlformats.org/officeDocument/2006/relationships/extended-properties" Target="/docProps/app.xml" Id="R9e44e07447f64dd1" /><Relationship Type="http://schemas.openxmlformats.org/officeDocument/2006/relationships/officeDocument" Target="/ppt/presentation.xml" Id="R4b588e02c2fa43d9" /></Relationships>
</file>

<file path=ppt/presentation.xml><?xml version="1.0" encoding="utf-8"?>
<p:presentation xmlns:p="http://schemas.openxmlformats.org/presentationml/2006/main">
  <p:sldMasterIdLst>
    <p:sldMasterId xmlns:r="http://schemas.openxmlformats.org/officeDocument/2006/relationships" id="2147483648" r:id="R9c09d46dd65a4f18"/>
  </p:sldMasterIdLst>
  <p:notesMasterIdLst>
    <p:notesMasterId xmlns:r="http://schemas.openxmlformats.org/officeDocument/2006/relationships" r:id="Rd31e7fd4407c438a"/>
  </p:notesMasterIdLst>
  <p:sldIdLst>
    <p:sldId xmlns:r="http://schemas.openxmlformats.org/officeDocument/2006/relationships" id="256" r:id="Ra53c2d8f25e048f0"/>
    <p:sldId xmlns:r="http://schemas.openxmlformats.org/officeDocument/2006/relationships" id="257" r:id="R6040f73973fd4348"/>
    <p:sldId xmlns:r="http://schemas.openxmlformats.org/officeDocument/2006/relationships" id="258" r:id="R9abff62cec4e4779"/>
    <p:sldId xmlns:r="http://schemas.openxmlformats.org/officeDocument/2006/relationships" id="259" r:id="R5067b6d7d1b743e0"/>
    <p:sldId xmlns:r="http://schemas.openxmlformats.org/officeDocument/2006/relationships" id="260" r:id="Rcafa870f03ff495a"/>
    <p:sldId xmlns:r="http://schemas.openxmlformats.org/officeDocument/2006/relationships" id="261" r:id="Rd91711e33172406a"/>
    <p:sldId xmlns:r="http://schemas.openxmlformats.org/officeDocument/2006/relationships" id="262" r:id="R041a68d274494949"/>
    <p:sldId xmlns:r="http://schemas.openxmlformats.org/officeDocument/2006/relationships" id="263" r:id="Rea48a5bc3b8247b3"/>
    <p:sldId xmlns:r="http://schemas.openxmlformats.org/officeDocument/2006/relationships" id="264" r:id="R618d2e8014414787"/>
    <p:sldId xmlns:r="http://schemas.openxmlformats.org/officeDocument/2006/relationships" id="265" r:id="R593d6b2699b141f3"/>
    <p:sldId xmlns:r="http://schemas.openxmlformats.org/officeDocument/2006/relationships" id="266" r:id="Rc7f011ff906d4140"/>
    <p:sldId xmlns:r="http://schemas.openxmlformats.org/officeDocument/2006/relationships" id="267" r:id="R6dbcb79539824566"/>
    <p:sldId xmlns:r="http://schemas.openxmlformats.org/officeDocument/2006/relationships" id="268" r:id="R2c8848e9ba964252"/>
    <p:sldId xmlns:r="http://schemas.openxmlformats.org/officeDocument/2006/relationships" id="269" r:id="Rb4e368c0fd8b4246"/>
    <p:sldId xmlns:r="http://schemas.openxmlformats.org/officeDocument/2006/relationships" id="270" r:id="R8b1106841314404b"/>
    <p:sldId xmlns:r="http://schemas.openxmlformats.org/officeDocument/2006/relationships" id="271" r:id="R9594a3daf0cb4441"/>
    <p:sldId xmlns:r="http://schemas.openxmlformats.org/officeDocument/2006/relationships" id="272" r:id="R0ae2d0d8255041f1"/>
    <p:sldId xmlns:r="http://schemas.openxmlformats.org/officeDocument/2006/relationships" id="273" r:id="R2b05730fcc9e46b1"/>
    <p:sldId xmlns:r="http://schemas.openxmlformats.org/officeDocument/2006/relationships" id="274" r:id="Rd2da0a10e0f946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821b6413064989" /><Relationship Type="http://schemas.openxmlformats.org/officeDocument/2006/relationships/slideMaster" Target="/ppt/slideMasters/slideMaster1.xml" Id="R9c09d46dd65a4f18" /><Relationship Type="http://schemas.openxmlformats.org/officeDocument/2006/relationships/notesMaster" Target="/ppt/notesMasters/notesMaster1.xml" Id="Rd31e7fd4407c438a" /><Relationship Type="http://schemas.openxmlformats.org/officeDocument/2006/relationships/presProps" Target="/ppt/presProps.xml" Id="R37ee3c1e6b5546f3" /><Relationship Type="http://schemas.openxmlformats.org/officeDocument/2006/relationships/tableStyles" Target="/ppt/tableStyles.xml" Id="Ra7ea1390e3e14742" /><Relationship Type="http://schemas.openxmlformats.org/officeDocument/2006/relationships/slide" Target="/ppt/slides/slide1.xml" Id="Ra53c2d8f25e048f0" /><Relationship Type="http://schemas.openxmlformats.org/officeDocument/2006/relationships/slide" Target="/ppt/slides/slide2.xml" Id="R6040f73973fd4348" /><Relationship Type="http://schemas.openxmlformats.org/officeDocument/2006/relationships/slide" Target="/ppt/slides/slide3.xml" Id="R9abff62cec4e4779" /><Relationship Type="http://schemas.openxmlformats.org/officeDocument/2006/relationships/slide" Target="/ppt/slides/slide4.xml" Id="R5067b6d7d1b743e0" /><Relationship Type="http://schemas.openxmlformats.org/officeDocument/2006/relationships/slide" Target="/ppt/slides/slide5.xml" Id="Rcafa870f03ff495a" /><Relationship Type="http://schemas.openxmlformats.org/officeDocument/2006/relationships/slide" Target="/ppt/slides/slide6.xml" Id="Rd91711e33172406a" /><Relationship Type="http://schemas.openxmlformats.org/officeDocument/2006/relationships/slide" Target="/ppt/slides/slide7.xml" Id="R041a68d274494949" /><Relationship Type="http://schemas.openxmlformats.org/officeDocument/2006/relationships/slide" Target="/ppt/slides/slide8.xml" Id="Rea48a5bc3b8247b3" /><Relationship Type="http://schemas.openxmlformats.org/officeDocument/2006/relationships/slide" Target="/ppt/slides/slide9.xml" Id="R618d2e8014414787" /><Relationship Type="http://schemas.openxmlformats.org/officeDocument/2006/relationships/slide" Target="/ppt/slides/slide10.xml" Id="R593d6b2699b141f3" /><Relationship Type="http://schemas.openxmlformats.org/officeDocument/2006/relationships/slide" Target="/ppt/slides/slide11.xml" Id="Rc7f011ff906d4140" /><Relationship Type="http://schemas.openxmlformats.org/officeDocument/2006/relationships/slide" Target="/ppt/slides/slide12.xml" Id="R6dbcb79539824566" /><Relationship Type="http://schemas.openxmlformats.org/officeDocument/2006/relationships/slide" Target="/ppt/slides/slide13.xml" Id="R2c8848e9ba964252" /><Relationship Type="http://schemas.openxmlformats.org/officeDocument/2006/relationships/slide" Target="/ppt/slides/slide14.xml" Id="Rb4e368c0fd8b4246" /><Relationship Type="http://schemas.openxmlformats.org/officeDocument/2006/relationships/slide" Target="/ppt/slides/slide15.xml" Id="R8b1106841314404b" /><Relationship Type="http://schemas.openxmlformats.org/officeDocument/2006/relationships/slide" Target="/ppt/slides/slide16.xml" Id="R9594a3daf0cb4441" /><Relationship Type="http://schemas.openxmlformats.org/officeDocument/2006/relationships/slide" Target="/ppt/slides/slide17.xml" Id="R0ae2d0d8255041f1" /><Relationship Type="http://schemas.openxmlformats.org/officeDocument/2006/relationships/slide" Target="/ppt/slides/slide18.xml" Id="R2b05730fcc9e46b1" /><Relationship Type="http://schemas.openxmlformats.org/officeDocument/2006/relationships/slide" Target="/ppt/slides/slide19.xml" Id="Rd2da0a10e0f946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8a1cd86e434c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30973e487a429d" /><Relationship Type="http://schemas.openxmlformats.org/officeDocument/2006/relationships/notesMaster" Target="/ppt/notesMasters/notesMaster1.xml" Id="Rd87916647fb14e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990bb4fd564b85" /><Relationship Type="http://schemas.openxmlformats.org/officeDocument/2006/relationships/notesMaster" Target="/ppt/notesMasters/notesMaster1.xml" Id="R3a923d9fbb9e46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2d847a3f024ac0" /><Relationship Type="http://schemas.openxmlformats.org/officeDocument/2006/relationships/notesMaster" Target="/ppt/notesMasters/notesMaster1.xml" Id="R6af390e76bf2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813e9e13c34dae" /><Relationship Type="http://schemas.openxmlformats.org/officeDocument/2006/relationships/notesMaster" Target="/ppt/notesMasters/notesMaster1.xml" Id="R189925a9208f4a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df99f4ad0843ee" /><Relationship Type="http://schemas.openxmlformats.org/officeDocument/2006/relationships/notesMaster" Target="/ppt/notesMasters/notesMaster1.xml" Id="R7f32703d57a541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ae4aea5eda4e01" /><Relationship Type="http://schemas.openxmlformats.org/officeDocument/2006/relationships/notesMaster" Target="/ppt/notesMasters/notesMaster1.xml" Id="R3d668e6ff6394b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d7ea5291e24aee" /><Relationship Type="http://schemas.openxmlformats.org/officeDocument/2006/relationships/notesMaster" Target="/ppt/notesMasters/notesMaster1.xml" Id="Rc9e5b2ce612d49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f2dc2f520e4293" /><Relationship Type="http://schemas.openxmlformats.org/officeDocument/2006/relationships/notesMaster" Target="/ppt/notesMasters/notesMaster1.xml" Id="R8f555d453b204d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a5c8c05584f48fe" /><Relationship Type="http://schemas.openxmlformats.org/officeDocument/2006/relationships/notesMaster" Target="/ppt/notesMasters/notesMaster1.xml" Id="R158e813992a145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cda3c68a4142d2" /><Relationship Type="http://schemas.openxmlformats.org/officeDocument/2006/relationships/notesMaster" Target="/ppt/notesMasters/notesMaster1.xml" Id="R22d324f1aa8449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d559ebd4f674cd2" /><Relationship Type="http://schemas.openxmlformats.org/officeDocument/2006/relationships/notesMaster" Target="/ppt/notesMasters/notesMaster1.xml" Id="R4c5c01da01b746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fc846c499a44059" /><Relationship Type="http://schemas.openxmlformats.org/officeDocument/2006/relationships/notesMaster" Target="/ppt/notesMasters/notesMaster1.xml" Id="R44d9bf40f8f44a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c423db390e476f" /><Relationship Type="http://schemas.openxmlformats.org/officeDocument/2006/relationships/notesMaster" Target="/ppt/notesMasters/notesMaster1.xml" Id="R2228046e561c4a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008d1ca88d6446e" /><Relationship Type="http://schemas.openxmlformats.org/officeDocument/2006/relationships/notesMaster" Target="/ppt/notesMasters/notesMaster1.xml" Id="Rd170a8ab136943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2ee51eb2f841a2" /><Relationship Type="http://schemas.openxmlformats.org/officeDocument/2006/relationships/notesMaster" Target="/ppt/notesMasters/notesMaster1.xml" Id="R17a7dd3d43c34ae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d59a0bb9d043e3" /><Relationship Type="http://schemas.openxmlformats.org/officeDocument/2006/relationships/notesMaster" Target="/ppt/notesMasters/notesMaster1.xml" Id="R2ebd761be63048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f796f45450047e3" /><Relationship Type="http://schemas.openxmlformats.org/officeDocument/2006/relationships/notesMaster" Target="/ppt/notesMasters/notesMaster1.xml" Id="Rbcbeb59bdbbe40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567d1242ce64e52" /><Relationship Type="http://schemas.openxmlformats.org/officeDocument/2006/relationships/notesMaster" Target="/ppt/notesMasters/notesMaster1.xml" Id="Rca51cd48d72d4b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639215fa2b4b1c" /><Relationship Type="http://schemas.openxmlformats.org/officeDocument/2006/relationships/notesMaster" Target="/ppt/notesMasters/notesMaster1.xml" Id="R0cf92af01c124d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기록과 피드백으로 시스템 개선하기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S83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전체406분이다. 제목·부제만 안내하고1분에 S83로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production/preview/full/S82.png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확인한 성공을 유지하려면</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a:t>
            </a:r>
          </a:p>
          <a:p xmlns:a="http://schemas.openxmlformats.org/drawingml/2006/main">
            <a:r>
              <a:t>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a:t>
            </a:r>
          </a:p>
          <a:p xmlns:a="http://schemas.openxmlformats.org/drawingml/2006/main">
            <a:r>
              <a:t>STATE-04-PERF의 확인한 성공을 보존하고, 이번 목표를 완료하는 작업 수행 루프와 다음 작업의 방법을 개선하는 체계 개선 루프를 구분한다. 이 ACT는 반복 보정을 다음 작업이 읽을 기준으로 연결하는 데 집중한다.</a:t>
            </a:r>
          </a:p>
          <a:p xmlns:a="http://schemas.openxmlformats.org/drawingml/2006/main">
            <a:r>
              <a:t/>
            </a:r>
          </a:p>
          <a:p xmlns:a="http://schemas.openxmlformats.org/drawingml/2006/main">
            <a:r>
              <a:t>**Opening Question:**</a:t>
            </a:r>
          </a:p>
          <a:p xmlns:a="http://schemas.openxmlformats.org/drawingml/2006/main">
            <a:r>
              <a:t>이번 작업을 완료한 경험은 다음 작업의 수행 체계를 어떻게 바꿀 수 있을까?</a:t>
            </a:r>
          </a:p>
          <a:p xmlns:a="http://schemas.openxmlformats.org/drawingml/2006/main">
            <a:r>
              <a:t/>
            </a:r>
          </a:p>
          <a:p xmlns:a="http://schemas.openxmlformats.org/drawingml/2006/main">
            <a:r>
              <a:t>**Speaker Flow:**</a:t>
            </a:r>
          </a:p>
          <a:p xmlns:a="http://schemas.openxmlformats.org/drawingml/2006/main">
            <a:r>
              <a:t>1. (0:00–0:40 / Lecture) S81의 같은 보정을 되풀이하지 않으려면이라는 질문을 회수한다. 실제 밝기 통계는 출력6항목·전체11/11·같은 조건 성능 측정으로 확인한 성공이며 이후 실패나 개선을 관찰한 결과는 아니다.</a:t>
            </a:r>
          </a:p>
          <a:p xmlns:a="http://schemas.openxmlformats.org/drawingml/2006/main">
            <a:r>
              <a:t>2. (0:40–1:40 / Lecture) 위쪽 작업 수행 루프는 이번 목표를 실행·검증하고 필요한 수정 후 완료하는 범위다. 모든 실행이 반드시 수정 단계로 가는 고정 순서가 아니며 평가에 따라 완료할 수 있다고 설명한다.</a:t>
            </a:r>
          </a:p>
          <a:p xmlns:a="http://schemas.openxmlformats.org/drawingml/2006/main">
            <a:r>
              <a:t>3. (1:40–3:00 / Lecture) 아래 체계 개선 루프는 여러 실행에서 얻은 기록·사람의 보정을 재사용할 지침과 평가 기준에 연결하는 범위다. 이 ACT는 후자에 집중한다. 모델 가중치의 자동 학습이나 완전자율 운영을 뜻하지 않는다. S94에서 평가 후의 분기를 묶는다.</a:t>
            </a:r>
          </a:p>
          <a:p xmlns:a="http://schemas.openxmlformats.org/drawingml/2006/main">
            <a:r>
              <a:t>4. (3:00–4:00 / Reflection) 앞에서 고른 반복 보정 하나가 이번 요청에서만 끝나는지, 다음 작업이 읽을 기준에도 필요한지 생각하게 한다. 답변이나 실습은 요구하지 않는다. S84부터 실제 성공과 별개인 가상 사례를 시작한다.</a:t>
            </a:r>
          </a:p>
          <a:p xmlns:a="http://schemas.openxmlformats.org/drawingml/2006/main">
            <a:r>
              <a:t/>
            </a:r>
          </a:p>
          <a:p xmlns:a="http://schemas.openxmlformats.org/drawingml/2006/main">
            <a:r>
              <a:t>**Evidence / Source:**</a:t>
            </a:r>
          </a:p>
          <a:p xmlns:a="http://schemas.openxmlformats.org/drawingml/2006/main">
            <a:r>
              <a:t>STATE-04-PERF / bounded image_statistics evidence; DEC-0021/0062/0080; BEAT-037/038.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OBSERVED_PRODUCT callback이다. 기록된 task·코드·입력·runtime·host·검증 조건에 한정한다. 이후 변화/실패를 관찰한 것이 아니며 유지 문제의 질문과 실제 결과를 구분한다.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이번 일의 답을 고치는 것과 다음 일에서도 사용할 방법을 고치는 것은 범위가 다르다.</a:t>
            </a:r>
          </a:p>
          <a:p xmlns:a="http://schemas.openxmlformats.org/drawingml/2006/main">
            <a:r>
              <a:t/>
            </a:r>
          </a:p>
          <a:p xmlns:a="http://schemas.openxmlformats.org/drawingml/2006/main">
            <a:r>
              <a:t>**Advanced Insight:**</a:t>
            </a:r>
          </a:p>
          <a:p xmlns:a="http://schemas.openxmlformats.org/drawingml/2006/main">
            <a:r>
              <a:t>Inner execution control and outer system improvement overlap in practice. This course emphasizes evidence-led Harness improvement without claiming an industry-wide replacement or fully automated execution.</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N/A — Lecture/Reflection 유지. 위 첫 줄의 실제 성공 범위와 아래 교육용 두 흐름을 분리해서 짚는다. 새 실행·Demo 시간은 추가하지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a:t>
            </a:r>
          </a:p>
          <a:p xmlns:a="http://schemas.openxmlformats.org/drawingml/2006/main">
            <a:r>
              <a:t>“이번 작업을 마치는 것과 다음 작업의 방법을 바꾸는 것을 구분했습니다. 가상 사례에서 기준과 재사용 절차가 처음에는 맞았던 상태부터 보겠습니다.”</a:t>
            </a:r>
          </a:p>
          <a:p xmlns:a="http://schemas.openxmlformats.org/drawingml/2006/main">
            <a:r>
              <a:t/>
            </a:r>
          </a:p>
          <a:p xmlns:a="http://schemas.openxmlformats.org/drawingml/2006/main">
            <a:r>
              <a:t>**Time Management:**</a:t>
            </a:r>
          </a:p>
          <a:p xmlns:a="http://schemas.openxmlformats.org/drawingml/2006/main">
            <a:r>
              <a:t>Lecture3분+Reflection1분=4분 유지. 실제 성공40초, 작업 수행 루프1분, 체계 개선의 범위1분20초, 성찰1분. 4분에 가상 사례로 넘긴다. 실제 리허설 UNVERIFIED.</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처음에는 기준과 재사용 절차가 맞았다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Project는 바뀌고 Workflow는 남았다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S81의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S85와 production/preview/act4/S85.png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S85와 production/preview/act4/S85.png를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이번 요청과 다음 작업의 지침</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a:t>
            </a:r>
          </a:p>
          <a:p xmlns:a="http://schemas.openxmlformats.org/drawingml/2006/main">
            <a:r>
              <a:t>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a:t>
            </a:r>
          </a:p>
          <a:p xmlns:a="http://schemas.openxmlformats.org/drawingml/2006/main">
            <a:r>
              <a:t>현재 요청에 통합 검증을 추가해 이번 작업을 완료하도록 보정해도, 다음 작업이 읽을 재사용 지침은 자동으로 바뀌지 않는다. 다음에도 필요한 보정이라면 원인을 확인하고 체계 개선 루프의 대상으로 검토한다.</a:t>
            </a:r>
          </a:p>
          <a:p xmlns:a="http://schemas.openxmlformats.org/drawingml/2006/main">
            <a:r>
              <a:t/>
            </a:r>
          </a:p>
          <a:p xmlns:a="http://schemas.openxmlformats.org/drawingml/2006/main">
            <a:r>
              <a:t>**Opening Question:**</a:t>
            </a:r>
          </a:p>
          <a:p xmlns:a="http://schemas.openxmlformats.org/drawingml/2006/main">
            <a:r>
              <a:t>이번 요청이 완료되면, 다음 작업의 지침도 함께 바뀌었을까?</a:t>
            </a:r>
          </a:p>
          <a:p xmlns:a="http://schemas.openxmlformats.org/drawingml/2006/main">
            <a:r>
              <a:t/>
            </a:r>
          </a:p>
          <a:p xmlns:a="http://schemas.openxmlformats.org/drawingml/2006/main">
            <a:r>
              <a:t>**Speaker Flow:**</a:t>
            </a:r>
          </a:p>
          <a:p xmlns:a="http://schemas.openxmlformats.org/drawingml/2006/main">
            <a:r>
              <a:t>1. (0:00–0:50 / Case) 왼쪽 요청 상자의 통합 테스트도 확인해 줘를 읽는다. 아래 세 단계는 이렇게 이번 작업을 마칠 수 있다는 교육용 설계이며 실행·완료 기록이 아니다.</a:t>
            </a:r>
          </a:p>
          <a:p xmlns:a="http://schemas.openxmlformats.org/drawingml/2006/main">
            <a:r>
              <a:t>2. (0:50–1:50 / Case) 오른쪽 다음 작업의 Workflow에는 단위 테스트만 지시하는 가정을 비교한다. 작업 수행 루프의 완료와 체계 개선 루프에서 다룰 출처는 다르다. 요청 보정이 공통 지침에 자동 반영되지 않는다.</a:t>
            </a:r>
          </a:p>
          <a:p xmlns:a="http://schemas.openxmlformats.org/drawingml/2006/main">
            <a:r>
              <a:t>3. (1:50–3:00 / Case) 다음에도 필요한 보정인지, 원인이 이 지침인지 먼저 확인해야 한다고 회수한다. 변경이 항상 필요하거나 Workflow가 항상 정답인 것은 아니다. S87의 기록 대조로 연결한다.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a:t>
            </a:r>
          </a:p>
          <a:p xmlns:a="http://schemas.openxmlformats.org/drawingml/2006/main">
            <a:r>
              <a:t>가능한 요청 보정과 남아 있는 지침의 가상 비교다. 실제 실행·복구·누락·PASS/FAIL 결과가 아니다.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Case3분의 정적 교육용 비교. 왼쪽 요청/가능한 완료 흐름과 오른쪽 변하지 않은 지침을 비교한다. 실제 Prompt 입력창·실행·완료 기록이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a:t>
            </a:r>
          </a:p>
          <a:p xmlns:a="http://schemas.openxmlformats.org/drawingml/2006/main">
            <a:r>
              <a:t>“다음 작업에도 필요한 보정이라면 출처를 검토해야 합니다. 다만 지침이 원인인지는 어떤 기록으로 확인할까요?”</a:t>
            </a:r>
          </a:p>
          <a:p xmlns:a="http://schemas.openxmlformats.org/drawingml/2006/main">
            <a:r>
              <a:t/>
            </a:r>
          </a:p>
          <a:p xmlns:a="http://schemas.openxmlformats.org/drawingml/2006/main">
            <a:r>
              <a:t>**Time Management:**</a:t>
            </a:r>
          </a:p>
          <a:p xmlns:a="http://schemas.openxmlformats.org/drawingml/2006/main">
            <a:r>
              <a:t>Case3분 유지. 요청과 가능한 완료 흐름50초, 다음 지침과의 차이1분, 원인 확인 질문1분10초. 새 완료 결과를 만들지 않는다.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원인을 고르기 전에 확인할 기록</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S86의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S88에서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주어진 정보와 원인 가설을 나눈다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S87의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확인한 원인에 맞춰 변경 대상을 고른다</a:t>
            </a:r>
          </a:p>
          <a:p xmlns:a="http://schemas.openxmlformats.org/drawingml/2006/main">
            <a:r>
              <a:t/>
            </a:r>
          </a:p>
          <a:p xmlns:a="http://schemas.openxmlformats.org/drawingml/2006/main">
            <a:r>
              <a:t>Slide ID: S89</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S90에서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S87 2분/S76 1분 그대로이며 S89는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S89, production/preview/act4/S89.png 및 production/preview/full/S89.png.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확인된 범위만 검토하고 갱신한다</a:t>
            </a:r>
          </a:p>
          <a:p xmlns:a="http://schemas.openxmlformats.org/drawingml/2006/main">
            <a:r>
              <a:t/>
            </a:r>
          </a:p>
          <a:p xmlns:a="http://schemas.openxmlformats.org/drawingml/2006/main">
            <a:r>
              <a:t>Slide ID: S90</a:t>
            </a:r>
          </a:p>
          <a:p xmlns:a="http://schemas.openxmlformats.org/drawingml/2006/main">
            <a:r>
              <a:t/>
            </a:r>
          </a:p>
          <a:p xmlns:a="http://schemas.openxmlformats.org/drawingml/2006/main">
            <a:r>
              <a:t>**Working Title:**</a:t>
            </a:r>
          </a:p>
          <a:p xmlns:a="http://schemas.openxmlformats.org/drawingml/2006/main">
            <a:r>
              <a:t>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a:t>
            </a:r>
          </a:p>
          <a:p xmlns:a="http://schemas.openxmlformats.org/drawingml/2006/main">
            <a:r>
              <a:t>Workflow가 원인으로 확인됐다는 가정에서 현재 기준에 맞는 변경 후보를 만들고 검토한다. 같은 작업과 대표 작업의 재평가를 거쳐 채택·재수정을 판단하며, 파일 갱신만으로 적용을 완료했다고 보지 않는다.</a:t>
            </a:r>
          </a:p>
          <a:p xmlns:a="http://schemas.openxmlformats.org/drawingml/2006/main">
            <a:r>
              <a:t/>
            </a:r>
          </a:p>
          <a:p xmlns:a="http://schemas.openxmlformats.org/drawingml/2006/main">
            <a:r>
              <a:t>**Opening Question:**</a:t>
            </a:r>
          </a:p>
          <a:p xmlns:a="http://schemas.openxmlformats.org/drawingml/2006/main">
            <a:r>
              <a:t>지침을 고쳤다는 사실만으로 다음 작업에 적용해도 될까?</a:t>
            </a:r>
          </a:p>
          <a:p xmlns:a="http://schemas.openxmlformats.org/drawingml/2006/main">
            <a:r>
              <a:t/>
            </a:r>
          </a:p>
          <a:p xmlns:a="http://schemas.openxmlformats.org/drawingml/2006/main">
            <a:r>
              <a:t>**Speaker Flow:**</a:t>
            </a:r>
          </a:p>
          <a:p xmlns:a="http://schemas.openxmlformats.org/drawingml/2006/main">
            <a:r>
              <a:t>1. (0:00–1:00 / Lecture) 재사용 Workflow가 원인으로 확인됐다는 가정 안에서 현재 기준인 단위+통합으로 변경 후보를 만드는 범위를 짚는다. 관련 없는 규칙은 유지하고 오래된 중복도 원인과 범위가 뒷받침할 때만 정리한다.</a:t>
            </a:r>
          </a:p>
          <a:p xmlns:a="http://schemas.openxmlformats.org/drawingml/2006/main">
            <a:r>
              <a:t>2. (1:00–1:40 / Case) 갱신 담당은 후보를 수정하고 검토 담당은 원인·현재 기준·변경 범위를 확인한다. 같은 사람이 맡을 수도 있다. 마지막 채택 전 확인은 같은 작업과 대표 작업으로 재평가하고 후보를 채택할지 재수정할지 판단하는 단계다.</a:t>
            </a:r>
          </a:p>
          <a:p xmlns:a="http://schemas.openxmlformats.org/drawingml/2006/main">
            <a:r>
              <a:t>3. (1:40–2:00 / Case) 변경과 채택을 분리한다. 실제 변경·검토·재평가·채택을 관찰한 결과가 아니며 S91에서 판단에 필요한 자료를 설계한다.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a:t>
            </a:r>
          </a:p>
          <a:p xmlns:a="http://schemas.openxmlformats.org/drawingml/2006/main">
            <a:r>
              <a:t>CONCEPTUAL / TEACHING_MODEL. 원인 확인을 가정한 지침 갱신과 역할의 예시다. 실제 담당 배정·Product/Skill 변경·재평가 성공을 만들지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가상 지침 후보와 갱신/검토/채택 전 확인 역할을 정적으로 짚는다. 실제 diff·담당 배정·재평가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a:t>
            </a:r>
          </a:p>
          <a:p xmlns:a="http://schemas.openxmlformats.org/drawingml/2006/main">
            <a:r>
              <a:t>“변경 후보를 만들었다면, 어떤 기록을 보고 채택하거나 다시 수정할지 판단할까요?”</a:t>
            </a:r>
          </a:p>
          <a:p xmlns:a="http://schemas.openxmlformats.org/drawingml/2006/main">
            <a:r>
              <a:t/>
            </a:r>
          </a:p>
          <a:p xmlns:a="http://schemas.openxmlformats.org/drawingml/2006/main">
            <a:r>
              <a:t>**Time Management:**</a:t>
            </a:r>
          </a:p>
          <a:p xmlns:a="http://schemas.openxmlformats.org/drawingml/2006/main">
            <a:r>
              <a:t>Lecture1분+Case1분=2분 유지. 원인·후보 범위1분, 역할과 평가40초, 다음 확인 질문20초.</a:t>
            </a:r>
          </a:p>
          <a:p xmlns:a="http://schemas.openxmlformats.org/drawingml/2006/main">
            <a:r>
              <a:t/>
            </a:r>
          </a:p>
          <a:p xmlns:a="http://schemas.openxmlformats.org/drawingml/2006/main">
            <a:r>
              <a:t>Fallback: LOCAL STATIC ARTIFACT — production/ACT_4.pptx의 S90, production/preview/act4/S90.png 및 production/preview/full/S90.png.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변경 후보는 같은 작업의 검증 범위와 다른 작업의 불필요한 절차를 나눠 평가한다. 실행 명령·검사 로그·최종 보고를 요청/지침과 대조하고 그 근거로 채택·재수정·판단 보류를 결정하도록 설계한다.</a:t>
            </a:r>
          </a:p>
          <a:p xmlns:a="http://schemas.openxmlformats.org/drawingml/2006/main">
            <a:r>
              <a:t/>
            </a:r>
          </a:p>
          <a:p xmlns:a="http://schemas.openxmlformats.org/drawingml/2006/main">
            <a:r>
              <a:t>**Opening Question:**</a:t>
            </a:r>
          </a:p>
          <a:p xmlns:a="http://schemas.openxmlformats.org/drawingml/2006/main">
            <a:r>
              <a:t>무슨 기록을 확인해야 지침 변경 후보를 채택하거나 재수정할 수 있을까?</a:t>
            </a:r>
          </a:p>
          <a:p xmlns:a="http://schemas.openxmlformats.org/drawingml/2006/main">
            <a:r>
              <a:t/>
            </a:r>
          </a:p>
          <a:p xmlns:a="http://schemas.openxmlformats.org/drawingml/2006/main">
            <a:r>
              <a:t>**Speaker Flow:**</a:t>
            </a:r>
          </a:p>
          <a:p xmlns:a="http://schemas.openxmlformats.org/drawingml/2006/main">
            <a:r>
              <a:t>1. (0:00–1:00 / Lecture) S90의 변경 후보를 회수한다. 단위+통합으로 지침을 바꿨다는 가정이며 실제 변경이나 재실행은 아니다. 후보와 채택된 기준을 구분한다.</a:t>
            </a:r>
          </a:p>
          <a:p xmlns:a="http://schemas.openxmlformats.org/drawingml/2006/main">
            <a:r>
              <a:t>2. (1:00–2:20 / Case) 왼쪽 질문과 아래 기록을 연결한다. 검사 결과가 통과했다는 문장만으로 지침 수행 전체를 판단하지 않고 요청한 범위를 실제 실행 명령·검사 로그·최종 보고가 다루는지 대조하도록 설계한다.</a:t>
            </a:r>
          </a:p>
          <a:p xmlns:a="http://schemas.openxmlformats.org/drawingml/2006/main">
            <a:r>
              <a:t>3. (2:20–3:30 / Case) 오른쪽 문서 작업은 요청 범위·적용 지침·실행 기록을 비교한다. 불필요한 통합 검증이 요구되는지 확인하기 위한 평가이며 실제 낭비·실패가 발생했다는 결과는 없다.</a:t>
            </a:r>
          </a:p>
          <a:p xmlns:a="http://schemas.openxmlformats.org/drawingml/2006/main">
            <a:r>
              <a:t>4. (3:30–4:00 / Case) 충분한 근거로 채택하거나 미충족이면 재수정하고 판단 근거가 부족하면 보류한다는 선택을 회수한다. S92는 이 대조에 사용할 대표 작업의 종류를 맡는다.</a:t>
            </a:r>
          </a:p>
          <a:p xmlns:a="http://schemas.openxmlformats.org/drawingml/2006/main">
            <a:r>
              <a:t>운영 표시: 실무 적용 팁 · 검증·개선. 기존4분 안에서 설명하며 추가 실습·실행은 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질문과 아래 대조할 기록을 좌우로 짚는다. 지침 수행과 제품 검사 결과를 구분하며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“이 대조를 한 종류의 작업에만 적용하면 충분할까요? 서로 다른 위험을 확인할 대표 작업을 고르겠습니다.”</a:t>
            </a:r>
          </a:p>
          <a:p xmlns:a="http://schemas.openxmlformats.org/drawingml/2006/main">
            <a:r>
              <a:t/>
            </a:r>
          </a:p>
          <a:p xmlns:a="http://schemas.openxmlformats.org/drawingml/2006/main">
            <a:r>
              <a:t>**Time Management:**</a:t>
            </a:r>
          </a:p>
          <a:p xmlns:a="http://schemas.openxmlformats.org/drawingml/2006/main">
            <a:r>
              <a:t>Lecture1분+Case3분=4분 유지. 배경1분, 같은 작업1분20초, 다른 작업1분10초, 평가 후 선택30초. 새 평가 점수·PASS/FAIL을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대표 작업별로 요청과 실제 수행에서 대조할 기록을 정한다. 버그는 명세/검사, 성능은 측정 조건/결과, 문서는 요청 범위/불필요 절차, 리팩터링은 보존 조건/변경·검사 기록을 본다. 네 작업 모두 이 가상 변경 후 실행한 결과는 없다.</a:t>
            </a:r>
          </a:p>
          <a:p xmlns:a="http://schemas.openxmlformats.org/drawingml/2006/main">
            <a:r>
              <a:t/>
            </a:r>
          </a:p>
          <a:p xmlns:a="http://schemas.openxmlformats.org/drawingml/2006/main">
            <a:r>
              <a:t>**Opening Question:**</a:t>
            </a:r>
          </a:p>
          <a:p xmlns:a="http://schemas.openxmlformats.org/drawingml/2006/main">
            <a:r>
              <a:t>각 대표 작업에서 어떤 요청과 수행 기록을 대조할까?</a:t>
            </a:r>
          </a:p>
          <a:p xmlns:a="http://schemas.openxmlformats.org/drawingml/2006/main">
            <a:r>
              <a:t/>
            </a:r>
          </a:p>
          <a:p xmlns:a="http://schemas.openxmlformats.org/drawingml/2006/main">
            <a:r>
              <a:t>**Speaker Flow:**</a:t>
            </a:r>
          </a:p>
          <a:p xmlns:a="http://schemas.openxmlformats.org/drawingml/2006/main">
            <a:r>
              <a:t>1. (0:00–1:00 / VISUAL Demo) S91의 질문/기록 쌍을 네 종류의 작업으로 넓힌다. 표는 평가 설계이며 네 작업 모두 이 가상 Workflow 변경 후 실행 결과가 없음을 짚는다.</a:t>
            </a:r>
          </a:p>
          <a:p xmlns:a="http://schemas.openxmlformats.org/drawingml/2006/main">
            <a:r>
              <a:t>2. (1:00–2:15 / VISUAL Demo) 버그 수정은 명세와 검사 범위·결과, 성능 변경은 측정 조건과 결과·동작 확인을 대조하도록 설계한다. EVAL-01/02의 별도 과거 참고는 TRIAL-002/STATE-04-PERF이며 새 지침 평가 결과가 아니다.</a:t>
            </a:r>
          </a:p>
          <a:p xmlns:a="http://schemas.openxmlformats.org/drawingml/2006/main">
            <a:r>
              <a:t>3. (2:15–4:00 / VISUAL Demo) 문서만 수정은 요청 범위와 불필요한 검증 요구, 작은 리팩터링은 보존 조건과 변경·검사 기록을 대조한다. EVAL-03/04는 설계만 있다. 모든 작업에 같은 절차를 강요하지 않도록 선정한 서로 다른 위험이다.</a:t>
            </a:r>
          </a:p>
          <a:p xmlns:a="http://schemas.openxmlformats.org/drawingml/2006/main">
            <a:r>
              <a:t>4. (4:00–5:00 / VISUAL Demo) 고정 네 가지가 모든 프로젝트의 정답은 아니다. 변경 범위·흔한 작업·회귀 위험에 맞춰 대표 작업과 대조 근거를 고르고 평가 뒤 채택·재수정·보류로 잇는다. 실제 실행·PASS/FAIL 수치는 없다.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기존5분의 정적 Native 평가 표. 네 작업과 대조할 근거/기존 근거 상태를 읽으며 EVAL-01/02의 별도 과거 참고를 이번 지침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“문서 작업도 넣은 이유는, 한 작업을 위해 넓힌 규칙이 다른 작업을 방해할 수 있기 때문입니다.”</a:t>
            </a:r>
          </a:p>
          <a:p xmlns:a="http://schemas.openxmlformats.org/drawingml/2006/main">
            <a:r>
              <a:t/>
            </a:r>
          </a:p>
          <a:p xmlns:a="http://schemas.openxmlformats.org/drawingml/2006/main">
            <a:r>
              <a:t>**Time Management:**</a:t>
            </a:r>
          </a:p>
          <a:p xmlns:a="http://schemas.openxmlformats.org/drawingml/2006/main">
            <a:r>
              <a:t>기존 VISUAL Demo5분 유지. 평가 설계1분, 버그/성능1분15초, 문서/리팩터링1분45초, 선정·판단 기준1분. 실제 네 EVAL 실행 없음.</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S92의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S89의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“평가에서 기준을 충족했는지, 수정이 필요한지, 판단할 근거가 부족한지에 따라 다음 행동을 어떻게 고를까요?”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S89의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평가한 뒤, 다음 행동을 결정한다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평가한 뒤, 다음 행동을 결정한다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체계 개선은 실행→관찰→원인 판단→변경 후보→재평가를 근거로 연결한다. 평가 뒤 기준 충족은 완료/채택, 수정 가능하면 재시도, 근거 부족이나 반복·시간·비용 한도 도달은 중단/사람 확인으로 나누며 검토된 체계만 다음 작업에 적용한다. 매 실행마다 Harness를 바꿀 필요는 없다.</a:t>
            </a:r>
          </a:p>
          <a:p xmlns:a="http://schemas.openxmlformats.org/drawingml/2006/main">
            <a:r>
              <a:t/>
            </a:r>
          </a:p>
          <a:p xmlns:a="http://schemas.openxmlformats.org/drawingml/2006/main">
            <a:r>
              <a:t>**Opening Question:**</a:t>
            </a:r>
          </a:p>
          <a:p xmlns:a="http://schemas.openxmlformats.org/drawingml/2006/main">
            <a:r>
              <a:t>평가한 결과에 따라 언제 다시 시도하고, 언제 끝내거나 사람에게 넘길까?</a:t>
            </a:r>
          </a:p>
          <a:p xmlns:a="http://schemas.openxmlformats.org/drawingml/2006/main">
            <a:r>
              <a:t/>
            </a:r>
          </a:p>
          <a:p xmlns:a="http://schemas.openxmlformats.org/drawingml/2006/main">
            <a:r>
              <a:t>**Speaker Flow:**</a:t>
            </a:r>
          </a:p>
          <a:p xmlns:a="http://schemas.openxmlformats.org/drawingml/2006/main">
            <a:r>
              <a:t>1. (0:00–2:00 / Lecture, R1) S83의 두 범위를 회수한다. 작업 수행 루프는 이번 목표의 실행·검증·필요한 수정·완료를, 체계 개선 루프는 실행 기록과 보정을 다음 작업의 수행 체계로 연결한다. 위5단계는 후자의 교육용 모델이며 매 실행마다 시스템을 바꾸라는 고정 명령이 아니다.</a:t>
            </a:r>
          </a:p>
          <a:p xmlns:a="http://schemas.openxmlformats.org/drawingml/2006/main">
            <a:r>
              <a:t>2. (2:00–4:00 / Lecture, R2) 실행 기록을 현재 기준과 대조하고 원인 가설과 확인한 내용을 구분한다. 근거가 있는 범위에서만 변경 후보를 만들고 같은 작업·대표 작업으로 재평가한다. 판단 자료가 부족하면 원인 확인과 변경을 서두르지 않는다.</a:t>
            </a:r>
          </a:p>
          <a:p xmlns:a="http://schemas.openxmlformats.org/drawingml/2006/main">
            <a:r>
              <a:t>3. (4:00–5:30 / Lecture, R3) 왼쪽 기준 충족→완료·채택을 읽는다. 작업 목표 충족은 해당 작업을 끝내는 판단이며 체계 개선에서는 검토한 변경만 다음 작업의 지침/검증 기준에 반영한다. 기존 방식이 충분하면 유지하고 불필요한 Harness 변경을 하지 않는다.</a:t>
            </a:r>
          </a:p>
          <a:p xmlns:a="http://schemas.openxmlformats.org/drawingml/2006/main">
            <a:r>
              <a:t>4. (5:30–7:00 / Lecture, R4) 가운데 미충족·수정 가능→수정 후 재시도를 읽는다. 원인과 후보 범위를 다시 보고 무엇을 바꿨고 무엇을 확인했는지 남겨 재평가한다. 실패할 때마다 새 규칙을 무조건 추가하지 않는다.</a:t>
            </a:r>
          </a:p>
          <a:p xmlns:a="http://schemas.openxmlformats.org/drawingml/2006/main">
            <a:r>
              <a:t>5. (7:00–9:00 / Lecture, R5) 오른쪽 근거 부족·한도 도달→중단·사람 확인을 읽는다. 설계 시 반복·시간·비용 한도와 넘길 책임을 정해야 한다. 여기서는 숫자나 특정 제품의 자동 기능을 확정하지 않는다. 시도·검증 결과·미해결 사항·실행 조건을 보존해 이어받는 사람이 같은 일을 되풀이하지 않도록 설계한다.</a:t>
            </a:r>
          </a:p>
          <a:p xmlns:a="http://schemas.openxmlformats.org/drawingml/2006/main">
            <a:r>
              <a:t>6. (9:00–11:00 / VISUAL Demo) 위 단계에서 아래 세 판단으로 한 번 내려 읽는다. 완료는 다음 작업에 검토된 기준을 넘기고, 재시도는 새 기록으로 재평가하며, 중단은 기록과 남은 문제를 사람에게 넘기는 경로다. 정적 설명 도식이고 실제 자동 반복·종료·채택 결과가 아니다. 다음은 실제 제작 기록의 부분적 적용 사례다.</a:t>
            </a:r>
          </a:p>
          <a:p xmlns:a="http://schemas.openxmlformats.org/drawingml/2006/main">
            <a:r>
              <a:t/>
            </a:r>
          </a:p>
          <a:p xmlns:a="http://schemas.openxmlformats.org/drawingml/2006/main">
            <a:r>
              <a:t>**Evidence / Source:**</a:t>
            </a:r>
          </a:p>
          <a:p xmlns:a="http://schemas.openxmlformats.org/drawingml/2006/main">
            <a:r>
              <a:t>DEC-0023  ·  course operational model  ·  no product loop; DEC-0080.; DEC-0081 (presentation/operation alignment).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평가가 끝나면 무조건 또 실행하는 것이 아니라, 완료·다시 시도·멈추고 확인 중 하나를 근거로 고른다.</a:t>
            </a:r>
          </a:p>
          <a:p xmlns:a="http://schemas.openxmlformats.org/drawingml/2006/main">
            <a:r>
              <a:t/>
            </a:r>
          </a:p>
          <a:p xmlns:a="http://schemas.openxmlformats.org/drawingml/2006/main">
            <a:r>
              <a:t>**Advanced Insight:**</a:t>
            </a:r>
          </a:p>
          <a:p xmlns:a="http://schemas.openxmlformats.org/drawingml/2006/main">
            <a:r>
              <a:t>Specify feedback-dependent transitions, retained state, review responsibility and bounded retries. Neither changing the Harness on every run nor claiming that a model has learned is required.</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기존 LOOP-VISUAL2분. 위5단계에서 아래 세 조건/행동/남길 기록으로 한 번 연결한다. 재시도·완료·중단은 교육용 제어 설계이며 실제 자동 실행·종료 기록이나 새 Demo가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“이 모델에서 실제로 바뀐 것은 무엇이었을까요? 별도의 Resize 제작 기록에서 평가·보고 기준을 바꾸고도 남은 문제를 보겠습니다.”</a:t>
            </a:r>
          </a:p>
          <a:p xmlns:a="http://schemas.openxmlformats.org/drawingml/2006/main">
            <a:r>
              <a:t/>
            </a:r>
          </a:p>
          <a:p xmlns:a="http://schemas.openxmlformats.org/drawingml/2006/main">
            <a:r>
              <a:t>**Time Management:**</a:t>
            </a:r>
          </a:p>
          <a:p xmlns:a="http://schemas.openxmlformats.org/drawingml/2006/main">
            <a:r>
              <a:t>Lecture9분+기존 VISUAL Demo2분=11분 유지. 두 루프와 모델2분, 기록/원인/후보2분, 완료1분30초, 재시도1분30초, 중단·사람 확인2분, 정적 경로 회수2분. 실제11분 리허설 UNVERIFIED.</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S76–S80를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S96은 결과와 원인 해석의 구분, S97는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S66의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“보고 기준을 바꾼 사실과 남은 불일치를 나눠 보겠습니다. 남은 질문을 다음 개선 대상으로 넘기는 연결은 후속 제안으로 표시하겠습니다.”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S98와 production/preview/act4/S98.png를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실제 Resize 조사에서 해석 한계를 확인하고 평가·보고 기준을 바꿨으며 후속 대조에는 불일치가 남았다. 원인을 확정한 완료된 개선 성과가 아니다. 남은 불일치를 다음 원문 대조/검사 방법의 검토 대상으로 삼는 것은 후속 제안이며 미실행이다.</a:t>
            </a:r>
          </a:p>
          <a:p xmlns:a="http://schemas.openxmlformats.org/drawingml/2006/main">
            <a:r>
              <a:t/>
            </a:r>
          </a:p>
          <a:p xmlns:a="http://schemas.openxmlformats.org/drawingml/2006/main">
            <a:r>
              <a:t>**Opening Question:**</a:t>
            </a:r>
          </a:p>
          <a:p xmlns:a="http://schemas.openxmlformats.org/drawingml/2006/main">
            <a:r>
              <a:t>실제로 바뀐 기준과 아직 풀지 못한 문제는 무엇이며, 다음에 무엇을 확인할까?</a:t>
            </a:r>
          </a:p>
          <a:p xmlns:a="http://schemas.openxmlformats.org/drawingml/2006/main">
            <a:r>
              <a:t/>
            </a:r>
          </a:p>
          <a:p xmlns:a="http://schemas.openxmlformats.org/drawingml/2006/main">
            <a:r>
              <a:t>**Speaker Flow:**</a:t>
            </a:r>
          </a:p>
          <a:p xmlns:a="http://schemas.openxmlformats.org/drawingml/2006/main">
            <a:r>
              <a:t>1. (0:00–1:00 / Lecture) 위5열은 S94의 모델에 실제 기록을 대응한 것이다. Resize 조사, 전역 Skill/시작 경고, Prompt만의 효과를 분리할 수 없다는 해석 판단, 평가·보고 기준 변경, 후속 대조와 남은 불일치를 읽는다. 해석 판단은 성능 변화의 원인을 확정한 것이 아니다.</a:t>
            </a:r>
          </a:p>
          <a:p xmlns:a="http://schemas.openxmlformats.org/drawingml/2006/main">
            <a:r>
              <a:t>2. (1:00–2:00 / Case) 왼쪽 확인한 변화는 DEC-0016의 평가·보고 기준 변경이다. 오른쪽 왜 보고와 원문이 달랐을까는 남은 불일치를 다음 개선 질문으로 넘기는 제안이다. 원문 대조·검사 방법 재검토는 아직 수행한 새로운 후속 작업이 아니며 검증 성공·보고 품질 향상을 만들지 않는다.</a:t>
            </a:r>
          </a:p>
          <a:p xmlns:a="http://schemas.openxmlformats.org/drawingml/2006/main">
            <a:r>
              <a:t>3. (2:00–3:00 / Case) 이번 기록의 대조를 끝내는 것과 시스템 문제가 모두 해결되는 것은 다르다. 남은 문제·근거·범위를 보존해 다음 조사/사람의 판단에 넘기는 연결을 회수한다. 실제 기록에 없는 중단·자동 재시도·후속 수정 결과를 붙이지 않는다. 가상 GPU 업무 적용으로 연결한다.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Resize 제작 기록의5열을 읽고 확인한 변화와 다음 개선 질문(제안/미실행)을 분리한다. 후속 검토를 이미 수행했거나 시스템 문제가 해결됐다고 말하지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“확인한 변화와 남은 질문을 나눠 다음 작업으로 넘겼습니다. GPU가 바뀐 검사 업무에서도, 반복할 확인 기준을 어떻게 남기고 다시 적용할지 보겠습니다.”</a:t>
            </a:r>
          </a:p>
          <a:p xmlns:a="http://schemas.openxmlformats.org/drawingml/2006/main">
            <a:r>
              <a:t/>
            </a:r>
          </a:p>
          <a:p xmlns:a="http://schemas.openxmlformats.org/drawingml/2006/main">
            <a:r>
              <a:t>**Time Management:**</a:t>
            </a:r>
          </a:p>
          <a:p xmlns:a="http://schemas.openxmlformats.org/drawingml/2006/main">
            <a:r>
              <a:t>Lecture1분+Case2분=3분 유지. 실제 대응1분, 확인한 변화/후속 제안1분, 남길 문제와 C++ 연결1분. 성능 수치나 오류 세부 목록을 다시 강의하지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S99와 production/preview/act4/S99.png를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같은 검사 코드가 새 GPU에서 실행된다는 가정에서 기존 판단의 조건·측정 조건·동작 명세를 확인한다. 반복할 확인은 기록하고 원인·근거에 맞춰 기준 후보를 검토·갱신한 뒤 재평가해 다음 작업에 적용하도록 설계한다. 평가 결과에 따른 유지·재수정·중단 판단을 함께 회수한다.</a:t>
            </a:r>
          </a:p>
          <a:p xmlns:a="http://schemas.openxmlformats.org/drawingml/2006/main">
            <a:r>
              <a:t/>
            </a:r>
          </a:p>
          <a:p xmlns:a="http://schemas.openxmlformats.org/drawingml/2006/main">
            <a:r>
              <a:t>**Opening Question:**</a:t>
            </a:r>
          </a:p>
          <a:p xmlns:a="http://schemas.openxmlformats.org/drawingml/2006/main">
            <a:r>
              <a:t>이번에 확인한 장치·측정·명세 조건을 다음 작업에서도 쓰려면 무엇을 남겨야 할까?</a:t>
            </a:r>
          </a:p>
          <a:p xmlns:a="http://schemas.openxmlformats.org/drawingml/2006/main">
            <a:r>
              <a:t/>
            </a:r>
          </a:p>
          <a:p xmlns:a="http://schemas.openxmlformats.org/drawingml/2006/main">
            <a:r>
              <a:t>**Speaker Flow:**</a:t>
            </a:r>
          </a:p>
          <a:p xmlns:a="http://schemas.openxmlformats.org/drawingml/2006/main">
            <a:r>
              <a:t>1. (0:00–2:00 / Case) S99에서 남긴 후속 질문을 업무 적용으로 옮긴다. 같은 검사 코드가 새 GPU에서 실행된다는 가정 하나만 읽고 기존 삽화의 변경 조건을 짚는다. 실제 GPU 오류·성능 변화는 관찰한 일이 아니다.</a:t>
            </a:r>
          </a:p>
          <a:p xmlns:a="http://schemas.openxmlformats.org/drawingml/2006/main">
            <a:r>
              <a:t>2. (2:00–4:00 / Case) 오른쪽 기존 가정과 측정 조건을 본다. 예전 판단이 유효했던 조건, 입력·빌드·측정 비교 조건을 기록하도록 설계한다. 실제 장비 버전·수치·원인을 만들어 넣지 않는다.</a:t>
            </a:r>
          </a:p>
          <a:p xmlns:a="http://schemas.openxmlformats.org/drawingml/2006/main">
            <a:r>
              <a:t>3. (4:00–5:30 / Case) 장치가 달라도 지킬 출력·동작 명세를 확인한다. 이 작업의 실행·검증·필요한 수정·완료와 다음 작업의 지침 개선은 범위가 다르다고 짚는다.</a:t>
            </a:r>
          </a:p>
          <a:p xmlns:a="http://schemas.openxmlformats.org/drawingml/2006/main">
            <a:r>
              <a:t>4. (5:30–7:00 / Case) 하단 조건 기록→기준 검토·갱신→재평가→다음 작업 적용을 연결한다. 반복할 조건의 출처와 검토 책임을 정하고 필요한 변경 후보만 평가한다. 기준 충족이면 완료/채택, 수정 가능하면 재시도, 근거 부족·한도 도달이면 중단/사람 확인으로 이어지는 설계다. 실제 실행 결과가 아니다.</a:t>
            </a:r>
          </a:p>
          <a:p xmlns:a="http://schemas.openxmlformats.org/drawingml/2006/main">
            <a:r>
              <a:t>5. (7:00–9:00 / Reflection) 자기 업무에서 반복 확인할 조건 하나, 남길 출처·검토 책임, 다음 실행에서 무엇으로 확인할지를 생각하게 한다. 답변·파일 작성·실습은 요구하지 않는다.</a:t>
            </a:r>
          </a:p>
          <a:p xmlns:a="http://schemas.openxmlformats.org/drawingml/2006/main">
            <a:r>
              <a:t>6. (9:00–16:00 / Q&amp;A) 질문을 받는다. 없으면 Fallback의 조건 기록/평가/다음 작업 질문을 선택한다. 검증하지 않은 회사 환경이나 특정 도구의 동작을 단정하지 않는다.</a:t>
            </a:r>
          </a:p>
          <a:p xmlns:a="http://schemas.openxmlformats.org/drawingml/2006/main">
            <a:r>
              <a:t>7. (16:00–20:00 / Transition)16분에 질문을 마감한다.16–18분에는 이번 수행 루프에서 확인한 조건이 다음 작업의 체계 개선 근거가 된다는 연결을 회수한다.18–19분에는 평가 뒤 유지/재시도/중단 판단과 남길 기록을 닫는다.19–20분에는 S101 제목을 거쳐 S102의 전체 여정 회수로 넘긴다. 전체 교육 내용을 여기서 먼저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기존 가상 GPU 그림과3질문을 순서대로 짚고 하단의 다음 작업 연결로 닫는다. 같은 그림 bytes/crop/배치를 보존한다. 실제 하드웨어·Benchmark·지침 변경·재평가·적용은 수행하지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“이번 목표를 검증해 마치는 루프와, 그 경험을 다음 작업의 체계로 돌리는 루프를 구분했습니다. 이제 S101을 거쳐 S102에서 전체 여정을 연결하겠습니다.”</a:t>
            </a:r>
          </a:p>
          <a:p xmlns:a="http://schemas.openxmlformats.org/drawingml/2006/main">
            <a:r>
              <a:t/>
            </a:r>
          </a:p>
          <a:p xmlns:a="http://schemas.openxmlformats.org/drawingml/2006/main">
            <a:r>
              <a:t>**Time Management:**</a:t>
            </a:r>
          </a:p>
          <a:p xmlns:a="http://schemas.openxmlformats.org/drawingml/2006/main">
            <a:r>
              <a:t>Case7→Reflection2→Q&amp;A7→Transition4=20분 유지. Case는2+2+1.5+1.5분,7분에 성찰,9분에 질의,16분에 질문 마감,20분에 ACT5로 넘긴다. 실제20분 리허설 UNVERIFIED.</a:t>
            </a:r>
          </a:p>
          <a:p xmlns:a="http://schemas.openxmlformats.org/drawingml/2006/main">
            <a:r>
              <a:t/>
            </a:r>
          </a:p>
          <a:p xmlns:a="http://schemas.openxmlformats.org/drawingml/2006/main">
            <a:r>
              <a:t>**Fallback:**</a:t>
            </a:r>
          </a:p>
          <a:p xmlns:a="http://schemas.openxmlformats.org/drawingml/2006/main">
            <a:r>
              <a:t>정적 PPT/PNG가 기본 경로다. Q&amp;A가 없으면 ①장치가 달라졌을 때 이번 판단의 어떤 조건을 기록할까요? ②변경한 검증 기준이 적절한지는 무엇으로 평가할까요? ③이 근거와 기준을 다음 작업이 읽도록 어디에 두고 누가 확인할까요?를 선택한다. 무한 반복 대신 완료/재시도/중단과 기록 인계를 회수한다. 실제 원인·명령·결과를 만들지 않는다. production/preview/act4/S100.png 및 production/preview/full/S100.png.</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7a6cabed284cc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b6718d672c4f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5cede592b440e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0c5335c0f44e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0a175858c745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6f61a1c96940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A7A292-0368-466D-B78C-D11EF5431A4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1BD29DF-D4DF-4FFF-8D16-7A16AFA9F16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40CDAA7-6FAD-4670-A3E1-A4F3A4A209E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C90CE7-89B7-4A0C-96A5-B72EC30B19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6B9EB44-7CCC-44D8-A47F-18C2A39AA7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413F161-6201-4202-B72A-1C7CB77EB4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9E6329-234D-4C0D-B0ED-F44BFF2666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7DFB873-B0D0-4081-B71A-96BEA846C99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25B107-85E0-4140-8E6F-7F25975A99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C03A5C-529C-4F95-9935-99EF1750D3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20f6793480417c" /><Relationship Type="http://schemas.openxmlformats.org/officeDocument/2006/relationships/slideLayout" Target="/ppt/slideLayouts/slideLayout1.xml" Id="Rf7a4ca4f8965484c" /><Relationship Type="http://schemas.openxmlformats.org/officeDocument/2006/relationships/slideLayout" Target="/ppt/slideLayouts/slideLayout2.xml" Id="R8604b50120a1480b" /><Relationship Type="http://schemas.openxmlformats.org/officeDocument/2006/relationships/slideLayout" Target="/ppt/slideLayouts/slideLayout3.xml" Id="Rac469c4ca9c74711" /><Relationship Type="http://schemas.openxmlformats.org/officeDocument/2006/relationships/slideLayout" Target="/ppt/slideLayouts/slideLayout4.xml" Id="R59b4acbcf00446a1" /><Relationship Type="http://schemas.openxmlformats.org/officeDocument/2006/relationships/slideLayout" Target="/ppt/slideLayouts/slideLayout5.xml" Id="Re008f7e3fd6d45d4" /><Relationship Type="http://schemas.openxmlformats.org/officeDocument/2006/relationships/slideLayout" Target="/ppt/slideLayouts/slideLayout6.xml" Id="R383c74451c3b4d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a4ca4f8965484c"/>
    <p:sldLayoutId xmlns:r="http://schemas.openxmlformats.org/officeDocument/2006/relationships" id="2147483650" r:id="R8604b50120a1480b"/>
    <p:sldLayoutId xmlns:r="http://schemas.openxmlformats.org/officeDocument/2006/relationships" id="2147483651" r:id="Rac469c4ca9c74711"/>
    <p:sldLayoutId xmlns:r="http://schemas.openxmlformats.org/officeDocument/2006/relationships" id="2147483652" r:id="R59b4acbcf00446a1"/>
    <p:sldLayoutId xmlns:r="http://schemas.openxmlformats.org/officeDocument/2006/relationships" id="2147483653" r:id="Re008f7e3fd6d45d4"/>
    <p:sldLayoutId xmlns:r="http://schemas.openxmlformats.org/officeDocument/2006/relationships" id="2147483654" r:id="R383c74451c3b4d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53b1e4033ea4fbc" /><Relationship Type="http://schemas.openxmlformats.org/officeDocument/2006/relationships/notesSlide" Target="/ppt/notesSlides/notesSlide1.xml" Id="R5ef2c7654807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22d8992dcd49cd" /><Relationship Type="http://schemas.openxmlformats.org/officeDocument/2006/relationships/notesSlide" Target="/ppt/notesSlides/notesSlide2.xml" Id="R9ac1fe6dab1248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1f136f79df46af" /><Relationship Type="http://schemas.openxmlformats.org/officeDocument/2006/relationships/notesSlide" Target="/ppt/notesSlides/notesSlide3.xml" Id="Re43f6310cb5140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e673c5ac0e4564" /><Relationship Type="http://schemas.openxmlformats.org/officeDocument/2006/relationships/notesSlide" Target="/ppt/notesSlides/notesSlide4.xml" Id="Rae34ddbc049847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e9ce86067134539" /><Relationship Type="http://schemas.openxmlformats.org/officeDocument/2006/relationships/notesSlide" Target="/ppt/notesSlides/notesSlide5.xml" Id="R5c017d40eb3e49d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b36fd2209a14aa2" /><Relationship Type="http://schemas.openxmlformats.org/officeDocument/2006/relationships/notesSlide" Target="/ppt/notesSlides/notesSlide6.xml" Id="R8824dd0860234c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450f681ae634afd" /><Relationship Type="http://schemas.openxmlformats.org/officeDocument/2006/relationships/notesSlide" Target="/ppt/notesSlides/notesSlide7.xml" Id="R05d24f3e394e49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0c38cc3970542c6" /><Relationship Type="http://schemas.openxmlformats.org/officeDocument/2006/relationships/notesSlide" Target="/ppt/notesSlides/notesSlide8.xml" Id="R5f14e52dc83e4f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b78e4b058bb4ae1" /><Relationship Type="http://schemas.openxmlformats.org/officeDocument/2006/relationships/notesSlide" Target="/ppt/notesSlides/notesSlide9.xml" Id="R978950eb836049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8268a702f7b42f9" /><Relationship Type="http://schemas.openxmlformats.org/officeDocument/2006/relationships/notesSlide" Target="/ppt/notesSlides/notesSlide10.xml" Id="R37761f37a5054f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b657350e22c4b0f" /><Relationship Type="http://schemas.openxmlformats.org/officeDocument/2006/relationships/notesSlide" Target="/ppt/notesSlides/notesSlide11.xml" Id="Ra27557aceff343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1d519907b5c4b2d" /><Relationship Type="http://schemas.openxmlformats.org/officeDocument/2006/relationships/notesSlide" Target="/ppt/notesSlides/notesSlide12.xml" Id="Rcb518d0bdd4f4d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dce955983be4aab" /><Relationship Type="http://schemas.openxmlformats.org/officeDocument/2006/relationships/notesSlide" Target="/ppt/notesSlides/notesSlide13.xml" Id="Rdd8f0baa6daa45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ad00e0d1444478b" /><Relationship Type="http://schemas.openxmlformats.org/officeDocument/2006/relationships/notesSlide" Target="/ppt/notesSlides/notesSlide14.xml" Id="R1394617fe9ee414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f350510a11e4d68" /><Relationship Type="http://schemas.openxmlformats.org/officeDocument/2006/relationships/notesSlide" Target="/ppt/notesSlides/notesSlide15.xml" Id="Rbf42b32f055d4c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bc6378e9cea4ae4" /><Relationship Type="http://schemas.openxmlformats.org/officeDocument/2006/relationships/notesSlide" Target="/ppt/notesSlides/notesSlide16.xml" Id="Re6aec7c88a9d45b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5c648de3a5d4835" /><Relationship Type="http://schemas.openxmlformats.org/officeDocument/2006/relationships/notesSlide" Target="/ppt/notesSlides/notesSlide17.xml" Id="Rcf677a9761e44ac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dc41026c4f74389" /><Relationship Type="http://schemas.openxmlformats.org/officeDocument/2006/relationships/notesSlide" Target="/ppt/notesSlides/notesSlide18.xml" Id="R17b1a1e982144af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ef4699088d44ac5" /><Relationship Type="http://schemas.openxmlformats.org/officeDocument/2006/relationships/image" Target="/ppt/media/image.png" Id="Rd2ac2153a67b4b4a" /><Relationship Type="http://schemas.openxmlformats.org/officeDocument/2006/relationships/notesSlide" Target="/ppt/notesSlides/notesSlide19.xml" Id="R99ab8164648b436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DC18E2A8-70CC-4B8A-BEA4-2C1FE10AD6D3}"/>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5703CC67-73B9-4809-B720-4B73664FB2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283DC852-F3A3-42D7-9A9A-2E00E78C0DD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176E51EB-796C-4F1F-98F4-DFE5B73C1E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EB9B9205-B906-487D-A337-B8CFE2A12037}"/>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685D5C21-F6CC-496D-BA53-62D89E5ED83A}"/>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0BED4F60-903C-4CDB-9764-9C7E3DA69B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12989241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4 · 이번 작업의 수행과 다음 작업의 체계">
            <a:extLst xmlns:a="http://schemas.openxmlformats.org/drawingml/2006/main">
              <a:ext uri="{FF2B5EF4-FFF2-40B4-BE49-F238E27FC236}">
                <a16:creationId xmlns:a16="http://schemas.microsoft.com/office/drawing/2014/main" id="{251A03C8-CAFB-4F47-921A-ECE340F811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이번 작업의 수행과 다음 작업의 체계</a:t>
            </a:r>
          </a:p>
        </p:txBody>
      </p:sp>
      <p:sp>
        <p:nvSpPr>
          <p:cNvPr id="2" name="S83">
            <a:extLst xmlns:a="http://schemas.openxmlformats.org/drawingml/2006/main">
              <a:ext uri="{FF2B5EF4-FFF2-40B4-BE49-F238E27FC236}">
                <a16:creationId xmlns:a16="http://schemas.microsoft.com/office/drawing/2014/main" id="{C9D9F8CC-5F82-4B92-A585-FEE7FBD53E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한 성공을 유지하려면">
            <a:extLst xmlns:a="http://schemas.openxmlformats.org/drawingml/2006/main">
              <a:ext uri="{FF2B5EF4-FFF2-40B4-BE49-F238E27FC236}">
                <a16:creationId xmlns:a16="http://schemas.microsoft.com/office/drawing/2014/main" id="{0F530701-331F-4A5A-81A3-FCEBA08C61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FAF469BC-7995-4157-B92D-8B5A30EF96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성공 회수 / 아래 두 루프는 이 교육의 설명 모델">
            <a:extLst xmlns:a="http://schemas.openxmlformats.org/drawingml/2006/main">
              <a:ext uri="{FF2B5EF4-FFF2-40B4-BE49-F238E27FC236}">
                <a16:creationId xmlns:a16="http://schemas.microsoft.com/office/drawing/2014/main" id="{A1CB52E1-BD9B-4132-BEAC-88CE0CAA9A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성공 회수 / 아래 두 루프는 이 교육의 설명 모델</a:t>
            </a:r>
          </a:p>
        </p:txBody>
      </p:sp>
      <p:sp>
        <p:nvSpPr>
          <p:cNvPr id="6" name="기록된 성공만 관찰됨 · 아래 흐름은 실제 후속 실행·개선 성과가 아님">
            <a:extLst xmlns:a="http://schemas.openxmlformats.org/drawingml/2006/main">
              <a:ext uri="{FF2B5EF4-FFF2-40B4-BE49-F238E27FC236}">
                <a16:creationId xmlns:a16="http://schemas.microsoft.com/office/drawing/2014/main" id="{5D8913C2-1F46-4C0F-B424-3C5258AB96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성공만 관찰됨 · 아래 흐름은 실제 후속 실행·개선 성과가 아님</a:t>
            </a:r>
          </a:p>
        </p:txBody>
      </p:sp>
      <p:sp>
        <p:nvSpPr>
          <p:cNvPr id="7" name="확인한 성공: 출력 6항목 동일 · 전체 11/11 · 같은 조건의 성능 측정">
            <a:extLst xmlns:a="http://schemas.openxmlformats.org/drawingml/2006/main">
              <a:ext uri="{FF2B5EF4-FFF2-40B4-BE49-F238E27FC236}">
                <a16:creationId xmlns:a16="http://schemas.microsoft.com/office/drawing/2014/main" id="{092E3F13-202B-43DE-978A-41E071C2B99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확인한 성공: 출력 6항목 동일 · 전체 11/11 · 같은 조건의 성능 측정</a:t>
            </a:r>
          </a:p>
        </p:txBody>
      </p:sp>
      <p:sp>
        <p:nvSpPr>
          <p:cNvPr id="8" name="작업 수행 루프">
            <a:extLst xmlns:a="http://schemas.openxmlformats.org/drawingml/2006/main">
              <a:ext uri="{FF2B5EF4-FFF2-40B4-BE49-F238E27FC236}">
                <a16:creationId xmlns:a16="http://schemas.microsoft.com/office/drawing/2014/main" id="{2E79E799-0ADD-4522-BA3F-1A942F0AF1D5}"/>
              </a:ext>
            </a:extLst>
          </p:cNvPr>
          <p:cNvSpPr>
            <a:spLocks xmlns:a="http://schemas.openxmlformats.org/drawingml/2006/main" noGrp="1"/>
          </p:cNvSpPr>
          <p:nvPr/>
        </p:nvSpPr>
        <p:spPr>
          <a:xfrm xmlns:a="http://schemas.openxmlformats.org/drawingml/2006/main">
            <a:off x="609600" y="26574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이번 목표를 완료">
            <a:extLst xmlns:a="http://schemas.openxmlformats.org/drawingml/2006/main">
              <a:ext uri="{FF2B5EF4-FFF2-40B4-BE49-F238E27FC236}">
                <a16:creationId xmlns:a16="http://schemas.microsoft.com/office/drawing/2014/main" id="{CAF59745-F25C-4E09-9E82-7C0890657D30}"/>
              </a:ext>
            </a:extLst>
          </p:cNvPr>
          <p:cNvSpPr>
            <a:spLocks xmlns:a="http://schemas.openxmlformats.org/drawingml/2006/main" noGrp="1"/>
          </p:cNvSpPr>
          <p:nvPr/>
        </p:nvSpPr>
        <p:spPr>
          <a:xfrm xmlns:a="http://schemas.openxmlformats.org/drawingml/2006/main">
            <a:off x="609600" y="3105150"/>
            <a:ext cx="2209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목표를 완료</a:t>
            </a:r>
          </a:p>
        </p:txBody>
      </p:sp>
      <p:sp>
        <p:nvSpPr>
          <p:cNvPr id="10" name="">
            <a:extLst xmlns:a="http://schemas.openxmlformats.org/drawingml/2006/main">
              <a:ext uri="{FF2B5EF4-FFF2-40B4-BE49-F238E27FC236}">
                <a16:creationId xmlns:a16="http://schemas.microsoft.com/office/drawing/2014/main" id="{12E92295-5EDC-4DD4-A244-A984095029BC}"/>
              </a:ext>
            </a:extLst>
          </p:cNvPr>
          <p:cNvSpPr>
            <a:spLocks xmlns:a="http://schemas.openxmlformats.org/drawingml/2006/main" noGrp="1"/>
          </p:cNvSpPr>
          <p:nvPr/>
        </p:nvSpPr>
        <p:spPr>
          <a:xfrm xmlns:a="http://schemas.openxmlformats.org/drawingml/2006/main">
            <a:off x="32194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72E11715-F85B-4817-BB8D-1CD09953BE0A}"/>
              </a:ext>
            </a:extLst>
          </p:cNvPr>
          <p:cNvSpPr>
            <a:spLocks xmlns:a="http://schemas.openxmlformats.org/drawingml/2006/main" noGrp="1"/>
          </p:cNvSpPr>
          <p:nvPr/>
        </p:nvSpPr>
        <p:spPr>
          <a:xfrm xmlns:a="http://schemas.openxmlformats.org/drawingml/2006/main">
            <a:off x="32194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12" name="">
            <a:extLst xmlns:a="http://schemas.openxmlformats.org/drawingml/2006/main">
              <a:ext uri="{FF2B5EF4-FFF2-40B4-BE49-F238E27FC236}">
                <a16:creationId xmlns:a16="http://schemas.microsoft.com/office/drawing/2014/main" id="{6E86040E-755A-4E9F-B552-E30BC7B8ECBF}"/>
              </a:ext>
            </a:extLst>
          </p:cNvPr>
          <p:cNvCxnSpPr/>
          <p:nvPr/>
        </p:nvCxnSpPr>
        <p:spPr>
          <a:xfrm xmlns:a="http://schemas.openxmlformats.org/drawingml/2006/main">
            <a:off x="58578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B1D8602D-E5CC-4E4F-A42E-B1C5F4A491F4}"/>
              </a:ext>
            </a:extLst>
          </p:cNvPr>
          <p:cNvSpPr>
            <a:spLocks xmlns:a="http://schemas.openxmlformats.org/drawingml/2006/main" noGrp="1"/>
          </p:cNvSpPr>
          <p:nvPr/>
        </p:nvSpPr>
        <p:spPr>
          <a:xfrm xmlns:a="http://schemas.openxmlformats.org/drawingml/2006/main">
            <a:off x="61150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검증">
            <a:extLst xmlns:a="http://schemas.openxmlformats.org/drawingml/2006/main">
              <a:ext uri="{FF2B5EF4-FFF2-40B4-BE49-F238E27FC236}">
                <a16:creationId xmlns:a16="http://schemas.microsoft.com/office/drawing/2014/main" id="{A67DCF05-3543-4A04-9581-294FDFDE25D7}"/>
              </a:ext>
            </a:extLst>
          </p:cNvPr>
          <p:cNvSpPr>
            <a:spLocks xmlns:a="http://schemas.openxmlformats.org/drawingml/2006/main" noGrp="1"/>
          </p:cNvSpPr>
          <p:nvPr/>
        </p:nvSpPr>
        <p:spPr>
          <a:xfrm xmlns:a="http://schemas.openxmlformats.org/drawingml/2006/main">
            <a:off x="61150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검증</a:t>
            </a:r>
          </a:p>
        </p:txBody>
      </p:sp>
      <p:cxnSp>
        <p:nvCxnSpPr>
          <p:cNvPr id="15" name="">
            <a:extLst xmlns:a="http://schemas.openxmlformats.org/drawingml/2006/main">
              <a:ext uri="{FF2B5EF4-FFF2-40B4-BE49-F238E27FC236}">
                <a16:creationId xmlns:a16="http://schemas.microsoft.com/office/drawing/2014/main" id="{BEEA581C-C277-44E4-BCB9-478996636BB2}"/>
              </a:ext>
            </a:extLst>
          </p:cNvPr>
          <p:cNvCxnSpPr/>
          <p:nvPr/>
        </p:nvCxnSpPr>
        <p:spPr>
          <a:xfrm xmlns:a="http://schemas.openxmlformats.org/drawingml/2006/main">
            <a:off x="87534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FE220B3-733C-47DA-84E9-EB1BC5980BFC}"/>
              </a:ext>
            </a:extLst>
          </p:cNvPr>
          <p:cNvSpPr>
            <a:spLocks xmlns:a="http://schemas.openxmlformats.org/drawingml/2006/main" noGrp="1"/>
          </p:cNvSpPr>
          <p:nvPr/>
        </p:nvSpPr>
        <p:spPr>
          <a:xfrm xmlns:a="http://schemas.openxmlformats.org/drawingml/2006/main">
            <a:off x="90106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완료">
            <a:extLst xmlns:a="http://schemas.openxmlformats.org/drawingml/2006/main">
              <a:ext uri="{FF2B5EF4-FFF2-40B4-BE49-F238E27FC236}">
                <a16:creationId xmlns:a16="http://schemas.microsoft.com/office/drawing/2014/main" id="{395F0952-5489-496F-B321-A4BFD5C97921}"/>
              </a:ext>
            </a:extLst>
          </p:cNvPr>
          <p:cNvSpPr>
            <a:spLocks xmlns:a="http://schemas.openxmlformats.org/drawingml/2006/main" noGrp="1"/>
          </p:cNvSpPr>
          <p:nvPr/>
        </p:nvSpPr>
        <p:spPr>
          <a:xfrm xmlns:a="http://schemas.openxmlformats.org/drawingml/2006/main">
            <a:off x="90106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a:t>
            </a:r>
          </a:p>
        </p:txBody>
      </p:sp>
      <p:cxnSp>
        <p:nvCxnSpPr>
          <p:cNvPr id="18" name="">
            <a:extLst xmlns:a="http://schemas.openxmlformats.org/drawingml/2006/main">
              <a:ext uri="{FF2B5EF4-FFF2-40B4-BE49-F238E27FC236}">
                <a16:creationId xmlns:a16="http://schemas.microsoft.com/office/drawing/2014/main" id="{6E3E0A36-B641-4D4A-8A79-42687B001DEA}"/>
              </a:ext>
            </a:extLst>
          </p:cNvPr>
          <p:cNvCxnSpPr/>
          <p:nvPr/>
        </p:nvCxnSpPr>
        <p:spPr>
          <a:xfrm xmlns:a="http://schemas.openxmlformats.org/drawingml/2006/main">
            <a:off x="7400925" y="3124200"/>
            <a:ext cx="0" cy="20955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6D625261-F8C9-4AC0-A83F-B25BF631B3F2}"/>
              </a:ext>
            </a:extLst>
          </p:cNvPr>
          <p:cNvSpPr>
            <a:spLocks xmlns:a="http://schemas.openxmlformats.org/drawingml/2006/main" noGrp="1"/>
          </p:cNvSpPr>
          <p:nvPr/>
        </p:nvSpPr>
        <p:spPr>
          <a:xfrm xmlns:a="http://schemas.openxmlformats.org/drawingml/2006/main">
            <a:off x="4505325" y="3333750"/>
            <a:ext cx="2895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EB0DBEEF-11CE-46FC-91D8-2CA161DEC02A}"/>
              </a:ext>
            </a:extLst>
          </p:cNvPr>
          <p:cNvCxnSpPr/>
          <p:nvPr/>
        </p:nvCxnSpPr>
        <p:spPr>
          <a:xfrm xmlns:a="http://schemas.openxmlformats.org/drawingml/2006/main">
            <a:off x="4505325" y="3124200"/>
            <a:ext cx="0" cy="2095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1" name="미충족이면 수정·재검증">
            <a:extLst xmlns:a="http://schemas.openxmlformats.org/drawingml/2006/main">
              <a:ext uri="{FF2B5EF4-FFF2-40B4-BE49-F238E27FC236}">
                <a16:creationId xmlns:a16="http://schemas.microsoft.com/office/drawing/2014/main" id="{1B00A7AF-251A-46E7-92C1-4AAFF40AD002}"/>
              </a:ext>
            </a:extLst>
          </p:cNvPr>
          <p:cNvSpPr>
            <a:spLocks xmlns:a="http://schemas.openxmlformats.org/drawingml/2006/main" noGrp="1"/>
          </p:cNvSpPr>
          <p:nvPr/>
        </p:nvSpPr>
        <p:spPr>
          <a:xfrm xmlns:a="http://schemas.openxmlformats.org/drawingml/2006/main">
            <a:off x="4572000" y="3419475"/>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미충족이면 수정·재검증</a:t>
            </a:r>
          </a:p>
        </p:txBody>
      </p:sp>
      <p:sp>
        <p:nvSpPr>
          <p:cNvPr id="22" name="체계 개선 루프">
            <a:extLst xmlns:a="http://schemas.openxmlformats.org/drawingml/2006/main">
              <a:ext uri="{FF2B5EF4-FFF2-40B4-BE49-F238E27FC236}">
                <a16:creationId xmlns:a16="http://schemas.microsoft.com/office/drawing/2014/main" id="{371717B0-E164-4C8A-AE42-37A03792AD11}"/>
              </a:ext>
            </a:extLst>
          </p:cNvPr>
          <p:cNvSpPr>
            <a:spLocks xmlns:a="http://schemas.openxmlformats.org/drawingml/2006/main" noGrp="1"/>
          </p:cNvSpPr>
          <p:nvPr/>
        </p:nvSpPr>
        <p:spPr>
          <a:xfrm xmlns:a="http://schemas.openxmlformats.org/drawingml/2006/main">
            <a:off x="609600" y="41052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a:t>
            </a:r>
          </a:p>
        </p:txBody>
      </p:sp>
      <p:sp>
        <p:nvSpPr>
          <p:cNvPr id="23" name="다음에도 쓸 방법">
            <a:extLst xmlns:a="http://schemas.openxmlformats.org/drawingml/2006/main">
              <a:ext uri="{FF2B5EF4-FFF2-40B4-BE49-F238E27FC236}">
                <a16:creationId xmlns:a16="http://schemas.microsoft.com/office/drawing/2014/main" id="{604137E8-C320-4750-A0A1-2FF7E640F661}"/>
              </a:ext>
            </a:extLst>
          </p:cNvPr>
          <p:cNvSpPr>
            <a:spLocks xmlns:a="http://schemas.openxmlformats.org/drawingml/2006/main" noGrp="1"/>
          </p:cNvSpPr>
          <p:nvPr/>
        </p:nvSpPr>
        <p:spPr>
          <a:xfrm xmlns:a="http://schemas.openxmlformats.org/drawingml/2006/main">
            <a:off x="609600" y="45529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다음에도 쓸 방법</a:t>
            </a:r>
          </a:p>
        </p:txBody>
      </p:sp>
      <p:sp>
        <p:nvSpPr>
          <p:cNvPr id="24" name="">
            <a:extLst xmlns:a="http://schemas.openxmlformats.org/drawingml/2006/main">
              <a:ext uri="{FF2B5EF4-FFF2-40B4-BE49-F238E27FC236}">
                <a16:creationId xmlns:a16="http://schemas.microsoft.com/office/drawing/2014/main" id="{A7EC98FE-76BD-4270-ACC4-3E33279C7D75}"/>
              </a:ext>
            </a:extLst>
          </p:cNvPr>
          <p:cNvSpPr>
            <a:spLocks xmlns:a="http://schemas.openxmlformats.org/drawingml/2006/main" noGrp="1"/>
          </p:cNvSpPr>
          <p:nvPr/>
        </p:nvSpPr>
        <p:spPr>
          <a:xfrm xmlns:a="http://schemas.openxmlformats.org/drawingml/2006/main">
            <a:off x="32194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5" name="기록·보정">
            <a:extLst xmlns:a="http://schemas.openxmlformats.org/drawingml/2006/main">
              <a:ext uri="{FF2B5EF4-FFF2-40B4-BE49-F238E27FC236}">
                <a16:creationId xmlns:a16="http://schemas.microsoft.com/office/drawing/2014/main" id="{6BC1739B-B9BF-488E-AF1C-56A89A94D426}"/>
              </a:ext>
            </a:extLst>
          </p:cNvPr>
          <p:cNvSpPr>
            <a:spLocks xmlns:a="http://schemas.openxmlformats.org/drawingml/2006/main" noGrp="1"/>
          </p:cNvSpPr>
          <p:nvPr/>
        </p:nvSpPr>
        <p:spPr>
          <a:xfrm xmlns:a="http://schemas.openxmlformats.org/drawingml/2006/main">
            <a:off x="32194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기록·보정</a:t>
            </a:r>
          </a:p>
        </p:txBody>
      </p:sp>
      <p:cxnSp>
        <p:nvCxnSpPr>
          <p:cNvPr id="26" name="">
            <a:extLst xmlns:a="http://schemas.openxmlformats.org/drawingml/2006/main">
              <a:ext uri="{FF2B5EF4-FFF2-40B4-BE49-F238E27FC236}">
                <a16:creationId xmlns:a16="http://schemas.microsoft.com/office/drawing/2014/main" id="{5DDCEED3-63E1-40B0-B0C4-9333FDFA9E4A}"/>
              </a:ext>
            </a:extLst>
          </p:cNvPr>
          <p:cNvCxnSpPr/>
          <p:nvPr/>
        </p:nvCxnSpPr>
        <p:spPr>
          <a:xfrm xmlns:a="http://schemas.openxmlformats.org/drawingml/2006/main">
            <a:off x="51339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7" name="">
            <a:extLst xmlns:a="http://schemas.openxmlformats.org/drawingml/2006/main">
              <a:ext uri="{FF2B5EF4-FFF2-40B4-BE49-F238E27FC236}">
                <a16:creationId xmlns:a16="http://schemas.microsoft.com/office/drawing/2014/main" id="{C63E3341-2043-4263-B9EC-754BF4C072D0}"/>
              </a:ext>
            </a:extLst>
          </p:cNvPr>
          <p:cNvSpPr>
            <a:spLocks xmlns:a="http://schemas.openxmlformats.org/drawingml/2006/main" noGrp="1"/>
          </p:cNvSpPr>
          <p:nvPr/>
        </p:nvSpPr>
        <p:spPr>
          <a:xfrm xmlns:a="http://schemas.openxmlformats.org/drawingml/2006/main">
            <a:off x="53911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8" name="원인 검토">
            <a:extLst xmlns:a="http://schemas.openxmlformats.org/drawingml/2006/main">
              <a:ext uri="{FF2B5EF4-FFF2-40B4-BE49-F238E27FC236}">
                <a16:creationId xmlns:a16="http://schemas.microsoft.com/office/drawing/2014/main" id="{8B84F389-A5B4-4C3E-8537-261E9AC4512D}"/>
              </a:ext>
            </a:extLst>
          </p:cNvPr>
          <p:cNvSpPr>
            <a:spLocks xmlns:a="http://schemas.openxmlformats.org/drawingml/2006/main" noGrp="1"/>
          </p:cNvSpPr>
          <p:nvPr/>
        </p:nvSpPr>
        <p:spPr>
          <a:xfrm xmlns:a="http://schemas.openxmlformats.org/drawingml/2006/main">
            <a:off x="53911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원인 검토</a:t>
            </a:r>
          </a:p>
        </p:txBody>
      </p:sp>
      <p:cxnSp>
        <p:nvCxnSpPr>
          <p:cNvPr id="29" name="">
            <a:extLst xmlns:a="http://schemas.openxmlformats.org/drawingml/2006/main">
              <a:ext uri="{FF2B5EF4-FFF2-40B4-BE49-F238E27FC236}">
                <a16:creationId xmlns:a16="http://schemas.microsoft.com/office/drawing/2014/main" id="{01BF4C2B-CC5C-41ED-88A2-A17F908896EC}"/>
              </a:ext>
            </a:extLst>
          </p:cNvPr>
          <p:cNvCxnSpPr/>
          <p:nvPr/>
        </p:nvCxnSpPr>
        <p:spPr>
          <a:xfrm xmlns:a="http://schemas.openxmlformats.org/drawingml/2006/main">
            <a:off x="73056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0" name="">
            <a:extLst xmlns:a="http://schemas.openxmlformats.org/drawingml/2006/main">
              <a:ext uri="{FF2B5EF4-FFF2-40B4-BE49-F238E27FC236}">
                <a16:creationId xmlns:a16="http://schemas.microsoft.com/office/drawing/2014/main" id="{4347469E-5AEB-46D7-AA1D-74EDF22D314D}"/>
              </a:ext>
            </a:extLst>
          </p:cNvPr>
          <p:cNvSpPr>
            <a:spLocks xmlns:a="http://schemas.openxmlformats.org/drawingml/2006/main" noGrp="1"/>
          </p:cNvSpPr>
          <p:nvPr/>
        </p:nvSpPr>
        <p:spPr>
          <a:xfrm xmlns:a="http://schemas.openxmlformats.org/drawingml/2006/main">
            <a:off x="75628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1" name="체계 갱신">
            <a:extLst xmlns:a="http://schemas.openxmlformats.org/drawingml/2006/main">
              <a:ext uri="{FF2B5EF4-FFF2-40B4-BE49-F238E27FC236}">
                <a16:creationId xmlns:a16="http://schemas.microsoft.com/office/drawing/2014/main" id="{4A4FC048-8675-4A2F-BD92-DA95E15BB59B}"/>
              </a:ext>
            </a:extLst>
          </p:cNvPr>
          <p:cNvSpPr>
            <a:spLocks xmlns:a="http://schemas.openxmlformats.org/drawingml/2006/main" noGrp="1"/>
          </p:cNvSpPr>
          <p:nvPr/>
        </p:nvSpPr>
        <p:spPr>
          <a:xfrm xmlns:a="http://schemas.openxmlformats.org/drawingml/2006/main">
            <a:off x="75628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체계 갱신</a:t>
            </a:r>
          </a:p>
        </p:txBody>
      </p:sp>
      <p:cxnSp>
        <p:nvCxnSpPr>
          <p:cNvPr id="32" name="">
            <a:extLst xmlns:a="http://schemas.openxmlformats.org/drawingml/2006/main">
              <a:ext uri="{FF2B5EF4-FFF2-40B4-BE49-F238E27FC236}">
                <a16:creationId xmlns:a16="http://schemas.microsoft.com/office/drawing/2014/main" id="{C320F11E-5D16-4A1C-92D0-B03F00542344}"/>
              </a:ext>
            </a:extLst>
          </p:cNvPr>
          <p:cNvCxnSpPr/>
          <p:nvPr/>
        </p:nvCxnSpPr>
        <p:spPr>
          <a:xfrm xmlns:a="http://schemas.openxmlformats.org/drawingml/2006/main">
            <a:off x="94773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3" name="">
            <a:extLst xmlns:a="http://schemas.openxmlformats.org/drawingml/2006/main">
              <a:ext uri="{FF2B5EF4-FFF2-40B4-BE49-F238E27FC236}">
                <a16:creationId xmlns:a16="http://schemas.microsoft.com/office/drawing/2014/main" id="{8CF79616-9CED-4686-88B3-BFF791F1AD63}"/>
              </a:ext>
            </a:extLst>
          </p:cNvPr>
          <p:cNvSpPr>
            <a:spLocks xmlns:a="http://schemas.openxmlformats.org/drawingml/2006/main" noGrp="1"/>
          </p:cNvSpPr>
          <p:nvPr/>
        </p:nvSpPr>
        <p:spPr>
          <a:xfrm xmlns:a="http://schemas.openxmlformats.org/drawingml/2006/main">
            <a:off x="97345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4" name="재평가·적용">
            <a:extLst xmlns:a="http://schemas.openxmlformats.org/drawingml/2006/main">
              <a:ext uri="{FF2B5EF4-FFF2-40B4-BE49-F238E27FC236}">
                <a16:creationId xmlns:a16="http://schemas.microsoft.com/office/drawing/2014/main" id="{FC80952E-BDB8-40FA-9632-8CE5637B7546}"/>
              </a:ext>
            </a:extLst>
          </p:cNvPr>
          <p:cNvSpPr>
            <a:spLocks xmlns:a="http://schemas.openxmlformats.org/drawingml/2006/main" noGrp="1"/>
          </p:cNvSpPr>
          <p:nvPr/>
        </p:nvSpPr>
        <p:spPr>
          <a:xfrm xmlns:a="http://schemas.openxmlformats.org/drawingml/2006/main">
            <a:off x="97345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재평가·적용</a:t>
            </a:r>
          </a:p>
        </p:txBody>
      </p:sp>
      <p:cxnSp>
        <p:nvCxnSpPr>
          <p:cNvPr id="35" name="">
            <a:extLst xmlns:a="http://schemas.openxmlformats.org/drawingml/2006/main">
              <a:ext uri="{FF2B5EF4-FFF2-40B4-BE49-F238E27FC236}">
                <a16:creationId xmlns:a16="http://schemas.microsoft.com/office/drawing/2014/main" id="{EA3B4E52-CCB4-4F93-BA81-055416586C8E}"/>
              </a:ext>
            </a:extLst>
          </p:cNvPr>
          <p:cNvCxnSpPr/>
          <p:nvPr/>
        </p:nvCxnSpPr>
        <p:spPr>
          <a:xfrm xmlns:a="http://schemas.openxmlformats.org/drawingml/2006/main">
            <a:off x="10658475" y="4581525"/>
            <a:ext cx="0" cy="238125"/>
          </a:xfrm>
          <a:prstGeom xmlns:a="http://schemas.openxmlformats.org/drawingml/2006/main" prst="straightConnector1">
            <a:avLst/>
          </a:prstGeom>
          <a:ln xmlns:a="http://schemas.openxmlformats.org/drawingml/2006/main" w="23813">
            <a:solidFill>
              <a:srgbClr val="805400"/>
            </a:solidFill>
          </a:ln>
        </p:spPr>
      </p:cxnSp>
      <p:sp>
        <p:nvSpPr>
          <p:cNvPr id="36" name="">
            <a:extLst xmlns:a="http://schemas.openxmlformats.org/drawingml/2006/main">
              <a:ext uri="{FF2B5EF4-FFF2-40B4-BE49-F238E27FC236}">
                <a16:creationId xmlns:a16="http://schemas.microsoft.com/office/drawing/2014/main" id="{B7E01D99-709B-4F0D-A469-2E71048D2174}"/>
              </a:ext>
            </a:extLst>
          </p:cNvPr>
          <p:cNvSpPr>
            <a:spLocks xmlns:a="http://schemas.openxmlformats.org/drawingml/2006/main" noGrp="1"/>
          </p:cNvSpPr>
          <p:nvPr/>
        </p:nvSpPr>
        <p:spPr>
          <a:xfrm xmlns:a="http://schemas.openxmlformats.org/drawingml/2006/main">
            <a:off x="4143375" y="4819650"/>
            <a:ext cx="651510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cxnSp>
        <p:nvCxnSpPr>
          <p:cNvPr id="37" name="">
            <a:extLst xmlns:a="http://schemas.openxmlformats.org/drawingml/2006/main">
              <a:ext uri="{FF2B5EF4-FFF2-40B4-BE49-F238E27FC236}">
                <a16:creationId xmlns:a16="http://schemas.microsoft.com/office/drawing/2014/main" id="{CEB13F60-00AD-423D-B79B-D876EC04EE9F}"/>
              </a:ext>
            </a:extLst>
          </p:cNvPr>
          <p:cNvCxnSpPr/>
          <p:nvPr/>
        </p:nvCxnSpPr>
        <p:spPr>
          <a:xfrm xmlns:a="http://schemas.openxmlformats.org/drawingml/2006/main">
            <a:off x="4143375" y="4581525"/>
            <a:ext cx="0" cy="2381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38" name="다음 작업의 실행 기록을 다시 관찰">
            <a:extLst xmlns:a="http://schemas.openxmlformats.org/drawingml/2006/main">
              <a:ext uri="{FF2B5EF4-FFF2-40B4-BE49-F238E27FC236}">
                <a16:creationId xmlns:a16="http://schemas.microsoft.com/office/drawing/2014/main" id="{0DA3875D-8778-4426-B4A2-17CEACDE5580}"/>
              </a:ext>
            </a:extLst>
          </p:cNvPr>
          <p:cNvSpPr>
            <a:spLocks xmlns:a="http://schemas.openxmlformats.org/drawingml/2006/main" noGrp="1"/>
          </p:cNvSpPr>
          <p:nvPr/>
        </p:nvSpPr>
        <p:spPr>
          <a:xfrm xmlns:a="http://schemas.openxmlformats.org/drawingml/2006/main">
            <a:off x="4572000" y="4914900"/>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다음 작업의 실행 기록을 다시 관찰</a:t>
            </a:r>
          </a:p>
        </p:txBody>
      </p:sp>
      <p:sp>
        <p:nvSpPr>
          <p:cNvPr id="39" name="이 ACT: 반복 보정을 다음 작업이 읽을 기준으로 잇기">
            <a:extLst xmlns:a="http://schemas.openxmlformats.org/drawingml/2006/main">
              <a:ext uri="{FF2B5EF4-FFF2-40B4-BE49-F238E27FC236}">
                <a16:creationId xmlns:a16="http://schemas.microsoft.com/office/drawing/2014/main" id="{9F6710FA-7611-48E9-A976-C5764F46D73E}"/>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ACT: 반복 보정을 다음 작업이 읽을 기준으로 잇기</a:t>
            </a:r>
          </a:p>
        </p:txBody>
      </p:sp>
      <p:sp>
        <p:nvSpPr>
          <p:cNvPr id="40" name="Legacy module connection">
            <a:extLst xmlns:a="http://schemas.openxmlformats.org/drawingml/2006/main">
              <a:ext uri="{FF2B5EF4-FFF2-40B4-BE49-F238E27FC236}">
                <a16:creationId xmlns:a16="http://schemas.microsoft.com/office/drawing/2014/main" id="{BC44F61D-4C22-4FFB-97B7-B13EB4DFAA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0194255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F60715C3-9889-4264-AC3D-2173DEE7E8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4">
            <a:extLst xmlns:a="http://schemas.openxmlformats.org/drawingml/2006/main">
              <a:ext uri="{FF2B5EF4-FFF2-40B4-BE49-F238E27FC236}">
                <a16:creationId xmlns:a16="http://schemas.microsoft.com/office/drawing/2014/main" id="{0409C7FF-3676-4FCE-9E5B-C16DCFE3A3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처음에는 기준과 재사용 절차가 맞았다">
            <a:extLst xmlns:a="http://schemas.openxmlformats.org/drawingml/2006/main">
              <a:ext uri="{FF2B5EF4-FFF2-40B4-BE49-F238E27FC236}">
                <a16:creationId xmlns:a16="http://schemas.microsoft.com/office/drawing/2014/main" id="{E9EDFC3B-6AD4-4CD8-B7A6-68DFF4A749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01F22443-4EBF-43B8-8E3E-4475FCC0B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6952027A-12B1-4973-9120-2FF8B28CA7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0C28257D-C3C3-4994-A77C-65C2E74632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B3E1BED5-B59B-4887-A60A-4565EAE2A74E}"/>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55B1D697-824F-4D30-8A55-4776411C139F}"/>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EFE4E21A-B1ED-4BF1-973A-2306E93E5441}"/>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CB0D9B5D-D983-41BA-846C-B8B1F07E22FB}"/>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3CFC5A21-99FE-46EF-9C75-C3092940A327}"/>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A1518E14-5636-4635-8766-9260F02BB1DC}"/>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5FCC1AE4-DB4E-4089-8373-A386D6C5D390}"/>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2F0EC70A-D26C-4D0D-B7B9-B30A3A00B200}"/>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1D8439AE-95BC-4E9D-AAE9-6B9ABB60020B}"/>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266F600A-7480-4AB0-8E32-0B176448CCAA}"/>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7EF0AD66-F58F-4E4A-84D7-E3A2BF3711E2}"/>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90D36C13-8A96-44B7-AA14-2D9392FC1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4655111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408360E-5DDD-4514-BE40-74BB76EA31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5">
            <a:extLst xmlns:a="http://schemas.openxmlformats.org/drawingml/2006/main">
              <a:ext uri="{FF2B5EF4-FFF2-40B4-BE49-F238E27FC236}">
                <a16:creationId xmlns:a16="http://schemas.microsoft.com/office/drawing/2014/main" id="{14686CEB-F7C9-4C45-9862-3DE2EB1D2FA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는 바뀌고 Workflow는 남았다">
            <a:extLst xmlns:a="http://schemas.openxmlformats.org/drawingml/2006/main">
              <a:ext uri="{FF2B5EF4-FFF2-40B4-BE49-F238E27FC236}">
                <a16:creationId xmlns:a16="http://schemas.microsoft.com/office/drawing/2014/main" id="{95A20D40-AC0A-4E12-8546-DED8D0F2FE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7EA0539-08CD-4432-A423-5BF5A1335B5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873934FD-86BC-427C-834F-BBFBA7D2D2A2}"/>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A52CA1D-95A2-4F5A-AD42-A2785BC7EB6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C2EE7778-17E1-472A-98CA-2A1D0BEF0DB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48D11048-CFC4-4AC5-9DAE-DED1C4DBA456}"/>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00084B8-8861-4881-A752-001ED8E63239}"/>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CAA43EF-7A62-4D9E-B0F9-64765AD0DE5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ED5EE3F-4948-4CCA-A5AF-24D866FBFBC1}"/>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82768374-E916-4E5B-834C-6D3FB543F137}"/>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206A81ED-1CC3-4FFE-AA80-40B9EFDCDE90}"/>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DF9CA3FB-EBE3-424C-9195-43C1F6D53E81}"/>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7CCEBFB-0B2F-4DFB-862A-6D143F30006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EABE4B6B-1FA2-431D-8B21-F99C1EB7B80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03283CF8-C377-44F8-BC3D-AC9D22D22834}"/>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6CA504E6-A365-4CAD-B808-698DFE61760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F62D913-D1C8-46C7-A713-144393FDB2F0}"/>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10D0856F-97D0-49CF-9A1A-D98DE3261E7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B1DC3775-DB84-4DDA-8C24-39B6A0A10D08}"/>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23C8FDE1-6852-4D5C-A7CE-5A4BA7E0D79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D50E38D-2CE4-4DBB-B1CF-6710E4627EE6}"/>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513B27A-5B6A-405B-8FBE-EC5F8565B644}"/>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08B13C91-6D11-408D-B96B-4C06FF0E39C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A5DBCEF8-D1F4-49B5-9125-66F6D48380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A1BA6E7-F42E-455E-A1E7-EE84021953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B8C8CAB5-59D5-42AE-80E9-AC894A632C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8F36858-1E01-4793-8E8B-8990E498D1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316054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두 루프가 바꾸는 범위">
            <a:extLst xmlns:a="http://schemas.openxmlformats.org/drawingml/2006/main">
              <a:ext uri="{FF2B5EF4-FFF2-40B4-BE49-F238E27FC236}">
                <a16:creationId xmlns:a16="http://schemas.microsoft.com/office/drawing/2014/main" id="{FE74D39F-B4A5-49E3-AEC7-78E85D1D56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두 루프가 바꾸는 범위</a:t>
            </a:r>
          </a:p>
        </p:txBody>
      </p:sp>
      <p:sp>
        <p:nvSpPr>
          <p:cNvPr id="2" name="S86">
            <a:extLst xmlns:a="http://schemas.openxmlformats.org/drawingml/2006/main">
              <a:ext uri="{FF2B5EF4-FFF2-40B4-BE49-F238E27FC236}">
                <a16:creationId xmlns:a16="http://schemas.microsoft.com/office/drawing/2014/main" id="{8A484FAA-2BCC-4A71-A127-5CB81CB17E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이번 요청과 다음 작업의 지침">
            <a:extLst xmlns:a="http://schemas.openxmlformats.org/drawingml/2006/main">
              <a:ext uri="{FF2B5EF4-FFF2-40B4-BE49-F238E27FC236}">
                <a16:creationId xmlns:a16="http://schemas.microsoft.com/office/drawing/2014/main" id="{4697BED0-148D-4AF3-ACA2-9EEFE03F7A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A9DDBC87-4C8D-4381-A7EB-B9697D62B5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현재 요청의 보정과 다음 작업이 읽을 지침을 비교">
            <a:extLst xmlns:a="http://schemas.openxmlformats.org/drawingml/2006/main">
              <a:ext uri="{FF2B5EF4-FFF2-40B4-BE49-F238E27FC236}">
                <a16:creationId xmlns:a16="http://schemas.microsoft.com/office/drawing/2014/main" id="{A83E6BA9-164A-40D7-B73E-552D97E76B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현재 요청의 보정과 다음 작업이 읽을 지침을 비교</a:t>
            </a:r>
          </a:p>
        </p:txBody>
      </p:sp>
      <p:sp>
        <p:nvSpPr>
          <p:cNvPr id="6" name="교육용 구성 · 실제 실행·완료·지침 변경 결과가 아님">
            <a:extLst xmlns:a="http://schemas.openxmlformats.org/drawingml/2006/main">
              <a:ext uri="{FF2B5EF4-FFF2-40B4-BE49-F238E27FC236}">
                <a16:creationId xmlns:a16="http://schemas.microsoft.com/office/drawing/2014/main" id="{22464554-160B-4005-9A41-CB534583D8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구성 · 실제 실행·완료·지침 변경 결과가 아님</a:t>
            </a:r>
          </a:p>
        </p:txBody>
      </p:sp>
      <p:sp>
        <p:nvSpPr>
          <p:cNvPr id="7" name="이번 요청에 통합 테스트를 더한다면?">
            <a:extLst xmlns:a="http://schemas.openxmlformats.org/drawingml/2006/main">
              <a:ext uri="{FF2B5EF4-FFF2-40B4-BE49-F238E27FC236}">
                <a16:creationId xmlns:a16="http://schemas.microsoft.com/office/drawing/2014/main" id="{F9651A72-1988-4BB2-95E0-E29D40B94E5A}"/>
              </a:ext>
            </a:extLst>
          </p:cNvPr>
          <p:cNvSpPr>
            <a:spLocks xmlns:a="http://schemas.openxmlformats.org/drawingml/2006/main" noGrp="1"/>
          </p:cNvSpPr>
          <p:nvPr/>
        </p:nvSpPr>
        <p:spPr>
          <a:xfrm xmlns:a="http://schemas.openxmlformats.org/drawingml/2006/main">
            <a:off x="609600" y="1771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작업 수행 루프">
            <a:extLst xmlns:a="http://schemas.openxmlformats.org/drawingml/2006/main">
              <a:ext uri="{FF2B5EF4-FFF2-40B4-BE49-F238E27FC236}">
                <a16:creationId xmlns:a16="http://schemas.microsoft.com/office/drawing/2014/main" id="{FCD2FB13-34B8-4E76-BDE1-6C5D57BE6959}"/>
              </a:ext>
            </a:extLst>
          </p:cNvPr>
          <p:cNvSpPr>
            <a:spLocks xmlns:a="http://schemas.openxmlformats.org/drawingml/2006/main" noGrp="1"/>
          </p:cNvSpPr>
          <p:nvPr/>
        </p:nvSpPr>
        <p:spPr>
          <a:xfrm xmlns:a="http://schemas.openxmlformats.org/drawingml/2006/main">
            <a:off x="609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
            <a:extLst xmlns:a="http://schemas.openxmlformats.org/drawingml/2006/main">
              <a:ext uri="{FF2B5EF4-FFF2-40B4-BE49-F238E27FC236}">
                <a16:creationId xmlns:a16="http://schemas.microsoft.com/office/drawing/2014/main" id="{8294B7B1-B060-46D6-AF5B-3C13BAE82C14}"/>
              </a:ext>
            </a:extLst>
          </p:cNvPr>
          <p:cNvSpPr>
            <a:spLocks xmlns:a="http://schemas.openxmlformats.org/drawingml/2006/main" noGrp="1"/>
          </p:cNvSpPr>
          <p:nvPr/>
        </p:nvSpPr>
        <p:spPr>
          <a:xfrm xmlns:a="http://schemas.openxmlformats.org/drawingml/2006/main">
            <a:off x="609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9A094FB7-8DC0-4056-B224-5AB7C8B8EE91}"/>
              </a:ext>
            </a:extLst>
          </p:cNvPr>
          <p:cNvSpPr>
            <a:spLocks xmlns:a="http://schemas.openxmlformats.org/drawingml/2006/main" noGrp="1"/>
          </p:cNvSpPr>
          <p:nvPr/>
        </p:nvSpPr>
        <p:spPr>
          <a:xfrm xmlns:a="http://schemas.openxmlformats.org/drawingml/2006/main">
            <a:off x="819150" y="3257550"/>
            <a:ext cx="445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 테스트도 확인해 줘.</a:t>
            </a:r>
          </a:p>
        </p:txBody>
      </p:sp>
      <p:sp>
        <p:nvSpPr>
          <p:cNvPr id="11" name="">
            <a:extLst xmlns:a="http://schemas.openxmlformats.org/drawingml/2006/main">
              <a:ext uri="{FF2B5EF4-FFF2-40B4-BE49-F238E27FC236}">
                <a16:creationId xmlns:a16="http://schemas.microsoft.com/office/drawing/2014/main" id="{28BFDF24-F722-4DFF-89FD-609B3AE37A80}"/>
              </a:ext>
            </a:extLst>
          </p:cNvPr>
          <p:cNvSpPr>
            <a:spLocks xmlns:a="http://schemas.openxmlformats.org/drawingml/2006/main" noGrp="1"/>
          </p:cNvSpPr>
          <p:nvPr/>
        </p:nvSpPr>
        <p:spPr>
          <a:xfrm xmlns:a="http://schemas.openxmlformats.org/drawingml/2006/main">
            <a:off x="6096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추가 확인">
            <a:extLst xmlns:a="http://schemas.openxmlformats.org/drawingml/2006/main">
              <a:ext uri="{FF2B5EF4-FFF2-40B4-BE49-F238E27FC236}">
                <a16:creationId xmlns:a16="http://schemas.microsoft.com/office/drawing/2014/main" id="{07500756-6C06-437A-8C65-2719E714B340}"/>
              </a:ext>
            </a:extLst>
          </p:cNvPr>
          <p:cNvSpPr>
            <a:spLocks xmlns:a="http://schemas.openxmlformats.org/drawingml/2006/main" noGrp="1"/>
          </p:cNvSpPr>
          <p:nvPr/>
        </p:nvSpPr>
        <p:spPr>
          <a:xfrm xmlns:a="http://schemas.openxmlformats.org/drawingml/2006/main">
            <a:off x="6096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추가 확인</a:t>
            </a:r>
          </a:p>
        </p:txBody>
      </p:sp>
      <p:cxnSp>
        <p:nvCxnSpPr>
          <p:cNvPr id="13" name="">
            <a:extLst xmlns:a="http://schemas.openxmlformats.org/drawingml/2006/main">
              <a:ext uri="{FF2B5EF4-FFF2-40B4-BE49-F238E27FC236}">
                <a16:creationId xmlns:a16="http://schemas.microsoft.com/office/drawing/2014/main" id="{51B6D061-3084-41F4-964F-E48F821007E3}"/>
              </a:ext>
            </a:extLst>
          </p:cNvPr>
          <p:cNvCxnSpPr/>
          <p:nvPr/>
        </p:nvCxnSpPr>
        <p:spPr>
          <a:xfrm xmlns:a="http://schemas.openxmlformats.org/drawingml/2006/main">
            <a:off x="208597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488EED25-2CAF-4A64-A645-A2034A3113A6}"/>
              </a:ext>
            </a:extLst>
          </p:cNvPr>
          <p:cNvSpPr>
            <a:spLocks xmlns:a="http://schemas.openxmlformats.org/drawingml/2006/main" noGrp="1"/>
          </p:cNvSpPr>
          <p:nvPr/>
        </p:nvSpPr>
        <p:spPr>
          <a:xfrm xmlns:a="http://schemas.openxmlformats.org/drawingml/2006/main">
            <a:off x="234315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결과 검토">
            <a:extLst xmlns:a="http://schemas.openxmlformats.org/drawingml/2006/main">
              <a:ext uri="{FF2B5EF4-FFF2-40B4-BE49-F238E27FC236}">
                <a16:creationId xmlns:a16="http://schemas.microsoft.com/office/drawing/2014/main" id="{0293124B-25E2-463D-B597-0AEB3541EDFC}"/>
              </a:ext>
            </a:extLst>
          </p:cNvPr>
          <p:cNvSpPr>
            <a:spLocks xmlns:a="http://schemas.openxmlformats.org/drawingml/2006/main" noGrp="1"/>
          </p:cNvSpPr>
          <p:nvPr/>
        </p:nvSpPr>
        <p:spPr>
          <a:xfrm xmlns:a="http://schemas.openxmlformats.org/drawingml/2006/main">
            <a:off x="234315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 검토</a:t>
            </a:r>
          </a:p>
        </p:txBody>
      </p:sp>
      <p:cxnSp>
        <p:nvCxnSpPr>
          <p:cNvPr id="16" name="">
            <a:extLst xmlns:a="http://schemas.openxmlformats.org/drawingml/2006/main">
              <a:ext uri="{FF2B5EF4-FFF2-40B4-BE49-F238E27FC236}">
                <a16:creationId xmlns:a16="http://schemas.microsoft.com/office/drawing/2014/main" id="{A193E87B-DADA-48BD-B546-92FF9EC692B8}"/>
              </a:ext>
            </a:extLst>
          </p:cNvPr>
          <p:cNvCxnSpPr/>
          <p:nvPr/>
        </p:nvCxnSpPr>
        <p:spPr>
          <a:xfrm xmlns:a="http://schemas.openxmlformats.org/drawingml/2006/main">
            <a:off x="381952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71D61BFD-72B6-4F5A-B71B-E2EAFB25C435}"/>
              </a:ext>
            </a:extLst>
          </p:cNvPr>
          <p:cNvSpPr>
            <a:spLocks xmlns:a="http://schemas.openxmlformats.org/drawingml/2006/main" noGrp="1"/>
          </p:cNvSpPr>
          <p:nvPr/>
        </p:nvSpPr>
        <p:spPr>
          <a:xfrm xmlns:a="http://schemas.openxmlformats.org/drawingml/2006/main">
            <a:off x="40767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8" name="이번 작업 완료">
            <a:extLst xmlns:a="http://schemas.openxmlformats.org/drawingml/2006/main">
              <a:ext uri="{FF2B5EF4-FFF2-40B4-BE49-F238E27FC236}">
                <a16:creationId xmlns:a16="http://schemas.microsoft.com/office/drawing/2014/main" id="{91DFB2AF-F244-4988-AF70-48A386054FBC}"/>
              </a:ext>
            </a:extLst>
          </p:cNvPr>
          <p:cNvSpPr>
            <a:spLocks xmlns:a="http://schemas.openxmlformats.org/drawingml/2006/main" noGrp="1"/>
          </p:cNvSpPr>
          <p:nvPr/>
        </p:nvSpPr>
        <p:spPr>
          <a:xfrm xmlns:a="http://schemas.openxmlformats.org/drawingml/2006/main">
            <a:off x="40767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작업 완료</a:t>
            </a:r>
          </a:p>
        </p:txBody>
      </p:sp>
      <p:sp>
        <p:nvSpPr>
          <p:cNvPr id="19" name="체계 개선 루프의 대상">
            <a:extLst xmlns:a="http://schemas.openxmlformats.org/drawingml/2006/main">
              <a:ext uri="{FF2B5EF4-FFF2-40B4-BE49-F238E27FC236}">
                <a16:creationId xmlns:a16="http://schemas.microsoft.com/office/drawing/2014/main" id="{D93012E3-79BC-4A38-B889-3629FCFC80C1}"/>
              </a:ext>
            </a:extLst>
          </p:cNvPr>
          <p:cNvSpPr>
            <a:spLocks xmlns:a="http://schemas.openxmlformats.org/drawingml/2006/main" noGrp="1"/>
          </p:cNvSpPr>
          <p:nvPr/>
        </p:nvSpPr>
        <p:spPr>
          <a:xfrm xmlns:a="http://schemas.openxmlformats.org/drawingml/2006/main">
            <a:off x="6705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루프의 대상</a:t>
            </a:r>
          </a:p>
        </p:txBody>
      </p:sp>
      <p:sp>
        <p:nvSpPr>
          <p:cNvPr id="20" name="">
            <a:extLst xmlns:a="http://schemas.openxmlformats.org/drawingml/2006/main">
              <a:ext uri="{FF2B5EF4-FFF2-40B4-BE49-F238E27FC236}">
                <a16:creationId xmlns:a16="http://schemas.microsoft.com/office/drawing/2014/main" id="{26422E59-12DB-4F0C-8CBD-C4FA58916770}"/>
              </a:ext>
            </a:extLst>
          </p:cNvPr>
          <p:cNvSpPr>
            <a:spLocks xmlns:a="http://schemas.openxmlformats.org/drawingml/2006/main" noGrp="1"/>
          </p:cNvSpPr>
          <p:nvPr/>
        </p:nvSpPr>
        <p:spPr>
          <a:xfrm xmlns:a="http://schemas.openxmlformats.org/drawingml/2006/main">
            <a:off x="6705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21" name="다음 작업의 Workflow&#10;단위 테스트만 지시">
            <a:extLst xmlns:a="http://schemas.openxmlformats.org/drawingml/2006/main">
              <a:ext uri="{FF2B5EF4-FFF2-40B4-BE49-F238E27FC236}">
                <a16:creationId xmlns:a16="http://schemas.microsoft.com/office/drawing/2014/main" id="{6448D4F3-2B8D-44B1-BC4A-C5D1B3FD4025}"/>
              </a:ext>
            </a:extLst>
          </p:cNvPr>
          <p:cNvSpPr>
            <a:spLocks xmlns:a="http://schemas.openxmlformats.org/drawingml/2006/main" noGrp="1"/>
          </p:cNvSpPr>
          <p:nvPr/>
        </p:nvSpPr>
        <p:spPr>
          <a:xfrm xmlns:a="http://schemas.openxmlformats.org/drawingml/2006/main">
            <a:off x="6896100" y="3190875"/>
            <a:ext cx="4495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다음 작업의 Workflow</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단위 테스트만 지시</a:t>
            </a:r>
          </a:p>
        </p:txBody>
      </p:sp>
      <p:sp>
        <p:nvSpPr>
          <p:cNvPr id="22" name="이번 요청이 끝나도, 원래 지침은 그대로">
            <a:extLst xmlns:a="http://schemas.openxmlformats.org/drawingml/2006/main">
              <a:ext uri="{FF2B5EF4-FFF2-40B4-BE49-F238E27FC236}">
                <a16:creationId xmlns:a16="http://schemas.microsoft.com/office/drawing/2014/main" id="{7BD94426-2013-4CDF-87B6-A2182286A24C}"/>
              </a:ext>
            </a:extLst>
          </p:cNvPr>
          <p:cNvSpPr>
            <a:spLocks xmlns:a="http://schemas.openxmlformats.org/drawingml/2006/main" noGrp="1"/>
          </p:cNvSpPr>
          <p:nvPr/>
        </p:nvSpPr>
        <p:spPr>
          <a:xfrm xmlns:a="http://schemas.openxmlformats.org/drawingml/2006/main">
            <a:off x="6705600" y="4362450"/>
            <a:ext cx="4876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이번 요청이 끝나도, 원래 지침은 그대로</a:t>
            </a:r>
          </a:p>
        </p:txBody>
      </p:sp>
      <p:sp>
        <p:nvSpPr>
          <p:cNvPr id="23" name="다음에도 필요한 보정이라면, 원인을 확인하고 재사용 출처를 검토">
            <a:extLst xmlns:a="http://schemas.openxmlformats.org/drawingml/2006/main">
              <a:ext uri="{FF2B5EF4-FFF2-40B4-BE49-F238E27FC236}">
                <a16:creationId xmlns:a16="http://schemas.microsoft.com/office/drawing/2014/main" id="{E97492D4-B100-4826-A667-292F39E5D121}"/>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다음에도 필요한 보정이라면, 원인을 확인하고 재사용 출처를 검토</a:t>
            </a:r>
          </a:p>
        </p:txBody>
      </p:sp>
      <p:sp>
        <p:nvSpPr>
          <p:cNvPr id="24" name="Legacy module connection">
            <a:extLst xmlns:a="http://schemas.openxmlformats.org/drawingml/2006/main">
              <a:ext uri="{FF2B5EF4-FFF2-40B4-BE49-F238E27FC236}">
                <a16:creationId xmlns:a16="http://schemas.microsoft.com/office/drawing/2014/main" id="{04D172D2-01D0-4CEE-B5C3-9D7ECBD6D1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8369800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7E73096D-8D0F-4A13-B1A5-3DD1BB2198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7">
            <a:extLst xmlns:a="http://schemas.openxmlformats.org/drawingml/2006/main">
              <a:ext uri="{FF2B5EF4-FFF2-40B4-BE49-F238E27FC236}">
                <a16:creationId xmlns:a16="http://schemas.microsoft.com/office/drawing/2014/main" id="{291F80B8-FCC7-4D3B-A560-FDF69058B5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원인을 고르기 전에 확인할 기록">
            <a:extLst xmlns:a="http://schemas.openxmlformats.org/drawingml/2006/main">
              <a:ext uri="{FF2B5EF4-FFF2-40B4-BE49-F238E27FC236}">
                <a16:creationId xmlns:a16="http://schemas.microsoft.com/office/drawing/2014/main" id="{262BBA2D-8927-49B2-BF68-B13E9F3A38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9EE21D88-5770-4A1D-A9E8-F436A164FD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536CFA03-A19F-4FA2-9EF8-FF894A30B6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9D7F726F-951B-4A9D-A5E2-D8D93EEE88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24A2F3A2-4B36-4955-8A5F-759E9D3B0E00}"/>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4D220BF7-5E2F-45EB-8F7B-F72C321DD368}"/>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DA7E1473-28AB-42BA-82E3-402C26B1A21E}"/>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766B051D-07CF-4764-A77C-3E9ED7133B24}"/>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9809E577-4543-49A4-93C5-084584B0E52A}"/>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D8B4A232-692C-4844-BE91-935AFA8D22BD}"/>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940CA45E-D847-42F3-BC71-0A48C986152E}"/>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777C74E3-3EE0-45E1-9D1E-20F5A8E4755E}"/>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B60E5D1F-92B9-4D76-9284-2A049901A112}"/>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BC4B8B00-DC13-4D4B-B11C-C373A1485D47}"/>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2D652066-7102-4F6D-9C27-4CDC173C5CA5}"/>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99B2FDA6-CBC8-45E1-8DBE-8B64058F53BA}"/>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E65A06C1-C9AE-4449-8C03-43F970805844}"/>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8DDF2F9C-362E-43EF-9462-4BF6FAD5C714}"/>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D9C6C4D1-05C7-4A0F-A8EE-C0ACD01A01C9}"/>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BE8FB267-65F8-44DB-8388-F0425FD7B5F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7FDC1D89-7405-4D08-9D36-30F566C6DFC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FD29211F-85C1-41EE-9C42-3CC07BB96B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0041027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73EB1B50-C2F5-4523-B861-129DFB900F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8">
            <a:extLst xmlns:a="http://schemas.openxmlformats.org/drawingml/2006/main">
              <a:ext uri="{FF2B5EF4-FFF2-40B4-BE49-F238E27FC236}">
                <a16:creationId xmlns:a16="http://schemas.microsoft.com/office/drawing/2014/main" id="{95E046F3-0A07-44AF-819E-A61355BE7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주어진 정보와 원인 가설을 나눈다">
            <a:extLst xmlns:a="http://schemas.openxmlformats.org/drawingml/2006/main">
              <a:ext uri="{FF2B5EF4-FFF2-40B4-BE49-F238E27FC236}">
                <a16:creationId xmlns:a16="http://schemas.microsoft.com/office/drawing/2014/main" id="{3D6B9066-AC6E-41E3-882C-065774E003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22ABD2F8-C677-4D33-8AE0-AEBA9F9DDE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1230D560-8EC9-4A2A-8038-C2D5B77EB6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8AC6BED3-C2E1-4306-B8CC-E70AD5F952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B2DB3D79-239C-4AB7-B138-68D5504A490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F9AB9168-B800-4054-B35E-DF5F1396DF90}"/>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36C2611B-199E-494E-A89C-219C9A6A74C9}"/>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B51FA3D-8B9B-49E5-91EC-9D4F0DCEEA38}"/>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13E35848-A29F-4B9A-9618-040BA6D548C4}"/>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B810DCD4-D308-43D1-BE22-90EBF27A6F5A}"/>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FECAE7C1-0519-403F-9172-8814E2E04AA9}"/>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6C843A2B-FFA8-4008-918B-F20E83DE8D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571491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6CF76377-E721-4C45-A190-6533FE462D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9">
            <a:extLst xmlns:a="http://schemas.openxmlformats.org/drawingml/2006/main">
              <a:ext uri="{FF2B5EF4-FFF2-40B4-BE49-F238E27FC236}">
                <a16:creationId xmlns:a16="http://schemas.microsoft.com/office/drawing/2014/main" id="{2A911661-63F5-4E21-8134-7C022B3215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확인한 원인에 맞춰 변경 대상을 고른다">
            <a:extLst xmlns:a="http://schemas.openxmlformats.org/drawingml/2006/main">
              <a:ext uri="{FF2B5EF4-FFF2-40B4-BE49-F238E27FC236}">
                <a16:creationId xmlns:a16="http://schemas.microsoft.com/office/drawing/2014/main" id="{74B1F586-EFE7-4CBF-B392-CC924A3D0A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6F7F69EE-279B-4F88-8CDB-D789D1D171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DBD1B447-BE50-4C82-B173-F512E34EFD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2E3BF4AD-6745-4BD5-BBF9-19D3A8CDF8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A3946AD9-AFA7-4FF3-BFFE-A3A84638F677}"/>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4FB1C5A1-4338-41CB-945F-F7666DA45182}"/>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83167217-EC50-4186-A31A-CF0F7E3F3A14}"/>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B8ABD42E-0E32-45A2-B123-8DB96CA3521D}"/>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F482B2A2-2A73-4447-B9CB-3790278C668E}"/>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EBD8628-2647-42A8-AC6F-CED53792CCE4}"/>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218F032E-299F-4EAE-BADE-ED38AE7C4BBC}"/>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5CBAE12C-7188-438F-B58B-B15407BB791F}"/>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8464F53-9470-47A8-8482-9808CB0A641D}"/>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C01B9981-7412-426D-B4E3-5CA7D52116F5}"/>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70C92814-6692-480B-A6DB-97D37316964E}"/>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D710B0AB-6C04-478B-959D-C01E36A65F1E}"/>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F77EC590-FA6A-4CF0-AFF6-492B489AC4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2946714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26764387-D345-4FC8-9BB0-A37ED0DCDF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90">
            <a:extLst xmlns:a="http://schemas.openxmlformats.org/drawingml/2006/main">
              <a:ext uri="{FF2B5EF4-FFF2-40B4-BE49-F238E27FC236}">
                <a16:creationId xmlns:a16="http://schemas.microsoft.com/office/drawing/2014/main" id="{1F3DDA5F-3A6B-4FA3-B27A-31CD2FEA4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확인된 범위만 검토하고 갱신한다">
            <a:extLst xmlns:a="http://schemas.openxmlformats.org/drawingml/2006/main">
              <a:ext uri="{FF2B5EF4-FFF2-40B4-BE49-F238E27FC236}">
                <a16:creationId xmlns:a16="http://schemas.microsoft.com/office/drawing/2014/main" id="{E0998976-4D70-4A67-8AC6-1825BEF8F3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FDA538ED-CE52-4F61-82EB-3BC53609D4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CECC522F-45AB-41C9-86F2-68371C83C0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094D0F80-336E-4519-82D3-4F0F301DD4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범위를 변경 후보에 반영한다">
            <a:extLst xmlns:a="http://schemas.openxmlformats.org/drawingml/2006/main">
              <a:ext uri="{FF2B5EF4-FFF2-40B4-BE49-F238E27FC236}">
                <a16:creationId xmlns:a16="http://schemas.microsoft.com/office/drawing/2014/main" id="{70C0FE59-FC89-460C-AA0C-F06E06AD76E9}"/>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범위를 변경 후보에 반영한다</a:t>
            </a:r>
          </a:p>
        </p:txBody>
      </p:sp>
      <p:sp>
        <p:nvSpPr>
          <p:cNvPr id="8" name="기존 재사용 지침">
            <a:extLst xmlns:a="http://schemas.openxmlformats.org/drawingml/2006/main">
              <a:ext uri="{FF2B5EF4-FFF2-40B4-BE49-F238E27FC236}">
                <a16:creationId xmlns:a16="http://schemas.microsoft.com/office/drawing/2014/main" id="{517B5AA9-4FEA-4AC5-8CFB-62E895F33FF9}"/>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DB3F35E3-28EF-4D82-986F-825F99B1D446}"/>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A2054AAB-ED2B-497B-8F6F-04015CF3C390}"/>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변경 후보 지침">
            <a:extLst xmlns:a="http://schemas.openxmlformats.org/drawingml/2006/main">
              <a:ext uri="{FF2B5EF4-FFF2-40B4-BE49-F238E27FC236}">
                <a16:creationId xmlns:a16="http://schemas.microsoft.com/office/drawing/2014/main" id="{7B425ECC-E241-45D1-9602-99B47BAEF971}"/>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후보 지침</a:t>
            </a:r>
          </a:p>
        </p:txBody>
      </p:sp>
      <p:sp>
        <p:nvSpPr>
          <p:cNvPr id="12" name="">
            <a:extLst xmlns:a="http://schemas.openxmlformats.org/drawingml/2006/main">
              <a:ext uri="{FF2B5EF4-FFF2-40B4-BE49-F238E27FC236}">
                <a16:creationId xmlns:a16="http://schemas.microsoft.com/office/drawing/2014/main" id="{4BCC9A31-DE6D-4793-986C-88B1A9F13967}"/>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BFBDA7D4-C844-4F4F-B6C2-D0D404A56586}"/>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43B5927C-5D88-40C7-ADDA-41D7E0C85551}"/>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CD2131E3-B060-4D2F-BA5D-82058E5619D3}"/>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79B26DA4-0746-4687-B441-818CDB56E4CE}"/>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A8468E11-3B1E-468B-8035-9A93C628688D}"/>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E44FFD85-F66A-4D2D-A870-A43356DC4377}"/>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96C92BF1-F9D3-419A-8B2E-5A90402189B7}"/>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52E20822-9724-44FA-A3CC-2D0A3B0C42DD}"/>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262C960E-64B5-4AE0-BB01-892579F0D284}"/>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채택 전 확인">
            <a:extLst xmlns:a="http://schemas.openxmlformats.org/drawingml/2006/main">
              <a:ext uri="{FF2B5EF4-FFF2-40B4-BE49-F238E27FC236}">
                <a16:creationId xmlns:a16="http://schemas.microsoft.com/office/drawing/2014/main" id="{852FC52C-99B0-4566-A832-61416ECA8F28}"/>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채택 전 확인</a:t>
            </a:r>
          </a:p>
        </p:txBody>
      </p:sp>
      <p:sp>
        <p:nvSpPr>
          <p:cNvPr id="23" name="재평가 후 채택·재수정 판단">
            <a:extLst xmlns:a="http://schemas.openxmlformats.org/drawingml/2006/main">
              <a:ext uri="{FF2B5EF4-FFF2-40B4-BE49-F238E27FC236}">
                <a16:creationId xmlns:a16="http://schemas.microsoft.com/office/drawing/2014/main" id="{30E7473E-29EE-4CAE-AF9F-45A00AE7E542}"/>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재평가 후 채택·재수정 판단</a:t>
            </a:r>
          </a:p>
        </p:txBody>
      </p:sp>
      <p:sp>
        <p:nvSpPr>
          <p:cNvPr id="24" name="검토·갱신은 같은 사람이 맡을 수 있다 · 변경했다고 바로 채택하지 않는다">
            <a:extLst xmlns:a="http://schemas.openxmlformats.org/drawingml/2006/main">
              <a:ext uri="{FF2B5EF4-FFF2-40B4-BE49-F238E27FC236}">
                <a16:creationId xmlns:a16="http://schemas.microsoft.com/office/drawing/2014/main" id="{957689EA-E957-4AA9-852C-DE98351C822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 있다 · 변경했다고 바로 채택하지 않는다</a:t>
            </a:r>
          </a:p>
        </p:txBody>
      </p:sp>
      <p:sp>
        <p:nvSpPr>
          <p:cNvPr id="25" name="Legacy module connection">
            <a:extLst xmlns:a="http://schemas.openxmlformats.org/drawingml/2006/main">
              <a:ext uri="{FF2B5EF4-FFF2-40B4-BE49-F238E27FC236}">
                <a16:creationId xmlns:a16="http://schemas.microsoft.com/office/drawing/2014/main" id="{F0FEAF40-F061-4EE2-BC1B-36C5D4BD9B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247357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평가 질문과 확인할 기록">
            <a:extLst xmlns:a="http://schemas.openxmlformats.org/drawingml/2006/main">
              <a:ext uri="{FF2B5EF4-FFF2-40B4-BE49-F238E27FC236}">
                <a16:creationId xmlns:a16="http://schemas.microsoft.com/office/drawing/2014/main" id="{9A1CA635-B737-4A46-B98A-54C5BC8433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질문과 확인할 기록</a:t>
            </a:r>
          </a:p>
        </p:txBody>
      </p:sp>
      <p:sp>
        <p:nvSpPr>
          <p:cNvPr id="2" name="S91">
            <a:extLst xmlns:a="http://schemas.openxmlformats.org/drawingml/2006/main">
              <a:ext uri="{FF2B5EF4-FFF2-40B4-BE49-F238E27FC236}">
                <a16:creationId xmlns:a16="http://schemas.microsoft.com/office/drawing/2014/main" id="{BA06338E-BE9D-4394-906D-E885250182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침을 고친 뒤, 무엇을 다시 확인할까?">
            <a:extLst xmlns:a="http://schemas.openxmlformats.org/drawingml/2006/main">
              <a:ext uri="{FF2B5EF4-FFF2-40B4-BE49-F238E27FC236}">
                <a16:creationId xmlns:a16="http://schemas.microsoft.com/office/drawing/2014/main" id="{00B8EBA6-0458-4286-9C16-A9B6CA787A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9C339934-E10D-44A4-AC64-38CFE4E2B0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단위 + 통합 지침으로 바꾼 후보의 평가 설계">
            <a:extLst xmlns:a="http://schemas.openxmlformats.org/drawingml/2006/main">
              <a:ext uri="{FF2B5EF4-FFF2-40B4-BE49-F238E27FC236}">
                <a16:creationId xmlns:a16="http://schemas.microsoft.com/office/drawing/2014/main" id="{203F92FD-AB81-473E-A455-67F1724EF8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단위 + 통합 지침으로 바꾼 후보의 평가 설계</a:t>
            </a:r>
          </a:p>
        </p:txBody>
      </p:sp>
      <p:sp>
        <p:nvSpPr>
          <p:cNvPr id="6" name="가상 사례 · 실제 변경·재실행·검사 결과 없음 · 평가 후 판단도 설계">
            <a:extLst xmlns:a="http://schemas.openxmlformats.org/drawingml/2006/main">
              <a:ext uri="{FF2B5EF4-FFF2-40B4-BE49-F238E27FC236}">
                <a16:creationId xmlns:a16="http://schemas.microsoft.com/office/drawing/2014/main" id="{187F641F-D523-4308-A875-C45DFA49FA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변경·재실행·검사 결과 없음 · 평가 후 판단도 설계</a:t>
            </a:r>
          </a:p>
        </p:txBody>
      </p:sp>
      <p:sp>
        <p:nvSpPr>
          <p:cNvPr id="7" name="같은 작업 다시 확인">
            <a:extLst xmlns:a="http://schemas.openxmlformats.org/drawingml/2006/main">
              <a:ext uri="{FF2B5EF4-FFF2-40B4-BE49-F238E27FC236}">
                <a16:creationId xmlns:a16="http://schemas.microsoft.com/office/drawing/2014/main" id="{A0DE12F3-0BB7-4E2D-A4AA-9F7A6F02E694}"/>
              </a:ext>
            </a:extLst>
          </p:cNvPr>
          <p:cNvSpPr>
            <a:spLocks xmlns:a="http://schemas.openxmlformats.org/drawingml/2006/main" noGrp="1"/>
          </p:cNvSpPr>
          <p:nvPr/>
        </p:nvSpPr>
        <p:spPr>
          <a:xfrm xmlns:a="http://schemas.openxmlformats.org/drawingml/2006/main">
            <a:off x="609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작업 다시 확인</a:t>
            </a:r>
          </a:p>
        </p:txBody>
      </p:sp>
      <p:sp>
        <p:nvSpPr>
          <p:cNvPr id="8" name="">
            <a:extLst xmlns:a="http://schemas.openxmlformats.org/drawingml/2006/main">
              <a:ext uri="{FF2B5EF4-FFF2-40B4-BE49-F238E27FC236}">
                <a16:creationId xmlns:a16="http://schemas.microsoft.com/office/drawing/2014/main" id="{798A4C73-2F18-48F6-9A1E-3F3B90C463FC}"/>
              </a:ext>
            </a:extLst>
          </p:cNvPr>
          <p:cNvSpPr>
            <a:spLocks xmlns:a="http://schemas.openxmlformats.org/drawingml/2006/main" noGrp="1"/>
          </p:cNvSpPr>
          <p:nvPr/>
        </p:nvSpPr>
        <p:spPr>
          <a:xfrm xmlns:a="http://schemas.openxmlformats.org/drawingml/2006/main">
            <a:off x="609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필요한 단위·통합 검증을&#10;실제로 다루는가?">
            <a:extLst xmlns:a="http://schemas.openxmlformats.org/drawingml/2006/main">
              <a:ext uri="{FF2B5EF4-FFF2-40B4-BE49-F238E27FC236}">
                <a16:creationId xmlns:a16="http://schemas.microsoft.com/office/drawing/2014/main" id="{9E5D9515-3A98-4FCA-A123-01A1E80A0299}"/>
              </a:ext>
            </a:extLst>
          </p:cNvPr>
          <p:cNvSpPr>
            <a:spLocks xmlns:a="http://schemas.openxmlformats.org/drawingml/2006/main" noGrp="1"/>
          </p:cNvSpPr>
          <p:nvPr/>
        </p:nvSpPr>
        <p:spPr>
          <a:xfrm xmlns:a="http://schemas.openxmlformats.org/drawingml/2006/main">
            <a:off x="609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실제로 다루는가?</a:t>
            </a:r>
          </a:p>
        </p:txBody>
      </p:sp>
      <p:sp>
        <p:nvSpPr>
          <p:cNvPr id="10" name="대조할 기록">
            <a:extLst xmlns:a="http://schemas.openxmlformats.org/drawingml/2006/main">
              <a:ext uri="{FF2B5EF4-FFF2-40B4-BE49-F238E27FC236}">
                <a16:creationId xmlns:a16="http://schemas.microsoft.com/office/drawing/2014/main" id="{D404F87B-F56D-473E-93BD-C17D973A891B}"/>
              </a:ext>
            </a:extLst>
          </p:cNvPr>
          <p:cNvSpPr>
            <a:spLocks xmlns:a="http://schemas.openxmlformats.org/drawingml/2006/main" noGrp="1"/>
          </p:cNvSpPr>
          <p:nvPr/>
        </p:nvSpPr>
        <p:spPr>
          <a:xfrm xmlns:a="http://schemas.openxmlformats.org/drawingml/2006/main">
            <a:off x="609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대조할 기록</a:t>
            </a:r>
          </a:p>
        </p:txBody>
      </p:sp>
      <p:sp>
        <p:nvSpPr>
          <p:cNvPr id="11" name="실행 명령 · 검사 로그 · 최종 보고">
            <a:extLst xmlns:a="http://schemas.openxmlformats.org/drawingml/2006/main">
              <a:ext uri="{FF2B5EF4-FFF2-40B4-BE49-F238E27FC236}">
                <a16:creationId xmlns:a16="http://schemas.microsoft.com/office/drawing/2014/main" id="{21E4F9A7-056F-4EFF-ADD4-C0E0584D0ECA}"/>
              </a:ext>
            </a:extLst>
          </p:cNvPr>
          <p:cNvSpPr>
            <a:spLocks xmlns:a="http://schemas.openxmlformats.org/drawingml/2006/main" noGrp="1"/>
          </p:cNvSpPr>
          <p:nvPr/>
        </p:nvSpPr>
        <p:spPr>
          <a:xfrm xmlns:a="http://schemas.openxmlformats.org/drawingml/2006/main">
            <a:off x="609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실행 명령 · 검사 로그 · 최종 보고</a:t>
            </a:r>
          </a:p>
        </p:txBody>
      </p:sp>
      <p:sp>
        <p:nvSpPr>
          <p:cNvPr id="12" name="다른 작업의 영향 확인">
            <a:extLst xmlns:a="http://schemas.openxmlformats.org/drawingml/2006/main">
              <a:ext uri="{FF2B5EF4-FFF2-40B4-BE49-F238E27FC236}">
                <a16:creationId xmlns:a16="http://schemas.microsoft.com/office/drawing/2014/main" id="{37E4BB3F-3FDC-4578-85E8-F62DB0AB695E}"/>
              </a:ext>
            </a:extLst>
          </p:cNvPr>
          <p:cNvSpPr>
            <a:spLocks xmlns:a="http://schemas.openxmlformats.org/drawingml/2006/main" noGrp="1"/>
          </p:cNvSpPr>
          <p:nvPr/>
        </p:nvSpPr>
        <p:spPr>
          <a:xfrm xmlns:a="http://schemas.openxmlformats.org/drawingml/2006/main">
            <a:off x="6705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작업의 영향 확인</a:t>
            </a:r>
          </a:p>
        </p:txBody>
      </p:sp>
      <p:sp>
        <p:nvSpPr>
          <p:cNvPr id="13" name="">
            <a:extLst xmlns:a="http://schemas.openxmlformats.org/drawingml/2006/main">
              <a:ext uri="{FF2B5EF4-FFF2-40B4-BE49-F238E27FC236}">
                <a16:creationId xmlns:a16="http://schemas.microsoft.com/office/drawing/2014/main" id="{F3F0DAC1-F040-49C2-94A8-3DF73531CA59}"/>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문서만 바꿀 때도&#10;불필요한 검증을 강요하나?">
            <a:extLst xmlns:a="http://schemas.openxmlformats.org/drawingml/2006/main">
              <a:ext uri="{FF2B5EF4-FFF2-40B4-BE49-F238E27FC236}">
                <a16:creationId xmlns:a16="http://schemas.microsoft.com/office/drawing/2014/main" id="{B595000B-1C91-4B84-B851-6CF750D728F1}"/>
              </a:ext>
            </a:extLst>
          </p:cNvPr>
          <p:cNvSpPr>
            <a:spLocks xmlns:a="http://schemas.openxmlformats.org/drawingml/2006/main" noGrp="1"/>
          </p:cNvSpPr>
          <p:nvPr/>
        </p:nvSpPr>
        <p:spPr>
          <a:xfrm xmlns:a="http://schemas.openxmlformats.org/drawingml/2006/main">
            <a:off x="6705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바꿀 때도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대조할 기록">
            <a:extLst xmlns:a="http://schemas.openxmlformats.org/drawingml/2006/main">
              <a:ext uri="{FF2B5EF4-FFF2-40B4-BE49-F238E27FC236}">
                <a16:creationId xmlns:a16="http://schemas.microsoft.com/office/drawing/2014/main" id="{57F08DBE-9A29-4025-9AB6-40117FEE6167}"/>
              </a:ext>
            </a:extLst>
          </p:cNvPr>
          <p:cNvSpPr>
            <a:spLocks xmlns:a="http://schemas.openxmlformats.org/drawingml/2006/main" noGrp="1"/>
          </p:cNvSpPr>
          <p:nvPr/>
        </p:nvSpPr>
        <p:spPr>
          <a:xfrm xmlns:a="http://schemas.openxmlformats.org/drawingml/2006/main">
            <a:off x="6705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대조할 기록</a:t>
            </a:r>
          </a:p>
        </p:txBody>
      </p:sp>
      <p:sp>
        <p:nvSpPr>
          <p:cNvPr id="16" name="요청 범위 · 적용 지침 · 실행 기록">
            <a:extLst xmlns:a="http://schemas.openxmlformats.org/drawingml/2006/main">
              <a:ext uri="{FF2B5EF4-FFF2-40B4-BE49-F238E27FC236}">
                <a16:creationId xmlns:a16="http://schemas.microsoft.com/office/drawing/2014/main" id="{86F9AD0A-9365-48D6-AC44-EA0A23131341}"/>
              </a:ext>
            </a:extLst>
          </p:cNvPr>
          <p:cNvSpPr>
            <a:spLocks xmlns:a="http://schemas.openxmlformats.org/drawingml/2006/main" noGrp="1"/>
          </p:cNvSpPr>
          <p:nvPr/>
        </p:nvSpPr>
        <p:spPr>
          <a:xfrm xmlns:a="http://schemas.openxmlformats.org/drawingml/2006/main">
            <a:off x="6705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요청 범위 · 적용 지침 · 실행 기록</a:t>
            </a:r>
          </a:p>
        </p:txBody>
      </p:sp>
      <p:sp>
        <p:nvSpPr>
          <p:cNvPr id="17" name="평가 근거를 보고 채택·재수정·판단 보류를 결정한다">
            <a:extLst xmlns:a="http://schemas.openxmlformats.org/drawingml/2006/main">
              <a:ext uri="{FF2B5EF4-FFF2-40B4-BE49-F238E27FC236}">
                <a16:creationId xmlns:a16="http://schemas.microsoft.com/office/drawing/2014/main" id="{6319959D-804E-4130-993A-27D2E3AFF544}"/>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평가 근거를 보고 채택·재수정·판단 보류를 결정한다</a:t>
            </a:r>
          </a:p>
        </p:txBody>
      </p:sp>
      <p:sp>
        <p:nvSpPr>
          <p:cNvPr id="18" name="">
            <a:extLst xmlns:a="http://schemas.openxmlformats.org/drawingml/2006/main">
              <a:ext uri="{FF2B5EF4-FFF2-40B4-BE49-F238E27FC236}">
                <a16:creationId xmlns:a16="http://schemas.microsoft.com/office/drawing/2014/main" id="{164768D3-87AC-42BE-9932-1C7C87C510F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9" name="Practical application tip badge">
            <a:extLst xmlns:a="http://schemas.openxmlformats.org/drawingml/2006/main">
              <a:ext uri="{FF2B5EF4-FFF2-40B4-BE49-F238E27FC236}">
                <a16:creationId xmlns:a16="http://schemas.microsoft.com/office/drawing/2014/main" id="{89A0F389-30E7-4F96-B899-F232C059C2A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0" name="Legacy module connection">
            <a:extLst xmlns:a="http://schemas.openxmlformats.org/drawingml/2006/main">
              <a:ext uri="{FF2B5EF4-FFF2-40B4-BE49-F238E27FC236}">
                <a16:creationId xmlns:a16="http://schemas.microsoft.com/office/drawing/2014/main" id="{F1751369-18EA-4B58-B600-01307A63B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384789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작업과 평가 근거 연결">
            <a:extLst xmlns:a="http://schemas.openxmlformats.org/drawingml/2006/main">
              <a:ext uri="{FF2B5EF4-FFF2-40B4-BE49-F238E27FC236}">
                <a16:creationId xmlns:a16="http://schemas.microsoft.com/office/drawing/2014/main" id="{BBD62CFC-9103-4EBF-B0DC-91FA336374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작업과 평가 근거 연결</a:t>
            </a:r>
          </a:p>
        </p:txBody>
      </p:sp>
      <p:sp>
        <p:nvSpPr>
          <p:cNvPr id="2" name="S92">
            <a:extLst xmlns:a="http://schemas.openxmlformats.org/drawingml/2006/main">
              <a:ext uri="{FF2B5EF4-FFF2-40B4-BE49-F238E27FC236}">
                <a16:creationId xmlns:a16="http://schemas.microsoft.com/office/drawing/2014/main" id="{BEA41A79-99D7-4487-A446-314D6F8853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대표 작업은 서로 다른 위험을 확인한다">
            <a:extLst xmlns:a="http://schemas.openxmlformats.org/drawingml/2006/main">
              <a:ext uri="{FF2B5EF4-FFF2-40B4-BE49-F238E27FC236}">
                <a16:creationId xmlns:a16="http://schemas.microsoft.com/office/drawing/2014/main" id="{B64F1B05-0577-4721-807F-DE5444DEC3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3577865E-7002-4D24-83F0-159DEA4F8F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의 평가 설계 · 네 작업 모두 변경 후 실행 결과 없음">
            <a:extLst xmlns:a="http://schemas.openxmlformats.org/drawingml/2006/main">
              <a:ext uri="{FF2B5EF4-FFF2-40B4-BE49-F238E27FC236}">
                <a16:creationId xmlns:a16="http://schemas.microsoft.com/office/drawing/2014/main" id="{D9583D6F-CB1C-4B38-9CE9-ED8D318901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EVAL-01~04의 평가 설계 · 네 작업 모두 변경 후 실행 결과 없음</a:t>
            </a:r>
          </a:p>
        </p:txBody>
      </p:sp>
      <p:sp>
        <p:nvSpPr>
          <p:cNvPr id="6" name="버그·성능은 별도 과거 사례 참고 · 문서·리팩터링은 설계만 있음 · 새 PASS/FAIL 없음">
            <a:extLst xmlns:a="http://schemas.openxmlformats.org/drawingml/2006/main">
              <a:ext uri="{FF2B5EF4-FFF2-40B4-BE49-F238E27FC236}">
                <a16:creationId xmlns:a16="http://schemas.microsoft.com/office/drawing/2014/main" id="{9C66DB11-023D-413A-9663-8E147A83F4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PASS/FAIL 없음</a:t>
            </a:r>
          </a:p>
        </p:txBody>
      </p:sp>
      <p:sp>
        <p:nvSpPr>
          <p:cNvPr id="7" name="작업별 요청과 실제 수행 기록을 대조하도록 설계한다">
            <a:extLst xmlns:a="http://schemas.openxmlformats.org/drawingml/2006/main">
              <a:ext uri="{FF2B5EF4-FFF2-40B4-BE49-F238E27FC236}">
                <a16:creationId xmlns:a16="http://schemas.microsoft.com/office/drawing/2014/main" id="{0B3A7FBC-B94B-431C-9F16-13BDC356139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작업별 요청과 실제 수행 기록을 대조하도록 설계한다</a:t>
            </a:r>
          </a:p>
        </p:txBody>
      </p:sp>
      <p:graphicFrame>
        <p:nvGraphicFramePr>
          <p:cNvPr id="8" name="">
            <a:extLst xmlns:a="http://schemas.openxmlformats.org/drawingml/2006/main">
              <a:ext uri="{FF2B5EF4-FFF2-40B4-BE49-F238E27FC236}">
                <a16:creationId xmlns:a16="http://schemas.microsoft.com/office/drawing/2014/main" id="{6D3FF32B-BB2D-4C6A-9AA7-7721947BB41C}"/>
              </a:ext>
            </a:extLst>
          </p:cNvPr>
          <p:cNvGraphicFramePr/>
          <p:nvPr/>
        </p:nvGraphicFramePr>
        <p:xfrm>
          <a:off xmlns:a="http://schemas.openxmlformats.org/drawingml/2006/main" x="609600" y="249555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무엇을 대조할까?</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 ↔ 검사 범위·결과</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 조건 ↔ 결과·동작 확인</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요청 범위 ↔ 불필요한 검증 요구</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보존 조건 ↔ 변경·검사 기록</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5018374C-7042-4F76-9C6F-1CD597E715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3213572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57C94E9B-BB94-4C06-9829-8686409EF9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3">
            <a:extLst xmlns:a="http://schemas.openxmlformats.org/drawingml/2006/main">
              <a:ext uri="{FF2B5EF4-FFF2-40B4-BE49-F238E27FC236}">
                <a16:creationId xmlns:a16="http://schemas.microsoft.com/office/drawing/2014/main" id="{34E60F17-6BB8-402B-9BB7-C4DEC58FAB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한 작업에 맞춘 규칙,&#10;다른 작업에도 맞을까?">
            <a:extLst xmlns:a="http://schemas.openxmlformats.org/drawingml/2006/main">
              <a:ext uri="{FF2B5EF4-FFF2-40B4-BE49-F238E27FC236}">
                <a16:creationId xmlns:a16="http://schemas.microsoft.com/office/drawing/2014/main" id="{E1876E1C-9C7A-4737-8152-53B969DB581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8994E5AA-E555-4591-B507-2A0DDC5FD1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951E3414-4119-42A6-B2D5-386FFC669E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621CD918-A165-4391-A4A7-A499499572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AF253938-2234-47B6-900B-628B42D97C24}"/>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9660D6BE-9F59-4B0D-A012-24DF9B042BD1}"/>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61ADBB61-5FAF-4E36-9221-30D88B3CCBB7}"/>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3BA1597E-D136-486C-A11B-FEDEDF0AEB5A}"/>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C0DF6499-4A0C-4E1B-A278-B932304201B9}"/>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5A0E0C8-CF48-4CE1-955C-770F20F547D3}"/>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D457BEE9-0478-4CCC-936B-015D714DED82}"/>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5BA603DF-AA33-448A-AA5D-7A594589BA2E}"/>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12BEF9F1-CCE4-4C80-A0C0-B5C30FA6040A}"/>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05AAB2FA-18E1-4C8B-88CD-21E4933C413C}"/>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4346FBB0-DA4A-4C76-8C71-92A0BA5F0BD6}"/>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617990CA-88B1-4ECC-87E9-A46F78CB774F}"/>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9A577AA1-AD83-4CF5-821D-83D2F06CBB4E}"/>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B775FB3B-3244-4269-9BF3-2243707736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572988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4 · 이 교육의 체계 개선 루프">
            <a:extLst xmlns:a="http://schemas.openxmlformats.org/drawingml/2006/main">
              <a:ext uri="{FF2B5EF4-FFF2-40B4-BE49-F238E27FC236}">
                <a16:creationId xmlns:a16="http://schemas.microsoft.com/office/drawing/2014/main" id="{0D1FEE61-96E5-4924-AD80-AD8CD53CDB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체계 개선 루프</a:t>
            </a:r>
          </a:p>
        </p:txBody>
      </p:sp>
      <p:sp>
        <p:nvSpPr>
          <p:cNvPr id="2" name="S94">
            <a:extLst xmlns:a="http://schemas.openxmlformats.org/drawingml/2006/main">
              <a:ext uri="{FF2B5EF4-FFF2-40B4-BE49-F238E27FC236}">
                <a16:creationId xmlns:a16="http://schemas.microsoft.com/office/drawing/2014/main" id="{95DEF963-9C0E-47F6-9A21-3D5C2AEC6D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평가한 뒤, 다음 행동을 결정한다">
            <a:extLst xmlns:a="http://schemas.openxmlformats.org/drawingml/2006/main">
              <a:ext uri="{FF2B5EF4-FFF2-40B4-BE49-F238E27FC236}">
                <a16:creationId xmlns:a16="http://schemas.microsoft.com/office/drawing/2014/main" id="{F76CBB47-85E9-4E62-83C1-BAD670C6A1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평가한 뒤, 다음 행동을 결정한다</a:t>
            </a:r>
          </a:p>
        </p:txBody>
      </p:sp>
      <p:sp>
        <p:nvSpPr>
          <p:cNvPr id="4" name="">
            <a:extLst xmlns:a="http://schemas.openxmlformats.org/drawingml/2006/main">
              <a:ext uri="{FF2B5EF4-FFF2-40B4-BE49-F238E27FC236}">
                <a16:creationId xmlns:a16="http://schemas.microsoft.com/office/drawing/2014/main" id="{1CDBA491-4844-4440-B2BC-16C419D399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DEC-0094 · 앞선 가상 사례를 연결한 운영 설계">
            <a:extLst xmlns:a="http://schemas.openxmlformats.org/drawingml/2006/main">
              <a:ext uri="{FF2B5EF4-FFF2-40B4-BE49-F238E27FC236}">
                <a16:creationId xmlns:a16="http://schemas.microsoft.com/office/drawing/2014/main" id="{23A4A508-5F5F-4EB3-9BAF-DE8317F1B5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DEC-0094 · 앞선 가상 사례를 연결한 운영 설계</a:t>
            </a:r>
          </a:p>
        </p:txBody>
      </p:sp>
      <p:sp>
        <p:nvSpPr>
          <p:cNvPr id="6" name="실제 실행·수정·평가 결과 없음 · 제품의 자동 제어·모델 학습을 관찰한 것이 아님">
            <a:extLst xmlns:a="http://schemas.openxmlformats.org/drawingml/2006/main">
              <a:ext uri="{FF2B5EF4-FFF2-40B4-BE49-F238E27FC236}">
                <a16:creationId xmlns:a16="http://schemas.microsoft.com/office/drawing/2014/main" id="{4DBD0B58-7038-445F-A444-2ED9823835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제품의 자동 제어·모델 학습을 관찰한 것이 아님</a:t>
            </a:r>
          </a:p>
        </p:txBody>
      </p:sp>
      <p:sp>
        <p:nvSpPr>
          <p:cNvPr id="7" name="">
            <a:extLst xmlns:a="http://schemas.openxmlformats.org/drawingml/2006/main">
              <a:ext uri="{FF2B5EF4-FFF2-40B4-BE49-F238E27FC236}">
                <a16:creationId xmlns:a16="http://schemas.microsoft.com/office/drawing/2014/main" id="{F9D735F1-22AD-4D3A-A133-7C673C82E87D}"/>
              </a:ext>
            </a:extLst>
          </p:cNvPr>
          <p:cNvSpPr>
            <a:spLocks xmlns:a="http://schemas.openxmlformats.org/drawingml/2006/main" noGrp="1"/>
          </p:cNvSpPr>
          <p:nvPr/>
        </p:nvSpPr>
        <p:spPr>
          <a:xfrm xmlns:a="http://schemas.openxmlformats.org/drawingml/2006/main">
            <a:off x="60960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8" name="실행">
            <a:extLst xmlns:a="http://schemas.openxmlformats.org/drawingml/2006/main">
              <a:ext uri="{FF2B5EF4-FFF2-40B4-BE49-F238E27FC236}">
                <a16:creationId xmlns:a16="http://schemas.microsoft.com/office/drawing/2014/main" id="{9C5AD205-5BA3-4B51-B122-BC36A8A60F19}"/>
              </a:ext>
            </a:extLst>
          </p:cNvPr>
          <p:cNvSpPr>
            <a:spLocks xmlns:a="http://schemas.openxmlformats.org/drawingml/2006/main" noGrp="1"/>
          </p:cNvSpPr>
          <p:nvPr/>
        </p:nvSpPr>
        <p:spPr>
          <a:xfrm xmlns:a="http://schemas.openxmlformats.org/drawingml/2006/main">
            <a:off x="60960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9" name="">
            <a:extLst xmlns:a="http://schemas.openxmlformats.org/drawingml/2006/main">
              <a:ext uri="{FF2B5EF4-FFF2-40B4-BE49-F238E27FC236}">
                <a16:creationId xmlns:a16="http://schemas.microsoft.com/office/drawing/2014/main" id="{2ACB41CB-0B5E-4295-9173-A7CFCDDFEF4D}"/>
              </a:ext>
            </a:extLst>
          </p:cNvPr>
          <p:cNvCxnSpPr/>
          <p:nvPr/>
        </p:nvCxnSpPr>
        <p:spPr>
          <a:xfrm xmlns:a="http://schemas.openxmlformats.org/drawingml/2006/main">
            <a:off x="261175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3860157A-4F7F-4E64-82AF-994D18A2FFFD}"/>
              </a:ext>
            </a:extLst>
          </p:cNvPr>
          <p:cNvSpPr>
            <a:spLocks xmlns:a="http://schemas.openxmlformats.org/drawingml/2006/main" noGrp="1"/>
          </p:cNvSpPr>
          <p:nvPr/>
        </p:nvSpPr>
        <p:spPr>
          <a:xfrm xmlns:a="http://schemas.openxmlformats.org/drawingml/2006/main">
            <a:off x="286893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관찰">
            <a:extLst xmlns:a="http://schemas.openxmlformats.org/drawingml/2006/main">
              <a:ext uri="{FF2B5EF4-FFF2-40B4-BE49-F238E27FC236}">
                <a16:creationId xmlns:a16="http://schemas.microsoft.com/office/drawing/2014/main" id="{5064C5AB-3354-4451-A453-158627CF9886}"/>
              </a:ext>
            </a:extLst>
          </p:cNvPr>
          <p:cNvSpPr>
            <a:spLocks xmlns:a="http://schemas.openxmlformats.org/drawingml/2006/main" noGrp="1"/>
          </p:cNvSpPr>
          <p:nvPr/>
        </p:nvSpPr>
        <p:spPr>
          <a:xfrm xmlns:a="http://schemas.openxmlformats.org/drawingml/2006/main">
            <a:off x="286893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cxnSp>
        <p:nvCxnSpPr>
          <p:cNvPr id="12" name="">
            <a:extLst xmlns:a="http://schemas.openxmlformats.org/drawingml/2006/main">
              <a:ext uri="{FF2B5EF4-FFF2-40B4-BE49-F238E27FC236}">
                <a16:creationId xmlns:a16="http://schemas.microsoft.com/office/drawing/2014/main" id="{63E4BE87-BD0B-4166-BB07-55F69CE7F015}"/>
              </a:ext>
            </a:extLst>
          </p:cNvPr>
          <p:cNvCxnSpPr/>
          <p:nvPr/>
        </p:nvCxnSpPr>
        <p:spPr>
          <a:xfrm xmlns:a="http://schemas.openxmlformats.org/drawingml/2006/main">
            <a:off x="487108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E103E2E5-67A3-4CFE-A5AF-A806E4546CF5}"/>
              </a:ext>
            </a:extLst>
          </p:cNvPr>
          <p:cNvSpPr>
            <a:spLocks xmlns:a="http://schemas.openxmlformats.org/drawingml/2006/main" noGrp="1"/>
          </p:cNvSpPr>
          <p:nvPr/>
        </p:nvSpPr>
        <p:spPr>
          <a:xfrm xmlns:a="http://schemas.openxmlformats.org/drawingml/2006/main">
            <a:off x="512826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원인 판단">
            <a:extLst xmlns:a="http://schemas.openxmlformats.org/drawingml/2006/main">
              <a:ext uri="{FF2B5EF4-FFF2-40B4-BE49-F238E27FC236}">
                <a16:creationId xmlns:a16="http://schemas.microsoft.com/office/drawing/2014/main" id="{5336AE11-3560-4B7A-BD4E-538F0AA0FA32}"/>
              </a:ext>
            </a:extLst>
          </p:cNvPr>
          <p:cNvSpPr>
            <a:spLocks xmlns:a="http://schemas.openxmlformats.org/drawingml/2006/main" noGrp="1"/>
          </p:cNvSpPr>
          <p:nvPr/>
        </p:nvSpPr>
        <p:spPr>
          <a:xfrm xmlns:a="http://schemas.openxmlformats.org/drawingml/2006/main">
            <a:off x="512826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cxnSp>
        <p:nvCxnSpPr>
          <p:cNvPr id="15" name="">
            <a:extLst xmlns:a="http://schemas.openxmlformats.org/drawingml/2006/main">
              <a:ext uri="{FF2B5EF4-FFF2-40B4-BE49-F238E27FC236}">
                <a16:creationId xmlns:a16="http://schemas.microsoft.com/office/drawing/2014/main" id="{885DA635-6EF4-4BAB-A5F1-B4CE36D987CF}"/>
              </a:ext>
            </a:extLst>
          </p:cNvPr>
          <p:cNvCxnSpPr/>
          <p:nvPr/>
        </p:nvCxnSpPr>
        <p:spPr>
          <a:xfrm xmlns:a="http://schemas.openxmlformats.org/drawingml/2006/main">
            <a:off x="713041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38AF94-91D7-44D6-9418-AEE6EF080A67}"/>
              </a:ext>
            </a:extLst>
          </p:cNvPr>
          <p:cNvSpPr>
            <a:spLocks xmlns:a="http://schemas.openxmlformats.org/drawingml/2006/main" noGrp="1"/>
          </p:cNvSpPr>
          <p:nvPr/>
        </p:nvSpPr>
        <p:spPr>
          <a:xfrm xmlns:a="http://schemas.openxmlformats.org/drawingml/2006/main">
            <a:off x="738759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변경 후보">
            <a:extLst xmlns:a="http://schemas.openxmlformats.org/drawingml/2006/main">
              <a:ext uri="{FF2B5EF4-FFF2-40B4-BE49-F238E27FC236}">
                <a16:creationId xmlns:a16="http://schemas.microsoft.com/office/drawing/2014/main" id="{ECD8AB6B-CBBC-4B27-A073-3A10847DDA5F}"/>
              </a:ext>
            </a:extLst>
          </p:cNvPr>
          <p:cNvSpPr>
            <a:spLocks xmlns:a="http://schemas.openxmlformats.org/drawingml/2006/main" noGrp="1"/>
          </p:cNvSpPr>
          <p:nvPr/>
        </p:nvSpPr>
        <p:spPr>
          <a:xfrm xmlns:a="http://schemas.openxmlformats.org/drawingml/2006/main">
            <a:off x="738759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후보</a:t>
            </a:r>
          </a:p>
        </p:txBody>
      </p:sp>
      <p:cxnSp>
        <p:nvCxnSpPr>
          <p:cNvPr id="18" name="">
            <a:extLst xmlns:a="http://schemas.openxmlformats.org/drawingml/2006/main">
              <a:ext uri="{FF2B5EF4-FFF2-40B4-BE49-F238E27FC236}">
                <a16:creationId xmlns:a16="http://schemas.microsoft.com/office/drawing/2014/main" id="{469ACA37-6136-43BC-AF5B-DABD129A317D}"/>
              </a:ext>
            </a:extLst>
          </p:cNvPr>
          <p:cNvCxnSpPr/>
          <p:nvPr/>
        </p:nvCxnSpPr>
        <p:spPr>
          <a:xfrm xmlns:a="http://schemas.openxmlformats.org/drawingml/2006/main">
            <a:off x="938974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97370F2-B3C5-453B-842F-B5BCBBAEBD3D}"/>
              </a:ext>
            </a:extLst>
          </p:cNvPr>
          <p:cNvSpPr>
            <a:spLocks xmlns:a="http://schemas.openxmlformats.org/drawingml/2006/main" noGrp="1"/>
          </p:cNvSpPr>
          <p:nvPr/>
        </p:nvSpPr>
        <p:spPr>
          <a:xfrm xmlns:a="http://schemas.openxmlformats.org/drawingml/2006/main">
            <a:off x="964692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재평가">
            <a:extLst xmlns:a="http://schemas.openxmlformats.org/drawingml/2006/main">
              <a:ext uri="{FF2B5EF4-FFF2-40B4-BE49-F238E27FC236}">
                <a16:creationId xmlns:a16="http://schemas.microsoft.com/office/drawing/2014/main" id="{4E26F3CD-6499-4453-8D9B-6F9CE3102C41}"/>
              </a:ext>
            </a:extLst>
          </p:cNvPr>
          <p:cNvSpPr>
            <a:spLocks xmlns:a="http://schemas.openxmlformats.org/drawingml/2006/main" noGrp="1"/>
          </p:cNvSpPr>
          <p:nvPr/>
        </p:nvSpPr>
        <p:spPr>
          <a:xfrm xmlns:a="http://schemas.openxmlformats.org/drawingml/2006/main">
            <a:off x="964692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21" name="재평가의 근거로 다음 행동을 고른다">
            <a:extLst xmlns:a="http://schemas.openxmlformats.org/drawingml/2006/main">
              <a:ext uri="{FF2B5EF4-FFF2-40B4-BE49-F238E27FC236}">
                <a16:creationId xmlns:a16="http://schemas.microsoft.com/office/drawing/2014/main" id="{778C2962-2602-40A2-A97D-DFEB48DF9A45}"/>
              </a:ext>
            </a:extLst>
          </p:cNvPr>
          <p:cNvSpPr>
            <a:spLocks xmlns:a="http://schemas.openxmlformats.org/drawingml/2006/main" noGrp="1"/>
          </p:cNvSpPr>
          <p:nvPr/>
        </p:nvSpPr>
        <p:spPr>
          <a:xfrm xmlns:a="http://schemas.openxmlformats.org/drawingml/2006/main">
            <a:off x="609600" y="2790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재평가의 근거로 다음 행동을 고른다</a:t>
            </a:r>
          </a:p>
        </p:txBody>
      </p:sp>
      <p:sp>
        <p:nvSpPr>
          <p:cNvPr id="22" name="">
            <a:extLst xmlns:a="http://schemas.openxmlformats.org/drawingml/2006/main">
              <a:ext uri="{FF2B5EF4-FFF2-40B4-BE49-F238E27FC236}">
                <a16:creationId xmlns:a16="http://schemas.microsoft.com/office/drawing/2014/main" id="{08EB29E1-AAC5-42FB-80F3-576096CFFF56}"/>
              </a:ext>
            </a:extLst>
          </p:cNvPr>
          <p:cNvSpPr>
            <a:spLocks xmlns:a="http://schemas.openxmlformats.org/drawingml/2006/main" noGrp="1"/>
          </p:cNvSpPr>
          <p:nvPr/>
        </p:nvSpPr>
        <p:spPr>
          <a:xfrm xmlns:a="http://schemas.openxmlformats.org/drawingml/2006/main">
            <a:off x="60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3" name="기준 충족">
            <a:extLst xmlns:a="http://schemas.openxmlformats.org/drawingml/2006/main">
              <a:ext uri="{FF2B5EF4-FFF2-40B4-BE49-F238E27FC236}">
                <a16:creationId xmlns:a16="http://schemas.microsoft.com/office/drawing/2014/main" id="{66A97A4F-FA8D-4E65-AD63-1BEF02EED6E7}"/>
              </a:ext>
            </a:extLst>
          </p:cNvPr>
          <p:cNvSpPr>
            <a:spLocks xmlns:a="http://schemas.openxmlformats.org/drawingml/2006/main" noGrp="1"/>
          </p:cNvSpPr>
          <p:nvPr/>
        </p:nvSpPr>
        <p:spPr>
          <a:xfrm xmlns:a="http://schemas.openxmlformats.org/drawingml/2006/main">
            <a:off x="60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기준 충족</a:t>
            </a:r>
          </a:p>
        </p:txBody>
      </p:sp>
      <p:sp>
        <p:nvSpPr>
          <p:cNvPr id="24" name="완료·채택">
            <a:extLst xmlns:a="http://schemas.openxmlformats.org/drawingml/2006/main">
              <a:ext uri="{FF2B5EF4-FFF2-40B4-BE49-F238E27FC236}">
                <a16:creationId xmlns:a16="http://schemas.microsoft.com/office/drawing/2014/main" id="{709FF404-BACA-4B75-920E-B765E18465F0}"/>
              </a:ext>
            </a:extLst>
          </p:cNvPr>
          <p:cNvSpPr>
            <a:spLocks xmlns:a="http://schemas.openxmlformats.org/drawingml/2006/main" noGrp="1"/>
          </p:cNvSpPr>
          <p:nvPr/>
        </p:nvSpPr>
        <p:spPr>
          <a:xfrm xmlns:a="http://schemas.openxmlformats.org/drawingml/2006/main">
            <a:off x="60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완료·채택</a:t>
            </a:r>
          </a:p>
        </p:txBody>
      </p:sp>
      <p:sp>
        <p:nvSpPr>
          <p:cNvPr id="25" name="이번 작업은 완료&#10;검토한 체계만 다음 작업에">
            <a:extLst xmlns:a="http://schemas.openxmlformats.org/drawingml/2006/main">
              <a:ext uri="{FF2B5EF4-FFF2-40B4-BE49-F238E27FC236}">
                <a16:creationId xmlns:a16="http://schemas.microsoft.com/office/drawing/2014/main" id="{537659AB-4957-4C77-9FA2-63367E1EF877}"/>
              </a:ext>
            </a:extLst>
          </p:cNvPr>
          <p:cNvSpPr>
            <a:spLocks xmlns:a="http://schemas.openxmlformats.org/drawingml/2006/main" noGrp="1"/>
          </p:cNvSpPr>
          <p:nvPr/>
        </p:nvSpPr>
        <p:spPr>
          <a:xfrm xmlns:a="http://schemas.openxmlformats.org/drawingml/2006/main">
            <a:off x="60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작업은 완료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검토한 체계만 다음 작업에</a:t>
            </a:r>
          </a:p>
        </p:txBody>
      </p:sp>
      <p:sp>
        <p:nvSpPr>
          <p:cNvPr id="26" name="">
            <a:extLst xmlns:a="http://schemas.openxmlformats.org/drawingml/2006/main">
              <a:ext uri="{FF2B5EF4-FFF2-40B4-BE49-F238E27FC236}">
                <a16:creationId xmlns:a16="http://schemas.microsoft.com/office/drawing/2014/main" id="{5AA95163-B513-40EF-B79F-755DF7C0A029}"/>
              </a:ext>
            </a:extLst>
          </p:cNvPr>
          <p:cNvSpPr>
            <a:spLocks xmlns:a="http://schemas.openxmlformats.org/drawingml/2006/main" noGrp="1"/>
          </p:cNvSpPr>
          <p:nvPr/>
        </p:nvSpPr>
        <p:spPr>
          <a:xfrm xmlns:a="http://schemas.openxmlformats.org/drawingml/2006/main">
            <a:off x="441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7" name="미충족 · 수정 가능">
            <a:extLst xmlns:a="http://schemas.openxmlformats.org/drawingml/2006/main">
              <a:ext uri="{FF2B5EF4-FFF2-40B4-BE49-F238E27FC236}">
                <a16:creationId xmlns:a16="http://schemas.microsoft.com/office/drawing/2014/main" id="{F9758C7A-90F6-4F75-9E6C-95D42734E9D7}"/>
              </a:ext>
            </a:extLst>
          </p:cNvPr>
          <p:cNvSpPr>
            <a:spLocks xmlns:a="http://schemas.openxmlformats.org/drawingml/2006/main" noGrp="1"/>
          </p:cNvSpPr>
          <p:nvPr/>
        </p:nvSpPr>
        <p:spPr>
          <a:xfrm xmlns:a="http://schemas.openxmlformats.org/drawingml/2006/main">
            <a:off x="441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미충족 · 수정 가능</a:t>
            </a:r>
          </a:p>
        </p:txBody>
      </p:sp>
      <p:sp>
        <p:nvSpPr>
          <p:cNvPr id="28" name="수정 후 재시도">
            <a:extLst xmlns:a="http://schemas.openxmlformats.org/drawingml/2006/main">
              <a:ext uri="{FF2B5EF4-FFF2-40B4-BE49-F238E27FC236}">
                <a16:creationId xmlns:a16="http://schemas.microsoft.com/office/drawing/2014/main" id="{CD1F5435-CEE6-45C6-8E99-744FD2876F1D}"/>
              </a:ext>
            </a:extLst>
          </p:cNvPr>
          <p:cNvSpPr>
            <a:spLocks xmlns:a="http://schemas.openxmlformats.org/drawingml/2006/main" noGrp="1"/>
          </p:cNvSpPr>
          <p:nvPr/>
        </p:nvSpPr>
        <p:spPr>
          <a:xfrm xmlns:a="http://schemas.openxmlformats.org/drawingml/2006/main">
            <a:off x="441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수정 후 재시도</a:t>
            </a:r>
          </a:p>
        </p:txBody>
      </p:sp>
      <p:sp>
        <p:nvSpPr>
          <p:cNvPr id="29" name="원인·변경 범위를 다시 보고&#10;새 기록으로 재평가">
            <a:extLst xmlns:a="http://schemas.openxmlformats.org/drawingml/2006/main">
              <a:ext uri="{FF2B5EF4-FFF2-40B4-BE49-F238E27FC236}">
                <a16:creationId xmlns:a16="http://schemas.microsoft.com/office/drawing/2014/main" id="{60A227F8-21C1-460A-A308-88FC1C395861}"/>
              </a:ext>
            </a:extLst>
          </p:cNvPr>
          <p:cNvSpPr>
            <a:spLocks xmlns:a="http://schemas.openxmlformats.org/drawingml/2006/main" noGrp="1"/>
          </p:cNvSpPr>
          <p:nvPr/>
        </p:nvSpPr>
        <p:spPr>
          <a:xfrm xmlns:a="http://schemas.openxmlformats.org/drawingml/2006/main">
            <a:off x="441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원인·변경 범위를 다시 보고</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새 기록으로 재평가</a:t>
            </a:r>
          </a:p>
        </p:txBody>
      </p:sp>
      <p:sp>
        <p:nvSpPr>
          <p:cNvPr id="30" name="">
            <a:extLst xmlns:a="http://schemas.openxmlformats.org/drawingml/2006/main">
              <a:ext uri="{FF2B5EF4-FFF2-40B4-BE49-F238E27FC236}">
                <a16:creationId xmlns:a16="http://schemas.microsoft.com/office/drawing/2014/main" id="{E3B40147-0F46-467B-85B6-E70CBD8ED4AE}"/>
              </a:ext>
            </a:extLst>
          </p:cNvPr>
          <p:cNvSpPr>
            <a:spLocks xmlns:a="http://schemas.openxmlformats.org/drawingml/2006/main" noGrp="1"/>
          </p:cNvSpPr>
          <p:nvPr/>
        </p:nvSpPr>
        <p:spPr>
          <a:xfrm xmlns:a="http://schemas.openxmlformats.org/drawingml/2006/main">
            <a:off x="8229600" y="34099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31" name="근거 부족 · 한도 도달">
            <a:extLst xmlns:a="http://schemas.openxmlformats.org/drawingml/2006/main">
              <a:ext uri="{FF2B5EF4-FFF2-40B4-BE49-F238E27FC236}">
                <a16:creationId xmlns:a16="http://schemas.microsoft.com/office/drawing/2014/main" id="{E537758C-4037-4D79-BC00-88305B355337}"/>
              </a:ext>
            </a:extLst>
          </p:cNvPr>
          <p:cNvSpPr>
            <a:spLocks xmlns:a="http://schemas.openxmlformats.org/drawingml/2006/main" noGrp="1"/>
          </p:cNvSpPr>
          <p:nvPr/>
        </p:nvSpPr>
        <p:spPr>
          <a:xfrm xmlns:a="http://schemas.openxmlformats.org/drawingml/2006/main">
            <a:off x="822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근거 부족 · 한도 도달</a:t>
            </a:r>
          </a:p>
        </p:txBody>
      </p:sp>
      <p:sp>
        <p:nvSpPr>
          <p:cNvPr id="32" name="중단·사람에게 확인">
            <a:extLst xmlns:a="http://schemas.openxmlformats.org/drawingml/2006/main">
              <a:ext uri="{FF2B5EF4-FFF2-40B4-BE49-F238E27FC236}">
                <a16:creationId xmlns:a16="http://schemas.microsoft.com/office/drawing/2014/main" id="{01C734A6-A324-4524-94D6-F87ECD757CF1}"/>
              </a:ext>
            </a:extLst>
          </p:cNvPr>
          <p:cNvSpPr>
            <a:spLocks xmlns:a="http://schemas.openxmlformats.org/drawingml/2006/main" noGrp="1"/>
          </p:cNvSpPr>
          <p:nvPr/>
        </p:nvSpPr>
        <p:spPr>
          <a:xfrm xmlns:a="http://schemas.openxmlformats.org/drawingml/2006/main">
            <a:off x="822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중단·사람에게 확인</a:t>
            </a:r>
          </a:p>
        </p:txBody>
      </p:sp>
      <p:sp>
        <p:nvSpPr>
          <p:cNvPr id="33" name="시도·남은 문제를 기록&#10;반복·시간·비용 한도 유지">
            <a:extLst xmlns:a="http://schemas.openxmlformats.org/drawingml/2006/main">
              <a:ext uri="{FF2B5EF4-FFF2-40B4-BE49-F238E27FC236}">
                <a16:creationId xmlns:a16="http://schemas.microsoft.com/office/drawing/2014/main" id="{F23320E6-50BD-43D9-96A9-AFF6F955C47D}"/>
              </a:ext>
            </a:extLst>
          </p:cNvPr>
          <p:cNvSpPr>
            <a:spLocks xmlns:a="http://schemas.openxmlformats.org/drawingml/2006/main" noGrp="1"/>
          </p:cNvSpPr>
          <p:nvPr/>
        </p:nvSpPr>
        <p:spPr>
          <a:xfrm xmlns:a="http://schemas.openxmlformats.org/drawingml/2006/main">
            <a:off x="822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시도·남은 문제를 기록</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반복·시간·비용 한도 유지</a:t>
            </a:r>
          </a:p>
        </p:txBody>
      </p:sp>
      <p:sp>
        <p:nvSpPr>
          <p:cNvPr id="34" name="Legacy module connection">
            <a:extLst xmlns:a="http://schemas.openxmlformats.org/drawingml/2006/main">
              <a:ext uri="{FF2B5EF4-FFF2-40B4-BE49-F238E27FC236}">
                <a16:creationId xmlns:a16="http://schemas.microsoft.com/office/drawing/2014/main" id="{6A464338-8B6C-407B-9D30-67D263FDA8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792402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F6B9B5A5-5622-4CA1-9998-4D24CE3758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5">
            <a:extLst xmlns:a="http://schemas.openxmlformats.org/drawingml/2006/main">
              <a:ext uri="{FF2B5EF4-FFF2-40B4-BE49-F238E27FC236}">
                <a16:creationId xmlns:a16="http://schemas.microsoft.com/office/drawing/2014/main" id="{FD32C982-EB95-4399-BF31-E04262601D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평가·보고 기준도 개선 대상이다">
            <a:extLst xmlns:a="http://schemas.openxmlformats.org/drawingml/2006/main">
              <a:ext uri="{FF2B5EF4-FFF2-40B4-BE49-F238E27FC236}">
                <a16:creationId xmlns:a16="http://schemas.microsoft.com/office/drawing/2014/main" id="{45CC4DC6-D67B-4AB3-8B0E-6308B86FC3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B4F94075-E786-448F-84CC-760E0D81EF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FB15FFB-215E-449F-96DE-09411F43E80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1F0499A8-78F8-4604-B325-EBA802385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4BA9E0B5-C121-41E4-875B-4C3E0E7A61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A2D91E50-04E8-462D-96B6-38DADBBFF4F1}"/>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64706EBE-88E9-4EE5-890A-11323DC373ED}"/>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4E24EEDB-BA6F-4600-9E52-406C725E4185}"/>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666858B1-5E0A-4F75-A308-58EABCF37546}"/>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0B762F94-2EA3-4D82-8FCB-1D41E01D531C}"/>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91FCC87E-EE10-4B8F-A968-C0E2059606AA}"/>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087BACB9-D22C-487B-82BA-B23B5C7B0A66}"/>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EA2E5C8F-98F3-46B8-A29E-D0549A610715}"/>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870B31F5-E7E3-4FF0-BEC5-6A6556868D8A}"/>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835D56AF-CBAD-4004-9463-D0AB8B267844}"/>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E06F24C1-721C-451E-8EA5-5068ECCA31FA}"/>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CCAF274A-A83B-4E95-AAC8-4762B08BD2D8}"/>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2A03D6C3-AB96-47FF-B1A7-B93DAD43936E}"/>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92D6C01D-F6A0-4D19-AD69-7E3E378F095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8D6FBF8E-85C1-4E12-88E6-ED9B6D4ADB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4863265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E3F5C97F-6FEA-4E61-A991-494097A793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6">
            <a:extLst xmlns:a="http://schemas.openxmlformats.org/drawingml/2006/main">
              <a:ext uri="{FF2B5EF4-FFF2-40B4-BE49-F238E27FC236}">
                <a16:creationId xmlns:a16="http://schemas.microsoft.com/office/drawing/2014/main" id="{423E6B2E-30B2-4053-871A-8A891ABE4F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결과 확인과 원인 해석을 따로 기록한다">
            <a:extLst xmlns:a="http://schemas.openxmlformats.org/drawingml/2006/main">
              <a:ext uri="{FF2B5EF4-FFF2-40B4-BE49-F238E27FC236}">
                <a16:creationId xmlns:a16="http://schemas.microsoft.com/office/drawing/2014/main" id="{992B2013-C01F-47EB-8C3F-DEF73DBAD2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94E43438-564E-46DD-8C70-A53C52420B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C6A2EB9-08C4-4FF9-8727-63A04EB2125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187EF22A-9F32-4FF7-A970-836B0F5F1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C76CCB5D-F044-4C80-BA4A-AFEC35AC13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8D2B2940-A1C2-45C9-83DF-4672211D2077}"/>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D24D08F4-EFE2-46DA-9E16-2B7255486A67}"/>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47CF2F97-7C8F-4C88-8070-FFC7395C9583}"/>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95CC27C7-4AFD-430E-82F9-7910D3F1DAE7}"/>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407ACEF2-DED1-4920-A2E0-F0C89EB34EEE}"/>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56A676FF-AB51-43F2-95A9-0208F716BB12}"/>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31E052B2-3157-407F-9642-4E78813841F0}"/>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C73103B6-2DDD-4563-ACE3-6206C5863039}"/>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DAA201E3-0476-4B57-A88E-55A80A9E415F}"/>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AA1F2C96-BB79-498E-BE22-4627505CCC0E}"/>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91F65889-A69E-4C91-9201-4EB8AA0188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1934116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0FC428B9-DAAB-4D4C-8705-5E9BA06C49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7">
            <a:extLst xmlns:a="http://schemas.openxmlformats.org/drawingml/2006/main">
              <a:ext uri="{FF2B5EF4-FFF2-40B4-BE49-F238E27FC236}">
                <a16:creationId xmlns:a16="http://schemas.microsoft.com/office/drawing/2014/main" id="{F7F6BA1B-8F7E-4065-9D0C-89596DF2AC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음 조사에 남길 기록을 바꿨다">
            <a:extLst xmlns:a="http://schemas.openxmlformats.org/drawingml/2006/main">
              <a:ext uri="{FF2B5EF4-FFF2-40B4-BE49-F238E27FC236}">
                <a16:creationId xmlns:a16="http://schemas.microsoft.com/office/drawing/2014/main" id="{474E9F84-1DE9-44EB-B896-C4A62E48CB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61B49245-F1C2-480E-B8AA-B2AAC2605E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32D76FE-21D0-478B-A5BA-0FAD42F1BBB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F7390AC8-0F41-4F8C-8F00-599597FF01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03E80BF2-C55C-4E5D-857A-FE4BB95A53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579AA9D8-205A-4F32-8B8A-7F735F1E41AB}"/>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B881B9F3-39DB-46F2-9520-1819BC490A0B}"/>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F07E0DF1-AA30-4878-9307-862C04374A66}"/>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09C34C88-B41A-474A-89A2-226DFBA8EADA}"/>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0ED33E55-EDA7-424C-A20D-D28B2264EDD6}"/>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CF1958F7-9CC1-4588-9D0B-26BD319B2F73}"/>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F10CBC01-A5C8-4E40-B0F4-5CB7CA5DCADA}"/>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395414E5-ED00-4229-A67C-B6A3F79AAE60}"/>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4B855DD3-4337-4CDE-AF28-20AFB38061F2}"/>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CEF696A5-92DC-4224-ADBE-F25BE529D090}"/>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65C44C9C-BEE1-43FB-B228-8B7060388829}"/>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C9A0112A-68CE-4705-9542-6067CFD0BBB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0EE41A62-0399-4CC0-9FEE-1E02630873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796953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128A71F6-FB57-4BB0-85A7-AD923DA84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8">
            <a:extLst xmlns:a="http://schemas.openxmlformats.org/drawingml/2006/main">
              <a:ext uri="{FF2B5EF4-FFF2-40B4-BE49-F238E27FC236}">
                <a16:creationId xmlns:a16="http://schemas.microsoft.com/office/drawing/2014/main" id="{18656320-7775-4FDB-A09B-259A853F73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후속 기록도 원문과 다시 대조했다">
            <a:extLst xmlns:a="http://schemas.openxmlformats.org/drawingml/2006/main">
              <a:ext uri="{FF2B5EF4-FFF2-40B4-BE49-F238E27FC236}">
                <a16:creationId xmlns:a16="http://schemas.microsoft.com/office/drawing/2014/main" id="{B6167C41-1C9F-4490-A0B2-DD49BBB815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D3107901-EA17-49A1-89D8-FD49334977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98D7BFD-5D33-41C3-9633-2AB96BACA58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1F017D0A-DAD4-463D-A400-FCAFCCDE3F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9471AF2A-976E-4B8C-9436-A347D63327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8011D8EB-3CDD-4DAD-BBA8-A6EFAF09FC12}"/>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4B4961B6-9C35-497B-B3C9-441C60B81FDA}"/>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7A48905A-4D25-4679-88C6-63CB4E438A87}"/>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942C8D08-54B9-4E70-8D6E-E71EA6778631}"/>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9AB8B87F-B364-4AFD-A22C-6E549A1A1FC0}"/>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36802C11-DF55-43A5-999F-7739866F36C1}"/>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82FC732B-4CF3-4184-A48F-35B3E7825E3C}"/>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BA79E52F-F97A-4EAC-BBAB-74A3902CD708}"/>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A7285E7D-9D31-42EE-811F-3353DE6EA546}"/>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4F48FB6C-906F-4CC7-9147-19CA1837E6EE}"/>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D92E87D8-05A4-4DC1-A0A2-E1B9A887AB17}"/>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34015218-8894-41E8-9C5E-A01F7A90A5D5}"/>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AFCF6895-9B40-4BE7-B62C-7AFF43CAF654}"/>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DEA36DCD-6F9F-4414-A31C-C3C3EA2B0DDA}"/>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D1A7DB6F-7970-443B-AA05-8F3CC8DFBA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338825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4 · 실제 제작 기록 / 확인한 변화와 다음 개선 질문">
            <a:extLst xmlns:a="http://schemas.openxmlformats.org/drawingml/2006/main">
              <a:ext uri="{FF2B5EF4-FFF2-40B4-BE49-F238E27FC236}">
                <a16:creationId xmlns:a16="http://schemas.microsoft.com/office/drawing/2014/main" id="{BFEFD749-9D2E-41E9-A696-2E16D0AB7D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확인한 변화와 다음 개선 질문</a:t>
            </a:r>
          </a:p>
        </p:txBody>
      </p:sp>
      <p:sp>
        <p:nvSpPr>
          <p:cNvPr id="2" name="S99">
            <a:extLst xmlns:a="http://schemas.openxmlformats.org/drawingml/2006/main">
              <a:ext uri="{FF2B5EF4-FFF2-40B4-BE49-F238E27FC236}">
                <a16:creationId xmlns:a16="http://schemas.microsoft.com/office/drawing/2014/main" id="{1A164279-2A83-4985-971A-DAA170BD4B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제 기록을 Loop의 단계에 대응하면">
            <a:extLst xmlns:a="http://schemas.openxmlformats.org/drawingml/2006/main">
              <a:ext uri="{FF2B5EF4-FFF2-40B4-BE49-F238E27FC236}">
                <a16:creationId xmlns:a16="http://schemas.microsoft.com/office/drawing/2014/main" id="{0D2BD891-768E-4F28-9497-F06B06887C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2FF7E54E-015C-454F-9F5D-01745225B1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725C3D6-6AE8-465F-A9D6-D493A0748FF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BE579794-502D-4455-B47F-6B739CF154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확인은 부분적 · 원인 확정·품질 향상 미입증 · 다음 개선 질문은 제안이며 미실행">
            <a:extLst xmlns:a="http://schemas.openxmlformats.org/drawingml/2006/main">
              <a:ext uri="{FF2B5EF4-FFF2-40B4-BE49-F238E27FC236}">
                <a16:creationId xmlns:a16="http://schemas.microsoft.com/office/drawing/2014/main" id="{A5563D70-499D-43CF-83CB-8E087817AD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확인은 부분적 · 원인 확정·품질 향상 미입증 · 다음 개선 질문은 제안이며 미실행</a:t>
            </a:r>
          </a:p>
        </p:txBody>
      </p:sp>
      <p:sp>
        <p:nvSpPr>
          <p:cNvPr id="8" name="01">
            <a:extLst xmlns:a="http://schemas.openxmlformats.org/drawingml/2006/main">
              <a:ext uri="{FF2B5EF4-FFF2-40B4-BE49-F238E27FC236}">
                <a16:creationId xmlns:a16="http://schemas.microsoft.com/office/drawing/2014/main" id="{61E8759C-9581-4BA9-91CB-7867E0189CBD}"/>
              </a:ext>
            </a:extLst>
          </p:cNvPr>
          <p:cNvSpPr>
            <a:spLocks xmlns:a="http://schemas.openxmlformats.org/drawingml/2006/main" noGrp="1"/>
          </p:cNvSpPr>
          <p:nvPr/>
        </p:nvSpPr>
        <p:spPr>
          <a:xfrm xmlns:a="http://schemas.openxmlformats.org/drawingml/2006/main">
            <a:off x="6096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31AE3BA-2EF0-40AE-9D65-BE465EB929CF}"/>
              </a:ext>
            </a:extLst>
          </p:cNvPr>
          <p:cNvSpPr>
            <a:spLocks xmlns:a="http://schemas.openxmlformats.org/drawingml/2006/main" noGrp="1"/>
          </p:cNvSpPr>
          <p:nvPr/>
        </p:nvSpPr>
        <p:spPr>
          <a:xfrm xmlns:a="http://schemas.openxmlformats.org/drawingml/2006/main">
            <a:off x="6096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991D9AEC-4415-4C0B-9609-82475C5A3BCA}"/>
              </a:ext>
            </a:extLst>
          </p:cNvPr>
          <p:cNvSpPr>
            <a:spLocks xmlns:a="http://schemas.openxmlformats.org/drawingml/2006/main" noGrp="1"/>
          </p:cNvSpPr>
          <p:nvPr/>
        </p:nvSpPr>
        <p:spPr>
          <a:xfrm xmlns:a="http://schemas.openxmlformats.org/drawingml/2006/main">
            <a:off x="6096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Resize 성능&#10;조사">
            <a:extLst xmlns:a="http://schemas.openxmlformats.org/drawingml/2006/main">
              <a:ext uri="{FF2B5EF4-FFF2-40B4-BE49-F238E27FC236}">
                <a16:creationId xmlns:a16="http://schemas.microsoft.com/office/drawing/2014/main" id="{83EE6979-452A-45DE-BB78-D663A6BF03D6}"/>
              </a:ext>
            </a:extLst>
          </p:cNvPr>
          <p:cNvSpPr>
            <a:spLocks xmlns:a="http://schemas.openxmlformats.org/drawingml/2006/main" noGrp="1"/>
          </p:cNvSpPr>
          <p:nvPr/>
        </p:nvSpPr>
        <p:spPr>
          <a:xfrm xmlns:a="http://schemas.openxmlformats.org/drawingml/2006/main">
            <a:off x="6096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2" name="">
            <a:extLst xmlns:a="http://schemas.openxmlformats.org/drawingml/2006/main">
              <a:ext uri="{FF2B5EF4-FFF2-40B4-BE49-F238E27FC236}">
                <a16:creationId xmlns:a16="http://schemas.microsoft.com/office/drawing/2014/main" id="{3B4E7FE0-6457-4659-9863-F4C1B9C9CD39}"/>
              </a:ext>
            </a:extLst>
          </p:cNvPr>
          <p:cNvCxnSpPr/>
          <p:nvPr/>
        </p:nvCxnSpPr>
        <p:spPr>
          <a:xfrm xmlns:a="http://schemas.openxmlformats.org/drawingml/2006/main">
            <a:off x="26479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02">
            <a:extLst xmlns:a="http://schemas.openxmlformats.org/drawingml/2006/main">
              <a:ext uri="{FF2B5EF4-FFF2-40B4-BE49-F238E27FC236}">
                <a16:creationId xmlns:a16="http://schemas.microsoft.com/office/drawing/2014/main" id="{C605D4C1-598B-44D7-812D-8311DD563959}"/>
              </a:ext>
            </a:extLst>
          </p:cNvPr>
          <p:cNvSpPr>
            <a:spLocks xmlns:a="http://schemas.openxmlformats.org/drawingml/2006/main" noGrp="1"/>
          </p:cNvSpPr>
          <p:nvPr/>
        </p:nvSpPr>
        <p:spPr>
          <a:xfrm xmlns:a="http://schemas.openxmlformats.org/drawingml/2006/main">
            <a:off x="28575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E7BA4A3-A163-42DB-BEE9-72ED271FD7AB}"/>
              </a:ext>
            </a:extLst>
          </p:cNvPr>
          <p:cNvSpPr>
            <a:spLocks xmlns:a="http://schemas.openxmlformats.org/drawingml/2006/main" noGrp="1"/>
          </p:cNvSpPr>
          <p:nvPr/>
        </p:nvSpPr>
        <p:spPr>
          <a:xfrm xmlns:a="http://schemas.openxmlformats.org/drawingml/2006/main">
            <a:off x="28575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관찰">
            <a:extLst xmlns:a="http://schemas.openxmlformats.org/drawingml/2006/main">
              <a:ext uri="{FF2B5EF4-FFF2-40B4-BE49-F238E27FC236}">
                <a16:creationId xmlns:a16="http://schemas.microsoft.com/office/drawing/2014/main" id="{62DED3DB-B641-4758-B32A-98627DADD597}"/>
              </a:ext>
            </a:extLst>
          </p:cNvPr>
          <p:cNvSpPr>
            <a:spLocks xmlns:a="http://schemas.openxmlformats.org/drawingml/2006/main" noGrp="1"/>
          </p:cNvSpPr>
          <p:nvPr/>
        </p:nvSpPr>
        <p:spPr>
          <a:xfrm xmlns:a="http://schemas.openxmlformats.org/drawingml/2006/main">
            <a:off x="28575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6" name="전역 Skill과&#10;시작 경고">
            <a:extLst xmlns:a="http://schemas.openxmlformats.org/drawingml/2006/main">
              <a:ext uri="{FF2B5EF4-FFF2-40B4-BE49-F238E27FC236}">
                <a16:creationId xmlns:a16="http://schemas.microsoft.com/office/drawing/2014/main" id="{911E43D7-5AAD-4075-8859-38E00D6FC647}"/>
              </a:ext>
            </a:extLst>
          </p:cNvPr>
          <p:cNvSpPr>
            <a:spLocks xmlns:a="http://schemas.openxmlformats.org/drawingml/2006/main" noGrp="1"/>
          </p:cNvSpPr>
          <p:nvPr/>
        </p:nvSpPr>
        <p:spPr>
          <a:xfrm xmlns:a="http://schemas.openxmlformats.org/drawingml/2006/main">
            <a:off x="28575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7" name="">
            <a:extLst xmlns:a="http://schemas.openxmlformats.org/drawingml/2006/main">
              <a:ext uri="{FF2B5EF4-FFF2-40B4-BE49-F238E27FC236}">
                <a16:creationId xmlns:a16="http://schemas.microsoft.com/office/drawing/2014/main" id="{2DF297FB-2A9C-41FA-9187-9422DF037B9A}"/>
              </a:ext>
            </a:extLst>
          </p:cNvPr>
          <p:cNvCxnSpPr/>
          <p:nvPr/>
        </p:nvCxnSpPr>
        <p:spPr>
          <a:xfrm xmlns:a="http://schemas.openxmlformats.org/drawingml/2006/main">
            <a:off x="48958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03">
            <a:extLst xmlns:a="http://schemas.openxmlformats.org/drawingml/2006/main">
              <a:ext uri="{FF2B5EF4-FFF2-40B4-BE49-F238E27FC236}">
                <a16:creationId xmlns:a16="http://schemas.microsoft.com/office/drawing/2014/main" id="{D4CF185E-CBDA-4026-BF7A-E1E0D3C756E0}"/>
              </a:ext>
            </a:extLst>
          </p:cNvPr>
          <p:cNvSpPr>
            <a:spLocks xmlns:a="http://schemas.openxmlformats.org/drawingml/2006/main" noGrp="1"/>
          </p:cNvSpPr>
          <p:nvPr/>
        </p:nvSpPr>
        <p:spPr>
          <a:xfrm xmlns:a="http://schemas.openxmlformats.org/drawingml/2006/main">
            <a:off x="51054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196849C-E9B6-40B7-B514-11F50A399F10}"/>
              </a:ext>
            </a:extLst>
          </p:cNvPr>
          <p:cNvSpPr>
            <a:spLocks xmlns:a="http://schemas.openxmlformats.org/drawingml/2006/main" noGrp="1"/>
          </p:cNvSpPr>
          <p:nvPr/>
        </p:nvSpPr>
        <p:spPr>
          <a:xfrm xmlns:a="http://schemas.openxmlformats.org/drawingml/2006/main">
            <a:off x="51054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해석 판단">
            <a:extLst xmlns:a="http://schemas.openxmlformats.org/drawingml/2006/main">
              <a:ext uri="{FF2B5EF4-FFF2-40B4-BE49-F238E27FC236}">
                <a16:creationId xmlns:a16="http://schemas.microsoft.com/office/drawing/2014/main" id="{54E3AA5C-EFD8-47A2-88BE-365EBA494046}"/>
              </a:ext>
            </a:extLst>
          </p:cNvPr>
          <p:cNvSpPr>
            <a:spLocks xmlns:a="http://schemas.openxmlformats.org/drawingml/2006/main" noGrp="1"/>
          </p:cNvSpPr>
          <p:nvPr/>
        </p:nvSpPr>
        <p:spPr>
          <a:xfrm xmlns:a="http://schemas.openxmlformats.org/drawingml/2006/main">
            <a:off x="51054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해석 판단</a:t>
            </a:r>
          </a:p>
        </p:txBody>
      </p:sp>
      <p:sp>
        <p:nvSpPr>
          <p:cNvPr id="21" name="Prompt만의&#10;효과 분리 불가">
            <a:extLst xmlns:a="http://schemas.openxmlformats.org/drawingml/2006/main">
              <a:ext uri="{FF2B5EF4-FFF2-40B4-BE49-F238E27FC236}">
                <a16:creationId xmlns:a16="http://schemas.microsoft.com/office/drawing/2014/main" id="{0FE4BE6B-39EF-41E1-BCED-2DCB93E3EBD7}"/>
              </a:ext>
            </a:extLst>
          </p:cNvPr>
          <p:cNvSpPr>
            <a:spLocks xmlns:a="http://schemas.openxmlformats.org/drawingml/2006/main" noGrp="1"/>
          </p:cNvSpPr>
          <p:nvPr/>
        </p:nvSpPr>
        <p:spPr>
          <a:xfrm xmlns:a="http://schemas.openxmlformats.org/drawingml/2006/main">
            <a:off x="51054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2" name="">
            <a:extLst xmlns:a="http://schemas.openxmlformats.org/drawingml/2006/main">
              <a:ext uri="{FF2B5EF4-FFF2-40B4-BE49-F238E27FC236}">
                <a16:creationId xmlns:a16="http://schemas.microsoft.com/office/drawing/2014/main" id="{6ACE5767-7421-41ED-B753-FF55517A41CE}"/>
              </a:ext>
            </a:extLst>
          </p:cNvPr>
          <p:cNvCxnSpPr/>
          <p:nvPr/>
        </p:nvCxnSpPr>
        <p:spPr>
          <a:xfrm xmlns:a="http://schemas.openxmlformats.org/drawingml/2006/main">
            <a:off x="71437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04">
            <a:extLst xmlns:a="http://schemas.openxmlformats.org/drawingml/2006/main">
              <a:ext uri="{FF2B5EF4-FFF2-40B4-BE49-F238E27FC236}">
                <a16:creationId xmlns:a16="http://schemas.microsoft.com/office/drawing/2014/main" id="{8BA08758-B4F8-4CD6-806F-ED782A9A4D5F}"/>
              </a:ext>
            </a:extLst>
          </p:cNvPr>
          <p:cNvSpPr>
            <a:spLocks xmlns:a="http://schemas.openxmlformats.org/drawingml/2006/main" noGrp="1"/>
          </p:cNvSpPr>
          <p:nvPr/>
        </p:nvSpPr>
        <p:spPr>
          <a:xfrm xmlns:a="http://schemas.openxmlformats.org/drawingml/2006/main">
            <a:off x="73533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6318664-C7EF-4A1A-8900-3C2BA630E3C5}"/>
              </a:ext>
            </a:extLst>
          </p:cNvPr>
          <p:cNvSpPr>
            <a:spLocks xmlns:a="http://schemas.openxmlformats.org/drawingml/2006/main" noGrp="1"/>
          </p:cNvSpPr>
          <p:nvPr/>
        </p:nvSpPr>
        <p:spPr>
          <a:xfrm xmlns:a="http://schemas.openxmlformats.org/drawingml/2006/main">
            <a:off x="73533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기준 변경">
            <a:extLst xmlns:a="http://schemas.openxmlformats.org/drawingml/2006/main">
              <a:ext uri="{FF2B5EF4-FFF2-40B4-BE49-F238E27FC236}">
                <a16:creationId xmlns:a16="http://schemas.microsoft.com/office/drawing/2014/main" id="{F79CE3DD-A2DF-43ED-809D-4059B689EA68}"/>
              </a:ext>
            </a:extLst>
          </p:cNvPr>
          <p:cNvSpPr>
            <a:spLocks xmlns:a="http://schemas.openxmlformats.org/drawingml/2006/main" noGrp="1"/>
          </p:cNvSpPr>
          <p:nvPr/>
        </p:nvSpPr>
        <p:spPr>
          <a:xfrm xmlns:a="http://schemas.openxmlformats.org/drawingml/2006/main">
            <a:off x="73533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기준 변경</a:t>
            </a:r>
          </a:p>
        </p:txBody>
      </p:sp>
      <p:sp>
        <p:nvSpPr>
          <p:cNvPr id="26" name="평가·보고&#10;기준 변경">
            <a:extLst xmlns:a="http://schemas.openxmlformats.org/drawingml/2006/main">
              <a:ext uri="{FF2B5EF4-FFF2-40B4-BE49-F238E27FC236}">
                <a16:creationId xmlns:a16="http://schemas.microsoft.com/office/drawing/2014/main" id="{620C088C-0B10-4066-BB83-D3F897637258}"/>
              </a:ext>
            </a:extLst>
          </p:cNvPr>
          <p:cNvSpPr>
            <a:spLocks xmlns:a="http://schemas.openxmlformats.org/drawingml/2006/main" noGrp="1"/>
          </p:cNvSpPr>
          <p:nvPr/>
        </p:nvSpPr>
        <p:spPr>
          <a:xfrm xmlns:a="http://schemas.openxmlformats.org/drawingml/2006/main">
            <a:off x="73533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7" name="">
            <a:extLst xmlns:a="http://schemas.openxmlformats.org/drawingml/2006/main">
              <a:ext uri="{FF2B5EF4-FFF2-40B4-BE49-F238E27FC236}">
                <a16:creationId xmlns:a16="http://schemas.microsoft.com/office/drawing/2014/main" id="{94551291-494A-4BB2-8750-33AC812224FA}"/>
              </a:ext>
            </a:extLst>
          </p:cNvPr>
          <p:cNvCxnSpPr/>
          <p:nvPr/>
        </p:nvCxnSpPr>
        <p:spPr>
          <a:xfrm xmlns:a="http://schemas.openxmlformats.org/drawingml/2006/main">
            <a:off x="93916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05">
            <a:extLst xmlns:a="http://schemas.openxmlformats.org/drawingml/2006/main">
              <a:ext uri="{FF2B5EF4-FFF2-40B4-BE49-F238E27FC236}">
                <a16:creationId xmlns:a16="http://schemas.microsoft.com/office/drawing/2014/main" id="{8744CA07-523A-49B0-B782-FC3FF75D0DA7}"/>
              </a:ext>
            </a:extLst>
          </p:cNvPr>
          <p:cNvSpPr>
            <a:spLocks xmlns:a="http://schemas.openxmlformats.org/drawingml/2006/main" noGrp="1"/>
          </p:cNvSpPr>
          <p:nvPr/>
        </p:nvSpPr>
        <p:spPr>
          <a:xfrm xmlns:a="http://schemas.openxmlformats.org/drawingml/2006/main">
            <a:off x="96012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AF31F987-49E9-4E2E-B3B6-25212F85493C}"/>
              </a:ext>
            </a:extLst>
          </p:cNvPr>
          <p:cNvSpPr>
            <a:spLocks xmlns:a="http://schemas.openxmlformats.org/drawingml/2006/main" noGrp="1"/>
          </p:cNvSpPr>
          <p:nvPr/>
        </p:nvSpPr>
        <p:spPr>
          <a:xfrm xmlns:a="http://schemas.openxmlformats.org/drawingml/2006/main">
            <a:off x="96012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후속 확인">
            <a:extLst xmlns:a="http://schemas.openxmlformats.org/drawingml/2006/main">
              <a:ext uri="{FF2B5EF4-FFF2-40B4-BE49-F238E27FC236}">
                <a16:creationId xmlns:a16="http://schemas.microsoft.com/office/drawing/2014/main" id="{2A721BF3-859B-4C5E-A7E4-6EB67CAF8750}"/>
              </a:ext>
            </a:extLst>
          </p:cNvPr>
          <p:cNvSpPr>
            <a:spLocks xmlns:a="http://schemas.openxmlformats.org/drawingml/2006/main" noGrp="1"/>
          </p:cNvSpPr>
          <p:nvPr/>
        </p:nvSpPr>
        <p:spPr>
          <a:xfrm xmlns:a="http://schemas.openxmlformats.org/drawingml/2006/main">
            <a:off x="96012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후속 확인</a:t>
            </a:r>
          </a:p>
        </p:txBody>
      </p:sp>
      <p:sp>
        <p:nvSpPr>
          <p:cNvPr id="31" name="원문과 대조&#10;불일치도 남음">
            <a:extLst xmlns:a="http://schemas.openxmlformats.org/drawingml/2006/main">
              <a:ext uri="{FF2B5EF4-FFF2-40B4-BE49-F238E27FC236}">
                <a16:creationId xmlns:a16="http://schemas.microsoft.com/office/drawing/2014/main" id="{960316AC-A4E0-4936-8F92-9BDB420159DE}"/>
              </a:ext>
            </a:extLst>
          </p:cNvPr>
          <p:cNvSpPr>
            <a:spLocks xmlns:a="http://schemas.openxmlformats.org/drawingml/2006/main" noGrp="1"/>
          </p:cNvSpPr>
          <p:nvPr/>
        </p:nvSpPr>
        <p:spPr>
          <a:xfrm xmlns:a="http://schemas.openxmlformats.org/drawingml/2006/main">
            <a:off x="96012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원문과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2" name="">
            <a:extLst xmlns:a="http://schemas.openxmlformats.org/drawingml/2006/main">
              <a:ext uri="{FF2B5EF4-FFF2-40B4-BE49-F238E27FC236}">
                <a16:creationId xmlns:a16="http://schemas.microsoft.com/office/drawing/2014/main" id="{5DEC8B7E-58C2-42B5-8834-ED7C0AD4B685}"/>
              </a:ext>
            </a:extLst>
          </p:cNvPr>
          <p:cNvSpPr>
            <a:spLocks xmlns:a="http://schemas.openxmlformats.org/drawingml/2006/main" noGrp="1"/>
          </p:cNvSpPr>
          <p:nvPr/>
        </p:nvSpPr>
        <p:spPr>
          <a:xfrm xmlns:a="http://schemas.openxmlformats.org/drawingml/2006/main">
            <a:off x="609600" y="4181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확인한 변화">
            <a:extLst xmlns:a="http://schemas.openxmlformats.org/drawingml/2006/main">
              <a:ext uri="{FF2B5EF4-FFF2-40B4-BE49-F238E27FC236}">
                <a16:creationId xmlns:a16="http://schemas.microsoft.com/office/drawing/2014/main" id="{B6BE1E98-67EA-4B71-9C78-CEB7E417CF01}"/>
              </a:ext>
            </a:extLst>
          </p:cNvPr>
          <p:cNvSpPr>
            <a:spLocks xmlns:a="http://schemas.openxmlformats.org/drawingml/2006/main" noGrp="1"/>
          </p:cNvSpPr>
          <p:nvPr/>
        </p:nvSpPr>
        <p:spPr>
          <a:xfrm xmlns:a="http://schemas.openxmlformats.org/drawingml/2006/main">
            <a:off x="609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확인한 변화</a:t>
            </a:r>
          </a:p>
        </p:txBody>
      </p:sp>
      <p:sp>
        <p:nvSpPr>
          <p:cNvPr id="34" name="평가·보고 기준을 바꿨다">
            <a:extLst xmlns:a="http://schemas.openxmlformats.org/drawingml/2006/main">
              <a:ext uri="{FF2B5EF4-FFF2-40B4-BE49-F238E27FC236}">
                <a16:creationId xmlns:a16="http://schemas.microsoft.com/office/drawing/2014/main" id="{C145B95A-CEF4-4B21-8719-07D238D5C173}"/>
              </a:ext>
            </a:extLst>
          </p:cNvPr>
          <p:cNvSpPr>
            <a:spLocks xmlns:a="http://schemas.openxmlformats.org/drawingml/2006/main" noGrp="1"/>
          </p:cNvSpPr>
          <p:nvPr/>
        </p:nvSpPr>
        <p:spPr>
          <a:xfrm xmlns:a="http://schemas.openxmlformats.org/drawingml/2006/main">
            <a:off x="609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평가·보고 기준을 바꿨다</a:t>
            </a:r>
          </a:p>
        </p:txBody>
      </p:sp>
      <p:sp>
        <p:nvSpPr>
          <p:cNvPr id="35" name="다음 개선 질문 · 제안 / 미실행">
            <a:extLst xmlns:a="http://schemas.openxmlformats.org/drawingml/2006/main">
              <a:ext uri="{FF2B5EF4-FFF2-40B4-BE49-F238E27FC236}">
                <a16:creationId xmlns:a16="http://schemas.microsoft.com/office/drawing/2014/main" id="{9E7650D7-7F8D-4E95-A4A1-5FE87FCA9CDA}"/>
              </a:ext>
            </a:extLst>
          </p:cNvPr>
          <p:cNvSpPr>
            <a:spLocks xmlns:a="http://schemas.openxmlformats.org/drawingml/2006/main" noGrp="1"/>
          </p:cNvSpPr>
          <p:nvPr/>
        </p:nvSpPr>
        <p:spPr>
          <a:xfrm xmlns:a="http://schemas.openxmlformats.org/drawingml/2006/main">
            <a:off x="6705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다음 개선 질문 · 제안 / 미실행</a:t>
            </a:r>
          </a:p>
        </p:txBody>
      </p:sp>
      <p:sp>
        <p:nvSpPr>
          <p:cNvPr id="36" name="왜 보고와 원문이 달랐을까?">
            <a:extLst xmlns:a="http://schemas.openxmlformats.org/drawingml/2006/main">
              <a:ext uri="{FF2B5EF4-FFF2-40B4-BE49-F238E27FC236}">
                <a16:creationId xmlns:a16="http://schemas.microsoft.com/office/drawing/2014/main" id="{5E15D6E8-3100-4409-841E-02EBFBA7785F}"/>
              </a:ext>
            </a:extLst>
          </p:cNvPr>
          <p:cNvSpPr>
            <a:spLocks xmlns:a="http://schemas.openxmlformats.org/drawingml/2006/main" noGrp="1"/>
          </p:cNvSpPr>
          <p:nvPr/>
        </p:nvSpPr>
        <p:spPr>
          <a:xfrm xmlns:a="http://schemas.openxmlformats.org/drawingml/2006/main">
            <a:off x="6705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왜 보고와 원문이 달랐을까?</a:t>
            </a:r>
          </a:p>
        </p:txBody>
      </p:sp>
      <p:sp>
        <p:nvSpPr>
          <p:cNvPr id="37" name="불일치 기록 → 대조·검사 방법 재검토">
            <a:extLst xmlns:a="http://schemas.openxmlformats.org/drawingml/2006/main">
              <a:ext uri="{FF2B5EF4-FFF2-40B4-BE49-F238E27FC236}">
                <a16:creationId xmlns:a16="http://schemas.microsoft.com/office/drawing/2014/main" id="{AEEE30BA-151A-42A8-A251-07F6B0F8067D}"/>
              </a:ext>
            </a:extLst>
          </p:cNvPr>
          <p:cNvSpPr>
            <a:spLocks xmlns:a="http://schemas.openxmlformats.org/drawingml/2006/main" noGrp="1"/>
          </p:cNvSpPr>
          <p:nvPr/>
        </p:nvSpPr>
        <p:spPr>
          <a:xfrm xmlns:a="http://schemas.openxmlformats.org/drawingml/2006/main">
            <a:off x="6705600" y="533400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불일치 기록 → 대조·검사 방법 재검토</a:t>
            </a:r>
          </a:p>
        </p:txBody>
      </p:sp>
      <p:sp>
        <p:nvSpPr>
          <p:cNvPr id="38" name="Legacy module connection">
            <a:extLst xmlns:a="http://schemas.openxmlformats.org/drawingml/2006/main">
              <a:ext uri="{FF2B5EF4-FFF2-40B4-BE49-F238E27FC236}">
                <a16:creationId xmlns:a16="http://schemas.microsoft.com/office/drawing/2014/main" id="{C92478AE-0A00-488B-BC4A-326DEE71CF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967959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반복할 검증 기준을 다음 작업에 연결">
            <a:extLst xmlns:a="http://schemas.openxmlformats.org/drawingml/2006/main">
              <a:ext uri="{FF2B5EF4-FFF2-40B4-BE49-F238E27FC236}">
                <a16:creationId xmlns:a16="http://schemas.microsoft.com/office/drawing/2014/main" id="{0F8C546D-E715-4472-AB3D-E00C3A4A08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반복할 검증 기준을 다음 작업에 연결</a:t>
            </a:r>
          </a:p>
        </p:txBody>
      </p:sp>
      <p:sp>
        <p:nvSpPr>
          <p:cNvPr id="2" name="S100">
            <a:extLst xmlns:a="http://schemas.openxmlformats.org/drawingml/2006/main">
              <a:ext uri="{FF2B5EF4-FFF2-40B4-BE49-F238E27FC236}">
                <a16:creationId xmlns:a16="http://schemas.microsoft.com/office/drawing/2014/main" id="{963720D1-4E05-49FF-A1A9-A51F2E8392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Project와 환경이 바뀌면&#10;검증도 다시 본다">
            <a:extLst xmlns:a="http://schemas.openxmlformats.org/drawingml/2006/main">
              <a:ext uri="{FF2B5EF4-FFF2-40B4-BE49-F238E27FC236}">
                <a16:creationId xmlns:a16="http://schemas.microsoft.com/office/drawing/2014/main" id="{DBC77229-FE17-40E7-B62E-ECB9042F48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A7648D2E-EB96-459F-A00B-E8CBB5A6E8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79206CCD-5DAE-45A2-B836-B2BE77DDFF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교육용 적용 설계 · 실제 GPU 실행·기준 변경·재평가·다음 작업 적용 결과 없음">
            <a:extLst xmlns:a="http://schemas.openxmlformats.org/drawingml/2006/main">
              <a:ext uri="{FF2B5EF4-FFF2-40B4-BE49-F238E27FC236}">
                <a16:creationId xmlns:a16="http://schemas.microsoft.com/office/drawing/2014/main" id="{20B0E3A8-94EF-4A66-A731-99BA9B231D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설계 · 실제 GPU 실행·기준 변경·재평가·다음 작업 적용 결과 없음</a:t>
            </a:r>
          </a:p>
        </p:txBody>
      </p:sp>
      <p:sp>
        <p:nvSpPr>
          <p:cNvPr id="7" name="GPU · 빌드 · 측정 조건이 달라졌다면?">
            <a:extLst xmlns:a="http://schemas.openxmlformats.org/drawingml/2006/main">
              <a:ext uri="{FF2B5EF4-FFF2-40B4-BE49-F238E27FC236}">
                <a16:creationId xmlns:a16="http://schemas.microsoft.com/office/drawing/2014/main" id="{7B43FF51-A7F1-4AFB-BC9F-1707E26FFB75}"/>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2E2528F5-AE1D-4BDD-82F7-B9CB721AEC08}"/>
              </a:ext>
            </a:extLst>
          </p:cNvPr>
          <p:cNvPicPr>
            <a:picLocks xmlns:a="http://schemas.openxmlformats.org/drawingml/2006/main" noChangeAspect="1"/>
          </p:cNvPicPr>
          <p:nvPr/>
        </p:nvPicPr>
        <p:blipFill>
          <a:blip xmlns:r="http://schemas.openxmlformats.org/officeDocument/2006/relationships" xmlns:a="http://schemas.openxmlformats.org/drawingml/2006/main" r:embed="Rd2ac2153a67b4b4a"/>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50183139-EA64-4B9F-9134-9F52F89C0F9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AC050C13-6341-4D45-A888-57411D8AF4CB}"/>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6CE70E93-5AE1-4891-B409-4182B0D06614}"/>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97BA343-6A75-4AF7-9BD4-E12D02338DB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CA92D5C-CD31-46F1-96F2-69FF0B3391B7}"/>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8817513-BF0D-46CA-B5DC-EAAE1B409E8C}"/>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959603BA-3CC7-4C72-B377-3C5A09CC328F}"/>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E7FE347B-316F-4A00-9E84-2798E2740523}"/>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DF240FD6-9186-4C08-9663-78047B3C15B2}"/>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A827D4B4-9DAE-4FCE-B270-70AE1BCAAF05}"/>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542023DD-4B01-4A72-BB55-EE4A91FEE888}"/>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2DE3AC1-8C34-4C1E-8E85-BF37811CB542}"/>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81847B5E-C43A-4F0F-8866-D3479E1F8A98}"/>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조건 기록 → 기준 검토·갱신 → 재평가 → 다음 작업에 적용">
            <a:extLst xmlns:a="http://schemas.openxmlformats.org/drawingml/2006/main">
              <a:ext uri="{FF2B5EF4-FFF2-40B4-BE49-F238E27FC236}">
                <a16:creationId xmlns:a16="http://schemas.microsoft.com/office/drawing/2014/main" id="{9D41F5B2-2804-4B72-B32B-94F5DB7C46F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조건 기록 → 기준 검토·갱신 → 재평가 → 다음 작업에 적용</a:t>
            </a:r>
          </a:p>
        </p:txBody>
      </p:sp>
      <p:sp>
        <p:nvSpPr>
          <p:cNvPr id="23" name="Legacy module connection">
            <a:extLst xmlns:a="http://schemas.openxmlformats.org/drawingml/2006/main">
              <a:ext uri="{FF2B5EF4-FFF2-40B4-BE49-F238E27FC236}">
                <a16:creationId xmlns:a16="http://schemas.microsoft.com/office/drawing/2014/main" id="{71910391-2825-4079-BE6A-6EE2590F2B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85392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2026-10-25T11:58:24.7550000Z</dcterms:created>
  <dcterms:modified xsi:type="dcterms:W3CDTF">2026-10-25T11:58:24.7550000Z</dcterms:modified>
</coreProperties>
</file>