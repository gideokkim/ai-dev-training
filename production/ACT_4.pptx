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fa43ab7ce143dc" /><Relationship Type="http://schemas.openxmlformats.org/officeDocument/2006/relationships/extended-properties" Target="/docProps/app.xml" Id="Rfa2a40d1b7e5477b" /><Relationship Type="http://schemas.openxmlformats.org/officeDocument/2006/relationships/officeDocument" Target="/ppt/presentation.xml" Id="Rc20fb98e8e3245ad" /></Relationships>
</file>

<file path=ppt/presentation.xml><?xml version="1.0" encoding="utf-8"?>
<p:presentation xmlns:p="http://schemas.openxmlformats.org/presentationml/2006/main">
  <p:sldMasterIdLst>
    <p:sldMasterId xmlns:r="http://schemas.openxmlformats.org/officeDocument/2006/relationships" id="2147483648" r:id="Rf7b4fd2220e84883"/>
  </p:sldMasterIdLst>
  <p:notesMasterIdLst>
    <p:notesMasterId xmlns:r="http://schemas.openxmlformats.org/officeDocument/2006/relationships" r:id="R324b86df9e5e44cf"/>
  </p:notesMasterIdLst>
  <p:sldIdLst>
    <p:sldId xmlns:r="http://schemas.openxmlformats.org/officeDocument/2006/relationships" id="256" r:id="R0d032f1c495a477f"/>
    <p:sldId xmlns:r="http://schemas.openxmlformats.org/officeDocument/2006/relationships" id="257" r:id="R3978ad07ab3a4422"/>
    <p:sldId xmlns:r="http://schemas.openxmlformats.org/officeDocument/2006/relationships" id="258" r:id="R23c1e02008f24ca8"/>
    <p:sldId xmlns:r="http://schemas.openxmlformats.org/officeDocument/2006/relationships" id="259" r:id="Rfdd7a4c798ec4e95"/>
    <p:sldId xmlns:r="http://schemas.openxmlformats.org/officeDocument/2006/relationships" id="260" r:id="R0e7e488eba7b4e11"/>
    <p:sldId xmlns:r="http://schemas.openxmlformats.org/officeDocument/2006/relationships" id="261" r:id="Ra102abb8017e47cf"/>
    <p:sldId xmlns:r="http://schemas.openxmlformats.org/officeDocument/2006/relationships" id="262" r:id="Re14bbb345cb5409f"/>
    <p:sldId xmlns:r="http://schemas.openxmlformats.org/officeDocument/2006/relationships" id="263" r:id="Rb798ba29eb464647"/>
    <p:sldId xmlns:r="http://schemas.openxmlformats.org/officeDocument/2006/relationships" id="264" r:id="R4def0de39680443b"/>
    <p:sldId xmlns:r="http://schemas.openxmlformats.org/officeDocument/2006/relationships" id="265" r:id="R5d10a396fc5144cc"/>
    <p:sldId xmlns:r="http://schemas.openxmlformats.org/officeDocument/2006/relationships" id="266" r:id="R078953c2304b40a4"/>
    <p:sldId xmlns:r="http://schemas.openxmlformats.org/officeDocument/2006/relationships" id="267" r:id="R8158e4f4398d4c8a"/>
    <p:sldId xmlns:r="http://schemas.openxmlformats.org/officeDocument/2006/relationships" id="268" r:id="R9fce0b577034418e"/>
    <p:sldId xmlns:r="http://schemas.openxmlformats.org/officeDocument/2006/relationships" id="269" r:id="R318cad0a63f34a15"/>
    <p:sldId xmlns:r="http://schemas.openxmlformats.org/officeDocument/2006/relationships" id="270" r:id="R7d8195f4b6074808"/>
    <p:sldId xmlns:r="http://schemas.openxmlformats.org/officeDocument/2006/relationships" id="271" r:id="R9b300c49c407427e"/>
    <p:sldId xmlns:r="http://schemas.openxmlformats.org/officeDocument/2006/relationships" id="272" r:id="R2ecac715a9df4d38"/>
    <p:sldId xmlns:r="http://schemas.openxmlformats.org/officeDocument/2006/relationships" id="273" r:id="Rb4e3ea8198f34587"/>
    <p:sldId xmlns:r="http://schemas.openxmlformats.org/officeDocument/2006/relationships" id="274" r:id="R81caf03140cb43a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c6937603044fb2" /><Relationship Type="http://schemas.openxmlformats.org/officeDocument/2006/relationships/slideMaster" Target="/ppt/slideMasters/slideMaster1.xml" Id="Rf7b4fd2220e84883" /><Relationship Type="http://schemas.openxmlformats.org/officeDocument/2006/relationships/notesMaster" Target="/ppt/notesMasters/notesMaster1.xml" Id="R324b86df9e5e44cf" /><Relationship Type="http://schemas.openxmlformats.org/officeDocument/2006/relationships/presProps" Target="/ppt/presProps.xml" Id="Rc62438f95af54201" /><Relationship Type="http://schemas.openxmlformats.org/officeDocument/2006/relationships/tableStyles" Target="/ppt/tableStyles.xml" Id="R1e4234498a0143e4" /><Relationship Type="http://schemas.openxmlformats.org/officeDocument/2006/relationships/slide" Target="/ppt/slides/slide1.xml" Id="R0d032f1c495a477f" /><Relationship Type="http://schemas.openxmlformats.org/officeDocument/2006/relationships/slide" Target="/ppt/slides/slide2.xml" Id="R3978ad07ab3a4422" /><Relationship Type="http://schemas.openxmlformats.org/officeDocument/2006/relationships/slide" Target="/ppt/slides/slide3.xml" Id="R23c1e02008f24ca8" /><Relationship Type="http://schemas.openxmlformats.org/officeDocument/2006/relationships/slide" Target="/ppt/slides/slide4.xml" Id="Rfdd7a4c798ec4e95" /><Relationship Type="http://schemas.openxmlformats.org/officeDocument/2006/relationships/slide" Target="/ppt/slides/slide5.xml" Id="R0e7e488eba7b4e11" /><Relationship Type="http://schemas.openxmlformats.org/officeDocument/2006/relationships/slide" Target="/ppt/slides/slide6.xml" Id="Ra102abb8017e47cf" /><Relationship Type="http://schemas.openxmlformats.org/officeDocument/2006/relationships/slide" Target="/ppt/slides/slide7.xml" Id="Re14bbb345cb5409f" /><Relationship Type="http://schemas.openxmlformats.org/officeDocument/2006/relationships/slide" Target="/ppt/slides/slide8.xml" Id="Rb798ba29eb464647" /><Relationship Type="http://schemas.openxmlformats.org/officeDocument/2006/relationships/slide" Target="/ppt/slides/slide9.xml" Id="R4def0de39680443b" /><Relationship Type="http://schemas.openxmlformats.org/officeDocument/2006/relationships/slide" Target="/ppt/slides/slide10.xml" Id="R5d10a396fc5144cc" /><Relationship Type="http://schemas.openxmlformats.org/officeDocument/2006/relationships/slide" Target="/ppt/slides/slide11.xml" Id="R078953c2304b40a4" /><Relationship Type="http://schemas.openxmlformats.org/officeDocument/2006/relationships/slide" Target="/ppt/slides/slide12.xml" Id="R8158e4f4398d4c8a" /><Relationship Type="http://schemas.openxmlformats.org/officeDocument/2006/relationships/slide" Target="/ppt/slides/slide13.xml" Id="R9fce0b577034418e" /><Relationship Type="http://schemas.openxmlformats.org/officeDocument/2006/relationships/slide" Target="/ppt/slides/slide14.xml" Id="R318cad0a63f34a15" /><Relationship Type="http://schemas.openxmlformats.org/officeDocument/2006/relationships/slide" Target="/ppt/slides/slide15.xml" Id="R7d8195f4b6074808" /><Relationship Type="http://schemas.openxmlformats.org/officeDocument/2006/relationships/slide" Target="/ppt/slides/slide16.xml" Id="R9b300c49c407427e" /><Relationship Type="http://schemas.openxmlformats.org/officeDocument/2006/relationships/slide" Target="/ppt/slides/slide17.xml" Id="R2ecac715a9df4d38" /><Relationship Type="http://schemas.openxmlformats.org/officeDocument/2006/relationships/slide" Target="/ppt/slides/slide18.xml" Id="Rb4e3ea8198f34587" /><Relationship Type="http://schemas.openxmlformats.org/officeDocument/2006/relationships/slide" Target="/ppt/slides/slide19.xml" Id="R81caf03140cb43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9c1b349f9544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27bfa8e42f4307" /><Relationship Type="http://schemas.openxmlformats.org/officeDocument/2006/relationships/notesMaster" Target="/ppt/notesMasters/notesMaster1.xml" Id="R0bb9e055d57f43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397fbbe17a4d68" /><Relationship Type="http://schemas.openxmlformats.org/officeDocument/2006/relationships/notesMaster" Target="/ppt/notesMasters/notesMaster1.xml" Id="Ra482a1871b5f46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123d018e89460b" /><Relationship Type="http://schemas.openxmlformats.org/officeDocument/2006/relationships/notesMaster" Target="/ppt/notesMasters/notesMaster1.xml" Id="Rb911f6a40f5645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e6f905a0e44c6f" /><Relationship Type="http://schemas.openxmlformats.org/officeDocument/2006/relationships/notesMaster" Target="/ppt/notesMasters/notesMaster1.xml" Id="Re45e09ba9e2c431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a133f8bb7f4da0" /><Relationship Type="http://schemas.openxmlformats.org/officeDocument/2006/relationships/notesMaster" Target="/ppt/notesMasters/notesMaster1.xml" Id="Rca1b2d7a660e41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2018ed21b54217" /><Relationship Type="http://schemas.openxmlformats.org/officeDocument/2006/relationships/notesMaster" Target="/ppt/notesMasters/notesMaster1.xml" Id="Rb1ecdcf810ad45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93545e79514b8e" /><Relationship Type="http://schemas.openxmlformats.org/officeDocument/2006/relationships/notesMaster" Target="/ppt/notesMasters/notesMaster1.xml" Id="Rb33f5b01aa5d46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dc025d43d8456d" /><Relationship Type="http://schemas.openxmlformats.org/officeDocument/2006/relationships/notesMaster" Target="/ppt/notesMasters/notesMaster1.xml" Id="R897cdae6547144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d061990ce94254" /><Relationship Type="http://schemas.openxmlformats.org/officeDocument/2006/relationships/notesMaster" Target="/ppt/notesMasters/notesMaster1.xml" Id="R1d008ee8484f4b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6a0fc0d80c43ed" /><Relationship Type="http://schemas.openxmlformats.org/officeDocument/2006/relationships/notesMaster" Target="/ppt/notesMasters/notesMaster1.xml" Id="R452cfc18127c428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f57bcd4b26c4761" /><Relationship Type="http://schemas.openxmlformats.org/officeDocument/2006/relationships/notesMaster" Target="/ppt/notesMasters/notesMaster1.xml" Id="R67bba7025bbb40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1ccea5babf4f35" /><Relationship Type="http://schemas.openxmlformats.org/officeDocument/2006/relationships/notesMaster" Target="/ppt/notesMasters/notesMaster1.xml" Id="R23e05de04a2142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e1e61687f8d4a27" /><Relationship Type="http://schemas.openxmlformats.org/officeDocument/2006/relationships/notesMaster" Target="/ppt/notesMasters/notesMaster1.xml" Id="Rde9136a9d37f4c6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a5a057e5ff4172" /><Relationship Type="http://schemas.openxmlformats.org/officeDocument/2006/relationships/notesMaster" Target="/ppt/notesMasters/notesMaster1.xml" Id="R1144cb81d7554b3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d2e796f0424aec" /><Relationship Type="http://schemas.openxmlformats.org/officeDocument/2006/relationships/notesMaster" Target="/ppt/notesMasters/notesMaster1.xml" Id="R311608836c8649e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caf07e4bd1c4af7" /><Relationship Type="http://schemas.openxmlformats.org/officeDocument/2006/relationships/notesMaster" Target="/ppt/notesMasters/notesMaster1.xml" Id="Rdb9020d63fa243d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dcaae2e4184487d" /><Relationship Type="http://schemas.openxmlformats.org/officeDocument/2006/relationships/notesMaster" Target="/ppt/notesMasters/notesMaster1.xml" Id="R5b6884c8c3204e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1a4c774b9f544d0" /><Relationship Type="http://schemas.openxmlformats.org/officeDocument/2006/relationships/notesMaster" Target="/ppt/notesMasters/notesMaster1.xml" Id="Rd9a3c2f7b2a5414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054bb6076bd4126" /><Relationship Type="http://schemas.openxmlformats.org/officeDocument/2006/relationships/notesMaster" Target="/ppt/notesMasters/notesMaster1.xml" Id="R0095ad73d40e46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기록과 피드백으로 시스템 개선하기</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S76의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S76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전체396분이다. 제목·부제만 안내하고1분에 S76로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production/preview/full/S75.png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확인한 성공을 유지하려면</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S74에서 위치·검토/갱신 역할을 생각했다는 점을 회수한다. 실제 밝기 통계는 출력6항목·전체 테스트11/11·같은 조건의 측정/guard를 확인한 성공으로 마쳤다고 짧게 남긴다. S65의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S74에서 떠올린 한 가지에 대해 어떤 기준/환경 변화가 담당자의 재검토를 요구할지 조용히 생각하게 한다. 앞 장의 위치·담당 선택을 다시 시키거나 답변/산출물을 요구하지 않는다. 다음 S77부터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처음에는 기준과 재사용 절차가 맞았다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Project는 바뀌고 Workflow는 남았다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S74의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S78와 production/preview/act4/S78.png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이번 요청과 다음 작업의 지침</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S80에서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S79, production/preview/act4/S79.png 및 production/preview/full/S79.png.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원인을 고르기 전에 확인할 기록</a:t>
            </a:r>
          </a:p>
          <a:p xmlns:a="http://schemas.openxmlformats.org/drawingml/2006/main">
            <a:r>
              <a:t/>
            </a:r>
          </a:p>
          <a:p xmlns:a="http://schemas.openxmlformats.org/drawingml/2006/main">
            <a:r>
              <a:t>Slide ID: S80</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S79의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S81에서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S80, production/preview/act4/S80.png 및 production/preview/full/S80.png.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주어진 정보와 원인 가설을 나눈다</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확인한 원인에 맞춰 변경 대상을 고른다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S83에서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S80 2분/S76 1분 그대로이며 S82는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확인된 범위만 검토하고 갱신한다</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S74의 ‘어디에 두고 누가 유지할까’를 이 가상 유지 문제에서 회수했다고 정리한다. 실제 수정/재평가 결과는 없으며 S84에서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S83의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S85에서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S84의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S85의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S82의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S82의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S82/S78의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S72를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S89은 결과와 원인 해석의 구분, S90는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S88와 production/preview/act4/S88.png를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S65의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S87와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S90의 세 기록 항목과 S91의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S92의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S95에 전체 여정 회수를 넘긴다. 다섯 ACT의 여정을 여기서 미리 재강의하지 않는다.</a:t>
            </a:r>
          </a:p>
          <a:p xmlns:a="http://schemas.openxmlformats.org/drawingml/2006/main">
            <a:r>
              <a:t>기존 연결 질문을 유지한 채 ACT 5 제목 S94를 거쳐 S95의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S95으로 이동한다.</a:t>
            </a:r>
          </a:p>
          <a:p xmlns:a="http://schemas.openxmlformats.org/drawingml/2006/main">
            <a:r>
              <a:t>기존 연결 질문을 유지한 채 ACT 5 제목 S94를 거쳐 S95의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S95의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production/preview/act4/S93.png 및 production/preview/full/S93.png다.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b25dfae48d46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ef51a4760b049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7c216750a174d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a953cba4b14e7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3ceead024ed453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ee35533c3754a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167C16-3B9B-41EA-A821-E5E344EEBCC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256AB26-722E-41FE-BB7F-24B73408A9C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D0E63-A6C2-4ECD-8061-F21CA1BC1A7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EC68FB-DD65-40B2-8F6F-1D336D91571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EEBBC9E-0A30-47FD-8B83-F4677761C62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B462BD-60FD-404E-8D6F-6D6B64DD88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F82C04-716D-4E6E-84F8-8B6FB750E0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0B85DF6-4E42-4747-B4E7-487EA0956B8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C98536-B143-475C-B5F7-07DB9606A6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4ACAEA-EB56-40A3-A1DD-B83515AA83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1d96194a5d4758" /><Relationship Type="http://schemas.openxmlformats.org/officeDocument/2006/relationships/slideLayout" Target="/ppt/slideLayouts/slideLayout1.xml" Id="Rfdcd81dfb1124d20" /><Relationship Type="http://schemas.openxmlformats.org/officeDocument/2006/relationships/slideLayout" Target="/ppt/slideLayouts/slideLayout2.xml" Id="R984c57c0dcb34aef" /><Relationship Type="http://schemas.openxmlformats.org/officeDocument/2006/relationships/slideLayout" Target="/ppt/slideLayouts/slideLayout3.xml" Id="R24c36aa1ef94429c" /><Relationship Type="http://schemas.openxmlformats.org/officeDocument/2006/relationships/slideLayout" Target="/ppt/slideLayouts/slideLayout4.xml" Id="Rf608eede30744f26" /><Relationship Type="http://schemas.openxmlformats.org/officeDocument/2006/relationships/slideLayout" Target="/ppt/slideLayouts/slideLayout5.xml" Id="Rdc7935e8357e4b26" /><Relationship Type="http://schemas.openxmlformats.org/officeDocument/2006/relationships/slideLayout" Target="/ppt/slideLayouts/slideLayout6.xml" Id="Refe19778c63e4e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cd81dfb1124d20"/>
    <p:sldLayoutId xmlns:r="http://schemas.openxmlformats.org/officeDocument/2006/relationships" id="2147483650" r:id="R984c57c0dcb34aef"/>
    <p:sldLayoutId xmlns:r="http://schemas.openxmlformats.org/officeDocument/2006/relationships" id="2147483651" r:id="R24c36aa1ef94429c"/>
    <p:sldLayoutId xmlns:r="http://schemas.openxmlformats.org/officeDocument/2006/relationships" id="2147483652" r:id="Rf608eede30744f26"/>
    <p:sldLayoutId xmlns:r="http://schemas.openxmlformats.org/officeDocument/2006/relationships" id="2147483653" r:id="Rdc7935e8357e4b26"/>
    <p:sldLayoutId xmlns:r="http://schemas.openxmlformats.org/officeDocument/2006/relationships" id="2147483654" r:id="Refe19778c63e4e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381adb1939a47f4" /><Relationship Type="http://schemas.openxmlformats.org/officeDocument/2006/relationships/notesSlide" Target="/ppt/notesSlides/notesSlide1.xml" Id="R7071f6ba959142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40749ab30934f9f" /><Relationship Type="http://schemas.openxmlformats.org/officeDocument/2006/relationships/notesSlide" Target="/ppt/notesSlides/notesSlide2.xml" Id="R8bb83af5a1574c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fdf144401e4464" /><Relationship Type="http://schemas.openxmlformats.org/officeDocument/2006/relationships/notesSlide" Target="/ppt/notesSlides/notesSlide3.xml" Id="R9ffbbe086e24490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185888f7adb4e0e" /><Relationship Type="http://schemas.openxmlformats.org/officeDocument/2006/relationships/notesSlide" Target="/ppt/notesSlides/notesSlide4.xml" Id="R0236e0d2f78f4a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ec1686bced947ed" /><Relationship Type="http://schemas.openxmlformats.org/officeDocument/2006/relationships/notesSlide" Target="/ppt/notesSlides/notesSlide5.xml" Id="R817f24ca0f7547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98c5c3927194f6d" /><Relationship Type="http://schemas.openxmlformats.org/officeDocument/2006/relationships/notesSlide" Target="/ppt/notesSlides/notesSlide6.xml" Id="Re1b09fa8ec2d42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d2eb30cc3ae472e" /><Relationship Type="http://schemas.openxmlformats.org/officeDocument/2006/relationships/notesSlide" Target="/ppt/notesSlides/notesSlide7.xml" Id="Rc658869da1d343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741c32a91e34861" /><Relationship Type="http://schemas.openxmlformats.org/officeDocument/2006/relationships/notesSlide" Target="/ppt/notesSlides/notesSlide8.xml" Id="R91ee366a4392425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dec7ac74884f6b" /><Relationship Type="http://schemas.openxmlformats.org/officeDocument/2006/relationships/notesSlide" Target="/ppt/notesSlides/notesSlide9.xml" Id="R36e9c23066864b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97eed2e4edd45c0" /><Relationship Type="http://schemas.openxmlformats.org/officeDocument/2006/relationships/notesSlide" Target="/ppt/notesSlides/notesSlide10.xml" Id="Rd88f51fa2b544e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0d990bc724f4289" /><Relationship Type="http://schemas.openxmlformats.org/officeDocument/2006/relationships/notesSlide" Target="/ppt/notesSlides/notesSlide11.xml" Id="R2a66aca265c5487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eb79d1066dd4299" /><Relationship Type="http://schemas.openxmlformats.org/officeDocument/2006/relationships/notesSlide" Target="/ppt/notesSlides/notesSlide12.xml" Id="R1cb5f49abb874b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379e21798884705" /><Relationship Type="http://schemas.openxmlformats.org/officeDocument/2006/relationships/notesSlide" Target="/ppt/notesSlides/notesSlide13.xml" Id="Rfdd12b5d6e934b0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934299749074575" /><Relationship Type="http://schemas.openxmlformats.org/officeDocument/2006/relationships/notesSlide" Target="/ppt/notesSlides/notesSlide14.xml" Id="Rb88cf36dc54d49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e1b609c08140dc" /><Relationship Type="http://schemas.openxmlformats.org/officeDocument/2006/relationships/notesSlide" Target="/ppt/notesSlides/notesSlide15.xml" Id="R28a56f5717b04af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a3f6769179d4529" /><Relationship Type="http://schemas.openxmlformats.org/officeDocument/2006/relationships/notesSlide" Target="/ppt/notesSlides/notesSlide16.xml" Id="Rd6e19e203fab4e9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7cb1ae387204d7e" /><Relationship Type="http://schemas.openxmlformats.org/officeDocument/2006/relationships/notesSlide" Target="/ppt/notesSlides/notesSlide17.xml" Id="R7d9c5bd19f0e4c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67fdd89b4bf4f53" /><Relationship Type="http://schemas.openxmlformats.org/officeDocument/2006/relationships/notesSlide" Target="/ppt/notesSlides/notesSlide18.xml" Id="R5604220f120b49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6f7d7a4e95148ed" /><Relationship Type="http://schemas.openxmlformats.org/officeDocument/2006/relationships/image" Target="/ppt/media/image.png" Id="Rdb7b3211a60f4881" /><Relationship Type="http://schemas.openxmlformats.org/officeDocument/2006/relationships/notesSlide" Target="/ppt/notesSlides/notesSlide19.xml" Id="R7a01332747784d2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794F0C6-00DD-4742-80BB-BB9716A5E7E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75">
            <a:extLst xmlns:a="http://schemas.openxmlformats.org/drawingml/2006/main">
              <a:ext uri="{FF2B5EF4-FFF2-40B4-BE49-F238E27FC236}">
                <a16:creationId xmlns:a16="http://schemas.microsoft.com/office/drawing/2014/main" id="{3B860982-6F42-475B-87D5-AE7871659F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
            <a:extLst xmlns:a="http://schemas.openxmlformats.org/drawingml/2006/main">
              <a:ext uri="{FF2B5EF4-FFF2-40B4-BE49-F238E27FC236}">
                <a16:creationId xmlns:a16="http://schemas.microsoft.com/office/drawing/2014/main" id="{1D592E5D-EBF6-44F3-A758-A2B5C53B3D6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8F171BCC-42A5-4954-96E3-3D55999D17F1}"/>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B510A7DF-2BD8-48CB-870C-979684524436}"/>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770A63FB-54A7-409E-8A85-82EE1C2A976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65D53E7-AA52-4CFC-AC69-210005EF39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409105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3229EBB5-7BB1-48B9-9C6B-61BE8EEB6A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6">
            <a:extLst xmlns:a="http://schemas.openxmlformats.org/drawingml/2006/main">
              <a:ext uri="{FF2B5EF4-FFF2-40B4-BE49-F238E27FC236}">
                <a16:creationId xmlns:a16="http://schemas.microsoft.com/office/drawing/2014/main" id="{03584872-BB5F-4637-84F3-0C9DC98531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확인한 성공을 유지하려면">
            <a:extLst xmlns:a="http://schemas.openxmlformats.org/drawingml/2006/main">
              <a:ext uri="{FF2B5EF4-FFF2-40B4-BE49-F238E27FC236}">
                <a16:creationId xmlns:a16="http://schemas.microsoft.com/office/drawing/2014/main" id="{37F9CDB1-9EAF-46A9-8E4F-6B6444587B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D8C76A86-4B31-45FE-A3A0-FA6F904D55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3BF3DFB2-3046-4218-85D7-33A1A7C06A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0C9CD597-B066-4B97-B752-7E48F560BB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C1514051-5ADF-40B4-93CC-FDF46DAFBFC4}"/>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9C557AF8-A3FA-4577-A89E-1C27606454EC}"/>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C2522F32-AE75-428C-A562-6DAD84CCE876}"/>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045548A5-F7D0-438B-ACAB-F3AF59811E94}"/>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4562B0B8-10B6-4024-8619-BF45278BC2D8}"/>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8E77CB02-17BD-441D-B058-68022B695A90}"/>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301A09CC-098A-4985-B3A1-C2664800CE62}"/>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23E81331-34DC-4597-BCD6-B0A5BC560804}"/>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D5CB6E12-EE0D-4BC7-BC3B-E1692AAA9025}"/>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13CC3FDF-361D-4AD0-956C-A1C2E472C095}"/>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ED0B4E04-4D86-4CCB-959E-1B914E9F56B0}"/>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E644096C-43B3-46DC-9752-4C75931E5E85}"/>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BB84A8C6-4F14-46AC-8D08-5B236F3EED93}"/>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7EE4076D-6642-4ABE-A1FA-8633410BEA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916815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703E3CD3-21C7-4EB4-8078-E06DC8514B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7">
            <a:extLst xmlns:a="http://schemas.openxmlformats.org/drawingml/2006/main">
              <a:ext uri="{FF2B5EF4-FFF2-40B4-BE49-F238E27FC236}">
                <a16:creationId xmlns:a16="http://schemas.microsoft.com/office/drawing/2014/main" id="{F125F23F-8BED-4DD4-BC97-28D117D7E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처음에는 기준과 재사용 절차가 맞았다">
            <a:extLst xmlns:a="http://schemas.openxmlformats.org/drawingml/2006/main">
              <a:ext uri="{FF2B5EF4-FFF2-40B4-BE49-F238E27FC236}">
                <a16:creationId xmlns:a16="http://schemas.microsoft.com/office/drawing/2014/main" id="{2DA578D4-B253-403E-B7CA-351462336A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4061E1BF-AFEE-431C-815F-99BD9FFD50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553D5817-DBAC-4F6B-955B-7001655E6B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5C4CEC6B-3504-4B4A-A701-B7E465DEB6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18666C16-57BE-47BF-8325-B21EF9953011}"/>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3AD81B56-0D55-4CEC-89F4-D0DC7E390C1F}"/>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43A61396-87F6-4165-B11F-A2F014B3494F}"/>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0F550EB0-FD01-48DA-9DED-1783D1BA9041}"/>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9125B2B5-CA98-4B64-829B-FF87F3A593F7}"/>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9E21BDE1-B7D0-4634-919A-0F87E46F6DD4}"/>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67A9E8E5-96D6-4238-AEB8-2E290463EA9A}"/>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A6C5152D-2983-48BE-8AE8-F7AF8FDCC9FE}"/>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91C9CB66-6F75-4E3F-9D29-F1C74A85F7E6}"/>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106C2668-4BD2-47DC-BBC6-D58500FBAC3C}"/>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1D0605B1-A56F-4827-B2E5-72BB547C7E34}"/>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68AC3987-C9CD-4972-A28B-A0C6591030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036631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05C39881-CB10-4E29-BEBF-7FFC5D75B8E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8">
            <a:extLst xmlns:a="http://schemas.openxmlformats.org/drawingml/2006/main">
              <a:ext uri="{FF2B5EF4-FFF2-40B4-BE49-F238E27FC236}">
                <a16:creationId xmlns:a16="http://schemas.microsoft.com/office/drawing/2014/main" id="{372F5431-0769-48C6-A32B-81530DAF340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Project는 바뀌고 Workflow는 남았다">
            <a:extLst xmlns:a="http://schemas.openxmlformats.org/drawingml/2006/main">
              <a:ext uri="{FF2B5EF4-FFF2-40B4-BE49-F238E27FC236}">
                <a16:creationId xmlns:a16="http://schemas.microsoft.com/office/drawing/2014/main" id="{F4C0789B-14EF-4DEC-AD40-C417A28ADB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398D345F-86E4-4F96-BA6C-C731340189CA}"/>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1AC49723-8A6C-4E7A-89CD-C9D59E345A32}"/>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68DC8458-51F9-4F32-A158-427D8AD05A37}"/>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696E1B5B-CD5D-4955-B3C9-8E5344DDAE5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1C1ED7C-47B5-45B3-81BD-7B9D1C46473A}"/>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5E50B1C-A8DE-4FB1-910B-7287E81D18B7}"/>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035B038B-522B-4DA5-B7FD-3790E69C8AB3}"/>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3F37038-21F4-4AFF-9196-63B1E90B3ED6}"/>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0A837AF-BCB8-49B8-915B-C5E25283D56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142F299-9896-4E4F-ABDF-CAEBB51AC7D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F077D51-ECCE-4E8D-B0BC-96F91213E3EE}"/>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C81A534C-0DA6-4C9A-99F8-C08BBDB5EAA4}"/>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D23EB2C6-7F12-4CE1-8AF0-C000EB014846}"/>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9B7B0612-1ED8-45CF-9E77-A5FE62FBC08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3C68A72F-932D-4B7A-ACA0-37C9D80874CF}"/>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A158AA7E-3573-4BAC-8DC7-93643F80A858}"/>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43BFF27D-DBA0-4EA5-957B-8EA8B2CAF616}"/>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B64BFF95-519A-4F40-8B95-D79C9EB703D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B799F676-3070-4C41-971E-4D6560384C78}"/>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E9B980D-8297-4CB6-BAF4-501DF26BE546}"/>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DCE90DC2-81E5-4864-AC39-33ACF9A2330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60297ADB-F29A-4A08-B828-CCF6CE63E193}"/>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4D6E3832-4C03-42BF-BE68-2B782F9B96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19E29A3-56BD-49AC-8D7A-7C420500F1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2951665-B73D-42BE-895A-07758531F3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0ADC005-486B-4EDE-BDE5-FE2F72B390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765872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DF4AFF49-4DB5-4CBA-83E5-1E0D4A1C4E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9">
            <a:extLst xmlns:a="http://schemas.openxmlformats.org/drawingml/2006/main">
              <a:ext uri="{FF2B5EF4-FFF2-40B4-BE49-F238E27FC236}">
                <a16:creationId xmlns:a16="http://schemas.microsoft.com/office/drawing/2014/main" id="{848CF465-69C9-4905-9C43-371D832855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요청과 다음 작업의 지침">
            <a:extLst xmlns:a="http://schemas.openxmlformats.org/drawingml/2006/main">
              <a:ext uri="{FF2B5EF4-FFF2-40B4-BE49-F238E27FC236}">
                <a16:creationId xmlns:a16="http://schemas.microsoft.com/office/drawing/2014/main" id="{CFC88896-4EF8-44CF-93A8-D3765230F5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DC2A27DB-19A0-449B-8C27-C8BDAE3FCA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C9B55104-347F-4438-A68C-1B5049893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DC6B4DB6-FC6F-4AA9-84AA-C5D9D47318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B3EBDF0C-8627-472C-9C0F-47ECD3DC0D73}"/>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576C8CB1-46B7-48CE-8598-C82CC30E6B6E}"/>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C0F59576-21BF-44F9-A856-35EAD15CFCDF}"/>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FBB4193E-B9DF-4776-A431-B6024DD678AA}"/>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0B922616-6E4D-4FB8-9853-15B63F39110C}"/>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A9FB7035-19AC-4CB5-8E8A-1E386DD1D162}"/>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4D25D01D-F6C0-49DB-9B8F-247A3EBE1D46}"/>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761DBE43-E881-45EF-95C3-22FE009F202B}"/>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986F495A-FB6C-4B8D-9FE8-F945ADB212C6}"/>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74220E87-21CB-41B2-8F13-5D491116278E}"/>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DF049153-11B2-4DFF-AFFE-31F4FA078F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3468147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4FB240C8-9681-463B-888D-013934C0BC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0">
            <a:extLst xmlns:a="http://schemas.openxmlformats.org/drawingml/2006/main">
              <a:ext uri="{FF2B5EF4-FFF2-40B4-BE49-F238E27FC236}">
                <a16:creationId xmlns:a16="http://schemas.microsoft.com/office/drawing/2014/main" id="{C8EB7B48-8DA0-44CA-B57C-4A72F112C2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원인을 고르기 전에 확인할 기록">
            <a:extLst xmlns:a="http://schemas.openxmlformats.org/drawingml/2006/main">
              <a:ext uri="{FF2B5EF4-FFF2-40B4-BE49-F238E27FC236}">
                <a16:creationId xmlns:a16="http://schemas.microsoft.com/office/drawing/2014/main" id="{9476D1FB-0017-4050-965D-E639B05CA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CC227F59-AF46-428F-8E61-1A9AE0167B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A1A22713-5AF8-4E4B-9FE1-5AD3F8D15B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ED1FBA0B-9F75-4BBE-819E-7124A97304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3708DC60-9900-4A47-B430-787D0B726EAF}"/>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01B7BA46-4237-4443-BB8B-D2BDC54444AE}"/>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F9C8E4D9-A0CF-4B21-9EDB-EC99BB5147BD}"/>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405EBB3E-23D4-4D09-B191-F711F28F9355}"/>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E3514F88-0871-43E8-93DD-E68F33670EBF}"/>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D61FA59F-269E-4839-895E-A2A5E8F981CA}"/>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774504F4-437D-4A57-8009-57F80FF58FDD}"/>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AFBF6833-3629-49B4-9871-D5AD31FF5B15}"/>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3A96B687-A9FF-4FAA-A038-D226DF714589}"/>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E8DF7DF9-3A95-4C03-BA50-55668C0466B0}"/>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175532F2-6C1C-4090-ADDC-FED531AAEA9E}"/>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8488452A-4BBC-40B0-B7BA-5202B3C43058}"/>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53C96BB-3E55-4CA2-A104-AD45619F61BD}"/>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BC8BFBA6-9732-4585-8C4A-E6DE356E5665}"/>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61A9D390-3553-40B3-B896-464687200131}"/>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D6855521-D3D4-40CF-8961-3866244A9C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EBC22781-EF42-4954-9C2D-8A5560EE970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7FFAF254-83C1-4946-B4BF-4717E619CA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21823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55E4D34C-F056-442C-84CA-D8C6339B4C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1">
            <a:extLst xmlns:a="http://schemas.openxmlformats.org/drawingml/2006/main">
              <a:ext uri="{FF2B5EF4-FFF2-40B4-BE49-F238E27FC236}">
                <a16:creationId xmlns:a16="http://schemas.microsoft.com/office/drawing/2014/main" id="{36656A9E-94BA-4060-B86B-78BC09F5CC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주어진 정보와 원인 가설을 나눈다">
            <a:extLst xmlns:a="http://schemas.openxmlformats.org/drawingml/2006/main">
              <a:ext uri="{FF2B5EF4-FFF2-40B4-BE49-F238E27FC236}">
                <a16:creationId xmlns:a16="http://schemas.microsoft.com/office/drawing/2014/main" id="{1F0F82E6-8A1D-44AB-B5D2-362ED4C63C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AD1DF5D3-524E-49E8-81B8-2F15E4E0AD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AB28C3CF-CA3F-4813-80B0-F2F042C4D3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9B0DB216-27DB-4ACC-A470-89F6AF588A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38721FCA-4B3A-4C21-AC18-398C70FD1800}"/>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798436B9-E94A-4E3D-8522-D03E34D266C9}"/>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D5C8D767-6F85-4053-A588-06DCD792A30A}"/>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FBCA7A2-A0F1-4839-994C-968231A5D1B0}"/>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D11F771B-DE73-438A-A14A-9CF12445B72B}"/>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13FEB40E-E200-45E1-84FD-51FF1136D619}"/>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940E8527-1B8F-4EB9-9946-4268CFE01F77}"/>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C83E1726-2D08-41AF-A1CB-DBDEB989A7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5282709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5352F759-950D-4340-9EC4-A53B009417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2">
            <a:extLst xmlns:a="http://schemas.openxmlformats.org/drawingml/2006/main">
              <a:ext uri="{FF2B5EF4-FFF2-40B4-BE49-F238E27FC236}">
                <a16:creationId xmlns:a16="http://schemas.microsoft.com/office/drawing/2014/main" id="{B39E04F7-590E-41F8-9234-848730CDF1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확인한 원인에 맞춰 변경 대상을 고른다">
            <a:extLst xmlns:a="http://schemas.openxmlformats.org/drawingml/2006/main">
              <a:ext uri="{FF2B5EF4-FFF2-40B4-BE49-F238E27FC236}">
                <a16:creationId xmlns:a16="http://schemas.microsoft.com/office/drawing/2014/main" id="{A81E47B4-D4F2-452D-9995-168AFCD18D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51D7FAF7-C74E-4C32-9BF5-E5E6BB1E15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C76990E5-001B-4306-A5E3-EF26FF3A47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C2849AD9-36C6-4CC5-B44C-41B67AF7B3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9C660FB9-5CFE-4025-9D2D-DB6DD917BD47}"/>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687A034C-7AFF-4407-B9CC-C1F7E8C3BED9}"/>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39E4995F-51D4-4035-8172-BFA03284BF83}"/>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E93A326B-D396-4542-B1ED-A272BE7E2E52}"/>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C59512EB-305D-47B9-90B4-D8380C4F3F29}"/>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4E629CC0-F39B-4F2A-A307-1302823757AD}"/>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F975EE2B-7BDD-479B-8955-EC5384D1DBCB}"/>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457687F7-8CAC-42EB-B77A-DDA6785FAC68}"/>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794EAC3-82A2-46FA-8D4E-68BF3094E83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74E2B104-8307-4376-B76F-0679E8A4D84A}"/>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5B873463-6735-4D03-92D2-0A09E5D88C9C}"/>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C7EE1A8D-1499-4485-8B1F-C8F10C8DDEB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C896EBE1-7377-46B5-AA23-5768E1BB67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861494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58EDE3D6-52D2-4A06-B721-94D6FD5C9A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3">
            <a:extLst xmlns:a="http://schemas.openxmlformats.org/drawingml/2006/main">
              <a:ext uri="{FF2B5EF4-FFF2-40B4-BE49-F238E27FC236}">
                <a16:creationId xmlns:a16="http://schemas.microsoft.com/office/drawing/2014/main" id="{AFDFB4B7-37CE-456D-9808-A532F32952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된 범위만 검토하고 갱신한다">
            <a:extLst xmlns:a="http://schemas.openxmlformats.org/drawingml/2006/main">
              <a:ext uri="{FF2B5EF4-FFF2-40B4-BE49-F238E27FC236}">
                <a16:creationId xmlns:a16="http://schemas.microsoft.com/office/drawing/2014/main" id="{700226D5-9EE8-4301-BC40-C959ED7FAF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CF8661C1-3E82-4245-A4EF-EB6BFA703E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01519D74-5859-40B1-8CBE-29DE2E0F9A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76205658-C79A-4958-95A8-57012C91BA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EA39ADD0-0EF2-4F0D-869F-F5556B980367}"/>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F8B0FEE8-5603-485F-ADAA-79E17CC6A882}"/>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AC3B6BE6-D63A-4056-9946-8D806C45FD50}"/>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62A599F8-03B9-4D73-BE44-CC2669B8A68E}"/>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E7D0B1F7-E9D7-4987-94CC-5559EE59C058}"/>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11A97C05-A7F9-41C9-9DED-BABE37FD5936}"/>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B719D7BB-0F6C-4AA7-BBDE-232FD5F61FD7}"/>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B9B43818-3680-476A-B8A9-BC1A059556CF}"/>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FA29FF96-F672-416B-8511-8D4A854FDF77}"/>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4C1DD8AA-4554-48D7-81F5-D80B4BF3000F}"/>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85BAC83E-C2C0-47B7-AAA4-8BA93B789BE9}"/>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8576F017-F16B-4A85-8511-DA517A14E5C4}"/>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A5D841B9-CFDE-4FB2-8105-6F64A9BA61B8}"/>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62E4053C-86EC-49A3-860E-B412093B90E4}"/>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D7BBC3A5-CA08-49B7-834F-3D85146F9709}"/>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24CD9854-B51B-435D-9662-91286360BE74}"/>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F844A14A-107F-4EB2-A066-9BC38F614AF4}"/>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88035137-EEBB-414F-8AE6-9B040A6401ED}"/>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BF9E1D96-D8B1-4C88-B63F-E8057B4C4E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0833926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A0E4B1CF-DC9A-42B8-A4D4-60EBB58FC5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4">
            <a:extLst xmlns:a="http://schemas.openxmlformats.org/drawingml/2006/main">
              <a:ext uri="{FF2B5EF4-FFF2-40B4-BE49-F238E27FC236}">
                <a16:creationId xmlns:a16="http://schemas.microsoft.com/office/drawing/2014/main" id="{FD1AA373-9D21-46ED-AFC5-3F8976F7F8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지침을 고친 뒤, 무엇을 다시 확인할까?">
            <a:extLst xmlns:a="http://schemas.openxmlformats.org/drawingml/2006/main">
              <a:ext uri="{FF2B5EF4-FFF2-40B4-BE49-F238E27FC236}">
                <a16:creationId xmlns:a16="http://schemas.microsoft.com/office/drawing/2014/main" id="{2A67A66E-0250-4845-A0F2-B1968C4063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0EE3B913-0E4F-44AD-B3B9-1B43A8F5C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E44F01B5-EE3C-494C-89F3-7BD03577E9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8DD18664-8CD2-44BB-AB43-79CE81E8E4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67CDC3EF-51CD-42B6-97F8-161516C190C0}"/>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B8B935DA-1FDF-4B0A-B436-2E9B92B04A25}"/>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FD2A4A49-932F-40AC-8A8C-6231D76A9ACC}"/>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7CFE3994-41C3-4A3B-9CEE-7C855FB16258}"/>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5E0EB16A-DAEB-4E0F-BFFC-DD5451BFDEEF}"/>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FF743797-166B-44E1-94EB-E31FD82A1306}"/>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379A52E8-4F39-4C9C-99AC-408A0546BEF6}"/>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0470F3C1-7B7A-4354-976C-576400A2CCC9}"/>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51E8ABAA-CA78-480C-B393-C29E92536973}"/>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77526B15-C1B8-4CA5-977A-030AB2FFB6F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67028FC6-4154-463B-9A98-81B8DB1D4D3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2F79C855-0B63-4889-9503-AD07886EBFB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DB9D60F5-6A92-47B2-BA5F-C163A02BD1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8053307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A5FA9430-6B4B-435F-93DB-9DB4FAC039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5">
            <a:extLst xmlns:a="http://schemas.openxmlformats.org/drawingml/2006/main">
              <a:ext uri="{FF2B5EF4-FFF2-40B4-BE49-F238E27FC236}">
                <a16:creationId xmlns:a16="http://schemas.microsoft.com/office/drawing/2014/main" id="{0B8516CD-4603-4789-B739-1CC0B13FBE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대표 작업은 서로 다른 위험을 확인한다">
            <a:extLst xmlns:a="http://schemas.openxmlformats.org/drawingml/2006/main">
              <a:ext uri="{FF2B5EF4-FFF2-40B4-BE49-F238E27FC236}">
                <a16:creationId xmlns:a16="http://schemas.microsoft.com/office/drawing/2014/main" id="{70CEDD12-B6CC-4231-A33E-C56F4734BB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20EEA2D8-0922-4C33-B1D1-B05C77690E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88F8697E-E179-4EE3-8D73-3761BC4FB1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2F6432B0-953E-4F27-A848-EEF9F44E03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855A5786-98B1-47E6-8DC7-FBEF28A37604}"/>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05001082-CFF4-470A-9F9C-A7E905CAA6EE}"/>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EC13AC38-39DD-4689-869F-FFCCE8BA8A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4640851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3CDE7388-FCDA-4874-BDBF-D44F125DE6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6">
            <a:extLst xmlns:a="http://schemas.openxmlformats.org/drawingml/2006/main">
              <a:ext uri="{FF2B5EF4-FFF2-40B4-BE49-F238E27FC236}">
                <a16:creationId xmlns:a16="http://schemas.microsoft.com/office/drawing/2014/main" id="{970CE82B-8E93-401B-BD35-DB72A5F6BD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한 작업에 맞춘 규칙,&#10;다른 작업에도 맞을까?">
            <a:extLst xmlns:a="http://schemas.openxmlformats.org/drawingml/2006/main">
              <a:ext uri="{FF2B5EF4-FFF2-40B4-BE49-F238E27FC236}">
                <a16:creationId xmlns:a16="http://schemas.microsoft.com/office/drawing/2014/main" id="{DA65A614-898E-4BC3-807D-C3396ADBA41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0CC358BF-E1BC-4F83-9C08-C90A2366FF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81ECE860-4DBD-4337-9285-EE37B519B1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B6705C4C-BEC4-4F65-A977-6D7C47F948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82F56C15-F228-4F6B-806C-2F2AE73D2245}"/>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AB9C4525-FA86-4190-B14B-69AF21DD3DF6}"/>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0FF8CE41-FE44-4777-BD5E-B41F0EE97726}"/>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C40A0C53-FF7E-45A2-8D37-698856608B6E}"/>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9EF4FBFD-E94A-41B0-98F2-03C7FE20F8E8}"/>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602F0516-68F3-4019-AC90-82BFF28AE527}"/>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0995A3E6-DC26-43AD-81F5-186340513C55}"/>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CF11B122-9D6E-402A-8294-C01AFCABEB08}"/>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FBC540A5-E6EF-482D-9922-25B537B351BE}"/>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0CE7615D-0086-4391-B618-50A4DD3DFD6C}"/>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1D80CEBF-C9F8-4DD3-A947-78E29FEBFA61}"/>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A0E38B47-3812-4DF4-883F-E96F2C36A2ED}"/>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53F6A6A3-B18F-4BF4-A10C-CD40E35AC21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314ECA84-67D7-429A-B993-3357CD576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854865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A41BD0AE-ACE8-4B9A-8B56-69F5FE9AC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7">
            <a:extLst xmlns:a="http://schemas.openxmlformats.org/drawingml/2006/main">
              <a:ext uri="{FF2B5EF4-FFF2-40B4-BE49-F238E27FC236}">
                <a16:creationId xmlns:a16="http://schemas.microsoft.com/office/drawing/2014/main" id="{CB473E59-75E0-4D79-ADD0-257D4BFC2C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관찰을 시스템 개선으로 잇는 Loop">
            <a:extLst xmlns:a="http://schemas.openxmlformats.org/drawingml/2006/main">
              <a:ext uri="{FF2B5EF4-FFF2-40B4-BE49-F238E27FC236}">
                <a16:creationId xmlns:a16="http://schemas.microsoft.com/office/drawing/2014/main" id="{946FB51C-8E66-4174-BE8F-F2C62FEFBA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F6EEC0A1-0039-4B67-B7D8-6BB362D7AF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18CE89DA-93A4-4E5B-8C41-E0C52BD059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EFD1DABF-A4AF-4098-890A-51BC4D6BCA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1150EA34-0FAE-4F5E-B6D0-C28D32D64708}"/>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AA6DF91E-2002-4A6B-B564-8936A494D6ED}"/>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8665FCA-936E-4AA5-BD3B-FFE1F7887AA5}"/>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64917563-BDE5-4292-94AD-2B0DDC7CA32E}"/>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DBFF9A12-C094-42E6-A11B-5FFA185E17D0}"/>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25B4E37F-253F-47C0-877B-0DF2C44F608C}"/>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9C34838A-6851-465F-AC86-117A7FAD8679}"/>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DBAFF9CF-AF54-4492-84A0-CCC8AA844988}"/>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F84A46EE-E1B7-4E06-B8E7-EA99F759EFAA}"/>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C49185EE-F815-4E8B-B2B0-22515B41E26B}"/>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C00F983-D3A6-42E2-9CB3-CE6E4AFF00BB}"/>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A19CFC14-A2B6-412B-9B52-1F917EA85051}"/>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7A2DFEF2-DC02-494D-B3FD-60D606BCD6CF}"/>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EC4F124E-3407-4BCF-A0A0-59B47A74F3AE}"/>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A5E3816F-B6B8-4099-874B-2D17ABC86D8E}"/>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0036B449-0CD6-4920-8C81-A5AAA42A160C}"/>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2D0073E-8193-4318-B28A-8373EE4A989D}"/>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3C84F552-3BDB-4F5C-B74E-F06AA46C8F94}"/>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BB32E527-37CD-4ED6-AF91-5C2458BFED73}"/>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A3FC47C4-780A-4575-9517-011D7F5572A6}"/>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0401F885-C56E-4BF9-9703-B8C0CB26DF83}"/>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EEC708C6-A2E6-4B81-BCCA-0F56F924DCC1}"/>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93151BEF-568A-4A73-A0E9-A237B3879D7D}"/>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A80BB13A-EE52-4B8B-AA4B-FAE29EC42BDA}"/>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71EB86E-D9B0-47CF-9401-21684E07FC81}"/>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103827FA-9F7F-494D-AAF4-0CDF9CE09D1D}"/>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FB8155F4-739B-431E-A680-F320E56DDB4F}"/>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E3B9DBF3-06FF-4E74-B20A-DE1A13E58A0B}"/>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D8341A6E-1A74-4BEF-B220-17DAB9C27212}"/>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D6DF4357-2AFC-4BBE-956C-9DC5ED46D64E}"/>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55C0F148-8C16-44B9-A16D-328E8F0A8731}"/>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B68D0DD-A838-4D9D-8687-BBEE4BE21570}"/>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3A9725DD-37C6-4C6A-A96A-05CEE5F3C4AD}"/>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A691C7EB-0E90-4202-B7D8-1B1E16C32679}"/>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DF1349B0-7F83-41D2-8AB3-A000F118E06B}"/>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9281E45C-6CD1-46F0-95F8-88F7DAEA97DD}"/>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2E2B9081-1E4A-4D35-BAF8-7CD8C28FE9D8}"/>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113A6F82-0571-4D93-A967-1CB9F3EAB2D7}"/>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DBED1EC7-79E6-411E-B76E-059817D642A5}"/>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DDB9FE0F-34E0-4828-8CBE-43E318164A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4443343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638BE630-18E3-4C79-9E32-CA5F06E95C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8">
            <a:extLst xmlns:a="http://schemas.openxmlformats.org/drawingml/2006/main">
              <a:ext uri="{FF2B5EF4-FFF2-40B4-BE49-F238E27FC236}">
                <a16:creationId xmlns:a16="http://schemas.microsoft.com/office/drawing/2014/main" id="{BD73D385-016E-4E9C-AC60-4A2E0C5688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평가·보고 기준도 개선 대상이다">
            <a:extLst xmlns:a="http://schemas.openxmlformats.org/drawingml/2006/main">
              <a:ext uri="{FF2B5EF4-FFF2-40B4-BE49-F238E27FC236}">
                <a16:creationId xmlns:a16="http://schemas.microsoft.com/office/drawing/2014/main" id="{C9DBC2D8-0517-44C7-ADCE-AF00A687B2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B56E3CC7-06B8-4E3C-94F4-323E2B3221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7383623-043C-4B36-86BE-8128E95F3F7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17754232-D959-4A6F-8A1A-2A0858FA76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2BAF98BB-B7C3-400D-835E-9039DA6EF2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EBD1063D-AD52-420E-AE92-614A55682E0B}"/>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34D727AE-4A53-436D-AB55-99170FCDF58D}"/>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F4685DCD-B0D3-46DC-AC54-D7094D4CA348}"/>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AFC74AA4-DC85-42B1-B807-48F00C1D9809}"/>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AB413658-C2EC-4920-99F9-8FE20E1D518E}"/>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ED0D4D32-10D6-40A5-B5AF-8255A6A64AD0}"/>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79BA2E28-5115-4FE5-A5EF-C9575FCB947D}"/>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8EAFA464-2672-40D8-8070-8E13456ED1FA}"/>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2C3099BF-9231-4E0D-A441-A7574E0AE057}"/>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462A2BE0-7EAD-4F2A-BB0B-F651A2A01DA8}"/>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A0823807-F763-4E70-B301-3E3C88AD5C3F}"/>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498A3074-5B76-4F41-B924-B8C8B479ADEC}"/>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64973771-627E-4BFA-ACBE-487A6841D127}"/>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A9C39B89-1BD2-4957-B80C-B3606527F4D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9A9C6ED2-7238-4AF9-8713-DB5748D895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3477861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A25FEED9-8B01-4114-AA32-8800FB5AF0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9">
            <a:extLst xmlns:a="http://schemas.openxmlformats.org/drawingml/2006/main">
              <a:ext uri="{FF2B5EF4-FFF2-40B4-BE49-F238E27FC236}">
                <a16:creationId xmlns:a16="http://schemas.microsoft.com/office/drawing/2014/main" id="{38E5DAEB-18CD-4E07-A51B-1029BC3F83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결과 확인과 원인 해석을 따로 기록한다">
            <a:extLst xmlns:a="http://schemas.openxmlformats.org/drawingml/2006/main">
              <a:ext uri="{FF2B5EF4-FFF2-40B4-BE49-F238E27FC236}">
                <a16:creationId xmlns:a16="http://schemas.microsoft.com/office/drawing/2014/main" id="{73C2D45C-5484-41B0-A592-90AD3FB766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B1192B14-036D-44BF-A028-9D0C8D873A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3C842E9-8D22-43B9-A9A5-359BDF0EFB9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53BB4173-806D-4FF3-8245-B778BF65A2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26A256AA-DDE7-4933-9970-68E02ECB67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CA4D04E1-75F5-46C2-AA62-64D1E47431ED}"/>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D3E8A437-F6CB-4D02-9046-CA50AB21C4A8}"/>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BEB4602C-BBD6-4BEA-913C-108C2D510FFE}"/>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21A24D94-E0FF-4362-ADE5-F1B3A9B63DAD}"/>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F76F8316-6ED5-47EC-9514-BCBED8F347F3}"/>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B8B5E373-F6F5-4018-A255-F815D738279F}"/>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B26C8C0C-6C66-4AF6-9DE2-8447AE25B4F0}"/>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56D2F0EC-FA5D-4C25-B6E3-E49A931B1933}"/>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D71487F1-BAF1-484C-9C10-A0737A01C930}"/>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B115AA91-4724-4EA6-8BCF-196431732FE7}"/>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6D779BFE-83F7-4B06-9046-6922F59D67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108291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DFC8E107-A4DF-4BF7-8F0E-FCFD643819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0">
            <a:extLst xmlns:a="http://schemas.openxmlformats.org/drawingml/2006/main">
              <a:ext uri="{FF2B5EF4-FFF2-40B4-BE49-F238E27FC236}">
                <a16:creationId xmlns:a16="http://schemas.microsoft.com/office/drawing/2014/main" id="{0F68697D-4611-4351-BCC8-2417E306C9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다음 조사에 남길 기록을 바꿨다">
            <a:extLst xmlns:a="http://schemas.openxmlformats.org/drawingml/2006/main">
              <a:ext uri="{FF2B5EF4-FFF2-40B4-BE49-F238E27FC236}">
                <a16:creationId xmlns:a16="http://schemas.microsoft.com/office/drawing/2014/main" id="{FF5C2DA4-91AD-4462-98DC-6736216B15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BC678859-87B3-4CFB-8C33-4A12CCE5FE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6B286C6-86B4-4687-A5D4-0635B97A131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2D631AFF-921C-49CD-BEF4-B566F4754F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C9CE9D4E-C02C-4C6E-807B-E509AC60A7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CE63309F-F37D-485B-A192-8115B5B02CBA}"/>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424562C7-8F9F-4475-B65D-443C72B33D88}"/>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7AB8A322-30AA-4DAC-893C-E0DA623A6EFE}"/>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FA3EAEEF-7249-4C38-BC22-A152B6386BC0}"/>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84E16CE2-2066-4DEF-AE19-9AB3A594F841}"/>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4FC5270F-06CD-4B06-9C16-BA487192BC31}"/>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B488FFC6-2F27-424A-A2C2-4ED53A685774}"/>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0D33AA9A-DE55-47F7-B27F-E84612A90EBC}"/>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5698545E-326F-4DDC-A740-F083DED6C7EF}"/>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55C0E0D2-AD16-4E3F-8718-C11BCBFDEF35}"/>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29FDFF3F-CFD6-418D-BFAC-79DC06859A1E}"/>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3AFC6534-5724-4F0A-91E0-5AD16CEBB50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D97DD687-4E16-4FD5-883C-7E44C26B40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533032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AC3D3A36-D2D8-4D25-9D93-B862696829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1">
            <a:extLst xmlns:a="http://schemas.openxmlformats.org/drawingml/2006/main">
              <a:ext uri="{FF2B5EF4-FFF2-40B4-BE49-F238E27FC236}">
                <a16:creationId xmlns:a16="http://schemas.microsoft.com/office/drawing/2014/main" id="{93BFC8B3-C182-4BC9-BB9D-3D595EE85E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후속 기록도 원문과 다시 대조했다">
            <a:extLst xmlns:a="http://schemas.openxmlformats.org/drawingml/2006/main">
              <a:ext uri="{FF2B5EF4-FFF2-40B4-BE49-F238E27FC236}">
                <a16:creationId xmlns:a16="http://schemas.microsoft.com/office/drawing/2014/main" id="{9D2EAD0A-344B-499C-9D2F-7332B90D00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0FA47EDC-28B0-4BD2-9890-7635018756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1544FC8-A43C-4556-A5BB-E19D1EC7D7A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2BBE4C39-A290-426C-BADE-BC8C7C0B27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7C42BD8D-E68D-4434-88D3-6B249955A0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2C4056A8-266B-4E12-94F6-E6D99DCAD876}"/>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6CF19B9B-F557-4A68-B24E-DEAF356068D5}"/>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36E961CD-0660-4631-AB9E-5FB67E939E02}"/>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3519C640-F048-41CC-8643-0B1E32EF8202}"/>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CE685986-5011-4403-AD01-5C96C4F63A6F}"/>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74016FD4-66F4-4ECE-98ED-BB684F863B2A}"/>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6A59882A-6938-4D43-B6C2-0D7DA829A637}"/>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094153BF-A9C8-403A-8A94-0D54ECDE06B9}"/>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E12059BB-A660-438C-BB48-142A801A7E88}"/>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A7DC7A93-C982-4B09-8380-58813E23DE4F}"/>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978C181C-2256-4342-8478-7B52373B7CCB}"/>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B9A7CFD2-EFBB-4D05-8D86-CCA54CB1446C}"/>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0429B711-8E12-41AE-9C64-B295E3DFFF00}"/>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BE12EA0F-6414-41E4-A043-22850D42EBDD}"/>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9E5C8DBA-F54A-4CC4-B0E7-AB2248C022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6153583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AB7F2308-3C8A-4FC2-BAF6-DB83E865F0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2">
            <a:extLst xmlns:a="http://schemas.openxmlformats.org/drawingml/2006/main">
              <a:ext uri="{FF2B5EF4-FFF2-40B4-BE49-F238E27FC236}">
                <a16:creationId xmlns:a16="http://schemas.microsoft.com/office/drawing/2014/main" id="{946B4A23-449A-4C9B-9393-AC1770CFB5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실제 기록을 Loop의 단계에 대응하면">
            <a:extLst xmlns:a="http://schemas.openxmlformats.org/drawingml/2006/main">
              <a:ext uri="{FF2B5EF4-FFF2-40B4-BE49-F238E27FC236}">
                <a16:creationId xmlns:a16="http://schemas.microsoft.com/office/drawing/2014/main" id="{21534635-7FC8-4889-BDB3-F2D6FCF1EB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1F10F893-7EE0-4329-A546-C3438AA44C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5A81C5C-DE8C-4392-93D5-4589F2FB24C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E75C3C0D-D2F2-4232-BDD7-08089B16F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4DF62694-7868-4DBA-BFA4-2F67369F95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B561CF6F-477F-448F-ACA1-B1DB813FD2CB}"/>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3255B450-C625-45D3-8444-DD33880FD948}"/>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BD76D8C9-A5DD-47BF-BCD0-103600DF49F1}"/>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EDA0A8DC-C2A9-4906-A41E-0366814F857A}"/>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5E829A86-2C6F-4066-A85F-7C092932494E}"/>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A01BE8A0-7D76-4DFC-B20B-EF8BD60A272C}"/>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DEE0D1B8-BE05-4E6E-AB0B-91404FB55571}"/>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C5A2D913-FC66-43A1-A747-0820E80C1F0A}"/>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7FF9DBF6-DE8E-4C8B-BE18-C2379A22FF42}"/>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D1819B2A-39B7-42E1-BDF7-B384D101AF14}"/>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8B63C9DC-4FB1-443B-BB39-69D549460470}"/>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6E55FF4F-5317-4181-9D3A-FB67EF8AF626}"/>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C778732D-B18A-4A50-9605-954FF661E4DE}"/>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8CDFFB85-0BBF-4769-8A8F-C2575E649344}"/>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0765E88F-2F17-4EE5-80F9-364994D4D741}"/>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B02DA673-4230-4AE5-A4A2-74CF3E76A48E}"/>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E23CF76A-8378-4359-AFD1-FE6633787A97}"/>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3B28A798-E319-4788-A30C-5626726E94DC}"/>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6A09FD22-CE3D-4B2E-93D8-8AE6827CFEB6}"/>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45118024-FAD3-4831-9683-B704BE395006}"/>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0BE09701-0682-44EB-9260-5F4FB9DF7FAC}"/>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6F7C19B5-32F4-49A0-8526-42D168073FA1}"/>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0ED26980-7677-4345-982D-E875672BD149}"/>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C6AD1273-1132-4BC6-AB6F-179EEB74B5FC}"/>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603DCDD5-FC74-4AF7-B69B-712CDA7CD127}"/>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E2BB5D28-9AA3-4066-A20C-82CC6709879D}"/>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EDE17E90-3068-4C78-BFDF-4995040E698E}"/>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B15E3AE4-6318-4E6C-9720-70A0A5928D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911384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AB5AB7CD-D5F8-460D-B80D-33DE6200A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3">
            <a:extLst xmlns:a="http://schemas.openxmlformats.org/drawingml/2006/main">
              <a:ext uri="{FF2B5EF4-FFF2-40B4-BE49-F238E27FC236}">
                <a16:creationId xmlns:a16="http://schemas.microsoft.com/office/drawing/2014/main" id="{6B961EC6-5464-4705-9C93-56429E1E2A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Project와 환경이 바뀌면&#10;검증도 다시 본다">
            <a:extLst xmlns:a="http://schemas.openxmlformats.org/drawingml/2006/main">
              <a:ext uri="{FF2B5EF4-FFF2-40B4-BE49-F238E27FC236}">
                <a16:creationId xmlns:a16="http://schemas.microsoft.com/office/drawing/2014/main" id="{9FF03C37-ADE7-46DC-9D3D-D290CFD979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9F137A51-B540-411E-8283-EA6E7123CC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F17E120-BA03-4974-8EF6-2B654F7AF3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51D1B30-8902-47D6-BEE3-35BF2C92A3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0EE90C8C-0BAA-442E-B56B-12BA7D521673}"/>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1491349A-D0E1-4923-95C9-1DD00794F604}"/>
              </a:ext>
            </a:extLst>
          </p:cNvPr>
          <p:cNvPicPr>
            <a:picLocks xmlns:a="http://schemas.openxmlformats.org/drawingml/2006/main" noChangeAspect="1"/>
          </p:cNvPicPr>
          <p:nvPr/>
        </p:nvPicPr>
        <p:blipFill>
          <a:blip xmlns:r="http://schemas.openxmlformats.org/officeDocument/2006/relationships" xmlns:a="http://schemas.openxmlformats.org/drawingml/2006/main" r:embed="Rdb7b3211a60f4881"/>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BAD7A2EF-17E5-4E2E-A834-9BE7F5C5B382}"/>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6A34134-A297-4E1B-AD8C-2D100FE0E73F}"/>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1BE0AE04-12A0-4109-B21A-CD1647CCFB16}"/>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218A998-A3A3-4012-B036-A15A8038972A}"/>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A1504E8E-AAA0-4711-BF75-FD6BC33535FA}"/>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97B0CD2A-8EB2-42D1-9BDC-AC9CE6052FBE}"/>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7310D10B-9993-4358-9F7F-2E187E266B34}"/>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99FA736B-4C73-4852-8FA7-F76A101578A2}"/>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4F175D42-C6B4-4729-A9B0-26BD4D28EFB4}"/>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8F8A1EBF-D330-4D28-9FB5-EFE78009CB33}"/>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27613D2F-B7A9-4414-84D3-F10A58351770}"/>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E0617A8-1A6D-4D41-AAAB-A31670C7E956}"/>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B7105F2E-E9FE-4FE4-AE87-D7323CE50AA3}"/>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C758C5A7-FCDF-4836-83AF-FD0EAD8DA519}"/>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C340E3DC-2B8D-4377-B365-DA526B59A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02601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2026-10-25T09:27:45.3980000Z</dcterms:created>
  <dcterms:modified xsi:type="dcterms:W3CDTF">2026-10-25T09:27:45.3980000Z</dcterms:modified>
</coreProperties>
</file>