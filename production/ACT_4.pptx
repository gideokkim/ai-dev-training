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b314951008344a8" /><Relationship Type="http://schemas.openxmlformats.org/officeDocument/2006/relationships/extended-properties" Target="/docProps/app.xml" Id="R8e4b3af485654ab7" /><Relationship Type="http://schemas.openxmlformats.org/officeDocument/2006/relationships/officeDocument" Target="/ppt/presentation.xml" Id="R6a7f811499604d9b" /></Relationships>
</file>

<file path=ppt/presentation.xml><?xml version="1.0" encoding="utf-8"?>
<p:presentation xmlns:p="http://schemas.openxmlformats.org/presentationml/2006/main">
  <p:sldMasterIdLst>
    <p:sldMasterId xmlns:r="http://schemas.openxmlformats.org/officeDocument/2006/relationships" id="2147483648" r:id="R6c7c320f268e471e"/>
  </p:sldMasterIdLst>
  <p:notesMasterIdLst>
    <p:notesMasterId xmlns:r="http://schemas.openxmlformats.org/officeDocument/2006/relationships" r:id="R56cb9a91c3684527"/>
  </p:notesMasterIdLst>
  <p:sldIdLst>
    <p:sldId xmlns:r="http://schemas.openxmlformats.org/officeDocument/2006/relationships" id="256" r:id="R62ab58bc4c2948d2"/>
    <p:sldId xmlns:r="http://schemas.openxmlformats.org/officeDocument/2006/relationships" id="257" r:id="R4cb6e02699b9462d"/>
    <p:sldId xmlns:r="http://schemas.openxmlformats.org/officeDocument/2006/relationships" id="258" r:id="R3d216b6ed82d4c8a"/>
    <p:sldId xmlns:r="http://schemas.openxmlformats.org/officeDocument/2006/relationships" id="259" r:id="R0d305a10c45b4e6d"/>
    <p:sldId xmlns:r="http://schemas.openxmlformats.org/officeDocument/2006/relationships" id="260" r:id="R75726821cfe44eca"/>
    <p:sldId xmlns:r="http://schemas.openxmlformats.org/officeDocument/2006/relationships" id="261" r:id="Rf65ec51d73694f68"/>
    <p:sldId xmlns:r="http://schemas.openxmlformats.org/officeDocument/2006/relationships" id="262" r:id="R85b6114b19664653"/>
    <p:sldId xmlns:r="http://schemas.openxmlformats.org/officeDocument/2006/relationships" id="263" r:id="Ra66123217b4e4fd4"/>
    <p:sldId xmlns:r="http://schemas.openxmlformats.org/officeDocument/2006/relationships" id="264" r:id="R711edd49618f44b8"/>
    <p:sldId xmlns:r="http://schemas.openxmlformats.org/officeDocument/2006/relationships" id="265" r:id="Rd317f10bc183419d"/>
    <p:sldId xmlns:r="http://schemas.openxmlformats.org/officeDocument/2006/relationships" id="266" r:id="Refeb96e9020f4892"/>
    <p:sldId xmlns:r="http://schemas.openxmlformats.org/officeDocument/2006/relationships" id="267" r:id="R0315764427b64960"/>
    <p:sldId xmlns:r="http://schemas.openxmlformats.org/officeDocument/2006/relationships" id="268" r:id="Rd419d744fe9f4d93"/>
    <p:sldId xmlns:r="http://schemas.openxmlformats.org/officeDocument/2006/relationships" id="269" r:id="R3ca6d40c420245d3"/>
    <p:sldId xmlns:r="http://schemas.openxmlformats.org/officeDocument/2006/relationships" id="270" r:id="Rfe9602f902ae4675"/>
    <p:sldId xmlns:r="http://schemas.openxmlformats.org/officeDocument/2006/relationships" id="271" r:id="R10b641035b7b4502"/>
    <p:sldId xmlns:r="http://schemas.openxmlformats.org/officeDocument/2006/relationships" id="272" r:id="R967e4d5924014650"/>
    <p:sldId xmlns:r="http://schemas.openxmlformats.org/officeDocument/2006/relationships" id="273" r:id="Ra967078c066744c8"/>
    <p:sldId xmlns:r="http://schemas.openxmlformats.org/officeDocument/2006/relationships" id="274" r:id="Rc8a409ed67644c6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dbfd98e986d43ba" /><Relationship Type="http://schemas.openxmlformats.org/officeDocument/2006/relationships/slideMaster" Target="/ppt/slideMasters/slideMaster1.xml" Id="R6c7c320f268e471e" /><Relationship Type="http://schemas.openxmlformats.org/officeDocument/2006/relationships/notesMaster" Target="/ppt/notesMasters/notesMaster1.xml" Id="R56cb9a91c3684527" /><Relationship Type="http://schemas.openxmlformats.org/officeDocument/2006/relationships/presProps" Target="/ppt/presProps.xml" Id="Rddc0e2bd6b28487d" /><Relationship Type="http://schemas.openxmlformats.org/officeDocument/2006/relationships/tableStyles" Target="/ppt/tableStyles.xml" Id="R8fda2e92e3c343b8" /><Relationship Type="http://schemas.openxmlformats.org/officeDocument/2006/relationships/slide" Target="/ppt/slides/slide1.xml" Id="R62ab58bc4c2948d2" /><Relationship Type="http://schemas.openxmlformats.org/officeDocument/2006/relationships/slide" Target="/ppt/slides/slide2.xml" Id="R4cb6e02699b9462d" /><Relationship Type="http://schemas.openxmlformats.org/officeDocument/2006/relationships/slide" Target="/ppt/slides/slide3.xml" Id="R3d216b6ed82d4c8a" /><Relationship Type="http://schemas.openxmlformats.org/officeDocument/2006/relationships/slide" Target="/ppt/slides/slide4.xml" Id="R0d305a10c45b4e6d" /><Relationship Type="http://schemas.openxmlformats.org/officeDocument/2006/relationships/slide" Target="/ppt/slides/slide5.xml" Id="R75726821cfe44eca" /><Relationship Type="http://schemas.openxmlformats.org/officeDocument/2006/relationships/slide" Target="/ppt/slides/slide6.xml" Id="Rf65ec51d73694f68" /><Relationship Type="http://schemas.openxmlformats.org/officeDocument/2006/relationships/slide" Target="/ppt/slides/slide7.xml" Id="R85b6114b19664653" /><Relationship Type="http://schemas.openxmlformats.org/officeDocument/2006/relationships/slide" Target="/ppt/slides/slide8.xml" Id="Ra66123217b4e4fd4" /><Relationship Type="http://schemas.openxmlformats.org/officeDocument/2006/relationships/slide" Target="/ppt/slides/slide9.xml" Id="R711edd49618f44b8" /><Relationship Type="http://schemas.openxmlformats.org/officeDocument/2006/relationships/slide" Target="/ppt/slides/slide10.xml" Id="Rd317f10bc183419d" /><Relationship Type="http://schemas.openxmlformats.org/officeDocument/2006/relationships/slide" Target="/ppt/slides/slide11.xml" Id="Refeb96e9020f4892" /><Relationship Type="http://schemas.openxmlformats.org/officeDocument/2006/relationships/slide" Target="/ppt/slides/slide12.xml" Id="R0315764427b64960" /><Relationship Type="http://schemas.openxmlformats.org/officeDocument/2006/relationships/slide" Target="/ppt/slides/slide13.xml" Id="Rd419d744fe9f4d93" /><Relationship Type="http://schemas.openxmlformats.org/officeDocument/2006/relationships/slide" Target="/ppt/slides/slide14.xml" Id="R3ca6d40c420245d3" /><Relationship Type="http://schemas.openxmlformats.org/officeDocument/2006/relationships/slide" Target="/ppt/slides/slide15.xml" Id="Rfe9602f902ae4675" /><Relationship Type="http://schemas.openxmlformats.org/officeDocument/2006/relationships/slide" Target="/ppt/slides/slide16.xml" Id="R10b641035b7b4502" /><Relationship Type="http://schemas.openxmlformats.org/officeDocument/2006/relationships/slide" Target="/ppt/slides/slide17.xml" Id="R967e4d5924014650" /><Relationship Type="http://schemas.openxmlformats.org/officeDocument/2006/relationships/slide" Target="/ppt/slides/slide18.xml" Id="Ra967078c066744c8" /><Relationship Type="http://schemas.openxmlformats.org/officeDocument/2006/relationships/slide" Target="/ppt/slides/slide19.xml" Id="Rc8a409ed67644c6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edb84757e644f5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c1c70eb145e40c4" /><Relationship Type="http://schemas.openxmlformats.org/officeDocument/2006/relationships/notesMaster" Target="/ppt/notesMasters/notesMaster1.xml" Id="R34ad8c51a53b4fdd" /></Relationships>
</file>

<file path=ppt/notesSlides/_rels/notesSlide2.xml.rels>&#65279;<?xml version="1.0" encoding="utf-8"?><Relationships xmlns="http://schemas.openxmlformats.org/package/2006/relationships"><Relationship Type="http://schemas.openxmlformats.org/officeDocument/2006/relationships/slide" Target="/ppt/slides/slide2.xml" Id="Re0982a77c4c04ff5" /><Relationship Type="http://schemas.openxmlformats.org/officeDocument/2006/relationships/notesMaster" Target="/ppt/notesMasters/notesMaster1.xml" Id="R28e3cb04315449d4" /></Relationships>
</file>

<file path=ppt/notesSlides/_rels/notesSlide3.xml.rels>&#65279;<?xml version="1.0" encoding="utf-8"?><Relationships xmlns="http://schemas.openxmlformats.org/package/2006/relationships"><Relationship Type="http://schemas.openxmlformats.org/officeDocument/2006/relationships/slide" Target="/ppt/slides/slide3.xml" Id="R59b2673af2234120" /><Relationship Type="http://schemas.openxmlformats.org/officeDocument/2006/relationships/notesMaster" Target="/ppt/notesMasters/notesMaster1.xml" Id="R002a70143de346c6" /></Relationships>
</file>

<file path=ppt/notesSlides/_rels/notesSlide4.xml.rels>&#65279;<?xml version="1.0" encoding="utf-8"?><Relationships xmlns="http://schemas.openxmlformats.org/package/2006/relationships"><Relationship Type="http://schemas.openxmlformats.org/officeDocument/2006/relationships/slide" Target="/ppt/slides/slide4.xml" Id="R6ca38b288ff642f3" /><Relationship Type="http://schemas.openxmlformats.org/officeDocument/2006/relationships/notesMaster" Target="/ppt/notesMasters/notesMaster1.xml" Id="Re59a9257ceb24d2e" /></Relationships>
</file>

<file path=ppt/notesSlides/_rels/notesSlide5.xml.rels>&#65279;<?xml version="1.0" encoding="utf-8"?><Relationships xmlns="http://schemas.openxmlformats.org/package/2006/relationships"><Relationship Type="http://schemas.openxmlformats.org/officeDocument/2006/relationships/slide" Target="/ppt/slides/slide5.xml" Id="R41be60dd63e245c6" /><Relationship Type="http://schemas.openxmlformats.org/officeDocument/2006/relationships/notesMaster" Target="/ppt/notesMasters/notesMaster1.xml" Id="R8a4523a68d9e4503" /></Relationships>
</file>

<file path=ppt/notesSlides/_rels/notesSlide6.xml.rels>&#65279;<?xml version="1.0" encoding="utf-8"?><Relationships xmlns="http://schemas.openxmlformats.org/package/2006/relationships"><Relationship Type="http://schemas.openxmlformats.org/officeDocument/2006/relationships/slide" Target="/ppt/slides/slide6.xml" Id="R7584678d11884dbb" /><Relationship Type="http://schemas.openxmlformats.org/officeDocument/2006/relationships/notesMaster" Target="/ppt/notesMasters/notesMaster1.xml" Id="R8b870bebfead433f"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9d2fbdaa8241ae" /><Relationship Type="http://schemas.openxmlformats.org/officeDocument/2006/relationships/notesMaster" Target="/ppt/notesMasters/notesMaster1.xml" Id="R83c1e0b1840948f6" /></Relationships>
</file>

<file path=ppt/notesSlides/_rels/notesSlide8.xml.rels>&#65279;<?xml version="1.0" encoding="utf-8"?><Relationships xmlns="http://schemas.openxmlformats.org/package/2006/relationships"><Relationship Type="http://schemas.openxmlformats.org/officeDocument/2006/relationships/slide" Target="/ppt/slides/slide8.xml" Id="R26090e476d7e42f2" /><Relationship Type="http://schemas.openxmlformats.org/officeDocument/2006/relationships/notesMaster" Target="/ppt/notesMasters/notesMaster1.xml" Id="Rb1547677eaa44d49" /></Relationships>
</file>

<file path=ppt/notesSlides/_rels/notesSlide9.xml.rels>&#65279;<?xml version="1.0" encoding="utf-8"?><Relationships xmlns="http://schemas.openxmlformats.org/package/2006/relationships"><Relationship Type="http://schemas.openxmlformats.org/officeDocument/2006/relationships/slide" Target="/ppt/slides/slide9.xml" Id="Rfd771c5029e244d3" /><Relationship Type="http://schemas.openxmlformats.org/officeDocument/2006/relationships/notesMaster" Target="/ppt/notesMasters/notesMaster1.xml" Id="Rf839f196881a425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859b4042a5741ff" /><Relationship Type="http://schemas.openxmlformats.org/officeDocument/2006/relationships/notesMaster" Target="/ppt/notesMasters/notesMaster1.xml" Id="R13bd621ee95a4f9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af093889ba8472e" /><Relationship Type="http://schemas.openxmlformats.org/officeDocument/2006/relationships/notesMaster" Target="/ppt/notesMasters/notesMaster1.xml" Id="R1b3610af551a478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f93dfb5c03741cb" /><Relationship Type="http://schemas.openxmlformats.org/officeDocument/2006/relationships/notesMaster" Target="/ppt/notesMasters/notesMaster1.xml" Id="R05e4affb996a475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2d9e81176f94213" /><Relationship Type="http://schemas.openxmlformats.org/officeDocument/2006/relationships/notesMaster" Target="/ppt/notesMasters/notesMaster1.xml" Id="Rbc5e64c272344f7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41616d3f58c4778" /><Relationship Type="http://schemas.openxmlformats.org/officeDocument/2006/relationships/notesMaster" Target="/ppt/notesMasters/notesMaster1.xml" Id="R803bf9d90fea494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c4d7fb7dcaf4bf3" /><Relationship Type="http://schemas.openxmlformats.org/officeDocument/2006/relationships/notesMaster" Target="/ppt/notesMasters/notesMaster1.xml" Id="Re1220bbd15894bb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4edb240ad6f49f7" /><Relationship Type="http://schemas.openxmlformats.org/officeDocument/2006/relationships/notesMaster" Target="/ppt/notesMasters/notesMaster1.xml" Id="Ra37a7e3c3136418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1d456acfec143f0" /><Relationship Type="http://schemas.openxmlformats.org/officeDocument/2006/relationships/notesMaster" Target="/ppt/notesMasters/notesMaster1.xml" Id="Rd1252f8de5f9406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0fbedfbbb30431c" /><Relationship Type="http://schemas.openxmlformats.org/officeDocument/2006/relationships/notesMaster" Target="/ppt/notesMasters/notesMaster1.xml" Id="Ra7ef1220443c4c0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39701d4c4454216" /><Relationship Type="http://schemas.openxmlformats.org/officeDocument/2006/relationships/notesMaster" Target="/ppt/notesMasters/notesMaster1.xml" Id="R8852a59122b64a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확인한 성공을 유지하려면</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S74에서 위치·검토/갱신 역할을 생각했다는 점을 회수한다. 실제 밝기 통계는 출력6항목·전체 테스트11/11·같은 조건의 측정/guard를 확인한 성공으로 마쳤다고 짧게 남긴다. S64의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S74에서 떠올린 한 가지에 대해 어떤 기준/환경 변화가 담당자의 재검토를 요구할지 조용히 생각하게 한다. 앞 장의 위치·담당 선택을 다시 시키거나 답변/산출물을 요구하지 않는다. 다음 S76부터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S75, production/preview/act4/S75.png 및 production/preview/full/S75.png.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처음에는 기준과 재사용 절차가 맞았다</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S76, production/preview/act4/S76.png 및 production/preview/full/S76.png.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Project는 바뀌고 Workflow는 남았다</a:t>
            </a:r>
          </a:p>
          <a:p xmlns:a="http://schemas.openxmlformats.org/drawingml/2006/main">
            <a:r>
              <a:t/>
            </a:r>
          </a:p>
          <a:p xmlns:a="http://schemas.openxmlformats.org/drawingml/2006/main">
            <a:r>
              <a:t>Slide ID: S77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S74의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S77와 production/preview/act4/S77.png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이번 요청과 다음 작업의 지침</a:t>
            </a:r>
          </a:p>
          <a:p xmlns:a="http://schemas.openxmlformats.org/drawingml/2006/main">
            <a:r>
              <a:t/>
            </a:r>
          </a:p>
          <a:p xmlns:a="http://schemas.openxmlformats.org/drawingml/2006/main">
            <a:r>
              <a:t>Slide ID: S78</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S79에서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S78, production/preview/act4/S78.png 및 production/preview/full/S78.png.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원인을 고르기 전에 확인할 기록</a:t>
            </a:r>
          </a:p>
          <a:p xmlns:a="http://schemas.openxmlformats.org/drawingml/2006/main">
            <a:r>
              <a:t/>
            </a:r>
          </a:p>
          <a:p xmlns:a="http://schemas.openxmlformats.org/drawingml/2006/main">
            <a:r>
              <a:t>Slide ID: S79</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S78의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S80에서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S79, production/preview/act4/S79.png 및 production/preview/full/S79.png.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주어진 정보와 원인 가설을 나눈다</a:t>
            </a:r>
          </a:p>
          <a:p xmlns:a="http://schemas.openxmlformats.org/drawingml/2006/main">
            <a:r>
              <a:t/>
            </a:r>
          </a:p>
          <a:p xmlns:a="http://schemas.openxmlformats.org/drawingml/2006/main">
            <a:r>
              <a:t>Slide ID: S80</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S79의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S80, production/preview/act4/S80.png 및 production/preview/full/S80.png.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확인한 원인에 맞춰 변경 대상을 고른다</a:t>
            </a:r>
          </a:p>
          <a:p xmlns:a="http://schemas.openxmlformats.org/drawingml/2006/main">
            <a:r>
              <a:t/>
            </a:r>
          </a:p>
          <a:p xmlns:a="http://schemas.openxmlformats.org/drawingml/2006/main">
            <a:r>
              <a:t>Slide ID: S81</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S82에서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S79 2분/S76 1분 그대로이며 S81는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S81, production/preview/act4/S81.png 및 production/preview/full/S81.png.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확인된 범위만 검토하고 갱신한다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S74의 ‘어디에 두고 누가 유지할까’를 이 가상 유지 문제에서 회수했다고 정리한다. 실제 수정/재평가 결과는 없으며 S83에서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S82, production/preview/act4/S82.png 및 production/preview/full/S82.png.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1. (0:00–1:00 / Lecture) S82의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S84에서 서로 다른 위험을 확인할 대표 작업을 고른다. 통과나 안전성이 확인됐다는 결과를 만들지 않는다.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S83와 production/preview/act4/S83.png를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S83의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S84의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S81의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S81의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S85와 production/preview/act4/S85.png를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S81/S78의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S86와 production/preview/act4/S86.png를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S71를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S88은 결과와 원인 해석의 구분, S89는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S87와 production/preview/act4/S87.png를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S64의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S88와 production/preview/act4/S88.png를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S89와 production/preview/act4/S89.png를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S90와 production/preview/act4/S90.png를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1. (0:00–1:00 / Lecture) S86와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S89의 세 기록 항목과 S90의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목록 연결: 본문의 핵심을 유지한 뒤, 다음 질문을 설명하기 전에 팁 제목과 위치만 한 장으로 회수한다. 새 팁 강의나 중복 설명을 추가하지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“다음 질문으로 넘어가기 전에, 이 ACT의 실무 적용 팁을 어디서 다시 볼지 확인하겠습니다.”라고 S92을 연다. 기존 다음 질문은 목록 뒤 S93에서 이어간다.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S91와 production/preview/act4/S91.png를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ACT 4 실무 적용 팁 모아보기</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ACT 4 실무 적용 팁 모아보기</a:t>
            </a:r>
          </a:p>
          <a:p xmlns:a="http://schemas.openxmlformats.org/drawingml/2006/main">
            <a:r>
              <a:t/>
            </a:r>
          </a:p>
          <a:p xmlns:a="http://schemas.openxmlformats.org/drawingml/2006/main">
            <a:r>
              <a:t>**ACT / Section:**</a:t>
            </a:r>
          </a:p>
          <a:p xmlns:a="http://schemas.openxmlformats.org/drawingml/2006/main">
            <a:r>
              <a:t>ACT 4 / 4F Observed Meta Loop 마무리</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실무 적용 팁의 위치를 S79, S83에서 찾는다. 내용과 근거 범위는 각 원래 장을 따른다.</a:t>
            </a:r>
          </a:p>
          <a:p xmlns:a="http://schemas.openxmlformats.org/drawingml/2006/main">
            <a:r>
              <a:t/>
            </a:r>
          </a:p>
          <a:p xmlns:a="http://schemas.openxmlformats.org/drawingml/2006/main">
            <a:r>
              <a:t>**Opening Question:**</a:t>
            </a:r>
          </a:p>
          <a:p xmlns:a="http://schemas.openxmlformats.org/drawingml/2006/main">
            <a:r>
              <a:t>“이 ACT에서 본 실무 적용 팁을 나중에 어디서 다시 볼 수 있을까요?”</a:t>
            </a:r>
          </a:p>
          <a:p xmlns:a="http://schemas.openxmlformats.org/drawingml/2006/main">
            <a:r>
              <a:t/>
            </a:r>
          </a:p>
          <a:p xmlns:a="http://schemas.openxmlformats.org/drawingml/2006/main">
            <a:r>
              <a:t>**Speaker Flow:**</a:t>
            </a:r>
          </a:p>
          <a:p xmlns:a="http://schemas.openxmlformats.org/drawingml/2006/main">
            <a:r>
              <a:t>1. (0:00–0:15 / Lecture) 같은 배지가 붙은 장이 실무 적용 팁임을 회수한다.</a:t>
            </a:r>
          </a:p>
          <a:p xmlns:a="http://schemas.openxmlformats.org/drawingml/2006/main">
            <a:r>
              <a:t>2. (0:15–0:45 / Lecture) S79 원인을 고르기 전에 확인할 기록 / S83 지침을 고친 뒤, 무엇을 다시 확인할까?. 제목·위치만 짚고 본문은 다시 강의하지 않는다.</a:t>
            </a:r>
          </a:p>
          <a:p xmlns:a="http://schemas.openxmlformats.org/drawingml/2006/main">
            <a:r>
              <a:t>3. (0:45–1:00 / Lecture) 기존 연결 질문을 유지하고 S93로 이동한다.</a:t>
            </a:r>
          </a:p>
          <a:p xmlns:a="http://schemas.openxmlformats.org/drawingml/2006/main">
            <a:r>
              <a:t/>
            </a:r>
          </a:p>
          <a:p xmlns:a="http://schemas.openxmlformats.org/drawingml/2006/main">
            <a:r>
              <a:t>**Evidence / Source:**</a:t>
            </a:r>
          </a:p>
          <a:p xmlns:a="http://schemas.openxmlformats.org/drawingml/2006/main">
            <a:r>
              <a:t>DEC-0087. plan/SLIDE_MAP.md의 기존 제목·ID와 plan/PRACTICAL_APPLICATION_TIPS.md. 각 항목의 실제 관찰/연구/가상 사례는 원래 팁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설명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Lecture 1분. 원래 장별 배정을 줄이거나 중복 계산하지 않는다. 시간이 길어지면 설명을 멈추고 다음 전환으로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production/preview/full/S92.png 또는 production/ACT_4.pptx의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DEC-0087. 최종 패키지/Notes/렌더 대조는 production/evaluation/PRACTICAL_APPLICATION_TIPS.md에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S91의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S94에 전체 여정 회수를 넘긴다. 다섯 ACT의 여정을 여기서 미리 재강의하지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S94으로 이동한다.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S94의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production/preview/act4/S93.png 및 production/preview/full/S93.png다.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952a638d12418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cf060e13f45470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4882b2a0df54d9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c0283ea833d4c9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324b5bf0b43479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83f6173196c460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C719A9B-658E-4555-BC48-0D5E868E35B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A5B8928-8C55-49FE-BC96-E01C492C6DB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74DB1E4-CF2B-4E87-996C-87497D15D5C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D23391E-D17C-45D5-836E-3899D359360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520CDEF-F7E9-4915-AB58-D98E257C62C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A95E1F9-D2C3-4A12-AA66-57996B881D8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F289213-0B3C-4E5C-AE06-E7139F3D2B8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DB9F1D6-C8C1-4593-9CD0-4D103DC2B05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1BA9AD-AAFC-45D4-8C45-9468AF63244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7F15270-C953-4D9A-8585-2047CC3F537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000dcf7d7e34340" /><Relationship Type="http://schemas.openxmlformats.org/officeDocument/2006/relationships/slideLayout" Target="/ppt/slideLayouts/slideLayout1.xml" Id="R108631ef71b242b7" /><Relationship Type="http://schemas.openxmlformats.org/officeDocument/2006/relationships/slideLayout" Target="/ppt/slideLayouts/slideLayout2.xml" Id="Ra165c1fd8090428a" /><Relationship Type="http://schemas.openxmlformats.org/officeDocument/2006/relationships/slideLayout" Target="/ppt/slideLayouts/slideLayout3.xml" Id="R4671fcb9da414957" /><Relationship Type="http://schemas.openxmlformats.org/officeDocument/2006/relationships/slideLayout" Target="/ppt/slideLayouts/slideLayout4.xml" Id="Ra53586ed11f440e0" /><Relationship Type="http://schemas.openxmlformats.org/officeDocument/2006/relationships/slideLayout" Target="/ppt/slideLayouts/slideLayout5.xml" Id="R9d3ef331b3bd49b9" /><Relationship Type="http://schemas.openxmlformats.org/officeDocument/2006/relationships/slideLayout" Target="/ppt/slideLayouts/slideLayout6.xml" Id="R8bb3db33997f461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08631ef71b242b7"/>
    <p:sldLayoutId xmlns:r="http://schemas.openxmlformats.org/officeDocument/2006/relationships" id="2147483650" r:id="Ra165c1fd8090428a"/>
    <p:sldLayoutId xmlns:r="http://schemas.openxmlformats.org/officeDocument/2006/relationships" id="2147483651" r:id="R4671fcb9da414957"/>
    <p:sldLayoutId xmlns:r="http://schemas.openxmlformats.org/officeDocument/2006/relationships" id="2147483652" r:id="Ra53586ed11f440e0"/>
    <p:sldLayoutId xmlns:r="http://schemas.openxmlformats.org/officeDocument/2006/relationships" id="2147483653" r:id="R9d3ef331b3bd49b9"/>
    <p:sldLayoutId xmlns:r="http://schemas.openxmlformats.org/officeDocument/2006/relationships" id="2147483654" r:id="R8bb3db33997f461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89fae2a8ac846b3" /><Relationship Type="http://schemas.openxmlformats.org/officeDocument/2006/relationships/notesSlide" Target="/ppt/notesSlides/notesSlide1.xml" Id="R558037a1c9a8441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acc76cbf6754d62" /><Relationship Type="http://schemas.openxmlformats.org/officeDocument/2006/relationships/notesSlide" Target="/ppt/notesSlides/notesSlide2.xml" Id="R6361c9ca13af4dc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0fca5aebb9c4d76" /><Relationship Type="http://schemas.openxmlformats.org/officeDocument/2006/relationships/notesSlide" Target="/ppt/notesSlides/notesSlide3.xml" Id="R2856a160465e4c9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802533654294dc8" /><Relationship Type="http://schemas.openxmlformats.org/officeDocument/2006/relationships/notesSlide" Target="/ppt/notesSlides/notesSlide4.xml" Id="Rd0d55c82f6a146f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7151dddf1144794" /><Relationship Type="http://schemas.openxmlformats.org/officeDocument/2006/relationships/notesSlide" Target="/ppt/notesSlides/notesSlide5.xml" Id="Ra8ee1614af5847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0c4d5b433ee499d" /><Relationship Type="http://schemas.openxmlformats.org/officeDocument/2006/relationships/notesSlide" Target="/ppt/notesSlides/notesSlide6.xml" Id="R383c80de6f37436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d078f7ff53b4d73" /><Relationship Type="http://schemas.openxmlformats.org/officeDocument/2006/relationships/notesSlide" Target="/ppt/notesSlides/notesSlide7.xml" Id="R83a8839c02244db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21c450c0d3545a5" /><Relationship Type="http://schemas.openxmlformats.org/officeDocument/2006/relationships/notesSlide" Target="/ppt/notesSlides/notesSlide8.xml" Id="R628a218045654be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60ed0e78eb041ce" /><Relationship Type="http://schemas.openxmlformats.org/officeDocument/2006/relationships/notesSlide" Target="/ppt/notesSlides/notesSlide9.xml" Id="Rd03c8038bc98456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591139478754d4d" /><Relationship Type="http://schemas.openxmlformats.org/officeDocument/2006/relationships/notesSlide" Target="/ppt/notesSlides/notesSlide10.xml" Id="R842dc06ed656425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79f5e2e8473494f" /><Relationship Type="http://schemas.openxmlformats.org/officeDocument/2006/relationships/notesSlide" Target="/ppt/notesSlides/notesSlide11.xml" Id="R4e0536d03b23422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33932afaa954040" /><Relationship Type="http://schemas.openxmlformats.org/officeDocument/2006/relationships/notesSlide" Target="/ppt/notesSlides/notesSlide12.xml" Id="R157110f59c2a4c2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2ab75fd799a462f" /><Relationship Type="http://schemas.openxmlformats.org/officeDocument/2006/relationships/notesSlide" Target="/ppt/notesSlides/notesSlide13.xml" Id="R4367d532961a43d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df563a79cc1410d" /><Relationship Type="http://schemas.openxmlformats.org/officeDocument/2006/relationships/notesSlide" Target="/ppt/notesSlides/notesSlide14.xml" Id="Ra5857f0e06e7404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509e51900034615" /><Relationship Type="http://schemas.openxmlformats.org/officeDocument/2006/relationships/notesSlide" Target="/ppt/notesSlides/notesSlide15.xml" Id="Rea2c12ac448046f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c129c50514f4a1a" /><Relationship Type="http://schemas.openxmlformats.org/officeDocument/2006/relationships/notesSlide" Target="/ppt/notesSlides/notesSlide16.xml" Id="R965bbb9440394bf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2b7821adda8491c" /><Relationship Type="http://schemas.openxmlformats.org/officeDocument/2006/relationships/notesSlide" Target="/ppt/notesSlides/notesSlide17.xml" Id="R027d658360674d7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6cc1452d4364ae9" /><Relationship Type="http://schemas.openxmlformats.org/officeDocument/2006/relationships/notesSlide" Target="/ppt/notesSlides/notesSlide18.xml" Id="R13665e7e28ac4d8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c7cdca3915f42d4" /><Relationship Type="http://schemas.openxmlformats.org/officeDocument/2006/relationships/image" Target="/ppt/media/image.png" Id="R1280b6499c5442e4" /><Relationship Type="http://schemas.openxmlformats.org/officeDocument/2006/relationships/notesSlide" Target="/ppt/notesSlides/notesSlide19.xml" Id="R2f46ef3582b64eba"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E361BF0E-FB2F-4BEB-8885-701C181437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75">
            <a:extLst xmlns:a="http://schemas.openxmlformats.org/drawingml/2006/main">
              <a:ext uri="{FF2B5EF4-FFF2-40B4-BE49-F238E27FC236}">
                <a16:creationId xmlns:a16="http://schemas.microsoft.com/office/drawing/2014/main" id="{7FBC70E0-666D-4F06-88CC-CBD9A76EF1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확인한 성공을 유지하려면">
            <a:extLst xmlns:a="http://schemas.openxmlformats.org/drawingml/2006/main">
              <a:ext uri="{FF2B5EF4-FFF2-40B4-BE49-F238E27FC236}">
                <a16:creationId xmlns:a16="http://schemas.microsoft.com/office/drawing/2014/main" id="{446D41CA-7088-4DE6-82A6-1BDEDE120D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51073373-76CD-41A5-9776-41DDF4614D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5E70B659-53F8-42FB-B017-9000163DA1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BB347D0B-C591-46F0-8FBB-03BD51C182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312787D7-04A6-43A0-B7E8-C60496CFFD5D}"/>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BE811508-C03E-4A2D-9258-8B7612960EB7}"/>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08033F36-6710-4259-A509-E5378FE2A950}"/>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C5E58B96-F6B6-4BCE-9CD4-8E0697664E43}"/>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4A62B5BD-568C-4EE3-A526-9C52B57490C6}"/>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1DC8C27D-1895-4654-B491-BF7EA3C5CE47}"/>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1720F177-16E2-4072-ABF9-8C34E1C68F75}"/>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915A25E1-21F1-42A3-9724-89DC583D2E20}"/>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33D241FA-C917-4372-946E-9696C14970D6}"/>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B099009A-35E5-4F0F-8A7E-2520F3EBE51B}"/>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DA2985B2-E147-496D-B459-D90BB7E2F298}"/>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25EA32DE-EE34-4AD6-A5F8-138D63A4CE1D}"/>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810C08BF-52A8-48A0-A0E6-003DB50534C9}"/>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E51EE42B-0D03-4BF7-BC23-E1C22F8443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74285482"/>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19EC8C85-8183-4C29-B0FF-C38B269A3B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76">
            <a:extLst xmlns:a="http://schemas.openxmlformats.org/drawingml/2006/main">
              <a:ext uri="{FF2B5EF4-FFF2-40B4-BE49-F238E27FC236}">
                <a16:creationId xmlns:a16="http://schemas.microsoft.com/office/drawing/2014/main" id="{3ECD95E0-F94E-49E8-8911-B48E6A4F0B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처음에는 기준과 재사용 절차가 맞았다">
            <a:extLst xmlns:a="http://schemas.openxmlformats.org/drawingml/2006/main">
              <a:ext uri="{FF2B5EF4-FFF2-40B4-BE49-F238E27FC236}">
                <a16:creationId xmlns:a16="http://schemas.microsoft.com/office/drawing/2014/main" id="{B11DBF16-B2E2-4ADB-8B87-3527D5314E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6E6C0A15-FC57-44DA-A10D-C1A021B008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1B9F29A7-D2A7-4DB3-B8C6-566D0DE0C2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84170CFA-430D-45F1-ABBF-F808D73A9C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C7E9C3C8-4639-4FD4-A795-5D1D95BCF422}"/>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836EF831-32F1-4521-B23A-9DBF1E52A08E}"/>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496C8B65-9277-422D-83A9-DD0D95E6CCEA}"/>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FAE3D393-8D8B-449C-BAE8-AA080B7873C0}"/>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565A04D5-95B4-4E37-BAD2-4ECDCD276C08}"/>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E2A3791B-0B86-44CE-9226-AA939E5D5B80}"/>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73A10515-8B68-4386-9ECB-2837EAB7C287}"/>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9800CC8C-67F7-4904-9454-60A8DDD0836F}"/>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157F41DC-D583-4EDF-9B3E-22A334507B43}"/>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2276AA36-5B76-4140-B455-ECAD71920D80}"/>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1E35D6F4-079B-4CB7-A1CF-4F14131997B4}"/>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5964935D-04F8-4BAD-9499-BF27D1171D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11644335"/>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5DCA509B-CA8B-4A4D-9DE4-80AA1E5B85A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7">
            <a:extLst xmlns:a="http://schemas.openxmlformats.org/drawingml/2006/main">
              <a:ext uri="{FF2B5EF4-FFF2-40B4-BE49-F238E27FC236}">
                <a16:creationId xmlns:a16="http://schemas.microsoft.com/office/drawing/2014/main" id="{8FA737A8-4967-412C-8DFB-DA2705E442B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Project는 바뀌고 Workflow는 남았다">
            <a:extLst xmlns:a="http://schemas.openxmlformats.org/drawingml/2006/main">
              <a:ext uri="{FF2B5EF4-FFF2-40B4-BE49-F238E27FC236}">
                <a16:creationId xmlns:a16="http://schemas.microsoft.com/office/drawing/2014/main" id="{32900F9B-B26E-463C-9314-9802A5AFCE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623112CB-6A8C-4E7B-A24A-42CF8A3316FC}"/>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026D8A84-C206-454C-A2B5-E8141AAA26C0}"/>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E7C74DF3-809F-444C-8FA5-CF942A187B86}"/>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19C4191A-48F8-4AA9-AA6A-3D7E411911FB}"/>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26340A3C-73F0-41AC-AC00-BE34459FB6CF}"/>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F02FDB6C-B36D-4DE9-8103-EFC26739F7FE}"/>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2046A156-0A32-4E1B-B70A-89F54900837F}"/>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4AEED8B8-7EC6-4645-8734-C31E1F52D180}"/>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A0801DD1-8D6D-4C8E-A0F2-15DBA16B7823}"/>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BBEC55F6-532C-48B7-A1B5-B4C2583179E4}"/>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A77D5D4D-7493-43F2-BEB0-22AA199C086F}"/>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7B019AE9-6FE4-4AFA-99C8-D6574B279A71}"/>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EA23B753-61E7-435F-98E7-5A07344A056E}"/>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C48C646B-967F-422B-80E2-10AAE337A8C6}"/>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27EF2A08-551E-4324-B13F-A332F828207B}"/>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80821962-2839-47C0-8ACC-D3CC16E58DA2}"/>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50CB7554-C7F1-460F-8513-A3C6DEB9FB5D}"/>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E26457F3-A90F-47FE-9B75-C9E466FDFE13}"/>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C5E3A880-057D-4411-9FF3-E736D3282565}"/>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CEBFBA8-3EFC-4D0B-BE88-321A424AECDA}"/>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835A9E94-973A-4D0A-A480-711F80A0219A}"/>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7DAEB3D0-E3AF-40A3-90F0-DCA9C75FC9E3}"/>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CC6F07A0-D62E-4CB1-A719-60BB670FA0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D72601A8-A2FA-4F80-8102-C64AC820AA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9D25EA66-9FCF-4C6D-A360-2CAB031767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1C8DB06E-6DF5-4145-9E6D-CD1020107C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76925979"/>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65E732FB-C24B-4FE6-9F2D-06DB2C051E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8">
            <a:extLst xmlns:a="http://schemas.openxmlformats.org/drawingml/2006/main">
              <a:ext uri="{FF2B5EF4-FFF2-40B4-BE49-F238E27FC236}">
                <a16:creationId xmlns:a16="http://schemas.microsoft.com/office/drawing/2014/main" id="{D17464E3-0549-4B46-95F3-16EC6FE23F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이번 요청과 다음 작업의 지침">
            <a:extLst xmlns:a="http://schemas.openxmlformats.org/drawingml/2006/main">
              <a:ext uri="{FF2B5EF4-FFF2-40B4-BE49-F238E27FC236}">
                <a16:creationId xmlns:a16="http://schemas.microsoft.com/office/drawing/2014/main" id="{C85D98BE-22AE-4C5F-BD15-765454726F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AEE65128-86AE-4745-A66B-EAB7E4139E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627C94AD-F9BE-4734-9EC5-BC6ECB27EA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7CACAF7F-0322-45BE-B96C-CBDCA382BB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1F41EB8C-3E99-42CE-BC34-8FA904730586}"/>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797D8716-2F02-4D7E-9CF1-2F3E5A61C03E}"/>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84486D34-B5E3-421B-8D19-C763AF0AB546}"/>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8BBABAAA-DDD1-443F-AD5D-9AAB2FB7CB56}"/>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A3A7BC70-E39D-4E96-969B-DD4A004BB37B}"/>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3005D28C-71ED-4C9D-8CDE-589383D12D1A}"/>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74A615D3-0270-4C16-8E23-30BF7A820E1E}"/>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9C99441E-5556-4E3A-886C-D226C9644D12}"/>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1A105A4E-B99E-4683-85AE-13823619AF10}"/>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05D690A2-81C9-42CD-BA08-490CA31F8C8B}"/>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6D343AF5-0FBB-45C9-B323-D4564AEE42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2392838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CF2CF704-78BC-4260-B350-22ACD6591B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79">
            <a:extLst xmlns:a="http://schemas.openxmlformats.org/drawingml/2006/main">
              <a:ext uri="{FF2B5EF4-FFF2-40B4-BE49-F238E27FC236}">
                <a16:creationId xmlns:a16="http://schemas.microsoft.com/office/drawing/2014/main" id="{8476115F-CBFA-4CE6-A8FA-547FBE9C6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원인을 고르기 전에 확인할 기록">
            <a:extLst xmlns:a="http://schemas.openxmlformats.org/drawingml/2006/main">
              <a:ext uri="{FF2B5EF4-FFF2-40B4-BE49-F238E27FC236}">
                <a16:creationId xmlns:a16="http://schemas.microsoft.com/office/drawing/2014/main" id="{66B80C23-40D5-497D-9E99-A4C970EF92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15711E1F-F74B-4693-BD1B-B704B0AA8B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66CCE9F3-9181-4FAC-96A2-E9F08A8D7A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6F3FC669-9D8C-4C11-810C-113813C9A3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C4DAE18F-A3C5-41BE-96EA-FF1B49D8E51B}"/>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835F77FA-B262-4303-98E3-02233AEB252B}"/>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09CED01C-ADB8-4A4D-A3BB-20B53BCB5731}"/>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51CA3934-F89C-49CA-A18F-4F7CBF956635}"/>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877C7BA2-EE0A-4081-8A04-B749B19BDF6D}"/>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F0B672E9-2D24-4EAA-9F6A-4F88C882C1D9}"/>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943E2575-4A65-45FE-BE43-EEFE7D463D61}"/>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2481E0E1-056F-4F65-B2D3-EE5B0BBEE787}"/>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79B4916D-DD7B-4917-823C-01564CD5F0F6}"/>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D11E5E68-D3A4-470E-81C2-873673E84DB6}"/>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C8FCB2D4-7CF6-473A-929A-2E9F29279263}"/>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C8AEDC3B-F7E5-4EA2-924E-605D164F1C35}"/>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EE46283B-2D55-4F9A-BCA8-9104511794E7}"/>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DD3B8E5C-E109-4227-A9B3-69F31D01A849}"/>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35ECB053-C043-492A-A9C0-CE1DA2BA1406}"/>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01F6FF8D-7A9B-4CA0-9F51-D81C80C7166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9B9DEF77-40AF-4D40-9395-84F83B9E855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92977626-9244-49F1-A648-B6C91537A1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4236592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D8E7D0CB-586B-4EEA-B4B9-0010C57950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80">
            <a:extLst xmlns:a="http://schemas.openxmlformats.org/drawingml/2006/main">
              <a:ext uri="{FF2B5EF4-FFF2-40B4-BE49-F238E27FC236}">
                <a16:creationId xmlns:a16="http://schemas.microsoft.com/office/drawing/2014/main" id="{F0AC5031-386A-4022-83D3-9E25106F6D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주어진 정보와 원인 가설을 나눈다">
            <a:extLst xmlns:a="http://schemas.openxmlformats.org/drawingml/2006/main">
              <a:ext uri="{FF2B5EF4-FFF2-40B4-BE49-F238E27FC236}">
                <a16:creationId xmlns:a16="http://schemas.microsoft.com/office/drawing/2014/main" id="{0A0087F1-2002-454E-A9A4-83D2EF79BA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5C6B2F99-D1F8-4668-BC2D-947A37E6FF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7E5FF2C8-0255-442B-8ACB-08248064FF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D6A92B4B-794C-469C-A24F-AC28BB67AC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82567BE2-2EC3-40C9-A754-CF7801FB8A6D}"/>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F5A279AC-358D-407F-9D4A-FC2F1C61DD38}"/>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F41B8E5C-CE0C-4362-951C-2B319F5A0306}"/>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B942A6D-7219-424B-9BCC-8A56E040A7B5}"/>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356BA0A1-BB50-4D83-886A-F823AC7628A4}"/>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0AB932EB-FE25-4ED2-9932-C73446DF2B26}"/>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3B035D10-7491-4A4F-81B2-72028117CC12}"/>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371D8998-5296-4225-90D7-972184CE58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5980937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DEFC9A92-2753-4D85-8ADE-6E1967D678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81">
            <a:extLst xmlns:a="http://schemas.openxmlformats.org/drawingml/2006/main">
              <a:ext uri="{FF2B5EF4-FFF2-40B4-BE49-F238E27FC236}">
                <a16:creationId xmlns:a16="http://schemas.microsoft.com/office/drawing/2014/main" id="{790CC3AE-97DA-4342-9AAB-371E4E28E9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확인한 원인에 맞춰 변경 대상을 고른다">
            <a:extLst xmlns:a="http://schemas.openxmlformats.org/drawingml/2006/main">
              <a:ext uri="{FF2B5EF4-FFF2-40B4-BE49-F238E27FC236}">
                <a16:creationId xmlns:a16="http://schemas.microsoft.com/office/drawing/2014/main" id="{5241CF39-1CF0-4DDA-BBB4-F8145247CE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311D5537-F45E-4D4E-BE75-E270A0C867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26BE8573-02B4-4C3D-AF2F-A52CCDEB30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0EC09D37-5E19-4D9D-AE51-C6D7F69F7A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A4C8DB18-2B5E-4B8D-A100-F64BCF1AC4E6}"/>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30836C57-DF50-4098-8F74-A62E0C52FF45}"/>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E6D4FC59-C6C0-4A0E-A42D-C024CD75BBA6}"/>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7CE5BF6C-02BB-4CCA-A510-3D467E3C8184}"/>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C5892E1F-04E1-4F50-9844-37F006EBCCA8}"/>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B6D1692B-E41C-414D-BF30-7AADE41EA8E0}"/>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FE66345B-9269-45D7-85BC-81BB19BA33FD}"/>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D170C8EF-696E-409A-89C3-F19AD153491D}"/>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4DC34F2-A56D-400F-A006-1690F8BEC248}"/>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5511902C-BE25-4D28-A1B6-01F4F487DEE2}"/>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776ED2A0-953C-489F-B56E-1BA21A8EC188}"/>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4ADD4643-A2C0-4AD0-9277-30274907FB09}"/>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B23679A9-B257-4FED-9D0F-73A8896854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4196713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20F61CE0-321D-49EA-BD1D-33F8A5EA4E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82">
            <a:extLst xmlns:a="http://schemas.openxmlformats.org/drawingml/2006/main">
              <a:ext uri="{FF2B5EF4-FFF2-40B4-BE49-F238E27FC236}">
                <a16:creationId xmlns:a16="http://schemas.microsoft.com/office/drawing/2014/main" id="{3924B20B-FDEE-48BD-8DA4-29825E5F58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확인된 범위만 검토하고 갱신한다">
            <a:extLst xmlns:a="http://schemas.openxmlformats.org/drawingml/2006/main">
              <a:ext uri="{FF2B5EF4-FFF2-40B4-BE49-F238E27FC236}">
                <a16:creationId xmlns:a16="http://schemas.microsoft.com/office/drawing/2014/main" id="{C27D1A5D-7D45-416A-B5F5-D356013164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CC5434EF-EDE8-4331-8C80-89C3FF49AC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3C26208D-55CF-41F0-912B-E18913CAB1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634EAA0E-710D-4795-8923-91950C39E5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3993EDCA-ADF6-425F-9634-2C7FCE616C99}"/>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5456C1DA-1F94-491A-A8FE-3609CE135413}"/>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3F1A4C4F-A277-4CB7-8477-C54355304AED}"/>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820F0F2D-41C1-4FF0-8FDE-DDC5514B1F48}"/>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529AA67C-D61A-4601-82C7-FF3CF95FBE94}"/>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70CF8C05-4F04-40D3-A123-0607B2229F57}"/>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FC6EDB3C-9D5F-45BB-B3DA-120F5EAF5755}"/>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BB8092D0-113D-4878-979B-0EA5D9D24409}"/>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917AD41F-8ABA-4A9A-B622-63A81B4AADA0}"/>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4A35C667-0D67-4CB7-9D94-4998C15FC840}"/>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DFCA4E2E-1174-452D-B1F5-12101F4A30F4}"/>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FDE4E8EE-2171-48A8-B716-EFDD15DC7C09}"/>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FD75E73F-BDF2-4137-A993-CFEFD642489B}"/>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500900B0-B56A-4F1C-A42A-272652CEBD47}"/>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08126422-8FF4-417B-80E3-E353AFE5DE8F}"/>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56FA463D-8639-4B7C-9F1B-3178716C4CB3}"/>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A3EF186E-E43A-489A-99F2-F143BC6FE398}"/>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EEB082F4-A119-4C9F-9108-CCB8CCF4FE48}"/>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6FC38CA6-40CF-46BD-A4AA-69F7663216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4938852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평가 범위">
            <a:extLst xmlns:a="http://schemas.openxmlformats.org/drawingml/2006/main">
              <a:ext uri="{FF2B5EF4-FFF2-40B4-BE49-F238E27FC236}">
                <a16:creationId xmlns:a16="http://schemas.microsoft.com/office/drawing/2014/main" id="{21CDD658-F807-4EF6-94D9-417A64071B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83">
            <a:extLst xmlns:a="http://schemas.openxmlformats.org/drawingml/2006/main">
              <a:ext uri="{FF2B5EF4-FFF2-40B4-BE49-F238E27FC236}">
                <a16:creationId xmlns:a16="http://schemas.microsoft.com/office/drawing/2014/main" id="{F0253846-9B1A-402A-849C-51B99DDE8A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지침을 고친 뒤, 무엇을 다시 확인할까?">
            <a:extLst xmlns:a="http://schemas.openxmlformats.org/drawingml/2006/main">
              <a:ext uri="{FF2B5EF4-FFF2-40B4-BE49-F238E27FC236}">
                <a16:creationId xmlns:a16="http://schemas.microsoft.com/office/drawing/2014/main" id="{8A159C19-B809-4BB2-BD26-2779D3030A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D5DD533C-DFE0-49A0-ACF8-36E90257F9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11939992-9B8D-4ADB-BC50-071A5E08D5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5B8121A8-7F9B-44A1-8300-2225835A1F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B24FB311-AF28-4A7D-A483-08BCD12BE75B}"/>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F17F3029-68CF-433A-8EF5-39E9FCA430B4}"/>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87ACFE5A-C1E6-48CC-9DAB-CD05ED50FDD2}"/>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FBB25658-AA78-474B-82F5-95D22B7766EC}"/>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F3CAB3CB-E851-4E0A-B200-7F3317E106BF}"/>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4C526D25-5C7E-4A59-8FFF-50BFFE71D395}"/>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9FB12751-FDF3-400F-91B9-1DD31AAFBFFC}"/>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8B568B44-4EFA-4887-AD3B-42439892BBF6}"/>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C18A35EC-494C-454C-8FCF-A3CE0D877FAD}"/>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73163442-A41D-4290-AE7D-805B2C724E2B}"/>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
            <a:extLst xmlns:a="http://schemas.openxmlformats.org/drawingml/2006/main">
              <a:ext uri="{FF2B5EF4-FFF2-40B4-BE49-F238E27FC236}">
                <a16:creationId xmlns:a16="http://schemas.microsoft.com/office/drawing/2014/main" id="{8DE66510-FCAD-4E2B-BEB9-C3C817ACFCA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8" name="Practical application tip badge">
            <a:extLst xmlns:a="http://schemas.openxmlformats.org/drawingml/2006/main">
              <a:ext uri="{FF2B5EF4-FFF2-40B4-BE49-F238E27FC236}">
                <a16:creationId xmlns:a16="http://schemas.microsoft.com/office/drawing/2014/main" id="{A6175FF7-FF3F-46E7-AF01-40DA5B0BC4B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9" name="Legacy module connection">
            <a:extLst xmlns:a="http://schemas.openxmlformats.org/drawingml/2006/main">
              <a:ext uri="{FF2B5EF4-FFF2-40B4-BE49-F238E27FC236}">
                <a16:creationId xmlns:a16="http://schemas.microsoft.com/office/drawing/2014/main" id="{59A062E9-4A41-46D1-979F-3F15D2A39D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8902607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8E41F73E-7D04-45F6-B43B-C673A73330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84">
            <a:extLst xmlns:a="http://schemas.openxmlformats.org/drawingml/2006/main">
              <a:ext uri="{FF2B5EF4-FFF2-40B4-BE49-F238E27FC236}">
                <a16:creationId xmlns:a16="http://schemas.microsoft.com/office/drawing/2014/main" id="{BFA234CC-E574-442D-8873-B8841FFF9D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대표 작업은 서로 다른 위험을 확인한다">
            <a:extLst xmlns:a="http://schemas.openxmlformats.org/drawingml/2006/main">
              <a:ext uri="{FF2B5EF4-FFF2-40B4-BE49-F238E27FC236}">
                <a16:creationId xmlns:a16="http://schemas.microsoft.com/office/drawing/2014/main" id="{CEE287DC-DF7D-4EAE-A55F-E62A25131B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387CD742-5180-451D-9CE8-815B46DAA6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4F38897A-AF93-4970-ACAF-9A54C5CA23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AF648AA5-5A40-4160-B3F4-BB3B2EE39C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40F2AC51-0224-4C8F-8449-77A6E852C266}"/>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92FBFF0A-D666-400D-9B00-514CBC23F6A0}"/>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F70AE948-C453-415F-9D21-FDF76999EC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36124693"/>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549A97C0-04FD-419E-A753-88B04A5DF3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85">
            <a:extLst xmlns:a="http://schemas.openxmlformats.org/drawingml/2006/main">
              <a:ext uri="{FF2B5EF4-FFF2-40B4-BE49-F238E27FC236}">
                <a16:creationId xmlns:a16="http://schemas.microsoft.com/office/drawing/2014/main" id="{E8E5C31D-59DF-43F7-9243-C9BA2BF018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한 작업에 맞춘 규칙,&#10;다른 작업에도 맞을까?">
            <a:extLst xmlns:a="http://schemas.openxmlformats.org/drawingml/2006/main">
              <a:ext uri="{FF2B5EF4-FFF2-40B4-BE49-F238E27FC236}">
                <a16:creationId xmlns:a16="http://schemas.microsoft.com/office/drawing/2014/main" id="{2C919FA0-F48C-47A7-B886-6A0C8608176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34049C8E-3F30-4ABC-BF2F-4DE7937045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FC49CB9C-329E-41BE-9065-31D74B9E74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C2D868E7-5575-4F36-96A3-A233D4BE18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6016B847-5D63-4D34-87DC-A6515962698D}"/>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F478DC41-33B5-4AC1-9554-C1D33445F0CA}"/>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E43E890D-5195-466F-BE07-D07564E32B55}"/>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EC96A393-79D9-4D54-82D2-429E1FB266CE}"/>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396A5DBC-FF92-4D63-B732-EB714B5BE938}"/>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4CD2FA4A-FDC4-4599-8E09-0A14684F9501}"/>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68A4D9E8-6A46-4389-94E3-0F516487AEDE}"/>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D8205CA-D1F0-442A-8CE5-39AD3A193216}"/>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5BA49C59-29A6-4933-B5F7-BD8D5DD7F294}"/>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4DC0B9A4-AA7D-494E-9E46-1A056FAD1D65}"/>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A77B5910-18BB-4C1B-811E-0E620ACB152F}"/>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9B07CCB9-5B31-48A4-97F0-F2043AE5B1E4}"/>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A95B682B-03B5-4531-8032-F0A003D3B4BB}"/>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AA03DD86-5097-4EE7-8334-F703304208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446781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53BC237D-4B73-4B83-A68A-3791D141B3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86">
            <a:extLst xmlns:a="http://schemas.openxmlformats.org/drawingml/2006/main">
              <a:ext uri="{FF2B5EF4-FFF2-40B4-BE49-F238E27FC236}">
                <a16:creationId xmlns:a16="http://schemas.microsoft.com/office/drawing/2014/main" id="{6A774068-69C0-4869-BDB0-D571F7E497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관찰을 시스템 개선으로 잇는 Loop">
            <a:extLst xmlns:a="http://schemas.openxmlformats.org/drawingml/2006/main">
              <a:ext uri="{FF2B5EF4-FFF2-40B4-BE49-F238E27FC236}">
                <a16:creationId xmlns:a16="http://schemas.microsoft.com/office/drawing/2014/main" id="{C1431A6E-D5F6-4469-9A98-E48EED0012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7C8040F8-B2FE-452B-8A50-96B507AB57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958253E2-C709-4FBD-95D7-AC73434EBF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E6D56B5E-C4EB-45D8-8387-3D31988B6B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A1E54E87-FBC0-48B6-9C7F-4F3E13E74624}"/>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C0DF7DD2-9207-41CB-8346-4B901ECA6621}"/>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C678C958-572C-4AB3-A281-ED916F9ACDB9}"/>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B016B30F-2908-4DFD-8256-8B4E207C3A48}"/>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D6FD015D-B5ED-47D8-9C35-E75AF8AC375B}"/>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3B4B7823-A945-4DEE-8B04-B3CD5E0B583A}"/>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69D52957-F92B-48EE-8B92-77F858A75321}"/>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5BE4B615-D1AB-498C-8DB7-411811F44CD9}"/>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190AF338-C99F-4454-9ADD-A57CBDA97EDD}"/>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35FCC5C1-8401-40B7-A39D-E2A2685EFD5F}"/>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8E317A66-5C2A-46C3-8DAF-7998EB7F2BA0}"/>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63D7ABD1-54DC-477F-BEDE-87A839443CEB}"/>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50E10042-FBCA-473E-A4F9-E6B51A67CEC0}"/>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3C36C837-D1AF-4F87-AF0A-4488238F3FFA}"/>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F9D2A137-A4A8-4219-A428-DB71129B8939}"/>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7F13EBD7-E6BC-42E5-BD72-1562AA6237A1}"/>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687B3229-70D1-4FFC-B1C3-EC93FFECEA01}"/>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010F76A3-9E7B-47B7-B167-9F4B664BACFC}"/>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1C6A5DE5-D711-4D3F-AD3A-E53344ACEEBE}"/>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5AF1D635-8333-44BF-A4EC-7A465AF1E8C3}"/>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C9B353A4-41E5-4DED-95DC-A31B937B4B4F}"/>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3901B33E-9ACC-4A9C-87F6-37CD06208083}"/>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AC2A832F-B537-44F8-A0E8-3E42ADA8D809}"/>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E3EB28E0-E526-475E-940F-1EB9BDF94630}"/>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EF1D83EC-B9D3-48D8-8066-6460CE4AFDBA}"/>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5323FCCA-BA69-4F32-A7A4-95E5BD13998F}"/>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7A02A7EC-CC1C-4126-AAB1-B628D9AAA968}"/>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983C4F6B-309A-4267-A56E-17175C0BAA3C}"/>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7D08A335-72ED-4503-9ACF-D2FFC77FF7BB}"/>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D33E7807-48E1-4411-BF61-759E4786B742}"/>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93FA2CDD-C08F-49D9-9583-3930099F40BA}"/>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0CCB501D-9C3A-4BBE-A87B-3A30AF1737C9}"/>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678E539C-5DCD-4EA6-93C7-300FD8BD5E64}"/>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40F346E1-BDB5-48D8-B8A7-233C2CF99FB0}"/>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7407F566-1164-477F-B878-A6D99091F4B6}"/>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A3B4C2A8-237D-4312-9C03-75A120024ACF}"/>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AC497DBD-5503-4321-ACF5-20EF4AAD3178}"/>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C5191705-32FA-4CE0-89EC-A93BAD5770E6}"/>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954C46D8-EEFE-4647-8EED-E04797A140B4}"/>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16D56829-DCEB-4D48-B0AC-D05AA8F8F5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3221034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CA0B2E3C-F3A7-44BD-846E-E481CA8D95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7">
            <a:extLst xmlns:a="http://schemas.openxmlformats.org/drawingml/2006/main">
              <a:ext uri="{FF2B5EF4-FFF2-40B4-BE49-F238E27FC236}">
                <a16:creationId xmlns:a16="http://schemas.microsoft.com/office/drawing/2014/main" id="{6AF9F094-B6B5-47C0-9214-947BBBD717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평가·보고 기준도 개선 대상이다">
            <a:extLst xmlns:a="http://schemas.openxmlformats.org/drawingml/2006/main">
              <a:ext uri="{FF2B5EF4-FFF2-40B4-BE49-F238E27FC236}">
                <a16:creationId xmlns:a16="http://schemas.microsoft.com/office/drawing/2014/main" id="{70D2D179-DDB9-4BF1-ABFF-D75666EC7B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292C9C7D-F2DD-4E09-8ADC-F5CC8605C6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73DA23C-31D3-418A-9114-58B3A6F25D2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2BFF27C1-59A9-4E9F-BF1E-36E29F990F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467644FC-D531-4EDA-8C27-509432D16A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6C4EE284-EF59-414D-9329-5AD5D0E65BA8}"/>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3515AE7D-804F-4E3C-B407-848E4145D7C4}"/>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C03D676D-01DD-4C56-90C1-0D859BAFFB37}"/>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3F1CB7F2-E563-4C1E-8796-633A9FC80A2F}"/>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1058F500-8332-4E3E-97E8-899F14322B64}"/>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EA30C90B-29C6-46B3-A0E1-834010E41677}"/>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F56F6077-11B6-44E8-B0B0-A819DA3A7583}"/>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2962BA56-4D33-4A51-BA41-865FA5F26B07}"/>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61B508B1-B280-41FD-BFE2-F9624DD5F0A3}"/>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732FE79A-30A4-4131-B33B-E47858E96324}"/>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42F99B9B-2B8F-49A2-B170-4520067305C4}"/>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AD398E42-13AC-464B-9898-E5FB8EB69E37}"/>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F3360C12-1480-4C37-B5B9-B7E8516B4A33}"/>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316EF0CD-11AF-4FF6-82E3-5A5AF5FCA334}"/>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70DD1096-0B02-431A-8422-EA3E3E1D9A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8020270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C72D7D25-76C1-4CCB-ACC7-5D5375E871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8">
            <a:extLst xmlns:a="http://schemas.openxmlformats.org/drawingml/2006/main">
              <a:ext uri="{FF2B5EF4-FFF2-40B4-BE49-F238E27FC236}">
                <a16:creationId xmlns:a16="http://schemas.microsoft.com/office/drawing/2014/main" id="{651BCEA3-3B3D-4296-9563-CA28F0C12D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결과 확인과 원인 해석을 따로 기록한다">
            <a:extLst xmlns:a="http://schemas.openxmlformats.org/drawingml/2006/main">
              <a:ext uri="{FF2B5EF4-FFF2-40B4-BE49-F238E27FC236}">
                <a16:creationId xmlns:a16="http://schemas.microsoft.com/office/drawing/2014/main" id="{962ED555-C926-4049-A2D9-B766565675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4D74A265-9E24-4A94-B517-3DB47EF053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B3F44C4-0717-4373-A900-7FC45C4E54D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0ECD7668-996D-4302-A9A8-668B327197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02F7229F-DB73-42F3-A9C1-DB05F9DCDA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FA4EC700-6264-4BD7-8B74-8FAD0A578EB1}"/>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7FD59621-1810-4B9E-8B5D-AFCFD0B48870}"/>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46819A40-9C8E-41E4-B7A9-1B3F0F02F6F9}"/>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8956D196-76A9-46CD-A355-8966863371E1}"/>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0A8468A9-788F-45B2-90FF-3292AEA352AB}"/>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2268EF46-D95E-4D57-AC48-F989AB9A135B}"/>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683F02F5-7D9E-41A8-B95B-68267DAE8CB9}"/>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51B33BB5-9C12-4556-97E5-091908ED6A97}"/>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F8C48DB1-431D-44B7-8CCB-2C7EE9BBEBE2}"/>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EDD61B61-D039-46C2-AA07-25572C3953B9}"/>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FFF5F8DE-76E5-461F-A5CD-154872465F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74746466"/>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1F85BA93-0D55-4D6D-95C3-A2BBC7C5EC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89">
            <a:extLst xmlns:a="http://schemas.openxmlformats.org/drawingml/2006/main">
              <a:ext uri="{FF2B5EF4-FFF2-40B4-BE49-F238E27FC236}">
                <a16:creationId xmlns:a16="http://schemas.microsoft.com/office/drawing/2014/main" id="{2A1F55A4-B4C1-4731-BCCE-CC7F59E0ED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조사에 남길 기록을 바꿨다">
            <a:extLst xmlns:a="http://schemas.openxmlformats.org/drawingml/2006/main">
              <a:ext uri="{FF2B5EF4-FFF2-40B4-BE49-F238E27FC236}">
                <a16:creationId xmlns:a16="http://schemas.microsoft.com/office/drawing/2014/main" id="{B57CB5E6-04D8-4559-9419-21CB3D6354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2B54815A-12FA-4A02-B2BD-AD11EE34D1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8E0E537-DEF4-4AD4-9C33-5EE730B2CD8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0FF0C8C5-77B6-44C6-9916-30FA032243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FDD4FFD5-9D3E-4F54-BFF7-C0AD2041B4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AB5389F5-3767-4D56-A56B-A7132C70676D}"/>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56823FBF-16D3-4B57-A123-BBC00A25F4DF}"/>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98D00E07-B4D9-470E-8496-7DB82879B702}"/>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9A8244A1-F418-4CEE-82C4-3522402A9428}"/>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008EBA50-32F2-490B-8815-481C04BE1EA8}"/>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94FC0175-0B13-435C-AFF3-368A58F441C9}"/>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5518DDB8-94D9-4CDA-8CEA-3EA45A2FD39B}"/>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BA3916AB-BBDD-4DB0-A6E0-E54E1E8E2F26}"/>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86DBBFDC-A8D8-47D9-B88E-A3B1E69AAA19}"/>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9C799561-8373-4426-9FBA-E7C03E9DCA9D}"/>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0FC6AAEA-FBA6-4089-AA6A-E92E15DA76A6}"/>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AD4A80E0-AC73-4009-8ECA-7B0688DBFFD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7C2C306B-9F66-4087-B3B2-8228D32DB1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4370006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5D1270F9-E21C-4CEC-BFFD-F437F31094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90">
            <a:extLst xmlns:a="http://schemas.openxmlformats.org/drawingml/2006/main">
              <a:ext uri="{FF2B5EF4-FFF2-40B4-BE49-F238E27FC236}">
                <a16:creationId xmlns:a16="http://schemas.microsoft.com/office/drawing/2014/main" id="{6C24A583-9B00-4A72-94F1-F987ACEB08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후속 기록도 원문과 다시 대조했다">
            <a:extLst xmlns:a="http://schemas.openxmlformats.org/drawingml/2006/main">
              <a:ext uri="{FF2B5EF4-FFF2-40B4-BE49-F238E27FC236}">
                <a16:creationId xmlns:a16="http://schemas.microsoft.com/office/drawing/2014/main" id="{25684DD6-90B9-4AE5-BF7B-6EE8573057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9A278C29-CA49-455A-9451-64F986FB29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9A7E15D-632C-4619-855B-A79D6D91A0D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621B6E37-6AA3-4C65-AE0F-0D73C152DD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D5E2F526-DD00-41FF-BD6A-F32C90B713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9CF30AB5-A2E7-4E92-8DF7-032A90DC785D}"/>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12EFE9CE-684B-46B1-9B11-A178F781AAFE}"/>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B9B43139-74DB-4A9D-BD8D-093E8C8C1A57}"/>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D89BF04F-839C-417A-8A34-5AE713FB1EA5}"/>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4BB4EEF7-A7DA-4855-83A4-114E97235D6A}"/>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258DA640-ED05-4DBF-965C-45D61281C94E}"/>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2FB208FD-C2C8-4F23-85B2-DD7AD9121D7A}"/>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D0A379C7-8171-46D4-8CF1-3993BA072950}"/>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69361DE5-A172-44AC-A306-43DE9132F0F0}"/>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46158C67-57FE-4851-8CCA-C431BF70A262}"/>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A5EF4CC2-91A1-4E16-9C3D-D39910F391CB}"/>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6C608D1E-9757-4FC1-8189-79F5B7C47212}"/>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1D3CB485-9DF0-4A67-81DB-113EF3C2FD4D}"/>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863035BF-7A2D-408A-AD8D-DD8B3A89137A}"/>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CAA9AB73-0C7E-4805-A911-9C10EDB043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89227944"/>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C3A0F105-BA4B-4DC9-950C-86B8092445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91">
            <a:extLst xmlns:a="http://schemas.openxmlformats.org/drawingml/2006/main">
              <a:ext uri="{FF2B5EF4-FFF2-40B4-BE49-F238E27FC236}">
                <a16:creationId xmlns:a16="http://schemas.microsoft.com/office/drawing/2014/main" id="{E626C655-09ED-4F1E-8ACB-8E115102E1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실제 기록을 Loop의 단계에 대응하면">
            <a:extLst xmlns:a="http://schemas.openxmlformats.org/drawingml/2006/main">
              <a:ext uri="{FF2B5EF4-FFF2-40B4-BE49-F238E27FC236}">
                <a16:creationId xmlns:a16="http://schemas.microsoft.com/office/drawing/2014/main" id="{C59A588D-8FD3-4FE1-B38C-1DB51C1FDE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594350A8-E6DD-43BC-BFE0-DDF88AD0BB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5A8162B-F303-452C-997E-71B08D694EC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3FF43E8F-55F0-46D0-88E8-DC59E45A46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11812610-5D86-4E43-BB37-7005F41F8E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370EBA92-4462-4DC9-BE3D-479FEA11ACF8}"/>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099D18F4-46FB-4921-BF7E-965C94F00D6E}"/>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676999E6-42F5-4D8C-80FA-C98060EE3A73}"/>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2B8D7708-C65B-47AF-9574-6DBFD59B125E}"/>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4DEBF5B8-D80B-49C8-98F4-9F28E0298903}"/>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17BF867F-65B8-4318-99AA-34B069EC7E9C}"/>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0CAB271F-BDA5-48DA-991B-8DED7517070A}"/>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5C80887B-C231-46F2-8141-3242F81DDF67}"/>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AFD76296-07B2-467A-9450-CBBA6694E1D5}"/>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59ECF165-2E3E-4F9F-BF7A-A6135ECDA6D9}"/>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7EA67D83-CBBF-4763-9A78-88FB2ABD523C}"/>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F48912BF-F5EE-4D6A-A05F-FB9028E31B2E}"/>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D051B504-7C0B-4000-81CE-066038E26203}"/>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F4F69D14-73B1-493B-B9F3-BC39FF476D56}"/>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55F2E62A-425C-42F3-B8D8-B61CCF65344E}"/>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092E0330-E1D6-47D8-9D52-FB97D8334866}"/>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A393B2DE-8D16-42E0-978C-6A7D2B19F181}"/>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4A4FBE2D-9474-453D-BDE0-B458C2748AC5}"/>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3BF21523-3A00-4579-81B3-044E89516592}"/>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A1BACF74-9BD4-46B4-B56A-AFD0F06AF55A}"/>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464317DB-33DB-4AFE-8048-AE1C371300C4}"/>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CA6B6633-6E56-4AC1-86C8-F2E977289D8E}"/>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97FFA7AC-5014-4054-ABDD-9B99AD6CFB4A}"/>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482A373E-1D1F-4591-97B6-CB531A7A852F}"/>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1D4F5942-F4A2-4CDF-B474-9940A4593623}"/>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B9678ED0-6834-420D-AFDA-8D991104AD7C}"/>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3BCB4CB3-55F8-4607-B6BF-30C63A1A34F6}"/>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8FADC918-EBE2-4FA1-9DC7-8882094963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5656876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필요한 팁 찾아보기">
            <a:extLst xmlns:a="http://schemas.openxmlformats.org/drawingml/2006/main">
              <a:ext uri="{FF2B5EF4-FFF2-40B4-BE49-F238E27FC236}">
                <a16:creationId xmlns:a16="http://schemas.microsoft.com/office/drawing/2014/main" id="{F02F207A-DDE0-4421-AD54-E1BD0579D3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필요한 팁 찾아보기</a:t>
            </a:r>
          </a:p>
        </p:txBody>
      </p:sp>
      <p:sp>
        <p:nvSpPr>
          <p:cNvPr id="2" name="S92">
            <a:extLst xmlns:a="http://schemas.openxmlformats.org/drawingml/2006/main">
              <a:ext uri="{FF2B5EF4-FFF2-40B4-BE49-F238E27FC236}">
                <a16:creationId xmlns:a16="http://schemas.microsoft.com/office/drawing/2014/main" id="{C07FA0D7-9BD0-4EBC-8347-4598F9D13E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ACT 4 실무 적용 팁 모아보기">
            <a:extLst xmlns:a="http://schemas.openxmlformats.org/drawingml/2006/main">
              <a:ext uri="{FF2B5EF4-FFF2-40B4-BE49-F238E27FC236}">
                <a16:creationId xmlns:a16="http://schemas.microsoft.com/office/drawing/2014/main" id="{798C5548-3878-4B9F-8FEA-072AE7633C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ACT 4 실무 적용 팁 모아보기</a:t>
            </a:r>
          </a:p>
        </p:txBody>
      </p:sp>
      <p:sp>
        <p:nvSpPr>
          <p:cNvPr id="4" name="">
            <a:extLst xmlns:a="http://schemas.openxmlformats.org/drawingml/2006/main">
              <a:ext uri="{FF2B5EF4-FFF2-40B4-BE49-F238E27FC236}">
                <a16:creationId xmlns:a16="http://schemas.microsoft.com/office/drawing/2014/main" id="{71841EA3-67C6-49A5-BA41-9204B6243A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7">
            <a:extLst xmlns:a="http://schemas.openxmlformats.org/drawingml/2006/main">
              <a:ext uri="{FF2B5EF4-FFF2-40B4-BE49-F238E27FC236}">
                <a16:creationId xmlns:a16="http://schemas.microsoft.com/office/drawing/2014/main" id="{0A86EF81-B5EF-4EE3-86BA-F641E1302D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DEC-0087</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502680DC-7966-47E5-A030-7AB3DEFFF3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A4388510-36AB-40CD-9092-49C46C4C296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3C3D2DBF-520D-4C33-8D1E-473F802C221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A396CB2-3570-47AF-B3F3-7FA50AD1645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A08F41FF-4B54-4F17-8BC5-A738F6B74C53}"/>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34C89CFE-35B1-463F-870D-2F4B55A7CC89}"/>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79">
            <a:extLst xmlns:a="http://schemas.openxmlformats.org/drawingml/2006/main">
              <a:ext uri="{FF2B5EF4-FFF2-40B4-BE49-F238E27FC236}">
                <a16:creationId xmlns:a16="http://schemas.microsoft.com/office/drawing/2014/main" id="{4F610230-F03A-4D1D-973A-CEDE902EB038}"/>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S79</a:t>
            </a:r>
          </a:p>
        </p:txBody>
      </p:sp>
      <p:sp>
        <p:nvSpPr>
          <p:cNvPr id="13" name="원인을 고르기 전에 확인할 기록">
            <a:extLst xmlns:a="http://schemas.openxmlformats.org/drawingml/2006/main">
              <a:ext uri="{FF2B5EF4-FFF2-40B4-BE49-F238E27FC236}">
                <a16:creationId xmlns:a16="http://schemas.microsoft.com/office/drawing/2014/main" id="{598BFA42-290E-40F4-B881-DE22ADFBEB45}"/>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FB897E65-A2A8-480E-8AEF-78B9E8133DF9}"/>
              </a:ext>
            </a:extLst>
          </p:cNvPr>
          <p:cNvSpPr>
            <a:spLocks xmlns:a="http://schemas.openxmlformats.org/drawingml/2006/main" noGrp="1"/>
          </p:cNvSpPr>
          <p:nvPr/>
        </p:nvSpPr>
        <p:spPr>
          <a:xfrm xmlns:a="http://schemas.openxmlformats.org/drawingml/2006/main">
            <a:off x="609600" y="3333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BBE3C82-930B-4C77-930C-C0044030A5E4}"/>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83">
            <a:extLst xmlns:a="http://schemas.openxmlformats.org/drawingml/2006/main">
              <a:ext uri="{FF2B5EF4-FFF2-40B4-BE49-F238E27FC236}">
                <a16:creationId xmlns:a16="http://schemas.microsoft.com/office/drawing/2014/main" id="{418CC731-5827-4AEE-93B1-5A4F5783F775}"/>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S83</a:t>
            </a:r>
          </a:p>
        </p:txBody>
      </p:sp>
      <p:sp>
        <p:nvSpPr>
          <p:cNvPr id="17" name="지침을 고친 뒤, 무엇을 다시 확인할까?">
            <a:extLst xmlns:a="http://schemas.openxmlformats.org/drawingml/2006/main">
              <a:ext uri="{FF2B5EF4-FFF2-40B4-BE49-F238E27FC236}">
                <a16:creationId xmlns:a16="http://schemas.microsoft.com/office/drawing/2014/main" id="{11C425FC-5FB1-4469-9523-96C258E41ADD}"/>
              </a:ext>
            </a:extLst>
          </p:cNvPr>
          <p:cNvSpPr>
            <a:spLocks xmlns:a="http://schemas.openxmlformats.org/drawingml/2006/main" noGrp="1"/>
          </p:cNvSpPr>
          <p:nvPr/>
        </p:nvSpPr>
        <p:spPr>
          <a:xfrm xmlns:a="http://schemas.openxmlformats.org/drawingml/2006/main">
            <a:off x="1714500" y="345757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Legacy module connection">
            <a:extLst xmlns:a="http://schemas.openxmlformats.org/drawingml/2006/main">
              <a:ext uri="{FF2B5EF4-FFF2-40B4-BE49-F238E27FC236}">
                <a16:creationId xmlns:a16="http://schemas.microsoft.com/office/drawing/2014/main" id="{8ECDDA86-9CE3-4206-9D80-74021717E7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379783900"/>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43546E1F-045D-436D-8F94-B3AB72DEE9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93">
            <a:extLst xmlns:a="http://schemas.openxmlformats.org/drawingml/2006/main">
              <a:ext uri="{FF2B5EF4-FFF2-40B4-BE49-F238E27FC236}">
                <a16:creationId xmlns:a16="http://schemas.microsoft.com/office/drawing/2014/main" id="{012AB719-2639-4026-ADCA-3AFBF4A346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Project와 환경이 바뀌면&#10;검증도 다시 본다">
            <a:extLst xmlns:a="http://schemas.openxmlformats.org/drawingml/2006/main">
              <a:ext uri="{FF2B5EF4-FFF2-40B4-BE49-F238E27FC236}">
                <a16:creationId xmlns:a16="http://schemas.microsoft.com/office/drawing/2014/main" id="{D958ABE0-7DCD-4B7E-95B3-14EC1166E4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F233E3BF-0562-4B75-BA2E-98248DFCEC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894236A0-9CED-4816-A34A-B420805EE9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92FC2C29-081D-4341-8172-2F6897319B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1A701E62-2C1B-4C5E-95D9-7BFFE01BA0F9}"/>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7264C5AF-582B-4CB8-B86D-ABC3968A35CF}"/>
              </a:ext>
            </a:extLst>
          </p:cNvPr>
          <p:cNvPicPr>
            <a:picLocks xmlns:a="http://schemas.openxmlformats.org/drawingml/2006/main" noChangeAspect="1"/>
          </p:cNvPicPr>
          <p:nvPr/>
        </p:nvPicPr>
        <p:blipFill>
          <a:blip xmlns:r="http://schemas.openxmlformats.org/officeDocument/2006/relationships" xmlns:a="http://schemas.openxmlformats.org/drawingml/2006/main" r:embed="R1280b6499c5442e4"/>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EAC5C603-2485-465C-9ECA-1487EDE3C3B4}"/>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3CD061BE-3F8D-40B3-8064-E97C1485A525}"/>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3F6DD273-6F2E-4186-9888-C35E8F86E05A}"/>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CA83B86A-2E9C-40DD-BFCF-7C8390A0DC10}"/>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F8EB4DC9-4135-49B6-843A-A6CFAA62ACF2}"/>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FFA675B9-745A-425D-9C03-617FA0E149F6}"/>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2BC3E7D4-A9A6-49FE-9EAF-AC8FADB0B2F5}"/>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36DEB587-51AB-4A44-BA54-07C2E2652BE0}"/>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B53C768E-468E-4D76-9890-5F52A2866B3E}"/>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5CD07153-CE6E-4AE6-833E-C1291BF20278}"/>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2BEF0478-4AE0-4CB6-AE91-8A8782B45000}"/>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DCCDC2B4-67EC-420E-860E-5DF75992BA11}"/>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6F60609A-7C52-4FE0-86CC-4D04FD22F7C4}"/>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5F0D386C-A050-49A1-AC5A-29881FADCF7F}"/>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5326B8CB-0B13-41CB-B0DB-5DAFF343E2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932320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2026-10-25T08:39:18.7060000Z</dcterms:created>
  <dcterms:modified xsi:type="dcterms:W3CDTF">2026-10-25T08:39:18.7060000Z</dcterms:modified>
</coreProperties>
</file>