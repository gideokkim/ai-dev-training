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6b8c87d58ac48da" /><Relationship Type="http://schemas.openxmlformats.org/officeDocument/2006/relationships/extended-properties" Target="/docProps/app.xml" Id="R7f85916733a348a6" /><Relationship Type="http://schemas.openxmlformats.org/officeDocument/2006/relationships/officeDocument" Target="/ppt/presentation.xml" Id="R642bfa80890f4e73" /></Relationships>
</file>

<file path=ppt/presentation.xml><?xml version="1.0" encoding="utf-8"?>
<p:presentation xmlns:p="http://schemas.openxmlformats.org/presentationml/2006/main">
  <p:sldMasterIdLst>
    <p:sldMasterId xmlns:r="http://schemas.openxmlformats.org/officeDocument/2006/relationships" id="2147483648" r:id="R2a9a47eefd654968"/>
  </p:sldMasterIdLst>
  <p:notesMasterIdLst>
    <p:notesMasterId xmlns:r="http://schemas.openxmlformats.org/officeDocument/2006/relationships" r:id="Rcfffac5f10e94c1e"/>
  </p:notesMasterIdLst>
  <p:sldIdLst>
    <p:sldId xmlns:r="http://schemas.openxmlformats.org/officeDocument/2006/relationships" id="256" r:id="R0596bab2d4b04137"/>
    <p:sldId xmlns:r="http://schemas.openxmlformats.org/officeDocument/2006/relationships" id="257" r:id="R65a59cfbe8944cde"/>
    <p:sldId xmlns:r="http://schemas.openxmlformats.org/officeDocument/2006/relationships" id="258" r:id="Ra41f1d6c18724d9a"/>
    <p:sldId xmlns:r="http://schemas.openxmlformats.org/officeDocument/2006/relationships" id="259" r:id="R5c9f0a0c092d4c90"/>
    <p:sldId xmlns:r="http://schemas.openxmlformats.org/officeDocument/2006/relationships" id="260" r:id="Ra8faa17e888d4c41"/>
    <p:sldId xmlns:r="http://schemas.openxmlformats.org/officeDocument/2006/relationships" id="261" r:id="R516b6d02ba2644d9"/>
    <p:sldId xmlns:r="http://schemas.openxmlformats.org/officeDocument/2006/relationships" id="262" r:id="R54e667b5855d4e8d"/>
    <p:sldId xmlns:r="http://schemas.openxmlformats.org/officeDocument/2006/relationships" id="263" r:id="Rcd8cc09242874262"/>
    <p:sldId xmlns:r="http://schemas.openxmlformats.org/officeDocument/2006/relationships" id="264" r:id="R0e2a50c921c44f04"/>
    <p:sldId xmlns:r="http://schemas.openxmlformats.org/officeDocument/2006/relationships" id="265" r:id="Ra27d96c883174347"/>
    <p:sldId xmlns:r="http://schemas.openxmlformats.org/officeDocument/2006/relationships" id="266" r:id="Rcfd8d1544cd24b17"/>
    <p:sldId xmlns:r="http://schemas.openxmlformats.org/officeDocument/2006/relationships" id="267" r:id="R25e8aa42e17245b5"/>
    <p:sldId xmlns:r="http://schemas.openxmlformats.org/officeDocument/2006/relationships" id="268" r:id="R9698d5ef5bfc45d0"/>
    <p:sldId xmlns:r="http://schemas.openxmlformats.org/officeDocument/2006/relationships" id="269" r:id="R1dd957afca494f71"/>
    <p:sldId xmlns:r="http://schemas.openxmlformats.org/officeDocument/2006/relationships" id="270" r:id="R0745775c9d5348ee"/>
    <p:sldId xmlns:r="http://schemas.openxmlformats.org/officeDocument/2006/relationships" id="271" r:id="R3e2fc5faa78b4da8"/>
    <p:sldId xmlns:r="http://schemas.openxmlformats.org/officeDocument/2006/relationships" id="272" r:id="R9c0ab74f151d457a"/>
    <p:sldId xmlns:r="http://schemas.openxmlformats.org/officeDocument/2006/relationships" id="273" r:id="R65ff3a3f611c4ad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f799138e890426e" /><Relationship Type="http://schemas.openxmlformats.org/officeDocument/2006/relationships/slideMaster" Target="/ppt/slideMasters/slideMaster1.xml" Id="R2a9a47eefd654968" /><Relationship Type="http://schemas.openxmlformats.org/officeDocument/2006/relationships/notesMaster" Target="/ppt/notesMasters/notesMaster1.xml" Id="Rcfffac5f10e94c1e" /><Relationship Type="http://schemas.openxmlformats.org/officeDocument/2006/relationships/presProps" Target="/ppt/presProps.xml" Id="Rcb57b2d23fb7475a" /><Relationship Type="http://schemas.openxmlformats.org/officeDocument/2006/relationships/tableStyles" Target="/ppt/tableStyles.xml" Id="R113097aee6d24aff" /><Relationship Type="http://schemas.openxmlformats.org/officeDocument/2006/relationships/slide" Target="/ppt/slides/slide1.xml" Id="R0596bab2d4b04137" /><Relationship Type="http://schemas.openxmlformats.org/officeDocument/2006/relationships/slide" Target="/ppt/slides/slide2.xml" Id="R65a59cfbe8944cde" /><Relationship Type="http://schemas.openxmlformats.org/officeDocument/2006/relationships/slide" Target="/ppt/slides/slide3.xml" Id="Ra41f1d6c18724d9a" /><Relationship Type="http://schemas.openxmlformats.org/officeDocument/2006/relationships/slide" Target="/ppt/slides/slide4.xml" Id="R5c9f0a0c092d4c90" /><Relationship Type="http://schemas.openxmlformats.org/officeDocument/2006/relationships/slide" Target="/ppt/slides/slide5.xml" Id="Ra8faa17e888d4c41" /><Relationship Type="http://schemas.openxmlformats.org/officeDocument/2006/relationships/slide" Target="/ppt/slides/slide6.xml" Id="R516b6d02ba2644d9" /><Relationship Type="http://schemas.openxmlformats.org/officeDocument/2006/relationships/slide" Target="/ppt/slides/slide7.xml" Id="R54e667b5855d4e8d" /><Relationship Type="http://schemas.openxmlformats.org/officeDocument/2006/relationships/slide" Target="/ppt/slides/slide8.xml" Id="Rcd8cc09242874262" /><Relationship Type="http://schemas.openxmlformats.org/officeDocument/2006/relationships/slide" Target="/ppt/slides/slide9.xml" Id="R0e2a50c921c44f04" /><Relationship Type="http://schemas.openxmlformats.org/officeDocument/2006/relationships/slide" Target="/ppt/slides/slide10.xml" Id="Ra27d96c883174347" /><Relationship Type="http://schemas.openxmlformats.org/officeDocument/2006/relationships/slide" Target="/ppt/slides/slide11.xml" Id="Rcfd8d1544cd24b17" /><Relationship Type="http://schemas.openxmlformats.org/officeDocument/2006/relationships/slide" Target="/ppt/slides/slide12.xml" Id="R25e8aa42e17245b5" /><Relationship Type="http://schemas.openxmlformats.org/officeDocument/2006/relationships/slide" Target="/ppt/slides/slide13.xml" Id="R9698d5ef5bfc45d0" /><Relationship Type="http://schemas.openxmlformats.org/officeDocument/2006/relationships/slide" Target="/ppt/slides/slide14.xml" Id="R1dd957afca494f71" /><Relationship Type="http://schemas.openxmlformats.org/officeDocument/2006/relationships/slide" Target="/ppt/slides/slide15.xml" Id="R0745775c9d5348ee" /><Relationship Type="http://schemas.openxmlformats.org/officeDocument/2006/relationships/slide" Target="/ppt/slides/slide16.xml" Id="R3e2fc5faa78b4da8" /><Relationship Type="http://schemas.openxmlformats.org/officeDocument/2006/relationships/slide" Target="/ppt/slides/slide17.xml" Id="R9c0ab74f151d457a" /><Relationship Type="http://schemas.openxmlformats.org/officeDocument/2006/relationships/slide" Target="/ppt/slides/slide18.xml" Id="R65ff3a3f611c4ad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6e210504daa43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b73ad52cc2a4069" /><Relationship Type="http://schemas.openxmlformats.org/officeDocument/2006/relationships/notesMaster" Target="/ppt/notesMasters/notesMaster1.xml" Id="Raab4e82d9df041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45707608a84c37" /><Relationship Type="http://schemas.openxmlformats.org/officeDocument/2006/relationships/notesMaster" Target="/ppt/notesMasters/notesMaster1.xml" Id="R5a90326ad085423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cafb2ca4af43a3" /><Relationship Type="http://schemas.openxmlformats.org/officeDocument/2006/relationships/notesMaster" Target="/ppt/notesMasters/notesMaster1.xml" Id="R2241cf7da1624fb0" /></Relationships>
</file>

<file path=ppt/notesSlides/_rels/notesSlide4.xml.rels>&#65279;<?xml version="1.0" encoding="utf-8"?><Relationships xmlns="http://schemas.openxmlformats.org/package/2006/relationships"><Relationship Type="http://schemas.openxmlformats.org/officeDocument/2006/relationships/slide" Target="/ppt/slides/slide4.xml" Id="Rc324d1e0522644eb" /><Relationship Type="http://schemas.openxmlformats.org/officeDocument/2006/relationships/notesMaster" Target="/ppt/notesMasters/notesMaster1.xml" Id="Rf7670c85f8934d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31dd1c92bee142e5" /><Relationship Type="http://schemas.openxmlformats.org/officeDocument/2006/relationships/notesMaster" Target="/ppt/notesMasters/notesMaster1.xml" Id="Ra752aff8515443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96392f250f4bce" /><Relationship Type="http://schemas.openxmlformats.org/officeDocument/2006/relationships/notesMaster" Target="/ppt/notesMasters/notesMaster1.xml" Id="R62dd0f5f925041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f1b7c07aba4efa" /><Relationship Type="http://schemas.openxmlformats.org/officeDocument/2006/relationships/notesMaster" Target="/ppt/notesMasters/notesMaster1.xml" Id="Re9e3a766d04748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45a53bd8552464f" /><Relationship Type="http://schemas.openxmlformats.org/officeDocument/2006/relationships/notesMaster" Target="/ppt/notesMasters/notesMaster1.xml" Id="Rf1516a127e484f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16d510008e5b4fd5" /><Relationship Type="http://schemas.openxmlformats.org/officeDocument/2006/relationships/notesMaster" Target="/ppt/notesMasters/notesMaster1.xml" Id="Raa4c3f1a820c48e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f53d53dc65f4989" /><Relationship Type="http://schemas.openxmlformats.org/officeDocument/2006/relationships/notesMaster" Target="/ppt/notesMasters/notesMaster1.xml" Id="Raf93e842b9f345f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48cba5514034bb0" /><Relationship Type="http://schemas.openxmlformats.org/officeDocument/2006/relationships/notesMaster" Target="/ppt/notesMasters/notesMaster1.xml" Id="Ra5393e3311104ab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c732169ed64ec2" /><Relationship Type="http://schemas.openxmlformats.org/officeDocument/2006/relationships/notesMaster" Target="/ppt/notesMasters/notesMaster1.xml" Id="R359dd88a7ac443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81cae02c83a47b5" /><Relationship Type="http://schemas.openxmlformats.org/officeDocument/2006/relationships/notesMaster" Target="/ppt/notesMasters/notesMaster1.xml" Id="R10521f0b5be84c6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ce5adc5fea94b5a" /><Relationship Type="http://schemas.openxmlformats.org/officeDocument/2006/relationships/notesMaster" Target="/ppt/notesMasters/notesMaster1.xml" Id="Rd61f6f4907fa4f9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a5d7fe688d04155" /><Relationship Type="http://schemas.openxmlformats.org/officeDocument/2006/relationships/notesMaster" Target="/ppt/notesMasters/notesMaster1.xml" Id="Ra4bc7f9daf6745d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c5db2aee8b747de" /><Relationship Type="http://schemas.openxmlformats.org/officeDocument/2006/relationships/notesMaster" Target="/ppt/notesMasters/notesMaster1.xml" Id="R60c89653af7649c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2a52caa5ebc41f6" /><Relationship Type="http://schemas.openxmlformats.org/officeDocument/2006/relationships/notesMaster" Target="/ppt/notesMasters/notesMaster1.xml" Id="R0ebce5c40f7a45a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2b0dc2407ae402d" /><Relationship Type="http://schemas.openxmlformats.org/officeDocument/2006/relationships/notesMaster" Target="/ppt/notesMasters/notesMaster1.xml" Id="Rf2f405e9c2f945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확인한 성공을 유지하려면</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S67에서 위치·검토/갱신 역할을 생각했다는 점을 회수한다. 실제 밝기 통계는 출력6항목·전체 테스트11/11·같은 조건의 측정/guard를 확인한 성공으로 마쳤다고 짧게 남긴다. S58의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S67에서 떠올린 한 가지에 대해 어떤 기준/환경 변화가 담당자의 재검토를 요구할지 조용히 생각하게 한다. 앞 장의 위치·담당 선택을 다시 시키거나 답변/산출물을 요구하지 않는다. 다음 S69부터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S68, production/preview/act4/S68.png 및 production/preview/full/S68.png.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처음에는 기준과 재사용 절차가 맞았다</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S69, production/preview/act4/S69.png 및 production/preview/full/S69.png.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S67의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요청과 다음 작업의 지침</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S72에서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원인을 고르기 전에 확인할 기록</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S71의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S73에서 가정과 원인 가설을 분리한다.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주어진 정보와 원인 가설을 나눈다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S72의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S73, production/preview/act4/S73.png 및 production/preview/full/S73.png.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확인한 원인에 맞춰 변경 대상을 고른다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S75에서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S72 2분/S73 1분 그대로이며 S74는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확인된 범위만 검토하고 갱신한다</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S67의 ‘어디에 두고 누가 유지할까’를 이 가상 유지 문제에서 회수했다고 정리한다. 실제 수정/재평가 결과는 없으며 S76에서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S77에서 서로 다른 위험을 확인할 대표 작업을 고른다. 통과나 안전성이 확인됐다는 결과를 만들지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S76와 production/preview/act4/S76.png를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S76의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S77와 production/preview/act4/S77.png를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S77의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S74의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S74의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S78와 production/preview/act4/S78.png를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S74/S75의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S65를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S81은 결과와 원인 해석의 구분, S82는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S58의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S79와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S82의 세 기록 항목과 S83의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S84의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S86에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S86으로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S86의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production/preview/act4/S85.png 및 production/preview/full/S85.png다.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8fe39d9a4fa49e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02e6b3137f74ea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0faaa46fc704f8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067490a20fb401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d89701f5e78414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c3bb33f985947a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7E067D7-825F-4764-9064-9505EA3D35F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73EA3B3-1F8A-41D9-B518-9628D06042A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4605BEB-C3D6-4EF0-890A-99F80D6344A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B506CA-5094-4326-B1E1-F25EA627FF8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5A4095C-D6FC-4792-91C7-E3E90B897D5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ECAC077-5043-447A-BCC8-A06D71F907F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7358C4-3607-4BC0-B824-D47CD0790AE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EF70901-9375-41CA-A8C7-C3B09BCFECD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31EF211-DD4F-4A38-B3BE-857BF4FAC7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C4DD5FB-E243-4DBD-8888-127986C45A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ec434c27634975" /><Relationship Type="http://schemas.openxmlformats.org/officeDocument/2006/relationships/slideLayout" Target="/ppt/slideLayouts/slideLayout1.xml" Id="R6382a2b36676425a" /><Relationship Type="http://schemas.openxmlformats.org/officeDocument/2006/relationships/slideLayout" Target="/ppt/slideLayouts/slideLayout2.xml" Id="R8abffb63dab14e00" /><Relationship Type="http://schemas.openxmlformats.org/officeDocument/2006/relationships/slideLayout" Target="/ppt/slideLayouts/slideLayout3.xml" Id="R38538904e0534865" /><Relationship Type="http://schemas.openxmlformats.org/officeDocument/2006/relationships/slideLayout" Target="/ppt/slideLayouts/slideLayout4.xml" Id="Rf2d1e6004c5242f2" /><Relationship Type="http://schemas.openxmlformats.org/officeDocument/2006/relationships/slideLayout" Target="/ppt/slideLayouts/slideLayout5.xml" Id="R7da04e7a95884b21" /><Relationship Type="http://schemas.openxmlformats.org/officeDocument/2006/relationships/slideLayout" Target="/ppt/slideLayouts/slideLayout6.xml" Id="Rafe3265d270a4b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382a2b36676425a"/>
    <p:sldLayoutId xmlns:r="http://schemas.openxmlformats.org/officeDocument/2006/relationships" id="2147483650" r:id="R8abffb63dab14e00"/>
    <p:sldLayoutId xmlns:r="http://schemas.openxmlformats.org/officeDocument/2006/relationships" id="2147483651" r:id="R38538904e0534865"/>
    <p:sldLayoutId xmlns:r="http://schemas.openxmlformats.org/officeDocument/2006/relationships" id="2147483652" r:id="Rf2d1e6004c5242f2"/>
    <p:sldLayoutId xmlns:r="http://schemas.openxmlformats.org/officeDocument/2006/relationships" id="2147483653" r:id="R7da04e7a95884b21"/>
    <p:sldLayoutId xmlns:r="http://schemas.openxmlformats.org/officeDocument/2006/relationships" id="2147483654" r:id="Rafe3265d270a4b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7f2461a0c354349" /><Relationship Type="http://schemas.openxmlformats.org/officeDocument/2006/relationships/notesSlide" Target="/ppt/notesSlides/notesSlide1.xml" Id="R9a14b9ad707a4bd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6d6447cd7634dd2" /><Relationship Type="http://schemas.openxmlformats.org/officeDocument/2006/relationships/notesSlide" Target="/ppt/notesSlides/notesSlide2.xml" Id="R371b6b96ae304d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5b6c4f738b142df" /><Relationship Type="http://schemas.openxmlformats.org/officeDocument/2006/relationships/notesSlide" Target="/ppt/notesSlides/notesSlide3.xml" Id="Ra3197eb12d4d40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aba6ac8dfb44aef" /><Relationship Type="http://schemas.openxmlformats.org/officeDocument/2006/relationships/notesSlide" Target="/ppt/notesSlides/notesSlide4.xml" Id="R208d932fd850435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0edb4b243d4e00" /><Relationship Type="http://schemas.openxmlformats.org/officeDocument/2006/relationships/notesSlide" Target="/ppt/notesSlides/notesSlide5.xml" Id="Rfcdcd83c9c6d41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ab2fee3573e4924" /><Relationship Type="http://schemas.openxmlformats.org/officeDocument/2006/relationships/notesSlide" Target="/ppt/notesSlides/notesSlide6.xml" Id="Rce7536cb3d0f45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25eb35c83b2444b" /><Relationship Type="http://schemas.openxmlformats.org/officeDocument/2006/relationships/notesSlide" Target="/ppt/notesSlides/notesSlide7.xml" Id="R7eb2426394f64d8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611388f0f8e4d62" /><Relationship Type="http://schemas.openxmlformats.org/officeDocument/2006/relationships/notesSlide" Target="/ppt/notesSlides/notesSlide8.xml" Id="R0e8488188f784c0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d8cfc582a714888" /><Relationship Type="http://schemas.openxmlformats.org/officeDocument/2006/relationships/notesSlide" Target="/ppt/notesSlides/notesSlide9.xml" Id="Re207168ab7234c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cc3230343724418" /><Relationship Type="http://schemas.openxmlformats.org/officeDocument/2006/relationships/notesSlide" Target="/ppt/notesSlides/notesSlide10.xml" Id="R4283a00d081f48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2853a451d9d4595" /><Relationship Type="http://schemas.openxmlformats.org/officeDocument/2006/relationships/notesSlide" Target="/ppt/notesSlides/notesSlide11.xml" Id="R7ddace5446a54b2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103c613ca734a43" /><Relationship Type="http://schemas.openxmlformats.org/officeDocument/2006/relationships/notesSlide" Target="/ppt/notesSlides/notesSlide12.xml" Id="R04d53e7b0952422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5ab6bfb1fde4b97" /><Relationship Type="http://schemas.openxmlformats.org/officeDocument/2006/relationships/notesSlide" Target="/ppt/notesSlides/notesSlide13.xml" Id="Raa7d40ca71904bc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56681ab234f4e3d" /><Relationship Type="http://schemas.openxmlformats.org/officeDocument/2006/relationships/notesSlide" Target="/ppt/notesSlides/notesSlide14.xml" Id="Rb9c6dfe0e74746a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d7e37753a0548f5" /><Relationship Type="http://schemas.openxmlformats.org/officeDocument/2006/relationships/notesSlide" Target="/ppt/notesSlides/notesSlide15.xml" Id="R22c5fa4f6d52466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58ca6c2370945c3" /><Relationship Type="http://schemas.openxmlformats.org/officeDocument/2006/relationships/notesSlide" Target="/ppt/notesSlides/notesSlide16.xml" Id="Rf743df933f434a4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9fad119dbac432a" /><Relationship Type="http://schemas.openxmlformats.org/officeDocument/2006/relationships/notesSlide" Target="/ppt/notesSlides/notesSlide17.xml" Id="Rdb75d2202d2a4ab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bfcf059cd5c4e19" /><Relationship Type="http://schemas.openxmlformats.org/officeDocument/2006/relationships/image" Target="/ppt/media/image.png" Id="R2d366cc8e4284ebf" /><Relationship Type="http://schemas.openxmlformats.org/officeDocument/2006/relationships/notesSlide" Target="/ppt/notesSlides/notesSlide18.xml" Id="R075d0bc316b74b6b"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821E2FED-0885-4F32-8432-5C3BC0CD68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68">
            <a:extLst xmlns:a="http://schemas.openxmlformats.org/drawingml/2006/main">
              <a:ext uri="{FF2B5EF4-FFF2-40B4-BE49-F238E27FC236}">
                <a16:creationId xmlns:a16="http://schemas.microsoft.com/office/drawing/2014/main" id="{DCCC5C03-48C3-460D-A3AB-D57C90907F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확인한 성공을 유지하려면">
            <a:extLst xmlns:a="http://schemas.openxmlformats.org/drawingml/2006/main">
              <a:ext uri="{FF2B5EF4-FFF2-40B4-BE49-F238E27FC236}">
                <a16:creationId xmlns:a16="http://schemas.microsoft.com/office/drawing/2014/main" id="{041B6795-ECA8-455A-92F2-154113654A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19B1C983-6CCD-429A-978A-B2CF6D1019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C745A301-10E2-48B4-A005-3D3FF97D4E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56449CE6-5375-4CDA-ADE5-AC9AE43028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72A79FDA-F478-4D8B-9C4D-BE21185CEEA6}"/>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1C48B080-D592-49F0-93B2-5323368AA05F}"/>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D00F5FB9-F877-4C58-9A97-227C7632F85F}"/>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23D74857-6376-4B66-8C61-4CC66A339635}"/>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7B41BBA8-526D-4C4C-8895-081730DAE2A6}"/>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1CA4B296-1DF7-4749-A03E-0F0337415D4D}"/>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9170FA9C-CDFA-47B9-9751-085AB522D4A3}"/>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AABF4C6A-14AF-4AF2-9584-84492EBA11E5}"/>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9374F152-E465-4626-BDEC-3A2CA6F2B26F}"/>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9366222E-9936-458F-B793-B606D5FB0BBD}"/>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9FF20418-2553-4B57-BA39-500E6F287FF3}"/>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76D3096F-CD1F-4AAA-B137-AB540D7FB3E9}"/>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5DAD0E8F-2CA6-4F20-8D17-E15174E998EB}"/>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ADE8161F-44F2-4366-AC1C-A56AA15F2F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7198351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ECFC46D3-6F49-4355-B49E-F1743450A5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69">
            <a:extLst xmlns:a="http://schemas.openxmlformats.org/drawingml/2006/main">
              <a:ext uri="{FF2B5EF4-FFF2-40B4-BE49-F238E27FC236}">
                <a16:creationId xmlns:a16="http://schemas.microsoft.com/office/drawing/2014/main" id="{8557D148-9A42-4BE0-8A58-283584000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처음에는 기준과 재사용 절차가 맞았다">
            <a:extLst xmlns:a="http://schemas.openxmlformats.org/drawingml/2006/main">
              <a:ext uri="{FF2B5EF4-FFF2-40B4-BE49-F238E27FC236}">
                <a16:creationId xmlns:a16="http://schemas.microsoft.com/office/drawing/2014/main" id="{B5BBE402-F329-4700-BF7E-A8AC5385F1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BB7B348B-DCE7-42BC-8A9D-7C3AA67B55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FBA9BA93-F1F2-4537-82A0-2DC076FC35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BA16F1B3-FB88-4A9C-8897-A2EC52DD4B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F6AA9F6E-6B1E-4837-A635-E2CF8699895A}"/>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0C6B90C2-66BE-47FA-B642-903C2B5591CD}"/>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5F486B0E-5861-46DA-A408-08085055D6C1}"/>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70756930-F773-4EF5-875F-F249AB3C7B74}"/>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4184A878-BC86-4DC4-BC6A-7D7509E81285}"/>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3A7BE5FE-3661-45C3-A1D7-04ED6B98D3F2}"/>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9632A38F-13DA-46C8-B8EC-7A8D8F395347}"/>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B7F8EEC6-D3AC-48E7-92EA-75AB2B4CE7FD}"/>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984FE404-9488-4BBE-AFF9-F7151A2F1F80}"/>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2B16FE47-49AB-4E83-8935-15EAC19419C3}"/>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3789D8F6-C5E1-46CF-8FB3-3DD8360B9C1D}"/>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A0E50693-6B3E-42B8-959E-CB07CEE630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0626125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F8A2DFE7-EAF8-4850-AD4B-B4113E4A041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E79FE054-8FC3-473A-92CF-2B0CD64E772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7689DBFF-C950-41EB-8CF5-3486E67983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A117BE1C-8BF8-470C-A844-F43C9B2E8DA5}"/>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EB218430-31CC-4442-87F4-CBEE908F3956}"/>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138F1466-8F79-41EC-B896-E582321812E2}"/>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9E0192EC-CE6E-43B1-83E2-E5780CD4F745}"/>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97EDD892-2F98-4C30-947D-A9B0E7172956}"/>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DCC62428-868B-4C4A-806E-B54C7083D9C1}"/>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E65185AE-4456-4867-B86A-8D857E4FF60A}"/>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28F2364-23EE-4D07-9E4B-7EAE9C7E0A69}"/>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E934BD57-3058-497A-9C2F-315381667475}"/>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0048A497-79B7-416B-BF38-A94F7708CF11}"/>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7D6A33C3-7333-4D44-9C10-55CDD6EACEA6}"/>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5B831811-34B4-483A-B1E2-166DBA5BDE50}"/>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AC8A2D05-C805-4DD8-BDAF-F87A7034B9A0}"/>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71225163-DA8E-40E7-A2FB-6BEF596721EA}"/>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B889CE7-FE8E-4236-8D1E-4ADD4364C732}"/>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E02BA834-69D7-4E12-9DF9-5DEB8A5D1A7A}"/>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3A3F99ED-A8CA-4F95-83F8-402944560A74}"/>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F92B082D-0EF2-433C-BF17-2788129474E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61C3EEB6-7EBE-4D3A-9632-0E18A7B74C70}"/>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DC1B730-85DD-4EB4-82A2-E42566CAFA70}"/>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D7CED288-B6A0-4AC5-8994-7F5C4A6EE72C}"/>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AB6FB9CC-952B-4A17-B6AE-0439F0BC1B90}"/>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B2C81C7D-EAE6-4855-8F2C-268FD52029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5CADC94B-8A90-473E-9D55-0C9D755F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7D3C4F5D-96EF-4B0A-B2A6-C01F3AA446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D7199BD-A59E-451D-A9CE-309A03414C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2690291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253B9589-1B24-40E1-980F-E423489047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1">
            <a:extLst xmlns:a="http://schemas.openxmlformats.org/drawingml/2006/main">
              <a:ext uri="{FF2B5EF4-FFF2-40B4-BE49-F238E27FC236}">
                <a16:creationId xmlns:a16="http://schemas.microsoft.com/office/drawing/2014/main" id="{6E15D842-43B0-4450-8524-197A459CF7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요청과 다음 작업의 지침">
            <a:extLst xmlns:a="http://schemas.openxmlformats.org/drawingml/2006/main">
              <a:ext uri="{FF2B5EF4-FFF2-40B4-BE49-F238E27FC236}">
                <a16:creationId xmlns:a16="http://schemas.microsoft.com/office/drawing/2014/main" id="{DF9CCBD2-E5C5-485A-BF54-ADAB641311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25C0F287-D44B-43B2-8974-103EAF8F31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54DD5059-BC91-45EC-9BD7-94E665ACF5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95C8D0A1-1EED-4DD8-A7BB-B22A2A4CCE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9C4C9A57-8F2C-4381-A43D-30B50BFAEB5F}"/>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901896B2-FDB2-4FDD-9461-5F64ACE45D5C}"/>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5819A894-3C17-41E2-85E6-65B0A94BCD23}"/>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9B4A9FE0-ECC1-41D4-A3EA-E2192E660F09}"/>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EACAF2EF-454B-4384-83E7-B27B91BD4062}"/>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6DA9E272-DC65-4A56-95B5-F7F5D96D71CC}"/>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82DA63D0-314B-4BCE-A6F8-1A3D6CD70043}"/>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BB83F306-1A75-43B4-8548-B2045276F543}"/>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6BCD1DF0-D245-47FC-AEAB-560BE88A1660}"/>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D74E51A1-F14B-4539-93FD-1C1D45BBABE4}"/>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8EA036F4-8AB8-4A77-B4DF-B55321A741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216069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조사할 대상과 근거">
            <a:extLst xmlns:a="http://schemas.openxmlformats.org/drawingml/2006/main">
              <a:ext uri="{FF2B5EF4-FFF2-40B4-BE49-F238E27FC236}">
                <a16:creationId xmlns:a16="http://schemas.microsoft.com/office/drawing/2014/main" id="{2D25C569-BA6A-4DBD-96B3-06D2DDD889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2">
            <a:extLst xmlns:a="http://schemas.openxmlformats.org/drawingml/2006/main">
              <a:ext uri="{FF2B5EF4-FFF2-40B4-BE49-F238E27FC236}">
                <a16:creationId xmlns:a16="http://schemas.microsoft.com/office/drawing/2014/main" id="{910F10BD-8C92-4ED1-8EFC-B14C4D5F83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을 고르기 전에 확인할 기록">
            <a:extLst xmlns:a="http://schemas.openxmlformats.org/drawingml/2006/main">
              <a:ext uri="{FF2B5EF4-FFF2-40B4-BE49-F238E27FC236}">
                <a16:creationId xmlns:a16="http://schemas.microsoft.com/office/drawing/2014/main" id="{C8C7D638-6DA5-4671-9757-D6C77D5395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89B4E522-3B5A-4337-AC63-D16ACAE9A5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3CE8DBC0-984C-45FD-8672-9E051FA654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B42884C4-1D72-44F4-B933-2DBEF4ADF5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4A59E47A-FF7B-4B2C-98C3-67B07247B555}"/>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673E85DF-2ADE-4C37-953B-31B8FCBBEE85}"/>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52A9E229-45DF-437E-BEF9-D2B71AB7A259}"/>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1C23C1B7-F1C4-4A4A-A357-6F5244355ABF}"/>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AB184E8A-C8E0-4FBD-AAA3-B7228E91F02C}"/>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0A0B3514-5A9D-4E86-A8CB-8773E6E88A7B}"/>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793F17A4-4AFE-49E7-8E29-94C12D4EA36A}"/>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85750629-35BF-497C-A16E-F1BE173B0D19}"/>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C8333C6A-C78A-46D5-A79D-DE9C2A91891B}"/>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D7219BC2-4EC1-4BB6-B057-06EA6AC9EA25}"/>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7C9374B7-EEB7-4866-AA94-1CF119EF62DE}"/>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2388D9FF-DD38-48B0-8A66-C6381CF159FB}"/>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0D3009E5-1AE8-4CF6-BB56-C5743643FF84}"/>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E26D425D-6EFF-4E8C-99AF-230966711503}"/>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8890B961-641F-49D5-ADD1-33CEA0625676}"/>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Legacy module connection">
            <a:extLst xmlns:a="http://schemas.openxmlformats.org/drawingml/2006/main">
              <a:ext uri="{FF2B5EF4-FFF2-40B4-BE49-F238E27FC236}">
                <a16:creationId xmlns:a16="http://schemas.microsoft.com/office/drawing/2014/main" id="{2EC0FE93-79B0-4C5A-AA79-F220DFE4E0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2919526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01A7A3A1-67D1-4DD6-B761-7F2B96FE8D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3">
            <a:extLst xmlns:a="http://schemas.openxmlformats.org/drawingml/2006/main">
              <a:ext uri="{FF2B5EF4-FFF2-40B4-BE49-F238E27FC236}">
                <a16:creationId xmlns:a16="http://schemas.microsoft.com/office/drawing/2014/main" id="{28DEEF0D-0662-4D5C-96B6-4642F6E230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주어진 정보와 원인 가설을 나눈다">
            <a:extLst xmlns:a="http://schemas.openxmlformats.org/drawingml/2006/main">
              <a:ext uri="{FF2B5EF4-FFF2-40B4-BE49-F238E27FC236}">
                <a16:creationId xmlns:a16="http://schemas.microsoft.com/office/drawing/2014/main" id="{08CFBED8-DFDD-4EDD-9CB0-0F75C6FFBB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4136E19B-8904-4321-B8C4-C04805D64E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5E22D32A-CD6A-430B-BC11-2671C171A6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8C84A186-941B-40D1-A503-99AF0EEF56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09BC27B8-90CE-4911-9225-E85FFDDFA1BB}"/>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FED8941B-AE5D-4AA5-BEEA-3E0F01C7B09D}"/>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971FC7E6-824B-4491-911B-A0CEF404E39B}"/>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C67BD86-93D3-4135-B1A2-1D5674543358}"/>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82254C84-1BE2-401D-BA0D-E06CB946A8B3}"/>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9C48B2E4-356A-4B14-809B-0969B0E29CDE}"/>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80B8CBF1-2CC5-404E-9256-3D01EEC19B56}"/>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0E401AAA-6933-4A62-A0A4-8FF1151B97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9825320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42501E21-A4EB-4021-B9CA-203C9D7874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4">
            <a:extLst xmlns:a="http://schemas.openxmlformats.org/drawingml/2006/main">
              <a:ext uri="{FF2B5EF4-FFF2-40B4-BE49-F238E27FC236}">
                <a16:creationId xmlns:a16="http://schemas.microsoft.com/office/drawing/2014/main" id="{5FF07AA6-6D5C-4D44-8CE6-E421C91FA3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확인한 원인에 맞춰 변경 대상을 고른다">
            <a:extLst xmlns:a="http://schemas.openxmlformats.org/drawingml/2006/main">
              <a:ext uri="{FF2B5EF4-FFF2-40B4-BE49-F238E27FC236}">
                <a16:creationId xmlns:a16="http://schemas.microsoft.com/office/drawing/2014/main" id="{A47236FF-3A02-4C90-BF01-B7C22092E2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57FCA940-2669-447C-AC19-6A542EAA71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68C309EE-35D1-4CF4-8898-EF22FA5FA7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CB1C4C7A-9676-45E6-8C87-9B2F45DBCD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470E68AD-5FFF-4361-A448-CD9E26202BD5}"/>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39AAC703-DD3B-451B-9139-E3480439964F}"/>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A97246D0-855D-40B1-B802-929FF0FFDE49}"/>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B8B76255-D7DA-4A1E-9CA1-27A970AB1920}"/>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897E9212-0ED4-49DF-A6A9-E2049C97B6A0}"/>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D49254F5-A59B-4FCA-8A11-5F83EA015D66}"/>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913931FB-1292-4062-9AA4-1775733C0C81}"/>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10BE9AB2-5D3F-4BDE-ABE3-D00F8574DCCC}"/>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9F5A639-0C52-4C76-8EE3-C523D1055DEC}"/>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E8E54B14-49EA-4AE7-947B-EB046783C477}"/>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E91704C2-EEB5-438A-91CF-7960C2028A25}"/>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8A2D5924-203D-4D1D-8F6D-0443D6CBC126}"/>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8B033F12-427C-4EB8-B42C-7D711E11BF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4221340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4414870A-575F-47B9-96EE-925F223E1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5">
            <a:extLst xmlns:a="http://schemas.openxmlformats.org/drawingml/2006/main">
              <a:ext uri="{FF2B5EF4-FFF2-40B4-BE49-F238E27FC236}">
                <a16:creationId xmlns:a16="http://schemas.microsoft.com/office/drawing/2014/main" id="{04CC53B8-E934-4834-B3FF-0ABC06B4BC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확인된 범위만 검토하고 갱신한다">
            <a:extLst xmlns:a="http://schemas.openxmlformats.org/drawingml/2006/main">
              <a:ext uri="{FF2B5EF4-FFF2-40B4-BE49-F238E27FC236}">
                <a16:creationId xmlns:a16="http://schemas.microsoft.com/office/drawing/2014/main" id="{EC368FF6-33B1-4B2D-8A09-31B4BDA5E5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7C53657B-5362-49E8-A970-9739958BE2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B7CA2E3B-D33C-4D63-80B7-792BCF83A8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04A9C59F-F943-452A-B95E-1458910237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BB06FA95-06BF-4C31-8C77-1D0D88351178}"/>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73C96C3C-A140-479C-A14E-EBC5B364BE90}"/>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0824746F-55A6-4274-A04D-35D3D725965E}"/>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F24AEE29-AB6D-4F6D-A790-7C0F83ED6F21}"/>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7AFE610B-0EEF-4EE3-9297-3D2A363D6172}"/>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E3BC31BA-A45D-4329-8D17-21645587D273}"/>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2214A585-6A3C-4BAD-A3CD-2718483A60D5}"/>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22E53A4F-A250-4D98-AAEA-5DC46BE120D1}"/>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8FB7A10-102C-4E2F-83E7-CB1A9863DB13}"/>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393F2606-2877-4F5E-801B-3301A5221E79}"/>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CD4888DC-FB60-408D-92BA-D19454C8DCC7}"/>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26018FBB-5596-4BC0-8C00-66596B209DE9}"/>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2A5409F7-786B-4434-9FBC-0C4C5F4F583A}"/>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CA015F81-9726-49A0-8786-51CC4C101C4B}"/>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637FCA63-E5D2-457E-8FEB-79D8A727605E}"/>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81B06527-E322-4819-8D10-8A4A06103419}"/>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81739FD5-D682-4700-813E-960231D21373}"/>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5E0F7902-B22F-4A01-90E0-A1ADD700692C}"/>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804516E1-A9A7-482A-B5D8-671706782F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2353537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평가 범위">
            <a:extLst xmlns:a="http://schemas.openxmlformats.org/drawingml/2006/main">
              <a:ext uri="{FF2B5EF4-FFF2-40B4-BE49-F238E27FC236}">
                <a16:creationId xmlns:a16="http://schemas.microsoft.com/office/drawing/2014/main" id="{E11024F7-5D6E-48B5-9936-1DB889AF99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E5F77BFA-7FA4-480D-BD31-F58E307F32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지침을 고친 뒤, 무엇을 다시 확인할까?">
            <a:extLst xmlns:a="http://schemas.openxmlformats.org/drawingml/2006/main">
              <a:ext uri="{FF2B5EF4-FFF2-40B4-BE49-F238E27FC236}">
                <a16:creationId xmlns:a16="http://schemas.microsoft.com/office/drawing/2014/main" id="{6EA7286E-7EEA-447C-A69C-1A410BEBD4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440413B5-D218-45DD-829A-89627A6746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EC2DC667-F27A-44C3-89FB-FFACEDBDC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4896CDD2-8596-455B-B0C2-96DA42179A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C26217CE-05AB-4994-A18E-222FD92B1079}"/>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71641D2B-43BC-41F0-89BE-8F88CEFA0EA2}"/>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8C7DC387-51F3-4D21-81FC-599BA3BBCFEA}"/>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C8566854-FF18-48C9-9E46-161BCD546986}"/>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46BD9E57-70A5-4296-87FD-EE0B0A5A38E1}"/>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E81D8DEF-483C-4409-B17B-1BD042EF0DAF}"/>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6E16BFE4-43D7-47DC-B390-61F65D4E631F}"/>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99B7686B-0668-4551-BE01-851DB2347ECB}"/>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6525FB1B-1A06-4A59-A956-473AF4D9E801}"/>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AD85511E-1839-4AAE-B8BA-FC1DAFE0B368}"/>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Legacy module connection">
            <a:extLst xmlns:a="http://schemas.openxmlformats.org/drawingml/2006/main">
              <a:ext uri="{FF2B5EF4-FFF2-40B4-BE49-F238E27FC236}">
                <a16:creationId xmlns:a16="http://schemas.microsoft.com/office/drawing/2014/main" id="{607C3E6C-41CD-4B32-9655-C80E4BFD69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404672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93D02B1F-B8AD-41B5-9E36-C88737E337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77">
            <a:extLst xmlns:a="http://schemas.openxmlformats.org/drawingml/2006/main">
              <a:ext uri="{FF2B5EF4-FFF2-40B4-BE49-F238E27FC236}">
                <a16:creationId xmlns:a16="http://schemas.microsoft.com/office/drawing/2014/main" id="{B4A530E4-77B7-4442-9D08-9800BCE8AE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은 서로 다른 위험을 확인한다">
            <a:extLst xmlns:a="http://schemas.openxmlformats.org/drawingml/2006/main">
              <a:ext uri="{FF2B5EF4-FFF2-40B4-BE49-F238E27FC236}">
                <a16:creationId xmlns:a16="http://schemas.microsoft.com/office/drawing/2014/main" id="{7D2C24F4-BCE3-4F25-87F5-8BFAA52168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1F2CA197-6AC0-4E28-8EF9-70C1623816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786B5EFF-3EC9-4A0B-88CF-0E51B45879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484FCBEF-6CB0-445A-B26C-FF9F9EFFCA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C5C59EB7-02D8-4E1F-BCCE-5B06FE0040BA}"/>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F6902440-7472-4ABC-ADE1-4DCEB2B5BE98}"/>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3780F38F-FADF-4808-BB1C-E478577DB1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2647016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BF13FB72-5D15-4BDF-B99B-58308BD6CB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78">
            <a:extLst xmlns:a="http://schemas.openxmlformats.org/drawingml/2006/main">
              <a:ext uri="{FF2B5EF4-FFF2-40B4-BE49-F238E27FC236}">
                <a16:creationId xmlns:a16="http://schemas.microsoft.com/office/drawing/2014/main" id="{CF61057D-0EED-4526-A89B-50FE8E9782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한 작업에 맞춘 규칙,&#10;다른 작업에도 맞을까?">
            <a:extLst xmlns:a="http://schemas.openxmlformats.org/drawingml/2006/main">
              <a:ext uri="{FF2B5EF4-FFF2-40B4-BE49-F238E27FC236}">
                <a16:creationId xmlns:a16="http://schemas.microsoft.com/office/drawing/2014/main" id="{8AD8196B-CB6D-4CEA-B840-4B080BD10D6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90790FE0-6959-4309-95F4-26EA739E02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D5CB89C6-2834-48B3-9BF5-8B0A56A74A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16864AAD-36E0-4066-BD83-B9A3A7B0B5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9C3EF0C4-BCB6-4898-8F6B-27D045324CF2}"/>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9B254306-9F57-4B5D-91C6-DA354DC46691}"/>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1C96564B-2186-4639-8FDE-1B120F5F28A9}"/>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C520E320-923A-40B9-9AE2-A08E7C7A6FCB}"/>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64574D20-BBCC-4743-853E-D49CB5F60A79}"/>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2DA9A5DE-9E6A-4FA2-9F55-E8129CE28F98}"/>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293DD569-A96D-41F3-B2CD-52F33E256231}"/>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0467D1AF-5C62-4D43-A934-A8CE20391EC2}"/>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E66A8664-8A30-4DCB-9B7B-A385A6C09C42}"/>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5ACD131E-473B-42E6-99F4-E376DF7DF47B}"/>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A0CD137A-48F5-417F-8995-D80BA9B05AD9}"/>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46752A25-FC63-4FC6-ABE9-C9D5FCA3FFCF}"/>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1C861545-CD89-4F1F-9B09-0E2921E73D7F}"/>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0CCF2F5B-4073-44D1-B5A4-4997CBADAA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71821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06A44BEF-92E0-4A6A-854D-18B6066B93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79">
            <a:extLst xmlns:a="http://schemas.openxmlformats.org/drawingml/2006/main">
              <a:ext uri="{FF2B5EF4-FFF2-40B4-BE49-F238E27FC236}">
                <a16:creationId xmlns:a16="http://schemas.microsoft.com/office/drawing/2014/main" id="{6A98A0F8-DF99-4755-82E1-CED629AEC8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관찰을 시스템 개선으로 잇는 Loop">
            <a:extLst xmlns:a="http://schemas.openxmlformats.org/drawingml/2006/main">
              <a:ext uri="{FF2B5EF4-FFF2-40B4-BE49-F238E27FC236}">
                <a16:creationId xmlns:a16="http://schemas.microsoft.com/office/drawing/2014/main" id="{576569DB-9215-426C-8289-2DF4A59997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1FB1ECC0-F4CD-4795-8C88-1F802C642D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7FE07915-3B62-41E9-9DEE-DB7441BC00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3915D678-5A14-4DDC-B4FF-F09148CD10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3AC17905-B362-4686-B6D6-D1603851F184}"/>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3705E8AF-8DD5-483D-B443-82F5FCCCBBD1}"/>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DC87999-90CF-43B2-BF62-019C5A7BC0AF}"/>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44B2A577-2D93-43F9-8DEA-22302FB88BFB}"/>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A2EB4F1E-A628-4F93-B191-94F5A2BE49F3}"/>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858CBC11-499A-4416-9385-3A1673D6DA3F}"/>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3F7CFF28-A1E0-47C7-8EB9-688A7F4382F7}"/>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377BCAAE-88A7-45A3-ABBC-5859C3C29C73}"/>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FE8CFC6B-6661-4623-B21E-0A73150F0CFC}"/>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D339D090-E6EB-4012-8CCA-1232CC7CCC8D}"/>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19D55562-30DE-4516-A35F-D90C9A53F414}"/>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03D26132-61ED-497B-A3A6-B8486DB79C39}"/>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5B62210F-0C07-46FC-ACFF-67C637AB78CE}"/>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61B2077A-C96A-4971-B0F1-C531F7C492AB}"/>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CD791A6A-B084-4C1F-9038-00905F7B7D4C}"/>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02722495-9D9E-4198-A332-B1C2EB852E54}"/>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173FBC01-4279-4866-BCA0-B306FF460206}"/>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8848E34B-9AF3-4F0E-ACE4-7032028E5B8F}"/>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E5A1F150-E22D-41E1-B183-F58093ABEF22}"/>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B7829414-799C-44BF-85DA-129843678166}"/>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3D1EB6C9-C672-43DC-9BAF-0D784DF1F511}"/>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C0EDD5A7-C1BA-4F48-8393-EAAA922C22CD}"/>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1BCE5058-C5D3-4180-96D8-F77B45D0CF59}"/>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EACB8C6B-B00F-4196-93A7-B0C9231D0629}"/>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69456DAD-FA8C-43DC-85F0-C11BC8638F27}"/>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DAC36AFF-AEC6-4DE8-96E0-353C09295AE4}"/>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06BBA263-7C08-40E0-82A3-27643DAC75DB}"/>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C51CFF58-9375-461A-AF1D-900064CD5050}"/>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D3B99500-C4BC-49FA-AAEC-A251D925FFA3}"/>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DCD1BC9B-5CC1-4FE7-A043-94ABED7CA060}"/>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BF4E87FA-BBD4-4E86-B703-2955E6D472BC}"/>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A5EE8D6D-B329-4955-91F6-04958B7DA6AA}"/>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13281DED-5407-430F-A67A-043E6881B2FE}"/>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1681A5A6-B94D-4688-8AC8-34D5CE9328C6}"/>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6955EAF1-62F9-46BD-9CB1-E8FAB094D1D5}"/>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65A911B3-14D5-481E-B79A-838EC456A9EE}"/>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75705D4F-4204-43BB-9999-314F95BEBB27}"/>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E0334415-8ABD-4C06-8008-DC9E47662DDE}"/>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DB2A8CBB-7188-4540-9A5F-A44BDD3E3C4D}"/>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0E835C9E-794D-4E96-9199-AA7CC59C4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6674519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BA67C8B8-FF15-4EBD-9179-773FD13AF0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0">
            <a:extLst xmlns:a="http://schemas.openxmlformats.org/drawingml/2006/main">
              <a:ext uri="{FF2B5EF4-FFF2-40B4-BE49-F238E27FC236}">
                <a16:creationId xmlns:a16="http://schemas.microsoft.com/office/drawing/2014/main" id="{1F8F0DCE-ED0F-4C98-A2F0-3ACD76DB79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평가·보고 기준도 개선 대상이다">
            <a:extLst xmlns:a="http://schemas.openxmlformats.org/drawingml/2006/main">
              <a:ext uri="{FF2B5EF4-FFF2-40B4-BE49-F238E27FC236}">
                <a16:creationId xmlns:a16="http://schemas.microsoft.com/office/drawing/2014/main" id="{EE5F851A-BB82-4D2C-A1E4-23FB7314B7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95AD8AC6-3F95-4C61-AE65-9D3F8A630D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076B675-33BC-46F5-AA1F-A4040F74330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B2D02BA7-E32E-4537-819B-A5872737B3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7B3F6C93-095F-4608-9E65-6E6A1F838A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432C7A82-DACC-447E-9B75-95174B8A06A9}"/>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13B383DB-008A-4378-A1E7-19E8B122C8C0}"/>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8299CA09-3CE5-47CA-AC0E-3CDDC25767AF}"/>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664D6283-1E16-400F-87AE-5C3E09F9E217}"/>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B8B306AC-1C15-4EE7-B93A-BF26E3F062FC}"/>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B18F0D47-AC24-4D6C-8341-E8F6A01BAA4E}"/>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A871793D-0D5A-4E6A-9662-F853390FEEBE}"/>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38488D4C-AB93-4CFE-9226-B03F8504BB79}"/>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347794D5-C65B-43FD-B3BE-D8884D4C88C8}"/>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DE7E871E-3257-421A-A134-0CA15A014BB4}"/>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1DC06AD9-68B9-4961-B9FD-82E6F6685F4B}"/>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C77DC995-8BC4-4306-A406-E37E590A89D7}"/>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14BAFDF9-273F-4F1A-B259-2E3DD3088469}"/>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5BB38A12-43BF-4EBB-BF9F-5E18F64C4235}"/>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F5096D01-3AA6-4A36-82DF-D5BCD4CCDE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8575741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32E1B5BF-A8AF-40ED-A843-A919AE8FD4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1">
            <a:extLst xmlns:a="http://schemas.openxmlformats.org/drawingml/2006/main">
              <a:ext uri="{FF2B5EF4-FFF2-40B4-BE49-F238E27FC236}">
                <a16:creationId xmlns:a16="http://schemas.microsoft.com/office/drawing/2014/main" id="{2208DA4C-ABF8-4A47-9D6B-2C573FB541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 확인과 원인 해석을 따로 기록한다">
            <a:extLst xmlns:a="http://schemas.openxmlformats.org/drawingml/2006/main">
              <a:ext uri="{FF2B5EF4-FFF2-40B4-BE49-F238E27FC236}">
                <a16:creationId xmlns:a16="http://schemas.microsoft.com/office/drawing/2014/main" id="{640B6291-A854-427F-A123-E1FD5122F1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2AB5109E-E3EA-4C93-82E7-B9A1CDC02D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0F5518E-F122-4568-9EC5-E9BDEAFA357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039DC26E-74E8-4F55-AA0A-68BDEE1F27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45C86F0B-7851-46DE-AFC1-200D0DE3F6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0CDCDDE9-6855-4863-B944-4F4F93F7B9D3}"/>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5DA55EC3-072C-43EC-AC57-DF8CAEE90F99}"/>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516DC522-3E19-4866-9AB3-44DBF2144220}"/>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3145409F-C160-4555-897C-4D121C36AD41}"/>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EE561899-5034-4886-9E31-CA67325767F9}"/>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92749F98-C054-4847-AD0B-C737AED78495}"/>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B8511221-46AB-4F70-87D1-AE72A8267C40}"/>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5582708B-9DB6-479E-B71D-3881ABB97086}"/>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9C8B1363-A2FF-414A-8FA4-76922503CC22}"/>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7A3F9680-838F-4633-9754-9F5E20FDE5BF}"/>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6622B066-6F82-4893-8F8D-1CE056B7B5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1877878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105595EB-9B8A-41F7-9C8A-68B08B1763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2">
            <a:extLst xmlns:a="http://schemas.openxmlformats.org/drawingml/2006/main">
              <a:ext uri="{FF2B5EF4-FFF2-40B4-BE49-F238E27FC236}">
                <a16:creationId xmlns:a16="http://schemas.microsoft.com/office/drawing/2014/main" id="{9D916192-FCE6-4F3B-BE72-7E89F37089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다음 조사에 남길 기록을 바꿨다">
            <a:extLst xmlns:a="http://schemas.openxmlformats.org/drawingml/2006/main">
              <a:ext uri="{FF2B5EF4-FFF2-40B4-BE49-F238E27FC236}">
                <a16:creationId xmlns:a16="http://schemas.microsoft.com/office/drawing/2014/main" id="{B0371C5F-B53B-44E4-A76E-AC2A820590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9118EFAE-236F-40B6-A8B6-B2CCCDEBC6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DD2718D-DC7D-4DFA-9B13-8CFE926B1C9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7E656A71-C9D8-4794-9AE1-F9FB7B97FB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0E005E53-0E81-4DA8-9DAF-F2B7792CDA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A8A2486C-CB21-497B-AEF0-F1C0D3BCE249}"/>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19F5C38D-57F9-45A3-B33E-86F650DD4E2F}"/>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00463468-1ECC-4733-8785-52B6AC79894E}"/>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AA6136C8-D101-4087-8B3A-F311F7989963}"/>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43394D78-8600-4103-8B61-EC86B1FC905C}"/>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00FEE330-7F0E-43E6-AB7B-C099DF3EEBEC}"/>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6C5ECF11-A7B5-4DF4-BF51-67C0E7CA932E}"/>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9C9232D9-52E1-4C86-A5FC-2FFB0A26A60F}"/>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0485B072-8FC2-43C3-BD07-1C48F1FB2589}"/>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83FB7968-D3EA-4C9A-9E2B-0775C686FC5F}"/>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F034DE11-0C5E-466E-801C-8B8C36CB1D2C}"/>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CCBD9908-0F45-4651-997F-3957B88D50B5}"/>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8D332342-237A-4C15-8656-6A50E4911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0741364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44295B93-3B31-419B-8328-2A7F9B050A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3">
            <a:extLst xmlns:a="http://schemas.openxmlformats.org/drawingml/2006/main">
              <a:ext uri="{FF2B5EF4-FFF2-40B4-BE49-F238E27FC236}">
                <a16:creationId xmlns:a16="http://schemas.microsoft.com/office/drawing/2014/main" id="{38F1F179-CC1E-49F6-86C6-37C0308F94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도 원문과 다시 대조했다">
            <a:extLst xmlns:a="http://schemas.openxmlformats.org/drawingml/2006/main">
              <a:ext uri="{FF2B5EF4-FFF2-40B4-BE49-F238E27FC236}">
                <a16:creationId xmlns:a16="http://schemas.microsoft.com/office/drawing/2014/main" id="{159B9EEF-92E8-4B46-96C4-FAD6746F98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72AAFA8B-25AD-4908-8FBE-2091E663EA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F83A938-93EB-42F5-9DAF-3765348405F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AF7661FD-1FBE-424C-933F-0B49E4F0B5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EE2D6D48-9800-4252-974D-5A11E05ED9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CBB6D906-E3D9-4001-891C-D96DB34CF8C4}"/>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CE6EBC8B-8A0C-49FD-981A-19D90C0D4E79}"/>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7E3B7F4E-1387-40E8-B721-9C9DC9A695F6}"/>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2BB0EC3E-329C-426A-9A61-C4CD30758F1B}"/>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730AFFF5-BE4F-4BC8-9676-4639CBFADB89}"/>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24FB030B-2742-4E6E-8BB1-E14915127E39}"/>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EA547AA0-C97E-4567-92CB-1008E24FCCC0}"/>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AFE1F3FB-4E18-40F4-8104-C29314A9E224}"/>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F8585371-9F07-411D-934C-7DC900354866}"/>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FF6EA376-4A03-46BC-85ED-3FE53A9D1A71}"/>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8098682C-12AA-4395-AB33-DE61813B2282}"/>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DD3E71F0-1C72-47C5-8F76-56051C5B92EF}"/>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94DFF661-4A10-4583-8DF3-0F15A76D400E}"/>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41FF201F-540D-4FC9-8184-EA593DC4A868}"/>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4082ADC1-BB36-4586-8E22-2E6403A8FD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9713282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0D54F1DE-E5D9-453D-9BA8-327C14A409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4">
            <a:extLst xmlns:a="http://schemas.openxmlformats.org/drawingml/2006/main">
              <a:ext uri="{FF2B5EF4-FFF2-40B4-BE49-F238E27FC236}">
                <a16:creationId xmlns:a16="http://schemas.microsoft.com/office/drawing/2014/main" id="{A33D6211-AA61-4D18-8E72-68DF8B757C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기록을 Loop의 단계에 대응하면">
            <a:extLst xmlns:a="http://schemas.openxmlformats.org/drawingml/2006/main">
              <a:ext uri="{FF2B5EF4-FFF2-40B4-BE49-F238E27FC236}">
                <a16:creationId xmlns:a16="http://schemas.microsoft.com/office/drawing/2014/main" id="{85F55588-DF4A-4D9F-B2BB-02BB8F1485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3897387D-16C4-4BBA-9DC1-28B1C36174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B2B371B-8DED-41A8-B441-02B296507F2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E654AD8B-8033-4E03-8404-899DDAF542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2119E816-BDB7-4BAD-903A-30B4458C93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33BEADC4-7001-49D3-A267-9AF1C745B756}"/>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13821C6A-49FB-40EF-8183-1BF262C55673}"/>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A134D996-D517-45F1-AF3C-84E85C2F244E}"/>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D4D9554C-9294-4BD4-BEFF-32BC2E7899B4}"/>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7F40A988-E7FD-4300-A170-17BAC5E6904F}"/>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C93D957B-64C4-43A8-ACAC-A5C5B8C53F9D}"/>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12F34F6B-D238-4124-A8FF-6E896B35DFCA}"/>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BE8AE3E7-DFD3-4217-A611-5C9121B81781}"/>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C66B9F92-2EC5-48E8-A7E3-73C0407328FE}"/>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805E533F-79D7-4B1F-B836-07AE287CF1C2}"/>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600764AE-BA7E-418F-A1B7-69E2A7E9CB4F}"/>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C8209A9C-E62C-4048-B0DD-8120A6686BCF}"/>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BD6A51EC-7545-4104-851E-A82338AA3695}"/>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30777ED5-1B75-43F6-B2D1-ED50BA537672}"/>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99B59CE4-E1BA-442E-B359-89CDA5FCAD1F}"/>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DD9EA2B0-1D30-45DB-9E4D-2F390ABF3D5E}"/>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C9577B29-3850-46FB-B8A7-FFD291CC468B}"/>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12BFFBEC-351B-40FC-A515-3EAE5936A9CD}"/>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47C4D8ED-1D01-41F8-A1D6-882A3C5A258F}"/>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B5CCEC53-D5F4-4E79-A40D-C231EB028E0E}"/>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4C07AB5F-BDAD-45AE-92EC-FDBF8F9A991D}"/>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4F9515E6-E03C-4D10-A0AB-1AC87FACA137}"/>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2C11D924-8C9A-4AD5-91A3-83263EBA7CA2}"/>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2A7A5808-650C-4812-9BE9-0990A023A3C6}"/>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17CC2CE4-4947-41E9-9AC4-0C79503890D5}"/>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9B43AC0B-1CBF-4661-97CE-DC0D231B8E7B}"/>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47375909-567B-46D2-9E0C-F0E26199F775}"/>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BA96E9D5-DF5D-44BE-90E7-C4621DA0D8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2566369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C0210D29-BB41-4AC3-A209-91BAD8153F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4B5762F3-1383-4F69-9B5D-E4D229DE2D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B1FCF971-A567-4737-803F-89EE86B050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EB099EAA-5162-4FBB-8D4E-E5C71DEC88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86E06B87-80BD-46C6-92F1-2441BF6567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DDC6DD22-8BF9-4FCB-8DF5-CA2A41F416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0CB6CC4E-6890-45BD-89CC-401049B4EA25}"/>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A864CADB-3437-4F2E-90FF-C40CF42A0E45}"/>
              </a:ext>
            </a:extLst>
          </p:cNvPr>
          <p:cNvPicPr>
            <a:picLocks xmlns:a="http://schemas.openxmlformats.org/drawingml/2006/main" noChangeAspect="1"/>
          </p:cNvPicPr>
          <p:nvPr/>
        </p:nvPicPr>
        <p:blipFill>
          <a:blip xmlns:r="http://schemas.openxmlformats.org/officeDocument/2006/relationships" xmlns:a="http://schemas.openxmlformats.org/drawingml/2006/main" r:embed="R2d366cc8e4284ebf"/>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1FCD442D-003F-4049-9C68-2A2375A081D6}"/>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8BA6FBB9-1F21-4E64-B2AF-2FE265A3BA96}"/>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BA78729C-CE4C-4C4A-9F77-09E7B36E34C5}"/>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C699A7E5-4E33-4A54-90C4-24A5AE416A55}"/>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3ADE20E7-4D61-42C5-83DB-7AA72CD56FB4}"/>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7475DD0E-5C90-4BF0-AC64-8319FC0D2D56}"/>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CEDD3613-FE97-459F-8F26-C6845BFECF80}"/>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6292009E-016A-4C12-99FC-CA491AD5A559}"/>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877D8330-B43D-4BD7-B0A7-92CBA0521533}"/>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DBEC854A-CCF3-4BA0-9E3F-0298371AB42A}"/>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174310F7-5288-44AA-BDE8-33420CEFFF2C}"/>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EB2FDFD4-3DD1-4D84-84B1-7AFD22F7A47C}"/>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E93BDCDA-AB7D-4FC3-9DB1-50947A8E8BA6}"/>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4D80CC9B-0752-4A5B-81AC-9FC57A22B822}"/>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6F134F51-BC4E-4319-B0D5-FFAFC82BF1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788269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2026-10-24T08:37:38.4740000Z</dcterms:created>
  <dcterms:modified xsi:type="dcterms:W3CDTF">2026-10-24T08:37:38.4740000Z</dcterms:modified>
</coreProperties>
</file>