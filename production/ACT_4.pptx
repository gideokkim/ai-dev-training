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c31a0393d9b4a23" /><Relationship Type="http://schemas.openxmlformats.org/officeDocument/2006/relationships/extended-properties" Target="/docProps/app.xml" Id="R43c7d900e5d344b4" /><Relationship Type="http://schemas.openxmlformats.org/officeDocument/2006/relationships/officeDocument" Target="/ppt/presentation.xml" Id="Re56933d8046b4b29" /></Relationships>
</file>

<file path=ppt/presentation.xml><?xml version="1.0" encoding="utf-8"?>
<p:presentation xmlns:p="http://schemas.openxmlformats.org/presentationml/2006/main">
  <p:sldMasterIdLst>
    <p:sldMasterId xmlns:r="http://schemas.openxmlformats.org/officeDocument/2006/relationships" id="2147483648" r:id="R81c28ffa39934e17"/>
  </p:sldMasterIdLst>
  <p:notesMasterIdLst>
    <p:notesMasterId xmlns:r="http://schemas.openxmlformats.org/officeDocument/2006/relationships" r:id="Re2301dffa7c7442e"/>
  </p:notesMasterIdLst>
  <p:sldIdLst>
    <p:sldId xmlns:r="http://schemas.openxmlformats.org/officeDocument/2006/relationships" id="256" r:id="R3e21fbcb3d3b4987"/>
    <p:sldId xmlns:r="http://schemas.openxmlformats.org/officeDocument/2006/relationships" id="257" r:id="Re6543e91b9124d4b"/>
    <p:sldId xmlns:r="http://schemas.openxmlformats.org/officeDocument/2006/relationships" id="258" r:id="R2cade05ab30549ca"/>
    <p:sldId xmlns:r="http://schemas.openxmlformats.org/officeDocument/2006/relationships" id="259" r:id="R6f39ca52421a453c"/>
    <p:sldId xmlns:r="http://schemas.openxmlformats.org/officeDocument/2006/relationships" id="260" r:id="R3ef4855ba36c4b01"/>
    <p:sldId xmlns:r="http://schemas.openxmlformats.org/officeDocument/2006/relationships" id="261" r:id="R649a2b6a687a4f5c"/>
    <p:sldId xmlns:r="http://schemas.openxmlformats.org/officeDocument/2006/relationships" id="262" r:id="R849559740ad4489e"/>
    <p:sldId xmlns:r="http://schemas.openxmlformats.org/officeDocument/2006/relationships" id="263" r:id="Rf855fa1d3d8c4d62"/>
    <p:sldId xmlns:r="http://schemas.openxmlformats.org/officeDocument/2006/relationships" id="264" r:id="R047f78514a5945c3"/>
    <p:sldId xmlns:r="http://schemas.openxmlformats.org/officeDocument/2006/relationships" id="265" r:id="R5775c7f6061345ec"/>
    <p:sldId xmlns:r="http://schemas.openxmlformats.org/officeDocument/2006/relationships" id="266" r:id="Rac556627b43d4382"/>
    <p:sldId xmlns:r="http://schemas.openxmlformats.org/officeDocument/2006/relationships" id="267" r:id="R37f4ebd029644f60"/>
    <p:sldId xmlns:r="http://schemas.openxmlformats.org/officeDocument/2006/relationships" id="268" r:id="Rde92e905c88e4634"/>
    <p:sldId xmlns:r="http://schemas.openxmlformats.org/officeDocument/2006/relationships" id="269" r:id="Rb0276f4b2e2b4309"/>
    <p:sldId xmlns:r="http://schemas.openxmlformats.org/officeDocument/2006/relationships" id="270" r:id="R399733a108c74c4e"/>
    <p:sldId xmlns:r="http://schemas.openxmlformats.org/officeDocument/2006/relationships" id="271" r:id="Rb82737b872384abb"/>
    <p:sldId xmlns:r="http://schemas.openxmlformats.org/officeDocument/2006/relationships" id="272" r:id="R9c21150130f146cf"/>
    <p:sldId xmlns:r="http://schemas.openxmlformats.org/officeDocument/2006/relationships" id="273" r:id="Rd5b520c6f6b84c72"/>
    <p:sldId xmlns:r="http://schemas.openxmlformats.org/officeDocument/2006/relationships" id="274" r:id="R351e4adcd4e5425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9603f6153024a92" /><Relationship Type="http://schemas.openxmlformats.org/officeDocument/2006/relationships/slideMaster" Target="/ppt/slideMasters/slideMaster1.xml" Id="R81c28ffa39934e17" /><Relationship Type="http://schemas.openxmlformats.org/officeDocument/2006/relationships/notesMaster" Target="/ppt/notesMasters/notesMaster1.xml" Id="Re2301dffa7c7442e" /><Relationship Type="http://schemas.openxmlformats.org/officeDocument/2006/relationships/presProps" Target="/ppt/presProps.xml" Id="R8238cfabdff94137" /><Relationship Type="http://schemas.openxmlformats.org/officeDocument/2006/relationships/tableStyles" Target="/ppt/tableStyles.xml" Id="R4aa4d52ae09645ee" /><Relationship Type="http://schemas.openxmlformats.org/officeDocument/2006/relationships/slide" Target="/ppt/slides/slide1.xml" Id="R3e21fbcb3d3b4987" /><Relationship Type="http://schemas.openxmlformats.org/officeDocument/2006/relationships/slide" Target="/ppt/slides/slide2.xml" Id="Re6543e91b9124d4b" /><Relationship Type="http://schemas.openxmlformats.org/officeDocument/2006/relationships/slide" Target="/ppt/slides/slide3.xml" Id="R2cade05ab30549ca" /><Relationship Type="http://schemas.openxmlformats.org/officeDocument/2006/relationships/slide" Target="/ppt/slides/slide4.xml" Id="R6f39ca52421a453c" /><Relationship Type="http://schemas.openxmlformats.org/officeDocument/2006/relationships/slide" Target="/ppt/slides/slide5.xml" Id="R3ef4855ba36c4b01" /><Relationship Type="http://schemas.openxmlformats.org/officeDocument/2006/relationships/slide" Target="/ppt/slides/slide6.xml" Id="R649a2b6a687a4f5c" /><Relationship Type="http://schemas.openxmlformats.org/officeDocument/2006/relationships/slide" Target="/ppt/slides/slide7.xml" Id="R849559740ad4489e" /><Relationship Type="http://schemas.openxmlformats.org/officeDocument/2006/relationships/slide" Target="/ppt/slides/slide8.xml" Id="Rf855fa1d3d8c4d62" /><Relationship Type="http://schemas.openxmlformats.org/officeDocument/2006/relationships/slide" Target="/ppt/slides/slide9.xml" Id="R047f78514a5945c3" /><Relationship Type="http://schemas.openxmlformats.org/officeDocument/2006/relationships/slide" Target="/ppt/slides/slide10.xml" Id="R5775c7f6061345ec" /><Relationship Type="http://schemas.openxmlformats.org/officeDocument/2006/relationships/slide" Target="/ppt/slides/slide11.xml" Id="Rac556627b43d4382" /><Relationship Type="http://schemas.openxmlformats.org/officeDocument/2006/relationships/slide" Target="/ppt/slides/slide12.xml" Id="R37f4ebd029644f60" /><Relationship Type="http://schemas.openxmlformats.org/officeDocument/2006/relationships/slide" Target="/ppt/slides/slide13.xml" Id="Rde92e905c88e4634" /><Relationship Type="http://schemas.openxmlformats.org/officeDocument/2006/relationships/slide" Target="/ppt/slides/slide14.xml" Id="Rb0276f4b2e2b4309" /><Relationship Type="http://schemas.openxmlformats.org/officeDocument/2006/relationships/slide" Target="/ppt/slides/slide15.xml" Id="R399733a108c74c4e" /><Relationship Type="http://schemas.openxmlformats.org/officeDocument/2006/relationships/slide" Target="/ppt/slides/slide16.xml" Id="Rb82737b872384abb" /><Relationship Type="http://schemas.openxmlformats.org/officeDocument/2006/relationships/slide" Target="/ppt/slides/slide17.xml" Id="R9c21150130f146cf" /><Relationship Type="http://schemas.openxmlformats.org/officeDocument/2006/relationships/slide" Target="/ppt/slides/slide18.xml" Id="Rd5b520c6f6b84c72" /><Relationship Type="http://schemas.openxmlformats.org/officeDocument/2006/relationships/slide" Target="/ppt/slides/slide19.xml" Id="R351e4adcd4e5425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e981b2d7bf5459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56bfa30ad9f46fb" /><Relationship Type="http://schemas.openxmlformats.org/officeDocument/2006/relationships/notesMaster" Target="/ppt/notesMasters/notesMaster1.xml" Id="R031034ef22bd40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9cac4de7e8644acd" /><Relationship Type="http://schemas.openxmlformats.org/officeDocument/2006/relationships/notesMaster" Target="/ppt/notesMasters/notesMaster1.xml" Id="Ra336bc92a14943bf" /></Relationships>
</file>

<file path=ppt/notesSlides/_rels/notesSlide3.xml.rels>&#65279;<?xml version="1.0" encoding="utf-8"?><Relationships xmlns="http://schemas.openxmlformats.org/package/2006/relationships"><Relationship Type="http://schemas.openxmlformats.org/officeDocument/2006/relationships/slide" Target="/ppt/slides/slide3.xml" Id="R55d91e29a3034f7b" /><Relationship Type="http://schemas.openxmlformats.org/officeDocument/2006/relationships/notesMaster" Target="/ppt/notesMasters/notesMaster1.xml" Id="R0de772a0f6fc426a" /></Relationships>
</file>

<file path=ppt/notesSlides/_rels/notesSlide4.xml.rels>&#65279;<?xml version="1.0" encoding="utf-8"?><Relationships xmlns="http://schemas.openxmlformats.org/package/2006/relationships"><Relationship Type="http://schemas.openxmlformats.org/officeDocument/2006/relationships/slide" Target="/ppt/slides/slide4.xml" Id="Rca8ac87ad4b24dfc" /><Relationship Type="http://schemas.openxmlformats.org/officeDocument/2006/relationships/notesMaster" Target="/ppt/notesMasters/notesMaster1.xml" Id="R56803c893ecb4ae7" /></Relationships>
</file>

<file path=ppt/notesSlides/_rels/notesSlide5.xml.rels>&#65279;<?xml version="1.0" encoding="utf-8"?><Relationships xmlns="http://schemas.openxmlformats.org/package/2006/relationships"><Relationship Type="http://schemas.openxmlformats.org/officeDocument/2006/relationships/slide" Target="/ppt/slides/slide5.xml" Id="R2b2fe543b3b0434b" /><Relationship Type="http://schemas.openxmlformats.org/officeDocument/2006/relationships/notesMaster" Target="/ppt/notesMasters/notesMaster1.xml" Id="Rc18d02af5e2547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55d83cad306a4b80" /><Relationship Type="http://schemas.openxmlformats.org/officeDocument/2006/relationships/notesMaster" Target="/ppt/notesMasters/notesMaster1.xml" Id="R30f4158d98b2410b" /></Relationships>
</file>

<file path=ppt/notesSlides/_rels/notesSlide7.xml.rels>&#65279;<?xml version="1.0" encoding="utf-8"?><Relationships xmlns="http://schemas.openxmlformats.org/package/2006/relationships"><Relationship Type="http://schemas.openxmlformats.org/officeDocument/2006/relationships/slide" Target="/ppt/slides/slide7.xml" Id="Rb89b7e6297ac4c94" /><Relationship Type="http://schemas.openxmlformats.org/officeDocument/2006/relationships/notesMaster" Target="/ppt/notesMasters/notesMaster1.xml" Id="R5bcc6a6dcd2d4333" /></Relationships>
</file>

<file path=ppt/notesSlides/_rels/notesSlide8.xml.rels>&#65279;<?xml version="1.0" encoding="utf-8"?><Relationships xmlns="http://schemas.openxmlformats.org/package/2006/relationships"><Relationship Type="http://schemas.openxmlformats.org/officeDocument/2006/relationships/slide" Target="/ppt/slides/slide8.xml" Id="R50031a4849d94c13" /><Relationship Type="http://schemas.openxmlformats.org/officeDocument/2006/relationships/notesMaster" Target="/ppt/notesMasters/notesMaster1.xml" Id="Rb38e8c35b015404f" /></Relationships>
</file>

<file path=ppt/notesSlides/_rels/notesSlide9.xml.rels>&#65279;<?xml version="1.0" encoding="utf-8"?><Relationships xmlns="http://schemas.openxmlformats.org/package/2006/relationships"><Relationship Type="http://schemas.openxmlformats.org/officeDocument/2006/relationships/slide" Target="/ppt/slides/slide9.xml" Id="R1f57105090aa40b8" /><Relationship Type="http://schemas.openxmlformats.org/officeDocument/2006/relationships/notesMaster" Target="/ppt/notesMasters/notesMaster1.xml" Id="R67bfd51e967a4b0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7800dbf6c5b4090" /><Relationship Type="http://schemas.openxmlformats.org/officeDocument/2006/relationships/notesMaster" Target="/ppt/notesMasters/notesMaster1.xml" Id="Rba555760c7fa4eb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5e64240cf5f4cd8" /><Relationship Type="http://schemas.openxmlformats.org/officeDocument/2006/relationships/notesMaster" Target="/ppt/notesMasters/notesMaster1.xml" Id="Re096450b5e3d407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463478e4cfe45c9" /><Relationship Type="http://schemas.openxmlformats.org/officeDocument/2006/relationships/notesMaster" Target="/ppt/notesMasters/notesMaster1.xml" Id="R32b1175edcf4420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e459eb3a8264f6e" /><Relationship Type="http://schemas.openxmlformats.org/officeDocument/2006/relationships/notesMaster" Target="/ppt/notesMasters/notesMaster1.xml" Id="R45057b82e5554e1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a3be0493b1b4aad" /><Relationship Type="http://schemas.openxmlformats.org/officeDocument/2006/relationships/notesMaster" Target="/ppt/notesMasters/notesMaster1.xml" Id="R388cb6c888d0435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36959e8720d49c8" /><Relationship Type="http://schemas.openxmlformats.org/officeDocument/2006/relationships/notesMaster" Target="/ppt/notesMasters/notesMaster1.xml" Id="Rdffe5dcabc56477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a6ec720a6b5419c" /><Relationship Type="http://schemas.openxmlformats.org/officeDocument/2006/relationships/notesMaster" Target="/ppt/notesMasters/notesMaster1.xml" Id="R3c639455bc1f483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7d540d21dae48a7" /><Relationship Type="http://schemas.openxmlformats.org/officeDocument/2006/relationships/notesMaster" Target="/ppt/notesMasters/notesMaster1.xml" Id="Rc9c1e1642e0a48a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80270961a894ba6" /><Relationship Type="http://schemas.openxmlformats.org/officeDocument/2006/relationships/notesMaster" Target="/ppt/notesMasters/notesMaster1.xml" Id="Rdd1554e7737e49b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01387c1102944f2" /><Relationship Type="http://schemas.openxmlformats.org/officeDocument/2006/relationships/notesMaster" Target="/ppt/notesMasters/notesMaster1.xml" Id="Ra73fdead4985446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기록과 피드백으로 시스템 개선하기</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기록과 피드백으로 시스템 개선하기</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기록과 피드백으로 시스템 개선하기 — Loop Engineering · 개선 과정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4의 제목 “기록과 피드백으로 시스템 개선하기”을 가리키며 구간을 연다.</a:t>
            </a:r>
          </a:p>
          <a:p xmlns:a="http://schemas.openxmlformats.org/drawingml/2006/main">
            <a:r>
              <a:t>2. (0:20–0:40 / Transition) 부제 “Loop Engineering · 개선 과정 설계”는 이번 구간의 관점만 안내한다. 구체적 기능·해결 방법·결과는 앞서 설명하지 않는다.</a:t>
            </a:r>
          </a:p>
          <a:p xmlns:a="http://schemas.openxmlformats.org/drawingml/2006/main">
            <a:r>
              <a:t>3. (0:40–1:00 / Transition) S83의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S83 — 확인한 성공을 유지하려면로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4 총81분, 전체406분이다. 제목·부제만 안내하고1분에 S83로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production/preview/full/S82.png 또는 production/ACT_4.pptx의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확인한 성공을 유지하려면</a:t>
            </a:r>
          </a:p>
          <a:p xmlns:a="http://schemas.openxmlformats.org/drawingml/2006/main">
            <a:r>
              <a:t/>
            </a:r>
          </a:p>
          <a:p xmlns:a="http://schemas.openxmlformats.org/drawingml/2006/main">
            <a:r>
              <a:t>Slide ID: S83</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S81에서 위치·검토/갱신 역할을 생각했다는 점을 회수한다. 실제 밝기 통계는 출력6항목·전체 테스트11/11·같은 조건의 측정/guard를 확인한 성공으로 마쳤다고 짧게 남긴다. S66의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S81에서 떠올린 한 가지에 대해 어떤 기준/환경 변화가 담당자의 재검토를 요구할지 조용히 생각하게 한다. 앞 장의 위치·담당 선택을 다시 시키거나 답변/산출물을 요구하지 않는다. 다음 S84부터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S83, production/preview/act4/S83.png 및 production/preview/full/S83.png.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처음에는 기준과 재사용 절차가 맞았다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S84, production/preview/act4/S84.png 및 production/preview/full/S84.png.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Project는 바뀌고 Workflow는 남았다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S81의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S85와 production/preview/act4/S85.png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S85와 production/preview/act4/S85.png를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이번 요청과 다음 작업의 지침</a:t>
            </a:r>
          </a:p>
          <a:p xmlns:a="http://schemas.openxmlformats.org/drawingml/2006/main">
            <a:r>
              <a:t/>
            </a:r>
          </a:p>
          <a:p xmlns:a="http://schemas.openxmlformats.org/drawingml/2006/main">
            <a:r>
              <a:t>Slide ID: S86</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S87에서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S86, production/preview/act4/S86.png 및 production/preview/full/S86.png.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원인을 고르기 전에 확인할 기록</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1. (0:00–0:30 / CAPTURED Demo) S86의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S88에서 가정과 원인 가설을 분리한다.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S87, production/preview/act4/S87.png 및 production/preview/full/S87.png.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주어진 정보와 원인 가설을 나눈다</a:t>
            </a:r>
          </a:p>
          <a:p xmlns:a="http://schemas.openxmlformats.org/drawingml/2006/main">
            <a:r>
              <a:t/>
            </a:r>
          </a:p>
          <a:p xmlns:a="http://schemas.openxmlformats.org/drawingml/2006/main">
            <a:r>
              <a:t>Slide ID: S88</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S87의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S88, production/preview/act4/S88.png 및 production/preview/full/S88.png.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확인한 원인에 맞춰 변경 대상을 고른다</a:t>
            </a:r>
          </a:p>
          <a:p xmlns:a="http://schemas.openxmlformats.org/drawingml/2006/main">
            <a:r>
              <a:t/>
            </a:r>
          </a:p>
          <a:p xmlns:a="http://schemas.openxmlformats.org/drawingml/2006/main">
            <a:r>
              <a:t>Slide ID: S89</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S90에서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S87 2분/S76 1분 그대로이며 S89는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S89, production/preview/act4/S89.png 및 production/preview/full/S89.png.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확인된 범위만 검토하고 갱신한다</a:t>
            </a:r>
          </a:p>
          <a:p xmlns:a="http://schemas.openxmlformats.org/drawingml/2006/main">
            <a:r>
              <a:t/>
            </a:r>
          </a:p>
          <a:p xmlns:a="http://schemas.openxmlformats.org/drawingml/2006/main">
            <a:r>
              <a:t>Slide ID: S90</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S81의 ‘어디에 두고 누가 유지할까’를 이 가상 유지 문제에서 회수했다고 정리한다. 실제 수정/재평가 결과는 없으며 S91에서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S90, production/preview/act4/S90.png 및 production/preview/full/S90.png.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1. (0:00–1:00 / Lecture) S90의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S92에서 서로 다른 위험을 확인할 대표 작업을 고른다. 통과나 안전성이 확인됐다는 결과를 만들지 않는다.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S91와 production/preview/act4/S91.png를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S91의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S92와 production/preview/act4/S92.png를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S92의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S89의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S89의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S93와 production/preview/act4/S93.png를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S89/S80의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S94와 production/preview/act4/S94.png를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S76–S80를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S96은 결과와 원인 해석의 구분, S97는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S95와 production/preview/act4/S95.png를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S66의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S96와 production/preview/act4/S96.png를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S97와 production/preview/act4/S97.png를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S98와 production/preview/act4/S98.png를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1. (0:00–1:00 / Lecture) S94와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S97의 세 기록 항목과 S98의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S99와 production/preview/act4/S99.png를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1. (0:00–2:00 / Case) S99의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S102에 전체 여정 회수를 넘긴다. 다섯 ACT의 여정을 여기서 미리 재강의하지 않는다.</a:t>
            </a:r>
          </a:p>
          <a:p xmlns:a="http://schemas.openxmlformats.org/drawingml/2006/main">
            <a:r>
              <a:t>기존 연결 질문을 유지한 채 ACT 5 제목 S101를 거쳐 S102의 첫 문제로 이어간다. 제목의 Transition1분은 다음 ACT에 별도로 배정한다.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S102으로 이동한다.</a:t>
            </a:r>
          </a:p>
          <a:p xmlns:a="http://schemas.openxmlformats.org/drawingml/2006/main">
            <a:r>
              <a:t>기존 연결 질문을 유지한 채 ACT 5 제목 S101를 거쳐 S102의 첫 문제로 이어간다. 제목의 Transition1분은 다음 ACT에 별도로 배정한다.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S102의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production/preview/act4/S100.png 및 production/preview/full/S100.png다.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e5bc666b0a74ec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cef5a5d60f3402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8a481637a524aa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9302642c9464a9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06c3070ce03490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9d01e0d4e39472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EE2C409-D308-40B8-9C28-A2ACC1F6F44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169BA7A-B539-4CB9-8C37-CE6E57A4FD2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1564827-587F-42C6-90C7-9AE2144A9E4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735486D-978F-4733-827A-39BE90F570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0F75994-2559-4863-AA32-59CB03F7537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EAE02E5-4B5D-4DE4-B7B5-99C48442F53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CF01E72-461C-4781-8276-6C3AC1062C6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CA8ECF6-49B0-4295-82CC-B035E754990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FB1927D-4323-43A6-AD10-24E16E0A6F5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88EB564-EB71-40F7-83CA-E9D1FF1AC86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20e35692ce14744" /><Relationship Type="http://schemas.openxmlformats.org/officeDocument/2006/relationships/slideLayout" Target="/ppt/slideLayouts/slideLayout1.xml" Id="R84ed57019d1e48cb" /><Relationship Type="http://schemas.openxmlformats.org/officeDocument/2006/relationships/slideLayout" Target="/ppt/slideLayouts/slideLayout2.xml" Id="Rdf512f4e9dae463e" /><Relationship Type="http://schemas.openxmlformats.org/officeDocument/2006/relationships/slideLayout" Target="/ppt/slideLayouts/slideLayout3.xml" Id="R541871f6ec824feb" /><Relationship Type="http://schemas.openxmlformats.org/officeDocument/2006/relationships/slideLayout" Target="/ppt/slideLayouts/slideLayout4.xml" Id="R717ba9576b904117" /><Relationship Type="http://schemas.openxmlformats.org/officeDocument/2006/relationships/slideLayout" Target="/ppt/slideLayouts/slideLayout5.xml" Id="R7eaf394ddc7e406e" /><Relationship Type="http://schemas.openxmlformats.org/officeDocument/2006/relationships/slideLayout" Target="/ppt/slideLayouts/slideLayout6.xml" Id="R5b92d1eb2c8b46a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4ed57019d1e48cb"/>
    <p:sldLayoutId xmlns:r="http://schemas.openxmlformats.org/officeDocument/2006/relationships" id="2147483650" r:id="Rdf512f4e9dae463e"/>
    <p:sldLayoutId xmlns:r="http://schemas.openxmlformats.org/officeDocument/2006/relationships" id="2147483651" r:id="R541871f6ec824feb"/>
    <p:sldLayoutId xmlns:r="http://schemas.openxmlformats.org/officeDocument/2006/relationships" id="2147483652" r:id="R717ba9576b904117"/>
    <p:sldLayoutId xmlns:r="http://schemas.openxmlformats.org/officeDocument/2006/relationships" id="2147483653" r:id="R7eaf394ddc7e406e"/>
    <p:sldLayoutId xmlns:r="http://schemas.openxmlformats.org/officeDocument/2006/relationships" id="2147483654" r:id="R5b92d1eb2c8b46a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769445f3fec4b6b" /><Relationship Type="http://schemas.openxmlformats.org/officeDocument/2006/relationships/notesSlide" Target="/ppt/notesSlides/notesSlide1.xml" Id="R49766f5265214c2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8e49987cb204548" /><Relationship Type="http://schemas.openxmlformats.org/officeDocument/2006/relationships/notesSlide" Target="/ppt/notesSlides/notesSlide2.xml" Id="R9325e2f78b0e4c6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6844e9d2bdb44b0" /><Relationship Type="http://schemas.openxmlformats.org/officeDocument/2006/relationships/notesSlide" Target="/ppt/notesSlides/notesSlide3.xml" Id="R2e40ec70521d432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2c9f8507cb048be" /><Relationship Type="http://schemas.openxmlformats.org/officeDocument/2006/relationships/notesSlide" Target="/ppt/notesSlides/notesSlide4.xml" Id="R15600e422eb442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7efc4eb4bb64d4a" /><Relationship Type="http://schemas.openxmlformats.org/officeDocument/2006/relationships/notesSlide" Target="/ppt/notesSlides/notesSlide5.xml" Id="Rbcdac5e7614a4c9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3555a8304a64a12" /><Relationship Type="http://schemas.openxmlformats.org/officeDocument/2006/relationships/notesSlide" Target="/ppt/notesSlides/notesSlide6.xml" Id="R069e7c6f7f344fa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15552b64c694a9b" /><Relationship Type="http://schemas.openxmlformats.org/officeDocument/2006/relationships/notesSlide" Target="/ppt/notesSlides/notesSlide7.xml" Id="R8d1e05b249a348b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248fd6e500846ba" /><Relationship Type="http://schemas.openxmlformats.org/officeDocument/2006/relationships/notesSlide" Target="/ppt/notesSlides/notesSlide8.xml" Id="R134993cf3a5d4e9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59e6ecb949444f1" /><Relationship Type="http://schemas.openxmlformats.org/officeDocument/2006/relationships/notesSlide" Target="/ppt/notesSlides/notesSlide9.xml" Id="R568302f48a3e4a6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0fc929cb60f4d35" /><Relationship Type="http://schemas.openxmlformats.org/officeDocument/2006/relationships/notesSlide" Target="/ppt/notesSlides/notesSlide10.xml" Id="R9afaef20e918417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3d871cdf4e04a57" /><Relationship Type="http://schemas.openxmlformats.org/officeDocument/2006/relationships/notesSlide" Target="/ppt/notesSlides/notesSlide11.xml" Id="R479e63b903494d7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53ae6a97e75428d" /><Relationship Type="http://schemas.openxmlformats.org/officeDocument/2006/relationships/notesSlide" Target="/ppt/notesSlides/notesSlide12.xml" Id="R8e7d05fc5f3f4f7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f59ce611aab427d" /><Relationship Type="http://schemas.openxmlformats.org/officeDocument/2006/relationships/notesSlide" Target="/ppt/notesSlides/notesSlide13.xml" Id="R5af988355a65422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6e0dd42b3e7434e" /><Relationship Type="http://schemas.openxmlformats.org/officeDocument/2006/relationships/notesSlide" Target="/ppt/notesSlides/notesSlide14.xml" Id="R28a73415546e405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a58dfa4d0b045a4" /><Relationship Type="http://schemas.openxmlformats.org/officeDocument/2006/relationships/notesSlide" Target="/ppt/notesSlides/notesSlide15.xml" Id="R4b2b740b935e4af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f5c56d86ea94db3" /><Relationship Type="http://schemas.openxmlformats.org/officeDocument/2006/relationships/notesSlide" Target="/ppt/notesSlides/notesSlide16.xml" Id="R6e46e449bb184f0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98891b810ee4c3b" /><Relationship Type="http://schemas.openxmlformats.org/officeDocument/2006/relationships/notesSlide" Target="/ppt/notesSlides/notesSlide17.xml" Id="Rfb66898ce19e487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2062625ad1d4c76" /><Relationship Type="http://schemas.openxmlformats.org/officeDocument/2006/relationships/notesSlide" Target="/ppt/notesSlides/notesSlide18.xml" Id="R3b078366c4474d2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6cd56dc68b74e17" /><Relationship Type="http://schemas.openxmlformats.org/officeDocument/2006/relationships/image" Target="/ppt/media/image.png" Id="R82ea57209c824a0c" /><Relationship Type="http://schemas.openxmlformats.org/officeDocument/2006/relationships/notesSlide" Target="/ppt/notesSlides/notesSlide19.xml" Id="Ra08aa2ee27584e72"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98295980-44E2-44CA-B794-32FE839C3D17}"/>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2">
            <a:extLst xmlns:a="http://schemas.openxmlformats.org/drawingml/2006/main">
              <a:ext uri="{FF2B5EF4-FFF2-40B4-BE49-F238E27FC236}">
                <a16:creationId xmlns:a16="http://schemas.microsoft.com/office/drawing/2014/main" id="{A45BAFD9-126A-4D48-AF0B-1065A3B3C0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
            <a:extLst xmlns:a="http://schemas.openxmlformats.org/drawingml/2006/main">
              <a:ext uri="{FF2B5EF4-FFF2-40B4-BE49-F238E27FC236}">
                <a16:creationId xmlns:a16="http://schemas.microsoft.com/office/drawing/2014/main" id="{1FBB4FC8-3346-437F-820E-26B9D122890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기록과 피드백으로&#10;시스템 개선하기">
            <a:extLst xmlns:a="http://schemas.openxmlformats.org/drawingml/2006/main">
              <a:ext uri="{FF2B5EF4-FFF2-40B4-BE49-F238E27FC236}">
                <a16:creationId xmlns:a16="http://schemas.microsoft.com/office/drawing/2014/main" id="{51C27EEA-1484-4DBD-81D8-175C6B2F2055}"/>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기록과 피드백으로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시스템 개선하기</a:t>
            </a:r>
          </a:p>
        </p:txBody>
      </p:sp>
      <p:sp>
        <p:nvSpPr>
          <p:cNvPr id="5" name="Loop Engineering · 개선 과정 설계">
            <a:extLst xmlns:a="http://schemas.openxmlformats.org/drawingml/2006/main">
              <a:ext uri="{FF2B5EF4-FFF2-40B4-BE49-F238E27FC236}">
                <a16:creationId xmlns:a16="http://schemas.microsoft.com/office/drawing/2014/main" id="{0C89C23C-5120-4C6A-813C-18FF293B643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개선 과정 설계</a:t>
            </a:r>
          </a:p>
        </p:txBody>
      </p:sp>
      <p:sp>
        <p:nvSpPr>
          <p:cNvPr id="6" name="ChatGPT &amp; Codex · 개발자 교육">
            <a:extLst xmlns:a="http://schemas.openxmlformats.org/drawingml/2006/main">
              <a:ext uri="{FF2B5EF4-FFF2-40B4-BE49-F238E27FC236}">
                <a16:creationId xmlns:a16="http://schemas.microsoft.com/office/drawing/2014/main" id="{537FAFEA-5A07-4A83-B3DE-5ED15856D447}"/>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EDFC2E2C-E10F-44D2-A367-8281B46B9C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71639480"/>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5183B618-1DA0-469E-BB2B-2347A1F850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83">
            <a:extLst xmlns:a="http://schemas.openxmlformats.org/drawingml/2006/main">
              <a:ext uri="{FF2B5EF4-FFF2-40B4-BE49-F238E27FC236}">
                <a16:creationId xmlns:a16="http://schemas.microsoft.com/office/drawing/2014/main" id="{A4652A76-FA07-4482-8DDD-97B26B249D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확인한 성공을 유지하려면">
            <a:extLst xmlns:a="http://schemas.openxmlformats.org/drawingml/2006/main">
              <a:ext uri="{FF2B5EF4-FFF2-40B4-BE49-F238E27FC236}">
                <a16:creationId xmlns:a16="http://schemas.microsoft.com/office/drawing/2014/main" id="{DF21022A-73ED-4C6F-856C-7F6F6E5B84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7A4756C2-4259-4A1B-8F63-33F0209CFE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1859D696-0EAC-423E-9597-35EAD72595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8455E4C5-1201-42E3-8939-6B11449C66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7CDA7DBA-740A-4BBD-B253-CAF7930C3680}"/>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0AC39DAE-DB73-4DB9-AF91-6F0A173B76AA}"/>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C0FAB94E-0088-42CF-B4D1-6C14CC3019AB}"/>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7ADA9D57-CA8F-49A7-AAB6-664D354979B3}"/>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0F046628-ADB5-4067-99A1-26BD89FF0042}"/>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52CE9001-EEEC-49E6-9977-ACC426F0B0C7}"/>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D1155C41-331A-4FEB-8E18-AEB7381ADE15}"/>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03BEBCE8-5163-4FE9-8F9D-758DB602997D}"/>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79462934-4310-421C-9D1A-217404164D08}"/>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30752BD4-E39C-42CA-AEC4-E046E5340542}"/>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B8596190-C09A-4E3B-AD1F-05937B9A5FA2}"/>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EE663C19-5E44-4E78-BCDD-479A2C7369D0}"/>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573C5329-AEBE-4141-BEB9-C57F2FF4F8CD}"/>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95974504-E158-4CB0-B77D-2C7B871A2A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66579817"/>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3D1F9A60-FE84-4B42-9F61-6B9818A8CC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84">
            <a:extLst xmlns:a="http://schemas.openxmlformats.org/drawingml/2006/main">
              <a:ext uri="{FF2B5EF4-FFF2-40B4-BE49-F238E27FC236}">
                <a16:creationId xmlns:a16="http://schemas.microsoft.com/office/drawing/2014/main" id="{78D33E8E-92AB-42B3-AAEE-1606C2F7CC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처음에는 기준과 재사용 절차가 맞았다">
            <a:extLst xmlns:a="http://schemas.openxmlformats.org/drawingml/2006/main">
              <a:ext uri="{FF2B5EF4-FFF2-40B4-BE49-F238E27FC236}">
                <a16:creationId xmlns:a16="http://schemas.microsoft.com/office/drawing/2014/main" id="{2093C150-D48B-444E-84C3-77CED7E79E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579F61A2-5825-40F9-8D38-970ED2730A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00CD8CF9-2FF9-415D-AA03-D1A138D171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ED2055DF-C010-4106-BB57-115B6F2ECD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8ECC4ADB-4238-41CC-B94D-9766546B6F72}"/>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120205C4-01A9-433E-B1CF-827EF6722349}"/>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E090326C-1BCB-4C68-99D8-EF733028267B}"/>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38A11F09-A3FB-4AA6-923D-7414434049C1}"/>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77B936D5-88B1-4970-A534-34E5577EDCD1}"/>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18A2681E-4BBA-4911-AE27-DCC6453A3E02}"/>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BD54BC4C-5353-4E9F-9C45-B826102671E3}"/>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F50A22EB-5423-4CDA-A542-496B0255EA53}"/>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9D1C5DC4-5A30-4EE9-9DE2-05C9306B4945}"/>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4A0E3CC4-2ED2-42AA-8C65-F23EC08EFCA3}"/>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CF2A1DA4-30E1-427C-9D91-2B0A38A5362B}"/>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08E2E468-E148-4786-8D9C-4B4900CA89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62683494"/>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14BCEC2C-FCAE-44A9-99F1-AC020F164A3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85">
            <a:extLst xmlns:a="http://schemas.openxmlformats.org/drawingml/2006/main">
              <a:ext uri="{FF2B5EF4-FFF2-40B4-BE49-F238E27FC236}">
                <a16:creationId xmlns:a16="http://schemas.microsoft.com/office/drawing/2014/main" id="{771A644B-6547-4E2F-85BA-15EC0FCCFA3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는 바뀌고 Workflow는 남았다">
            <a:extLst xmlns:a="http://schemas.openxmlformats.org/drawingml/2006/main">
              <a:ext uri="{FF2B5EF4-FFF2-40B4-BE49-F238E27FC236}">
                <a16:creationId xmlns:a16="http://schemas.microsoft.com/office/drawing/2014/main" id="{8DC3336E-914E-4E78-9AF0-9645E599E9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A5D9EE9A-14E3-4992-913F-935453E91182}"/>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040BC2F6-A0FC-4840-A4FC-AECE8ACC2809}"/>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EC88FF13-598C-469E-9511-108033E7F17F}"/>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12981B56-32D7-4FF4-AF52-DBCD404C5AF7}"/>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1645FB3A-117C-4725-8B2F-133589F16921}"/>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D5291FD7-0A51-4448-8B6F-B45C978886C4}"/>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C65C65C5-7ABD-4551-86F0-39B59E17A974}"/>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E0971050-BDA6-4DFA-8CF8-2AEE53EC842E}"/>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ADC55C64-2E33-46FA-8910-0DB963F5C9A9}"/>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0B0981B6-EBA9-49A1-8A81-494098D0B366}"/>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B94EF660-4DAD-40C6-9B49-2B94611B0089}"/>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4092F19B-6BAA-430E-AB19-492601FED7AC}"/>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11C3D486-BB92-447E-A3F6-E755BF724BE2}"/>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53C517C5-1B0F-495D-B29D-FB5E005CDC8B}"/>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DEB8F43D-AD95-4C5D-A386-AD9E0239B52E}"/>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D55AEC06-B673-4B7B-8036-599C4D804D95}"/>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293A2F8C-9FA0-45DD-A808-1A68932BE447}"/>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2360D459-0104-4891-88AD-B4E28D1A8127}"/>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DBA4515E-4D4E-40D5-9CB1-CED329EC3601}"/>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9AD5D1F-5C75-4E8C-9610-713703D35854}"/>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05B8FBFB-1FFF-4A96-8465-A87F33646F16}"/>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892377EF-7370-4521-A69B-3E13604F3C18}"/>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3C790E3D-FB0A-4236-AB63-04A5327448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57E3C0D2-572C-4F00-B80D-FD7F5FD01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39640F38-CFBD-4650-8959-7029E2B57B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9817F2F7-CB20-4501-94CB-AB45847BE7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1336154"/>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1FB11BF1-ADDD-4575-9736-DAF3F32FF4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86">
            <a:extLst xmlns:a="http://schemas.openxmlformats.org/drawingml/2006/main">
              <a:ext uri="{FF2B5EF4-FFF2-40B4-BE49-F238E27FC236}">
                <a16:creationId xmlns:a16="http://schemas.microsoft.com/office/drawing/2014/main" id="{C788A6CA-9B02-425E-BEB2-834DBECC1F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이번 요청과 다음 작업의 지침">
            <a:extLst xmlns:a="http://schemas.openxmlformats.org/drawingml/2006/main">
              <a:ext uri="{FF2B5EF4-FFF2-40B4-BE49-F238E27FC236}">
                <a16:creationId xmlns:a16="http://schemas.microsoft.com/office/drawing/2014/main" id="{07A61ABF-DFDB-4286-AE4D-EB208390C5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3C0FB0CD-DB0E-480B-B9EA-89AEBBFB5F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EF99157F-38C8-44F0-B360-AE5985F14F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F16A997B-616F-40A5-B51E-78211A34AE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1280235F-3626-4E0D-BE1F-CBE91A7459B3}"/>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088C3A6D-820F-408D-AB0F-9BAC87514EA8}"/>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6790A518-659D-45C0-A649-A3D912E3CF57}"/>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4019DA93-8860-425A-8C3A-1D5AA53AE085}"/>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803907F0-4203-4CC2-9276-FA1D470C3EFC}"/>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D363A57F-0409-4AC0-B189-4E9F71F6784B}"/>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017C4254-261E-4BA2-B87D-53BCFE0CB633}"/>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00E3868B-F253-4B1E-8B3A-DAA5591B330E}"/>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4E48C3F9-427E-4EA4-9A91-21D0740524F2}"/>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5512F3BF-8072-4CC1-9D9A-97BEECFE80DF}"/>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9878D33C-4055-46CA-9C50-801D5DD76F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01191191"/>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CONCEPTUAL / 조사할 대상과 근거">
            <a:extLst xmlns:a="http://schemas.openxmlformats.org/drawingml/2006/main">
              <a:ext uri="{FF2B5EF4-FFF2-40B4-BE49-F238E27FC236}">
                <a16:creationId xmlns:a16="http://schemas.microsoft.com/office/drawing/2014/main" id="{D75DA1FE-FA3B-4580-BF87-102709A58D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87">
            <a:extLst xmlns:a="http://schemas.openxmlformats.org/drawingml/2006/main">
              <a:ext uri="{FF2B5EF4-FFF2-40B4-BE49-F238E27FC236}">
                <a16:creationId xmlns:a16="http://schemas.microsoft.com/office/drawing/2014/main" id="{25FA96E4-643B-4AAC-B600-B032ACB5BD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원인을 고르기 전에 확인할 기록">
            <a:extLst xmlns:a="http://schemas.openxmlformats.org/drawingml/2006/main">
              <a:ext uri="{FF2B5EF4-FFF2-40B4-BE49-F238E27FC236}">
                <a16:creationId xmlns:a16="http://schemas.microsoft.com/office/drawing/2014/main" id="{E658DB6D-B95B-4EF1-866A-BBB5A145ED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5F44B6CD-D856-4FB8-9E12-D10ECF3118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70221C9F-ED4A-46AE-9A90-16776FA312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A763F092-B7F9-4EB9-9FFD-39601A98C0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06064F5E-7B7D-46B8-9E6A-F42F7EC7D797}"/>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2C5B3F4F-26DC-40BE-B14D-B1C5865F3B2E}"/>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C953FF57-FCC7-4359-B3DA-ED4FBD8823CB}"/>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9EC1F6D9-E1A8-4AC7-9B83-881928284684}"/>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2D67F79D-FB2F-4642-ABD4-6D77FF986D3B}"/>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2D1CFA0F-CC16-4754-916D-271396DED7F9}"/>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25097191-4F5E-497F-AE3F-7B1326487EF1}"/>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E49CA2AA-3C53-479E-BD96-DD1D3C123CFA}"/>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AA667F86-C61F-4340-978D-3394E67B87C5}"/>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739F0C48-6A83-4647-85DE-0E4F5E1775DB}"/>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D5FEFF09-6427-40CC-9516-7E201281C007}"/>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CBC9BD0C-27EC-4DA8-9891-D72A2C39A058}"/>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FD534A6A-76C2-4395-820F-C606BA88CD08}"/>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7B2CC4BA-5B50-4C79-A3D7-157C1EA182F4}"/>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5A752A0D-A47E-4557-8608-091786A91A7D}"/>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
            <a:extLst xmlns:a="http://schemas.openxmlformats.org/drawingml/2006/main">
              <a:ext uri="{FF2B5EF4-FFF2-40B4-BE49-F238E27FC236}">
                <a16:creationId xmlns:a16="http://schemas.microsoft.com/office/drawing/2014/main" id="{D0D54BC2-2D8F-48D9-AD2F-CCBE8A051F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75BDF8D7-7889-46AA-A246-29BFE2CFF73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4" name="Legacy module connection">
            <a:extLst xmlns:a="http://schemas.openxmlformats.org/drawingml/2006/main">
              <a:ext uri="{FF2B5EF4-FFF2-40B4-BE49-F238E27FC236}">
                <a16:creationId xmlns:a16="http://schemas.microsoft.com/office/drawing/2014/main" id="{570CCBAA-6B81-4635-8A8E-08BDD43998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8620124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614288F7-343A-49CF-9656-D570868948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88">
            <a:extLst xmlns:a="http://schemas.openxmlformats.org/drawingml/2006/main">
              <a:ext uri="{FF2B5EF4-FFF2-40B4-BE49-F238E27FC236}">
                <a16:creationId xmlns:a16="http://schemas.microsoft.com/office/drawing/2014/main" id="{C6B2E4FE-E76C-4618-A51C-13E5402870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주어진 정보와 원인 가설을 나눈다">
            <a:extLst xmlns:a="http://schemas.openxmlformats.org/drawingml/2006/main">
              <a:ext uri="{FF2B5EF4-FFF2-40B4-BE49-F238E27FC236}">
                <a16:creationId xmlns:a16="http://schemas.microsoft.com/office/drawing/2014/main" id="{2778D560-CF8B-4B79-B7E0-7A1BF591D7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58E7617A-C263-4BE9-8770-75527358CD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BDAF9153-4776-46EE-8099-4555362123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F3CF25AF-CB6A-4085-9651-DD37F3E7C0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3D3916C5-064C-4678-9EBD-78207EAE8668}"/>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5FF98727-7FF5-4FAC-952A-9276AFADF8C4}"/>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8454DD89-F620-41F3-97ED-6D999F60F095}"/>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05A8364-7A64-489C-8C00-C9EB53876B57}"/>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4DD2AF6E-1D19-4FCC-8E66-FEDCFB05A77C}"/>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D5D9D06E-218A-44C5-AA3B-6BA7D3ACFE3C}"/>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F886A01D-AF4F-4A44-B977-D34FF58CFFB4}"/>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599D18D4-0C0A-4235-8B92-E1BF0AE570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3981137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08CBB213-533D-4363-B474-1C1340F8FD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89">
            <a:extLst xmlns:a="http://schemas.openxmlformats.org/drawingml/2006/main">
              <a:ext uri="{FF2B5EF4-FFF2-40B4-BE49-F238E27FC236}">
                <a16:creationId xmlns:a16="http://schemas.microsoft.com/office/drawing/2014/main" id="{DA3DC24D-9C26-4FA3-BCB4-187217CDD1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확인한 원인에 맞춰 변경 대상을 고른다">
            <a:extLst xmlns:a="http://schemas.openxmlformats.org/drawingml/2006/main">
              <a:ext uri="{FF2B5EF4-FFF2-40B4-BE49-F238E27FC236}">
                <a16:creationId xmlns:a16="http://schemas.microsoft.com/office/drawing/2014/main" id="{3C6D160D-F210-4FA0-943E-61EC09EE00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B6822113-1943-4799-9998-D3CAF38735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5B8F7477-0FD0-468A-B644-1B592C8E76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90463B45-5BEA-4374-B827-639C041E3D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B73F0D75-C443-4CB1-B105-5CFA18A11626}"/>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E03DDF73-0F4F-4800-A9FF-70024C1DF6A4}"/>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DE29BFFF-D168-4C0E-B2BD-C53DA89E08B0}"/>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D1BE689A-D7AF-4FE8-B2C9-0640FBB44C13}"/>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4C47C3BA-8B57-4BDF-8743-0146D166E0BC}"/>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4381EEFD-783B-4703-87A3-BFBEF7D62596}"/>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AAE235BD-EE4F-4843-BF7B-887E0FE795E9}"/>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0CD0C772-F67B-4398-B71C-BCB85BF13B20}"/>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5BC61A94-885F-439D-BEF7-8E397B95E633}"/>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B88F47BF-FD9A-44A9-8A72-C6167F2E9B7F}"/>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0BB5486D-A9D7-43E7-B9B2-110ECBB1606D}"/>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ECEC7CD2-A10D-43FD-81E7-D6FA10B1659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1AEEB3BD-B2A9-4B2D-822B-8CF1552B17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6762020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B811481E-DBA4-4490-BC3C-8BF2D5886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90">
            <a:extLst xmlns:a="http://schemas.openxmlformats.org/drawingml/2006/main">
              <a:ext uri="{FF2B5EF4-FFF2-40B4-BE49-F238E27FC236}">
                <a16:creationId xmlns:a16="http://schemas.microsoft.com/office/drawing/2014/main" id="{A6F439CC-0A16-4ECE-B241-90C3E46B02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확인된 범위만 검토하고 갱신한다">
            <a:extLst xmlns:a="http://schemas.openxmlformats.org/drawingml/2006/main">
              <a:ext uri="{FF2B5EF4-FFF2-40B4-BE49-F238E27FC236}">
                <a16:creationId xmlns:a16="http://schemas.microsoft.com/office/drawing/2014/main" id="{0EA33AC2-E0F2-4977-AFE4-5944F98819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8B2BE6C7-AF30-49B7-B4FD-8AF9B46704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5C3701D8-069E-4BBC-A247-2907D60967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859CD670-B881-45CE-9EAE-A2E4CAC16A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B1081444-F7E4-4EB8-A467-694C83783166}"/>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41263D46-1111-496F-A08D-932113E22403}"/>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D854AB70-29CB-4E45-9F6A-0C62EB04DC8F}"/>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165D2183-969A-4E4D-93BC-77073BFD93FF}"/>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26A7559C-57C7-4556-BEA4-0ED4A5835809}"/>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F75A7C0A-9EA7-4037-886E-D361005D089C}"/>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B7A95FE2-F32D-4B4C-A120-D9904E3A9ABD}"/>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37FD91F5-3827-4F7D-B24C-34962FBD005E}"/>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ED476C53-6572-4186-AF76-807D952160E4}"/>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CD1A9C41-8B69-4D49-9213-E7BA39022662}"/>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87CBA191-C366-4209-9E91-DA7FFE06E029}"/>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75EC0E63-DC64-428E-8A20-6951AF7DD13C}"/>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D86CF595-3286-42C1-8ECF-25B68BAA4835}"/>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01D4601F-66FF-4868-911D-FE8D12561C83}"/>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7CA6F16D-C6E9-4278-8DED-B7DF0975CF5C}"/>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404315B8-C647-4C55-858E-9ED092D9A910}"/>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5C0BBEBF-9AFE-4F7B-959C-31CB12AA0A41}"/>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35F9C3B2-F3D6-47EB-A06F-B0CBB2F0FA38}"/>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E76B2E96-BC7B-4BBF-893A-740D7CBB7B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15815357"/>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평가 범위">
            <a:extLst xmlns:a="http://schemas.openxmlformats.org/drawingml/2006/main">
              <a:ext uri="{FF2B5EF4-FFF2-40B4-BE49-F238E27FC236}">
                <a16:creationId xmlns:a16="http://schemas.microsoft.com/office/drawing/2014/main" id="{08EF64B8-1304-49F5-A8A0-1553F4A718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91">
            <a:extLst xmlns:a="http://schemas.openxmlformats.org/drawingml/2006/main">
              <a:ext uri="{FF2B5EF4-FFF2-40B4-BE49-F238E27FC236}">
                <a16:creationId xmlns:a16="http://schemas.microsoft.com/office/drawing/2014/main" id="{4AB5749F-98F9-4333-84AA-8E9433C38C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지침을 고친 뒤, 무엇을 다시 확인할까?">
            <a:extLst xmlns:a="http://schemas.openxmlformats.org/drawingml/2006/main">
              <a:ext uri="{FF2B5EF4-FFF2-40B4-BE49-F238E27FC236}">
                <a16:creationId xmlns:a16="http://schemas.microsoft.com/office/drawing/2014/main" id="{C607AA7D-7793-4024-95BC-5943EEC62B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4621B44E-1CF6-4503-B4AC-7165402B63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77BEFEDE-168F-40B1-8CE9-EF39412A96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86E3BC9F-CA08-436F-8179-5DAD137A62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19DE7C76-D379-489C-BB9B-995B4DB9020D}"/>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EEE5AF44-6423-4449-B415-796D4825582D}"/>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C7563343-41A0-420F-BA27-25CFB4B1E61A}"/>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2A4A7134-3523-40D7-BCC0-17098923ACA2}"/>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5FD12267-7CB7-46C1-8359-A74657794C3A}"/>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22A1F3BB-09B5-4349-B9D3-C62A85CAB32F}"/>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C79CF145-852F-449D-A5E3-ACD2785967C3}"/>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6BBE31E4-FBB8-405C-B0A5-09CDB6340D7B}"/>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7987529D-DAD0-45A1-98ED-0FCF57E96EBA}"/>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A01140A0-9FAB-4336-BFAC-256552288B0B}"/>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
            <a:extLst xmlns:a="http://schemas.openxmlformats.org/drawingml/2006/main">
              <a:ext uri="{FF2B5EF4-FFF2-40B4-BE49-F238E27FC236}">
                <a16:creationId xmlns:a16="http://schemas.microsoft.com/office/drawing/2014/main" id="{D6F4EFD4-D544-46F2-9DEF-6B4DA9F3B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8" name="Practical application tip badge">
            <a:extLst xmlns:a="http://schemas.openxmlformats.org/drawingml/2006/main">
              <a:ext uri="{FF2B5EF4-FFF2-40B4-BE49-F238E27FC236}">
                <a16:creationId xmlns:a16="http://schemas.microsoft.com/office/drawing/2014/main" id="{23CCB36D-D0BC-46E0-ABC6-0FAC3DD41C8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9" name="Legacy module connection">
            <a:extLst xmlns:a="http://schemas.openxmlformats.org/drawingml/2006/main">
              <a:ext uri="{FF2B5EF4-FFF2-40B4-BE49-F238E27FC236}">
                <a16:creationId xmlns:a16="http://schemas.microsoft.com/office/drawing/2014/main" id="{478F5C0D-38BF-4E90-BFBF-002094EB28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18209733"/>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7D008C10-6E88-40D0-82FE-12AB3FEB12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92">
            <a:extLst xmlns:a="http://schemas.openxmlformats.org/drawingml/2006/main">
              <a:ext uri="{FF2B5EF4-FFF2-40B4-BE49-F238E27FC236}">
                <a16:creationId xmlns:a16="http://schemas.microsoft.com/office/drawing/2014/main" id="{AB4163B4-667B-48FE-9CB7-31E8B87104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대표 작업은 서로 다른 위험을 확인한다">
            <a:extLst xmlns:a="http://schemas.openxmlformats.org/drawingml/2006/main">
              <a:ext uri="{FF2B5EF4-FFF2-40B4-BE49-F238E27FC236}">
                <a16:creationId xmlns:a16="http://schemas.microsoft.com/office/drawing/2014/main" id="{E2A65390-86A8-4FC3-8543-44EFFF07A3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279BC2A9-4E37-480B-8C9C-7879660E77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EA9A9B43-A530-42C4-8659-B570DD761C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47A7DE8D-478B-451D-A7B5-C958D64912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71346A06-0AC3-4A8B-8BBA-7490813CF364}"/>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7F7F9862-E2D0-4E4E-BD66-6339F36C5974}"/>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1986628B-96D5-4231-8205-ABCA84E7AA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27513246"/>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676B0488-AF60-4099-8722-DEA4DE6C39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93">
            <a:extLst xmlns:a="http://schemas.openxmlformats.org/drawingml/2006/main">
              <a:ext uri="{FF2B5EF4-FFF2-40B4-BE49-F238E27FC236}">
                <a16:creationId xmlns:a16="http://schemas.microsoft.com/office/drawing/2014/main" id="{D64AA76E-8E80-4B24-8FDD-F376C76582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한 작업에 맞춘 규칙,&#10;다른 작업에도 맞을까?">
            <a:extLst xmlns:a="http://schemas.openxmlformats.org/drawingml/2006/main">
              <a:ext uri="{FF2B5EF4-FFF2-40B4-BE49-F238E27FC236}">
                <a16:creationId xmlns:a16="http://schemas.microsoft.com/office/drawing/2014/main" id="{EA6A0FFF-2B82-4753-BA01-2C0910CBA49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C4E0E9DE-C26E-4D6E-8467-632AFE88F9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8CECDB0E-7C8C-4E31-9FFE-844BDF87A3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59A19BE3-D90C-4BEA-8554-A2AF8A4EC6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04EB2C90-FEA1-4FA6-B16E-1B34AE7A2100}"/>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50E619B2-C16E-4A2B-9946-34055D1E405A}"/>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6147F77A-2E3A-4E05-9742-93417A8CC115}"/>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BC146CA9-4119-4E44-84CA-601FBD798E67}"/>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7BF9F4A1-26D7-48EA-A700-71FBA42E0E16}"/>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743F1638-92F6-407F-9FEB-1E112DED8B2B}"/>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7D4B6B63-DF0E-4538-8C0D-E105B2D376DC}"/>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4DBFC8FA-C6BC-4074-83D6-1D0F4B805530}"/>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0BCD78B4-ABE6-49A3-85E7-A7A23FF0C371}"/>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31C3E8D5-5124-40FD-9529-643E32CC29F5}"/>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9D5801A0-355F-4513-90DA-8A3DFD7B6173}"/>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A12CC496-4728-4E25-9DE9-517FDC3B10BA}"/>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741D8492-1E28-4A37-B116-D895C9F2EA85}"/>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655569E1-0AFD-441E-8DE2-AACD686D9B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0355253"/>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F9F431D0-718C-455D-8B5D-D4215E3932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94">
            <a:extLst xmlns:a="http://schemas.openxmlformats.org/drawingml/2006/main">
              <a:ext uri="{FF2B5EF4-FFF2-40B4-BE49-F238E27FC236}">
                <a16:creationId xmlns:a16="http://schemas.microsoft.com/office/drawing/2014/main" id="{E2A3132C-9EB2-4973-8F3F-8552BB95A5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관찰을 시스템 개선으로 잇는 Loop">
            <a:extLst xmlns:a="http://schemas.openxmlformats.org/drawingml/2006/main">
              <a:ext uri="{FF2B5EF4-FFF2-40B4-BE49-F238E27FC236}">
                <a16:creationId xmlns:a16="http://schemas.microsoft.com/office/drawing/2014/main" id="{8A2FFF82-92A2-4D86-A0FD-265E1C26A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9C8CE33E-B994-4C48-9C6D-C4CCA61740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78B19066-680A-41D3-8D0A-903E7D378D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F5DE0E7D-8145-4CE3-BBB8-C42E7A6142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02262FC1-3CA7-4422-BB09-3A61ACD0823C}"/>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5E09559A-E3EC-4BA5-A593-E722A6AF2CA1}"/>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C99F4AF2-EE97-4CC1-8BB9-88C339F055D2}"/>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F87C60F8-95FD-4FBB-A1A7-6C6188EEB221}"/>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B58B1C93-15D5-4453-8DC4-D55627F65AD0}"/>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036C8BDF-8B6C-4AC7-AF12-909CD31790B2}"/>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B0FA93C4-D0AA-4E79-B517-ADB6733B5CD3}"/>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2741B337-05A0-4091-84D0-E45816CEE04A}"/>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2C208AED-0632-4132-8395-3213BF124289}"/>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AC524EB6-42B7-42A1-9296-D718E80EC6C5}"/>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4F3CC9EA-1C9D-4C03-BF68-773258F04FA5}"/>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DCFC7025-9FC6-4970-9364-D7E8707E7352}"/>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56414B05-4E3A-4836-A0D0-CD76A58C1A32}"/>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06C888C8-BC88-4A62-A67B-3C661249FBB2}"/>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7C33ABED-A5E7-4B44-AFAE-EDB38C4AB476}"/>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880D5BE4-476A-400F-9664-D40BAC90EDDD}"/>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F7098CC4-62B8-492B-B967-6FE71A2FF6F8}"/>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00078A0B-88FD-403B-B92E-01D342BDC2C5}"/>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CB069807-E00B-4241-86A7-5A1CC8387900}"/>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0F48A769-01F1-40AE-80A5-35265AB68DB8}"/>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F08A116A-CE81-4782-8729-835C344C141E}"/>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118CD9BE-20A6-4384-BFD7-41B95B7355D7}"/>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369E6CAB-1E80-4262-9751-CB9D5D6A94A3}"/>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356E6826-9168-4636-AD30-BB3A62DA8EE4}"/>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92C45B35-03C1-4A66-A132-16E4B2C0E9D0}"/>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C8624C6D-BAEE-4615-846A-7C2DF2836CEB}"/>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7DB20031-EFEE-491A-AA14-714B21D51A29}"/>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7BAE5A83-C681-46B4-BCF1-BE9F8D0C8F96}"/>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2309FF4A-4F31-445C-BFE2-3D5173D4E9C8}"/>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57637921-8F35-495B-BAE6-1023319FC1AD}"/>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DFE2D518-48EA-40B6-8796-4E1D60BA139F}"/>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E54B687A-0FE4-4BFC-ABEA-7630539CA1B8}"/>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8366402C-DBD1-4C8D-B7F4-846FB01E5620}"/>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CE58BFD2-1996-41C5-B67C-7D49B50CC019}"/>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FEF6D6CB-CCCA-438A-AAAD-8B6AB8D369EC}"/>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3DBE032C-BC42-4802-ACD4-E7F419250FDB}"/>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B6E4AD40-4450-41BB-8641-7BDF08C84F98}"/>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A36ABC69-6E5A-41FF-BF23-1D1D224F916C}"/>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D824632F-C3E0-4D6F-8F87-F296C31738E0}"/>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6C7D54EA-14D1-404F-A433-8FEFC26F45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8315444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049E0180-078D-4625-B156-981D0F6F7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95">
            <a:extLst xmlns:a="http://schemas.openxmlformats.org/drawingml/2006/main">
              <a:ext uri="{FF2B5EF4-FFF2-40B4-BE49-F238E27FC236}">
                <a16:creationId xmlns:a16="http://schemas.microsoft.com/office/drawing/2014/main" id="{D3E9A21E-A1C4-4417-8B2B-ADE98709AF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평가·보고 기준도 개선 대상이다">
            <a:extLst xmlns:a="http://schemas.openxmlformats.org/drawingml/2006/main">
              <a:ext uri="{FF2B5EF4-FFF2-40B4-BE49-F238E27FC236}">
                <a16:creationId xmlns:a16="http://schemas.microsoft.com/office/drawing/2014/main" id="{E62F7FDB-E40B-4C6A-81B1-7F978A730C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82FE6892-588F-426D-8925-A7F3C70B7E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71C251B-492E-4B63-BA73-B7662CBCB08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EFE55C09-79B2-4012-9B96-93B5891FE2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0CD3627F-1866-4FDB-90A8-83386BFF26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E7286927-A785-469D-8148-33D92EB9D334}"/>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AE7E483F-EB23-4977-889A-32797715CC2B}"/>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81A9D898-5ED7-42C8-BFE3-55EF9A46FCEB}"/>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70A348E1-B76C-4DD5-BC3B-7A62F9EDF1F3}"/>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5E7C9E7A-215D-4D3E-A885-04FF22183BE5}"/>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6B2A7738-DDD5-457F-BB2E-7955614B4E55}"/>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7BA1347F-130C-449F-810D-2535E0234E03}"/>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2B364781-6514-404B-9A72-FDEE561F6437}"/>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4C455C64-0002-4768-A793-DB615795AE13}"/>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B19C9732-4225-48AB-996B-3700E7D362CF}"/>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2672C9F5-5A5C-4BFD-B1FB-9D7F1D270317}"/>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BC10FA7A-CDF0-424C-960B-639F16D75F1E}"/>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13A0FC6E-4523-4360-B389-D178473A4F5F}"/>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0D1A7DF1-E2B5-4684-B1E5-01A4AD0DCE29}"/>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489541C5-152B-4A2E-BB8E-AC1DD02FB6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18346539"/>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E141227D-176A-4994-B41F-8660AD9D28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96">
            <a:extLst xmlns:a="http://schemas.openxmlformats.org/drawingml/2006/main">
              <a:ext uri="{FF2B5EF4-FFF2-40B4-BE49-F238E27FC236}">
                <a16:creationId xmlns:a16="http://schemas.microsoft.com/office/drawing/2014/main" id="{218530F0-1658-4D41-853B-5EDFC7FC31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결과 확인과 원인 해석을 따로 기록한다">
            <a:extLst xmlns:a="http://schemas.openxmlformats.org/drawingml/2006/main">
              <a:ext uri="{FF2B5EF4-FFF2-40B4-BE49-F238E27FC236}">
                <a16:creationId xmlns:a16="http://schemas.microsoft.com/office/drawing/2014/main" id="{D83A211B-00DE-4D90-9F32-B87ED07B11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B587BB7C-56D8-490E-BB2F-5A2608A2AD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9F16057-145E-42C4-9B69-92DFCB7E93C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1779D71F-94E1-44A4-9D26-4E92DDCC39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C3E64C6A-76E4-4A71-9142-7CED2EEED2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A3659B74-CAFB-4612-992D-494906C44170}"/>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8246C909-F220-4720-94F7-F0208BA7003A}"/>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914010B9-DED4-4994-9AF2-1D5C7541AEFA}"/>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F0B4EC7A-4C5F-4DB2-8BD2-3F8F216287FF}"/>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23D27D22-1A1A-4CE7-9CA0-C4CA5482CAF2}"/>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F0A28EBD-14C6-4245-BBB4-435452CF38B7}"/>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5B688AD1-0310-4859-93E1-A2889FDB7BF3}"/>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C72527E8-C1FB-4668-BC63-9A89BDAF6AD3}"/>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B3A0DF3C-27E5-4092-919F-C45F91385930}"/>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9DF149C4-3736-49B2-B148-826768900054}"/>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26F345B5-C7A4-44E0-A8D7-D599F5288F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04159887"/>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8B99B3EE-D1E1-49A3-9C88-215E1501B0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97">
            <a:extLst xmlns:a="http://schemas.openxmlformats.org/drawingml/2006/main">
              <a:ext uri="{FF2B5EF4-FFF2-40B4-BE49-F238E27FC236}">
                <a16:creationId xmlns:a16="http://schemas.microsoft.com/office/drawing/2014/main" id="{3EFDD646-1EC5-4EB3-89B7-4A6A31FEE7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다음 조사에 남길 기록을 바꿨다">
            <a:extLst xmlns:a="http://schemas.openxmlformats.org/drawingml/2006/main">
              <a:ext uri="{FF2B5EF4-FFF2-40B4-BE49-F238E27FC236}">
                <a16:creationId xmlns:a16="http://schemas.microsoft.com/office/drawing/2014/main" id="{1B5B00F4-EBF8-433B-907E-F5B955C375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F9FB751E-29DB-4D84-AD69-F6FB0E89E6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36954B2-660A-4F3F-9B68-189AA3EBCB4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858584F8-C0BF-4CC2-B420-D15FFAAAEB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3B133446-104A-45AE-BEC8-4736E53D4D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2619C8D8-D2D0-4F6B-94D1-BDA25744A1F5}"/>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385EEAB5-AF27-4234-81A0-E39ABD66B550}"/>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A139B2CF-F231-4997-9B4E-F3973B4B98B9}"/>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C07D19A5-8BE2-4FF7-BCF5-A256002705E8}"/>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18A87EA1-70AB-4A7E-8315-10CF594F2DD8}"/>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75C9DFD0-388B-4181-87AE-46AE3050D8E8}"/>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ABBA4AAC-5D74-456A-8279-90237EAAC72C}"/>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D4271B1B-8B1E-4C21-9583-9EC8C241883C}"/>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BE16D597-3503-4F81-824B-0A29A37226A4}"/>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468747CD-4B86-440D-AC30-3D9610A184F2}"/>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93641DC8-8F9F-4E5D-884B-C14DA36B1603}"/>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1C0AA67D-57B5-42A2-B090-EC49199ECA8E}"/>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F325A1E9-4409-4F79-86A7-98C224A367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02646416"/>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F0FEC1CC-77F8-4998-B88A-EC8EE1093B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98">
            <a:extLst xmlns:a="http://schemas.openxmlformats.org/drawingml/2006/main">
              <a:ext uri="{FF2B5EF4-FFF2-40B4-BE49-F238E27FC236}">
                <a16:creationId xmlns:a16="http://schemas.microsoft.com/office/drawing/2014/main" id="{5807B1E1-0D39-49F9-A58A-1659F54E33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후속 기록도 원문과 다시 대조했다">
            <a:extLst xmlns:a="http://schemas.openxmlformats.org/drawingml/2006/main">
              <a:ext uri="{FF2B5EF4-FFF2-40B4-BE49-F238E27FC236}">
                <a16:creationId xmlns:a16="http://schemas.microsoft.com/office/drawing/2014/main" id="{A1DAB016-6338-43EE-9A9D-6C68C1BF01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746CD18D-4BF2-483F-8070-912704DE60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0E3CE6F-E19B-4976-93A6-D88E0E495AC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9C798A84-7671-4786-B9E3-0559631CF2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12AC9872-4DE3-410A-A240-959BB07064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65BEDDCB-D5BB-4215-9264-428BCF37B497}"/>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4684AD9B-F62D-424F-B090-B59A965D4873}"/>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1D40C6F9-829C-497E-9D90-7915FDEF75DF}"/>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56CF0019-3D32-4F20-87CE-878375131EF2}"/>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3D129BCA-D85D-4A80-ADFA-A8B083C64C55}"/>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DDCBC686-154E-478C-975A-6072DC7BD9BB}"/>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579B759F-0CC2-4930-8A33-9C07C7BC1977}"/>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C28C349D-8A04-43E1-9B1D-DF87BBE81974}"/>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5FF776C0-EB5F-4EB3-B2DA-95E8212F6615}"/>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19D2D449-97B9-4330-A81A-B649B59C9DC5}"/>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2EF47BD7-676D-4988-8122-23DE1D71384A}"/>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2FF3F844-BEDE-4CBF-81A8-D8E78593D4F8}"/>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5A7226F2-744F-4380-B08F-99E5665FC569}"/>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08F225DD-53DC-4B36-8034-F7D99D4D842C}"/>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ACA0F567-AC59-4769-8E44-C916D61522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43953861"/>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39048CEF-6D60-4202-9A68-8A3033D9E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99">
            <a:extLst xmlns:a="http://schemas.openxmlformats.org/drawingml/2006/main">
              <a:ext uri="{FF2B5EF4-FFF2-40B4-BE49-F238E27FC236}">
                <a16:creationId xmlns:a16="http://schemas.microsoft.com/office/drawing/2014/main" id="{9CC6D4E2-7352-45CF-B25C-3C1B8852E1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실제 기록을 Loop의 단계에 대응하면">
            <a:extLst xmlns:a="http://schemas.openxmlformats.org/drawingml/2006/main">
              <a:ext uri="{FF2B5EF4-FFF2-40B4-BE49-F238E27FC236}">
                <a16:creationId xmlns:a16="http://schemas.microsoft.com/office/drawing/2014/main" id="{391204C5-493C-457B-B25D-F62163D481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EA874D9A-D640-4477-80F7-8981A91FE3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D63AAF2-E250-46D4-B82E-5F35A3F1858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701A6FBB-89C0-49A7-A40C-77F2FC1629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E214D3A8-1A15-4CA3-848D-6DF234A8C7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A65D68B6-F8A9-45FF-AF38-0B1E8178A748}"/>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C0B088F1-374A-4035-8628-05B96DB41B99}"/>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2F48C87B-E7E9-4392-A564-B8EB9796D770}"/>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1ACE51BA-0EE3-4FEE-9C77-DDA354160868}"/>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CC881DED-A54D-4404-9D3C-A280B1711A4D}"/>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C829E3EE-1741-43CD-A762-3239E11AFF21}"/>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42C1F5BA-E7AD-40DA-BF40-7E880A5E9FD7}"/>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4FB577AA-17A9-45D8-AB95-6C99304D6565}"/>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DE80F07F-5924-4394-8CA0-922120AB471D}"/>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B3363353-1FC6-42D2-82ED-85ACCE77BD91}"/>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5900283C-D567-4281-A511-D53AB8D8D38F}"/>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58FBDC25-E3A4-4CD9-B2DE-6406B3F24BD3}"/>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5EC7E2F5-C02A-4525-844F-1CF608D2ACD2}"/>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4A8D3DC0-2342-4E6B-8B3A-9F250A5D5F09}"/>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9D531C36-0006-4582-871A-B4D41ED07573}"/>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BA67D3A7-F089-4F09-9AE3-6C8AE3D51CC1}"/>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8A6AC171-BDBD-4650-BC33-03072EEBDA13}"/>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9D3FC375-A594-427E-8290-946837CE2815}"/>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651A3834-B6B0-4FE5-9B7F-82325C2E77C2}"/>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36F012BF-A3D6-4C92-AAD3-487A6F569254}"/>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D902C44B-6051-4FE9-BA5D-5A17FC823C34}"/>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638B6962-E7DC-43E9-956E-C2F7F618E25E}"/>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F7BAEA95-BF53-4543-8A10-A6F5B2D20135}"/>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401038CB-5CFF-4406-8C78-292A70D2A36A}"/>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7028605B-4365-4E56-9854-AEA9DD11F4B0}"/>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373A2E4F-2094-4EFA-A540-2776763F75D5}"/>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F22AA279-6A51-42F9-909E-5F0EF0A3E1FA}"/>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4FD53E8F-EE83-4B31-A2A4-EAF8777581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17876149"/>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BF8FC782-FA7A-4482-8F96-CB25D31B8C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100">
            <a:extLst xmlns:a="http://schemas.openxmlformats.org/drawingml/2006/main">
              <a:ext uri="{FF2B5EF4-FFF2-40B4-BE49-F238E27FC236}">
                <a16:creationId xmlns:a16="http://schemas.microsoft.com/office/drawing/2014/main" id="{C612986C-D9B2-4870-ADEE-43B7B583B6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Project와 환경이 바뀌면&#10;검증도 다시 본다">
            <a:extLst xmlns:a="http://schemas.openxmlformats.org/drawingml/2006/main">
              <a:ext uri="{FF2B5EF4-FFF2-40B4-BE49-F238E27FC236}">
                <a16:creationId xmlns:a16="http://schemas.microsoft.com/office/drawing/2014/main" id="{7DE50BEE-B92B-4CC9-8483-77CBB80B06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034F27D2-ECE9-49FC-9055-9EF2F89A43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75568615-5467-4495-AA0F-53E99BDF1B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B56BD61F-4537-4B38-B149-641A76EDD6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AA9073F5-DCEF-4368-A524-CE8C573888A3}"/>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40DC50BE-D909-4EC5-8D3B-6F5EB4F91302}"/>
              </a:ext>
            </a:extLst>
          </p:cNvPr>
          <p:cNvPicPr>
            <a:picLocks xmlns:a="http://schemas.openxmlformats.org/drawingml/2006/main" noChangeAspect="1"/>
          </p:cNvPicPr>
          <p:nvPr/>
        </p:nvPicPr>
        <p:blipFill>
          <a:blip xmlns:r="http://schemas.openxmlformats.org/officeDocument/2006/relationships" xmlns:a="http://schemas.openxmlformats.org/drawingml/2006/main" r:embed="R82ea57209c824a0c"/>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098F87FF-F8A8-4D1D-9513-E77C0442F49D}"/>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4B1D99FF-D136-41E9-8A8D-1F9572C2424B}"/>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5A9994FB-8152-4183-AA46-E860EAA70CDC}"/>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694D5C5F-A5C5-4FCC-A503-82CDF1373F08}"/>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63C270B1-5A22-4E81-8874-65910951FFEB}"/>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454412CA-E0BD-43EE-AB97-EF354E0281FC}"/>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573B9451-7DBD-4493-BE60-28C178381509}"/>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0C4E8769-667B-4A02-BBDF-9DD1A0828DFB}"/>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62F31757-11E2-49D3-AD62-708772EFBF1A}"/>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D8E76048-D585-4C09-8916-4EC9E9EFEDB6}"/>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E10370F9-FF11-4B64-852A-7E6627BCEA6D}"/>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9B39B96B-FAEB-4B50-B4C6-97E24D13A8EB}"/>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63D42C47-C1AD-4C4E-AD6B-D85ED3A531FC}"/>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D579BFE5-0C5D-4CF0-93CF-76C71E005B40}"/>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5FC165E5-0313-4799-9DCD-62C9BC86EF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017892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2026-10-25T11:33:57.4310000Z</dcterms:created>
  <dcterms:modified xsi:type="dcterms:W3CDTF">2026-10-25T11:33:57.4310000Z</dcterms:modified>
</coreProperties>
</file>