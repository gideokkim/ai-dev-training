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90033cc99db4f1f" /><Relationship Type="http://schemas.openxmlformats.org/officeDocument/2006/relationships/extended-properties" Target="/docProps/app.xml" Id="R85e78d9cef3f401e" /><Relationship Type="http://schemas.openxmlformats.org/officeDocument/2006/relationships/officeDocument" Target="/ppt/presentation.xml" Id="R2f0c8cacdc694ee5" /></Relationships>
</file>

<file path=ppt/presentation.xml><?xml version="1.0" encoding="utf-8"?>
<p:presentation xmlns:p="http://schemas.openxmlformats.org/presentationml/2006/main">
  <p:sldMasterIdLst>
    <p:sldMasterId xmlns:r="http://schemas.openxmlformats.org/officeDocument/2006/relationships" id="2147483648" r:id="Rf1d6e5c990d84719"/>
  </p:sldMasterIdLst>
  <p:notesMasterIdLst>
    <p:notesMasterId xmlns:r="http://schemas.openxmlformats.org/officeDocument/2006/relationships" r:id="R24685bca2d2f4b59"/>
  </p:notesMasterIdLst>
  <p:sldIdLst>
    <p:sldId xmlns:r="http://schemas.openxmlformats.org/officeDocument/2006/relationships" id="256" r:id="R414dcb9999e34c1f"/>
    <p:sldId xmlns:r="http://schemas.openxmlformats.org/officeDocument/2006/relationships" id="257" r:id="Rdbc027ba69cf4d1c"/>
    <p:sldId xmlns:r="http://schemas.openxmlformats.org/officeDocument/2006/relationships" id="258" r:id="R9b7f309123d447ad"/>
    <p:sldId xmlns:r="http://schemas.openxmlformats.org/officeDocument/2006/relationships" id="259" r:id="Rc5035a024cbe4250"/>
    <p:sldId xmlns:r="http://schemas.openxmlformats.org/officeDocument/2006/relationships" id="260" r:id="R492b3ccc2aed4dbd"/>
    <p:sldId xmlns:r="http://schemas.openxmlformats.org/officeDocument/2006/relationships" id="261" r:id="R4faad6b1d2444907"/>
    <p:sldId xmlns:r="http://schemas.openxmlformats.org/officeDocument/2006/relationships" id="262" r:id="Rbd0e2fedc560447f"/>
    <p:sldId xmlns:r="http://schemas.openxmlformats.org/officeDocument/2006/relationships" id="263" r:id="Ra56c533d560f4f7c"/>
    <p:sldId xmlns:r="http://schemas.openxmlformats.org/officeDocument/2006/relationships" id="264" r:id="R3f23c2fcb7694896"/>
    <p:sldId xmlns:r="http://schemas.openxmlformats.org/officeDocument/2006/relationships" id="265" r:id="R7839cc31dd2d44f6"/>
    <p:sldId xmlns:r="http://schemas.openxmlformats.org/officeDocument/2006/relationships" id="266" r:id="R25d402d053a34566"/>
    <p:sldId xmlns:r="http://schemas.openxmlformats.org/officeDocument/2006/relationships" id="267" r:id="R2ba068e055af4c31"/>
    <p:sldId xmlns:r="http://schemas.openxmlformats.org/officeDocument/2006/relationships" id="268" r:id="R1b41448bc2474555"/>
    <p:sldId xmlns:r="http://schemas.openxmlformats.org/officeDocument/2006/relationships" id="269" r:id="Rc4a30270425643d8"/>
    <p:sldId xmlns:r="http://schemas.openxmlformats.org/officeDocument/2006/relationships" id="270" r:id="Radb23bbacc9249c6"/>
    <p:sldId xmlns:r="http://schemas.openxmlformats.org/officeDocument/2006/relationships" id="271" r:id="Rb18bee6e5c5346c6"/>
    <p:sldId xmlns:r="http://schemas.openxmlformats.org/officeDocument/2006/relationships" id="272" r:id="R7cc45d4f784f455d"/>
    <p:sldId xmlns:r="http://schemas.openxmlformats.org/officeDocument/2006/relationships" id="273" r:id="R92d8cdd2340d4476"/>
    <p:sldId xmlns:r="http://schemas.openxmlformats.org/officeDocument/2006/relationships" id="274" r:id="R2013b387094249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d68d6c930ae4772" /><Relationship Type="http://schemas.openxmlformats.org/officeDocument/2006/relationships/slideMaster" Target="/ppt/slideMasters/slideMaster1.xml" Id="Rf1d6e5c990d84719" /><Relationship Type="http://schemas.openxmlformats.org/officeDocument/2006/relationships/notesMaster" Target="/ppt/notesMasters/notesMaster1.xml" Id="R24685bca2d2f4b59" /><Relationship Type="http://schemas.openxmlformats.org/officeDocument/2006/relationships/presProps" Target="/ppt/presProps.xml" Id="Rc31e7ab573ab4b81" /><Relationship Type="http://schemas.openxmlformats.org/officeDocument/2006/relationships/tableStyles" Target="/ppt/tableStyles.xml" Id="R3c7e766343a34401" /><Relationship Type="http://schemas.openxmlformats.org/officeDocument/2006/relationships/slide" Target="/ppt/slides/slide1.xml" Id="R414dcb9999e34c1f" /><Relationship Type="http://schemas.openxmlformats.org/officeDocument/2006/relationships/slide" Target="/ppt/slides/slide2.xml" Id="Rdbc027ba69cf4d1c" /><Relationship Type="http://schemas.openxmlformats.org/officeDocument/2006/relationships/slide" Target="/ppt/slides/slide3.xml" Id="R9b7f309123d447ad" /><Relationship Type="http://schemas.openxmlformats.org/officeDocument/2006/relationships/slide" Target="/ppt/slides/slide4.xml" Id="Rc5035a024cbe4250" /><Relationship Type="http://schemas.openxmlformats.org/officeDocument/2006/relationships/slide" Target="/ppt/slides/slide5.xml" Id="R492b3ccc2aed4dbd" /><Relationship Type="http://schemas.openxmlformats.org/officeDocument/2006/relationships/slide" Target="/ppt/slides/slide6.xml" Id="R4faad6b1d2444907" /><Relationship Type="http://schemas.openxmlformats.org/officeDocument/2006/relationships/slide" Target="/ppt/slides/slide7.xml" Id="Rbd0e2fedc560447f" /><Relationship Type="http://schemas.openxmlformats.org/officeDocument/2006/relationships/slide" Target="/ppt/slides/slide8.xml" Id="Ra56c533d560f4f7c" /><Relationship Type="http://schemas.openxmlformats.org/officeDocument/2006/relationships/slide" Target="/ppt/slides/slide9.xml" Id="R3f23c2fcb7694896" /><Relationship Type="http://schemas.openxmlformats.org/officeDocument/2006/relationships/slide" Target="/ppt/slides/slide10.xml" Id="R7839cc31dd2d44f6" /><Relationship Type="http://schemas.openxmlformats.org/officeDocument/2006/relationships/slide" Target="/ppt/slides/slide11.xml" Id="R25d402d053a34566" /><Relationship Type="http://schemas.openxmlformats.org/officeDocument/2006/relationships/slide" Target="/ppt/slides/slide12.xml" Id="R2ba068e055af4c31" /><Relationship Type="http://schemas.openxmlformats.org/officeDocument/2006/relationships/slide" Target="/ppt/slides/slide13.xml" Id="R1b41448bc2474555" /><Relationship Type="http://schemas.openxmlformats.org/officeDocument/2006/relationships/slide" Target="/ppt/slides/slide14.xml" Id="Rc4a30270425643d8" /><Relationship Type="http://schemas.openxmlformats.org/officeDocument/2006/relationships/slide" Target="/ppt/slides/slide15.xml" Id="Radb23bbacc9249c6" /><Relationship Type="http://schemas.openxmlformats.org/officeDocument/2006/relationships/slide" Target="/ppt/slides/slide16.xml" Id="Rb18bee6e5c5346c6" /><Relationship Type="http://schemas.openxmlformats.org/officeDocument/2006/relationships/slide" Target="/ppt/slides/slide17.xml" Id="R7cc45d4f784f455d" /><Relationship Type="http://schemas.openxmlformats.org/officeDocument/2006/relationships/slide" Target="/ppt/slides/slide18.xml" Id="R92d8cdd2340d4476" /><Relationship Type="http://schemas.openxmlformats.org/officeDocument/2006/relationships/slide" Target="/ppt/slides/slide19.xml" Id="R2013b387094249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826df8454d04b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babedad2c4f49ed" /><Relationship Type="http://schemas.openxmlformats.org/officeDocument/2006/relationships/notesMaster" Target="/ppt/notesMasters/notesMaster1.xml" Id="R2fd9c38fb8684b0c"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08e20233dc4a2e" /><Relationship Type="http://schemas.openxmlformats.org/officeDocument/2006/relationships/notesMaster" Target="/ppt/notesMasters/notesMaster1.xml" Id="R0789871a70d64f51"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f1472e7523487b" /><Relationship Type="http://schemas.openxmlformats.org/officeDocument/2006/relationships/notesMaster" Target="/ppt/notesMasters/notesMaster1.xml" Id="Rf2194f2985ef4d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a058f7c7b3447a" /><Relationship Type="http://schemas.openxmlformats.org/officeDocument/2006/relationships/notesMaster" Target="/ppt/notesMasters/notesMaster1.xml" Id="Ra7df3b441f0849ec" /></Relationships>
</file>

<file path=ppt/notesSlides/_rels/notesSlide5.xml.rels>&#65279;<?xml version="1.0" encoding="utf-8"?><Relationships xmlns="http://schemas.openxmlformats.org/package/2006/relationships"><Relationship Type="http://schemas.openxmlformats.org/officeDocument/2006/relationships/slide" Target="/ppt/slides/slide5.xml" Id="R1dd1f40013174f00" /><Relationship Type="http://schemas.openxmlformats.org/officeDocument/2006/relationships/notesMaster" Target="/ppt/notesMasters/notesMaster1.xml" Id="R76b1761db2ef4444" /></Relationships>
</file>

<file path=ppt/notesSlides/_rels/notesSlide6.xml.rels>&#65279;<?xml version="1.0" encoding="utf-8"?><Relationships xmlns="http://schemas.openxmlformats.org/package/2006/relationships"><Relationship Type="http://schemas.openxmlformats.org/officeDocument/2006/relationships/slide" Target="/ppt/slides/slide6.xml" Id="R127db60b386f4692" /><Relationship Type="http://schemas.openxmlformats.org/officeDocument/2006/relationships/notesMaster" Target="/ppt/notesMasters/notesMaster1.xml" Id="R80487f3ce6e748f0" /></Relationships>
</file>

<file path=ppt/notesSlides/_rels/notesSlide7.xml.rels>&#65279;<?xml version="1.0" encoding="utf-8"?><Relationships xmlns="http://schemas.openxmlformats.org/package/2006/relationships"><Relationship Type="http://schemas.openxmlformats.org/officeDocument/2006/relationships/slide" Target="/ppt/slides/slide7.xml" Id="R96489a93f5944c49" /><Relationship Type="http://schemas.openxmlformats.org/officeDocument/2006/relationships/notesMaster" Target="/ppt/notesMasters/notesMaster1.xml" Id="Rfb2f231e96624b4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6fb3b721f804ec0" /><Relationship Type="http://schemas.openxmlformats.org/officeDocument/2006/relationships/notesMaster" Target="/ppt/notesMasters/notesMaster1.xml" Id="R0d1a6250199d40f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47b8a4df5e2498b" /><Relationship Type="http://schemas.openxmlformats.org/officeDocument/2006/relationships/notesMaster" Target="/ppt/notesMasters/notesMaster1.xml" Id="R6c62fc8cbfcc4a7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222d2a478604fbd" /><Relationship Type="http://schemas.openxmlformats.org/officeDocument/2006/relationships/notesMaster" Target="/ppt/notesMasters/notesMaster1.xml" Id="Raa5334373e004a1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36802fd51884d8a" /><Relationship Type="http://schemas.openxmlformats.org/officeDocument/2006/relationships/notesMaster" Target="/ppt/notesMasters/notesMaster1.xml" Id="Rdcdb6dc7eaa748e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9653715d64a4899" /><Relationship Type="http://schemas.openxmlformats.org/officeDocument/2006/relationships/notesMaster" Target="/ppt/notesMasters/notesMaster1.xml" Id="Rbc449bcf8fde42a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02a55e47ad6409f" /><Relationship Type="http://schemas.openxmlformats.org/officeDocument/2006/relationships/notesMaster" Target="/ppt/notesMasters/notesMaster1.xml" Id="Re61418ce38d34fb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d07f246a7fa4a28" /><Relationship Type="http://schemas.openxmlformats.org/officeDocument/2006/relationships/notesMaster" Target="/ppt/notesMasters/notesMaster1.xml" Id="R6163882f72264f7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0919b03b2144af2" /><Relationship Type="http://schemas.openxmlformats.org/officeDocument/2006/relationships/notesMaster" Target="/ppt/notesMasters/notesMaster1.xml" Id="R75aae27fff1248b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13f34d2c4624756" /><Relationship Type="http://schemas.openxmlformats.org/officeDocument/2006/relationships/notesMaster" Target="/ppt/notesMasters/notesMaster1.xml" Id="Rba7d9108ab12473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e96088d18fb468b" /><Relationship Type="http://schemas.openxmlformats.org/officeDocument/2006/relationships/notesMaster" Target="/ppt/notesMasters/notesMaster1.xml" Id="R19996e4f6e854c0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c5c9e285b314fcd" /><Relationship Type="http://schemas.openxmlformats.org/officeDocument/2006/relationships/notesMaster" Target="/ppt/notesMasters/notesMaster1.xml" Id="R9f1c3954ba9f4fd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9ac0383fafc42f7" /><Relationship Type="http://schemas.openxmlformats.org/officeDocument/2006/relationships/notesMaster" Target="/ppt/notesMasters/notesMaster1.xml" Id="Rf1843eaf37af43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기록과 피드백으로 시스템 개선하기</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기록과 피드백으로 시스템 개선하기</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기록과 피드백으로 시스템 개선하기 — Loop Engineering · 개선 과정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4의 제목 “기록과 피드백으로 시스템 개선하기”을 가리키며 구간을 연다.</a:t>
            </a:r>
          </a:p>
          <a:p xmlns:a="http://schemas.openxmlformats.org/drawingml/2006/main">
            <a:r>
              <a:t>2. (0:20–0:40 / Transition) 부제 “Loop Engineering · 개선 과정 설계”는 이번 구간의 관점만 안내한다. 구체적 기능·해결 방법·결과는 앞서 설명하지 않는다.</a:t>
            </a:r>
          </a:p>
          <a:p xmlns:a="http://schemas.openxmlformats.org/drawingml/2006/main">
            <a:r>
              <a:t>3. (0:40–1:00 / Transition) S81의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S81 — 확인한 성공을 유지하려면로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4 총81분, 전체402분이다. 제목·부제만 안내하고1분에 S81로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production/preview/full/S80.png 또는 production/ACT_4.pptx의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확인한 성공을 유지하려면</a:t>
            </a:r>
          </a:p>
          <a:p xmlns:a="http://schemas.openxmlformats.org/drawingml/2006/main">
            <a:r>
              <a:t/>
            </a:r>
          </a:p>
          <a:p xmlns:a="http://schemas.openxmlformats.org/drawingml/2006/main">
            <a:r>
              <a:t>Slide ID: S81</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S79에서 위치·검토/갱신 역할을 생각했다는 점을 회수한다. 실제 밝기 통계는 출력6항목·전체 테스트11/11·같은 조건의 측정/guard를 확인한 성공으로 마쳤다고 짧게 남긴다. S65의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S79에서 떠올린 한 가지에 대해 어떤 기준/환경 변화가 담당자의 재검토를 요구할지 조용히 생각하게 한다. 앞 장의 위치·담당 선택을 다시 시키거나 답변/산출물을 요구하지 않는다. 다음 S82부터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S81, production/preview/act4/S81.png 및 production/preview/full/S81.png.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처음에는 기준과 재사용 절차가 맞았다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S82, production/preview/act4/S82.png 및 production/preview/full/S82.png.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Project는 바뀌고 Workflow는 남았다</a:t>
            </a:r>
          </a:p>
          <a:p xmlns:a="http://schemas.openxmlformats.org/drawingml/2006/main">
            <a:r>
              <a:t/>
            </a:r>
          </a:p>
          <a:p xmlns:a="http://schemas.openxmlformats.org/drawingml/2006/main">
            <a:r>
              <a:t>Slide ID: S83</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S79의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S83와 production/preview/act4/S83.png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이번 요청과 다음 작업의 지침</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S85에서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S84, production/preview/act4/S84.png 및 production/preview/full/S84.png.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원인을 고르기 전에 확인할 기록</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S84의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S86에서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S85, production/preview/act4/S85.png 및 production/preview/full/S85.png.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주어진 정보와 원인 가설을 나눈다</a:t>
            </a:r>
          </a:p>
          <a:p xmlns:a="http://schemas.openxmlformats.org/drawingml/2006/main">
            <a:r>
              <a:t/>
            </a:r>
          </a:p>
          <a:p xmlns:a="http://schemas.openxmlformats.org/drawingml/2006/main">
            <a:r>
              <a:t>Slide ID: S86</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S85의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S86, production/preview/act4/S86.png 및 production/preview/full/S86.png.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확인한 원인에 맞춰 변경 대상을 고른다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S88에서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S85 2분/S76 1분 그대로이며 S87는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S87, production/preview/act4/S87.png 및 production/preview/full/S87.png.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확인된 범위만 검토하고 갱신한다</a:t>
            </a:r>
          </a:p>
          <a:p xmlns:a="http://schemas.openxmlformats.org/drawingml/2006/main">
            <a:r>
              <a:t/>
            </a:r>
          </a:p>
          <a:p xmlns:a="http://schemas.openxmlformats.org/drawingml/2006/main">
            <a:r>
              <a:t>Slide ID: S88</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S79의 ‘어디에 두고 누가 유지할까’를 이 가상 유지 문제에서 회수했다고 정리한다. 실제 수정/재평가 결과는 없으며 S89에서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S88, production/preview/act4/S88.png 및 production/preview/full/S88.png.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S88의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S90에서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S89와 production/preview/act4/S89.png를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S89의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S90와 production/preview/act4/S90.png를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S90의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S87의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S87의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S87/S78의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S92와 production/preview/act4/S92.png를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S74–S78를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S94은 결과와 원인 해석의 구분, S95는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S93와 production/preview/act4/S93.png를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S65의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S94와 production/preview/act4/S94.png를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S95와 production/preview/act4/S95.png를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S96와 production/preview/act4/S96.png를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S92와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S95의 세 기록 항목과 S96의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S97와 production/preview/act4/S97.png를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1. (0:00–2:00 / Case) S97의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S100에 전체 여정 회수를 넘긴다. 다섯 ACT의 여정을 여기서 미리 재강의하지 않는다.</a:t>
            </a:r>
          </a:p>
          <a:p xmlns:a="http://schemas.openxmlformats.org/drawingml/2006/main">
            <a:r>
              <a:t>기존 연결 질문을 유지한 채 ACT 5 제목 S99를 거쳐 S100의 첫 문제로 이어간다. 제목의 Transition1분은 다음 ACT에 별도로 배정한다.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S100으로 이동한다.</a:t>
            </a:r>
          </a:p>
          <a:p xmlns:a="http://schemas.openxmlformats.org/drawingml/2006/main">
            <a:r>
              <a:t>기존 연결 질문을 유지한 채 ACT 5 제목 S99를 거쳐 S100의 첫 문제로 이어간다. 제목의 Transition1분은 다음 ACT에 별도로 배정한다.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S100의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production/preview/act4/S98.png 및 production/preview/full/S98.png다.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9beca0526440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b6059c6a2a3426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ae4351540174b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81e98bb008f490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f9c1a5837ed475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eec97092c084fd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618322-DB67-4C4A-802A-EA5EFD1068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4A2ED7-3A79-4A2A-AAD1-5DFF1EB8F0D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DD4EB9B-5CF5-4CD4-8EE9-94BB79260DC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1436BB-228B-4790-B6C6-8EB8A8B0654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A8A43D4-C833-42AF-9675-A69CC6D6754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B4D04BC-D725-4314-9A5B-2820AC2F862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9AF1EE9-F934-4E86-8799-A35E81EED03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F1A6B65-EA51-46B1-8A6E-B32C15ACB5F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1286C3-3516-4DBB-A939-46E30FEB48E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8627BA1-45F9-4D82-9EC9-9EF29F4C0EC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e2bedee7e0841f8" /><Relationship Type="http://schemas.openxmlformats.org/officeDocument/2006/relationships/slideLayout" Target="/ppt/slideLayouts/slideLayout1.xml" Id="R6c95f5120ac04b57" /><Relationship Type="http://schemas.openxmlformats.org/officeDocument/2006/relationships/slideLayout" Target="/ppt/slideLayouts/slideLayout2.xml" Id="Rdd0114104be0413f" /><Relationship Type="http://schemas.openxmlformats.org/officeDocument/2006/relationships/slideLayout" Target="/ppt/slideLayouts/slideLayout3.xml" Id="R8a16087c38ae4a1a" /><Relationship Type="http://schemas.openxmlformats.org/officeDocument/2006/relationships/slideLayout" Target="/ppt/slideLayouts/slideLayout4.xml" Id="R56611268a7ae464a" /><Relationship Type="http://schemas.openxmlformats.org/officeDocument/2006/relationships/slideLayout" Target="/ppt/slideLayouts/slideLayout5.xml" Id="Raef4b48dfa7b445a" /><Relationship Type="http://schemas.openxmlformats.org/officeDocument/2006/relationships/slideLayout" Target="/ppt/slideLayouts/slideLayout6.xml" Id="R9b1e12f705f34fc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c95f5120ac04b57"/>
    <p:sldLayoutId xmlns:r="http://schemas.openxmlformats.org/officeDocument/2006/relationships" id="2147483650" r:id="Rdd0114104be0413f"/>
    <p:sldLayoutId xmlns:r="http://schemas.openxmlformats.org/officeDocument/2006/relationships" id="2147483651" r:id="R8a16087c38ae4a1a"/>
    <p:sldLayoutId xmlns:r="http://schemas.openxmlformats.org/officeDocument/2006/relationships" id="2147483652" r:id="R56611268a7ae464a"/>
    <p:sldLayoutId xmlns:r="http://schemas.openxmlformats.org/officeDocument/2006/relationships" id="2147483653" r:id="Raef4b48dfa7b445a"/>
    <p:sldLayoutId xmlns:r="http://schemas.openxmlformats.org/officeDocument/2006/relationships" id="2147483654" r:id="R9b1e12f705f34fc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f40309b3fb8401b" /><Relationship Type="http://schemas.openxmlformats.org/officeDocument/2006/relationships/notesSlide" Target="/ppt/notesSlides/notesSlide1.xml" Id="Re38e4d9bcd7141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3f1d28945954281" /><Relationship Type="http://schemas.openxmlformats.org/officeDocument/2006/relationships/notesSlide" Target="/ppt/notesSlides/notesSlide2.xml" Id="R3555865e05e343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70ef66409db4aaf" /><Relationship Type="http://schemas.openxmlformats.org/officeDocument/2006/relationships/notesSlide" Target="/ppt/notesSlides/notesSlide3.xml" Id="R75bf9d84e5894a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aeeb0c789a54613" /><Relationship Type="http://schemas.openxmlformats.org/officeDocument/2006/relationships/notesSlide" Target="/ppt/notesSlides/notesSlide4.xml" Id="R650a47979db9487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c1d696062de460e" /><Relationship Type="http://schemas.openxmlformats.org/officeDocument/2006/relationships/notesSlide" Target="/ppt/notesSlides/notesSlide5.xml" Id="R9211d9d58a2c460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7b5a85764da44c0" /><Relationship Type="http://schemas.openxmlformats.org/officeDocument/2006/relationships/notesSlide" Target="/ppt/notesSlides/notesSlide6.xml" Id="R5ae3aacbfe374d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a634dc1f7214d5e" /><Relationship Type="http://schemas.openxmlformats.org/officeDocument/2006/relationships/notesSlide" Target="/ppt/notesSlides/notesSlide7.xml" Id="R03c97bba89cd450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442f5e606934c24" /><Relationship Type="http://schemas.openxmlformats.org/officeDocument/2006/relationships/notesSlide" Target="/ppt/notesSlides/notesSlide8.xml" Id="R65322cad33a444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cfa65d18efd421b" /><Relationship Type="http://schemas.openxmlformats.org/officeDocument/2006/relationships/notesSlide" Target="/ppt/notesSlides/notesSlide9.xml" Id="R09f53621d7b04cd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a74327ee07e40d1" /><Relationship Type="http://schemas.openxmlformats.org/officeDocument/2006/relationships/notesSlide" Target="/ppt/notesSlides/notesSlide10.xml" Id="R1c181f4d94b4484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1caab4106844a38" /><Relationship Type="http://schemas.openxmlformats.org/officeDocument/2006/relationships/notesSlide" Target="/ppt/notesSlides/notesSlide11.xml" Id="R4331e992fa85479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ed04a6dc7494c8c" /><Relationship Type="http://schemas.openxmlformats.org/officeDocument/2006/relationships/notesSlide" Target="/ppt/notesSlides/notesSlide12.xml" Id="R13750b4e3d3f465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80d4614a8e742f2" /><Relationship Type="http://schemas.openxmlformats.org/officeDocument/2006/relationships/notesSlide" Target="/ppt/notesSlides/notesSlide13.xml" Id="Rd16377da8c1e449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7d1008e497b4532" /><Relationship Type="http://schemas.openxmlformats.org/officeDocument/2006/relationships/notesSlide" Target="/ppt/notesSlides/notesSlide14.xml" Id="Ra7e224cc3b8c4ef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c448ae1abed4b1b" /><Relationship Type="http://schemas.openxmlformats.org/officeDocument/2006/relationships/notesSlide" Target="/ppt/notesSlides/notesSlide15.xml" Id="R5ae0692be503498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fa9da877ab84da8" /><Relationship Type="http://schemas.openxmlformats.org/officeDocument/2006/relationships/notesSlide" Target="/ppt/notesSlides/notesSlide16.xml" Id="R31480fbe340f4b3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2d57a1634984e47" /><Relationship Type="http://schemas.openxmlformats.org/officeDocument/2006/relationships/notesSlide" Target="/ppt/notesSlides/notesSlide17.xml" Id="R050466c31a24416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039ce0b931748ac" /><Relationship Type="http://schemas.openxmlformats.org/officeDocument/2006/relationships/notesSlide" Target="/ppt/notesSlides/notesSlide18.xml" Id="R12490e830eb14aa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c74ad9870254052" /><Relationship Type="http://schemas.openxmlformats.org/officeDocument/2006/relationships/image" Target="/ppt/media/image.png" Id="Rfe25dd0298454a9e" /><Relationship Type="http://schemas.openxmlformats.org/officeDocument/2006/relationships/notesSlide" Target="/ppt/notesSlides/notesSlide19.xml" Id="R6832c65e89a94ffb"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052D7D2E-3435-4FA0-A547-F40044DAEC09}"/>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0">
            <a:extLst xmlns:a="http://schemas.openxmlformats.org/drawingml/2006/main">
              <a:ext uri="{FF2B5EF4-FFF2-40B4-BE49-F238E27FC236}">
                <a16:creationId xmlns:a16="http://schemas.microsoft.com/office/drawing/2014/main" id="{34476336-2246-4B10-94B3-F772C28FE1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
            <a:extLst xmlns:a="http://schemas.openxmlformats.org/drawingml/2006/main">
              <a:ext uri="{FF2B5EF4-FFF2-40B4-BE49-F238E27FC236}">
                <a16:creationId xmlns:a16="http://schemas.microsoft.com/office/drawing/2014/main" id="{E8D456AF-0B0B-4C99-8519-DB1FF3CA0CA2}"/>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기록과 피드백으로&#10;시스템 개선하기">
            <a:extLst xmlns:a="http://schemas.openxmlformats.org/drawingml/2006/main">
              <a:ext uri="{FF2B5EF4-FFF2-40B4-BE49-F238E27FC236}">
                <a16:creationId xmlns:a16="http://schemas.microsoft.com/office/drawing/2014/main" id="{36B9D7F3-60AC-42DF-8167-F257A2218E1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기록과 피드백으로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시스템 개선하기</a:t>
            </a:r>
          </a:p>
        </p:txBody>
      </p:sp>
      <p:sp>
        <p:nvSpPr>
          <p:cNvPr id="5" name="Loop Engineering · 개선 과정 설계">
            <a:extLst xmlns:a="http://schemas.openxmlformats.org/drawingml/2006/main">
              <a:ext uri="{FF2B5EF4-FFF2-40B4-BE49-F238E27FC236}">
                <a16:creationId xmlns:a16="http://schemas.microsoft.com/office/drawing/2014/main" id="{B8822F75-7294-4EC2-8666-67E51BF3AFC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개선 과정 설계</a:t>
            </a:r>
          </a:p>
        </p:txBody>
      </p:sp>
      <p:sp>
        <p:nvSpPr>
          <p:cNvPr id="6" name="ChatGPT &amp; Codex · 개발자 교육">
            <a:extLst xmlns:a="http://schemas.openxmlformats.org/drawingml/2006/main">
              <a:ext uri="{FF2B5EF4-FFF2-40B4-BE49-F238E27FC236}">
                <a16:creationId xmlns:a16="http://schemas.microsoft.com/office/drawing/2014/main" id="{0975D97B-F253-4D1B-9547-F5520481E1A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3AE826AB-2557-4D7E-B5E0-6BA8A62DC9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5066990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4859135B-ED66-4368-A73F-370776B141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81">
            <a:extLst xmlns:a="http://schemas.openxmlformats.org/drawingml/2006/main">
              <a:ext uri="{FF2B5EF4-FFF2-40B4-BE49-F238E27FC236}">
                <a16:creationId xmlns:a16="http://schemas.microsoft.com/office/drawing/2014/main" id="{AD31E356-0A31-4545-89D1-8DADF9F47C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확인한 성공을 유지하려면">
            <a:extLst xmlns:a="http://schemas.openxmlformats.org/drawingml/2006/main">
              <a:ext uri="{FF2B5EF4-FFF2-40B4-BE49-F238E27FC236}">
                <a16:creationId xmlns:a16="http://schemas.microsoft.com/office/drawing/2014/main" id="{07C52C97-92A1-43B2-BAFE-D9D888805F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7EE31F15-1EAD-42D0-A2A0-DD8414B143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C5B4AC21-7C9C-47FA-9A09-BCAEF7AB4B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BBF42CEC-6FEF-4FB1-BADC-3C6C4D2019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1574B691-5C09-4AD5-B121-D10F58AA07F1}"/>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2D6F4709-C3BD-492D-9A37-41D4A121EDB0}"/>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1971381E-1758-44AF-BAFC-0B4049834B49}"/>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E277006C-4AB4-4723-A2E5-05DB61181148}"/>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C7A2405B-2ECD-45E1-9E14-CE121FD874C9}"/>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7241C1B2-9C85-450B-AA13-90ECE56B4933}"/>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72413CBD-7255-4BB2-B6B9-CC357CCFE889}"/>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856560FF-B6A2-43E2-B70C-5215EB61E5C4}"/>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E87D2632-C29E-4545-AB23-30471890F31A}"/>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FCFA4465-D21D-45F6-A51B-E25A1DBA9F9E}"/>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7DD5438B-94A3-4A3E-ACC8-3E9D5F71DC24}"/>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48F8A6F6-25B7-4256-9EB8-6E386ECAC2C8}"/>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48EA4E9F-0D67-4CBB-B955-EE893A4B1F37}"/>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BE83F580-07F9-41F7-AB7F-CB6FA0647E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5583563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8EA2592F-D70B-4C8A-BE96-28197964A3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82">
            <a:extLst xmlns:a="http://schemas.openxmlformats.org/drawingml/2006/main">
              <a:ext uri="{FF2B5EF4-FFF2-40B4-BE49-F238E27FC236}">
                <a16:creationId xmlns:a16="http://schemas.microsoft.com/office/drawing/2014/main" id="{DCC4CDD1-4646-4040-AFB6-AE5D9605B3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처음에는 기준과 재사용 절차가 맞았다">
            <a:extLst xmlns:a="http://schemas.openxmlformats.org/drawingml/2006/main">
              <a:ext uri="{FF2B5EF4-FFF2-40B4-BE49-F238E27FC236}">
                <a16:creationId xmlns:a16="http://schemas.microsoft.com/office/drawing/2014/main" id="{701259CD-BA9C-4FA2-B8AC-D23914C0D1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0904B171-A15D-4800-90C3-B571BF38F3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D8E5EF8A-5773-4B4C-8CA4-6F3ACC384B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D3566A3C-3F2B-4C62-A889-0F44B6D6BA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3BD62FCD-9168-4CDC-8687-43264446668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D390E655-DC73-4CF6-BD8F-06D595E56F83}"/>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D58B303F-C0BC-4000-A7E7-DB1900CCA0E9}"/>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5C0A0349-7401-4F05-A99F-F59BEBD4807D}"/>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0D23009B-8144-4E1E-BA2C-17750E9F23DD}"/>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54AEBBA3-2731-42BA-925C-AD6EE79020CD}"/>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2F71F0DE-349E-41E2-9156-9CDD632806A7}"/>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F58F7DE9-E239-4C1D-9DED-DD99E2C5548F}"/>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E5A336A7-AA9E-4F30-8A1D-2AF2A2168EB1}"/>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1D9B9984-DCB1-48BF-ACA4-EF235DDDB0B2}"/>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CF2831E4-0D7F-4C8F-9DAF-32A53C32465A}"/>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676C6580-B8C4-4E27-B473-C7AC33ADE3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1043133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D0C6298D-F240-4A59-B6A2-AD768670F24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83">
            <a:extLst xmlns:a="http://schemas.openxmlformats.org/drawingml/2006/main">
              <a:ext uri="{FF2B5EF4-FFF2-40B4-BE49-F238E27FC236}">
                <a16:creationId xmlns:a16="http://schemas.microsoft.com/office/drawing/2014/main" id="{1E9DEDC5-7E79-4C3D-A140-9097C510C02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Project는 바뀌고 Workflow는 남았다">
            <a:extLst xmlns:a="http://schemas.openxmlformats.org/drawingml/2006/main">
              <a:ext uri="{FF2B5EF4-FFF2-40B4-BE49-F238E27FC236}">
                <a16:creationId xmlns:a16="http://schemas.microsoft.com/office/drawing/2014/main" id="{EA3C0D74-DB34-4872-8605-8CE0952DAE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E1091421-EDBB-4CF0-86C9-8F3839DE5743}"/>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6E2C087D-2142-4E23-AF58-E8DAD0820A2A}"/>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C98E5A2D-3378-474D-ADA0-6790B5616A6B}"/>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A5040F67-452D-469A-89D3-E7243687725D}"/>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3C43086B-54C4-4F8A-9AB4-8BB793E5C299}"/>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BE4AE092-9D25-46CC-A321-68C5F8421323}"/>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B8D55779-2ACF-4879-9B20-6575763A4321}"/>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95657901-BBC7-4FBF-ADDA-F246794721CA}"/>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F29FB98E-56D2-4977-97AB-21C71FD3F9E2}"/>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D7A30776-7FC4-48DA-90D3-F44EE1181CCE}"/>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BF73CDA7-EA35-4041-82D9-31E2B59ECDBE}"/>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D3E3C077-990F-46E5-B010-E7635B483874}"/>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16E25AAB-91CD-4352-9EEC-8A8FE0CB3A43}"/>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5D3196F6-9785-43B0-9400-B268941053DF}"/>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1B81BC8F-6FDC-4C3E-9568-4E05F729D545}"/>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15AC17A2-728A-4A84-872B-14F9E4DCF2A5}"/>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85096858-BC03-461E-9CDE-E5C90ADB6E9C}"/>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F0B900AB-4368-4B60-BD36-5951B82B77A3}"/>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C3D250C6-0DD5-496C-9875-3421FEE2EA4A}"/>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898FA06-BD40-433C-8BBF-980089F780C9}"/>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3DF5AC6B-5ED8-4046-BF98-B7867D65A103}"/>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840B69B7-D65A-4449-98E3-2BFA2E9D8395}"/>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BB23F235-1B7E-4592-AD2B-1A0442F530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51190C2E-4C82-4C57-BE4F-D8A9009C55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AADB5F3C-A69D-48A1-9763-A7241A02B9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F328D990-B700-49C9-9E75-DE121CEAC6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3881239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48C4DD54-D13D-4D53-AC8B-A48325FA83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84">
            <a:extLst xmlns:a="http://schemas.openxmlformats.org/drawingml/2006/main">
              <a:ext uri="{FF2B5EF4-FFF2-40B4-BE49-F238E27FC236}">
                <a16:creationId xmlns:a16="http://schemas.microsoft.com/office/drawing/2014/main" id="{21F8201B-80B0-4BD4-9E1B-678D50C148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이번 요청과 다음 작업의 지침">
            <a:extLst xmlns:a="http://schemas.openxmlformats.org/drawingml/2006/main">
              <a:ext uri="{FF2B5EF4-FFF2-40B4-BE49-F238E27FC236}">
                <a16:creationId xmlns:a16="http://schemas.microsoft.com/office/drawing/2014/main" id="{38C7B5F5-67D0-45DB-8272-8B6E2AD6F5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FDC99772-6B44-4B62-BC83-E55544A9DF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B829B1DF-6EFB-4A30-8298-A8547176BD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47C7EB60-B6D6-4088-BC7D-94F22F16CD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A995C533-3D8D-4D04-9B5A-7C425768A17E}"/>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05546017-1D76-441F-B6FC-308AEA335FAE}"/>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C298F5CD-B464-407C-B63D-A16C9F25BB2C}"/>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CA9B4307-E827-474D-B49C-ABE9AEF9A950}"/>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9489A3F5-B2AF-4DAB-A4C4-34DFD5F44A7F}"/>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DBB4BCAB-4ECA-43B4-8C82-584474595519}"/>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2211A598-7357-4657-B9F3-470C71A9A097}"/>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D09B5C0D-C532-4078-88CA-ECE70FB70DF7}"/>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0D66DB71-F6CB-4F49-9AF3-3236CD7E598D}"/>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4239FAF1-4D3A-41A8-B762-4718806FD3E7}"/>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43B91F70-98C9-4E9D-8FDD-7FBE3DEBAD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8764135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01DF7202-A153-43DB-A308-32D83AE90F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85">
            <a:extLst xmlns:a="http://schemas.openxmlformats.org/drawingml/2006/main">
              <a:ext uri="{FF2B5EF4-FFF2-40B4-BE49-F238E27FC236}">
                <a16:creationId xmlns:a16="http://schemas.microsoft.com/office/drawing/2014/main" id="{E7BC2FBE-2262-48A5-9076-DE2F1A1570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원인을 고르기 전에 확인할 기록">
            <a:extLst xmlns:a="http://schemas.openxmlformats.org/drawingml/2006/main">
              <a:ext uri="{FF2B5EF4-FFF2-40B4-BE49-F238E27FC236}">
                <a16:creationId xmlns:a16="http://schemas.microsoft.com/office/drawing/2014/main" id="{D5B3F212-0C7B-47C7-A81D-E939EB3112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1352FEE2-2829-404F-B8DC-A7452D4890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1C2B4933-9F94-4CC8-B83A-356E8E07D8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A26ADA78-8E74-4333-82BA-DA8366164D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F953F025-FDCA-449F-826E-77BC8A958585}"/>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F3800090-912A-4A66-A4DE-0B821B3CE018}"/>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07395A3A-F29D-44E0-A8D9-F61E52D55855}"/>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7C228540-9F61-4EE1-B7AF-B8FE6BA43358}"/>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67383197-A12D-46AF-869D-7A4256EEF19A}"/>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433D1EF0-BA3F-4ECF-AFF8-923C94E2968E}"/>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0FEBE9B6-862F-4C64-BEAF-1B9197661769}"/>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71506EBC-AC36-483A-B293-DB2B90266908}"/>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9D6E9465-5A7C-4FDF-9A56-97250143F7E7}"/>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F5B59701-C791-4B8B-AE63-99B4A7B9270A}"/>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97DD5B4A-3C6B-4B4F-94DA-C6A928BBAA91}"/>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C57BE557-C671-464A-B187-8E55816852C9}"/>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EE8BE51E-DF09-418A-A8E0-E883BA3BB88D}"/>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3178E362-ABEE-47A8-82BF-1633669D29D7}"/>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DEC498E5-57F7-4841-A976-A26A05A54506}"/>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9A680AE4-51F4-42AC-8D93-29E5ABEAD00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6F1A4C70-07B9-496F-AF8E-BFE0E08815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95CB7594-7657-43A5-8693-A79DD7E93B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2113194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36A05D75-3CB3-4565-AEB4-8B96B83AC9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6">
            <a:extLst xmlns:a="http://schemas.openxmlformats.org/drawingml/2006/main">
              <a:ext uri="{FF2B5EF4-FFF2-40B4-BE49-F238E27FC236}">
                <a16:creationId xmlns:a16="http://schemas.microsoft.com/office/drawing/2014/main" id="{1550B372-F55D-41F4-A23F-1F67050E20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주어진 정보와 원인 가설을 나눈다">
            <a:extLst xmlns:a="http://schemas.openxmlformats.org/drawingml/2006/main">
              <a:ext uri="{FF2B5EF4-FFF2-40B4-BE49-F238E27FC236}">
                <a16:creationId xmlns:a16="http://schemas.microsoft.com/office/drawing/2014/main" id="{28760B80-A241-4785-A44C-492111A1C5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2D251A57-AE6E-4217-B5A0-25BC213810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3F0156C9-0E48-4780-A853-7D11D5063F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B9A3C802-0C2A-4161-8BD6-16875B6DEB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37659ED2-A6F7-4DDB-B8DD-63A8A8C1C155}"/>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9BEA9E79-B2DF-4864-B6FC-1A40130E97FE}"/>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3AB40648-46EE-4E9B-9CA7-1718CF52F39A}"/>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12F5B4D-E7E5-4BB0-9017-C59F50A6D3E1}"/>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2DD12E72-1318-42B8-9648-51C6A26E301E}"/>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5C85DEF9-D7AB-4BB9-9045-8BC1641AD8FF}"/>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BAC04E6F-2F58-43A0-88E7-E3FE477986D8}"/>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E0D7C73D-D550-4A8F-A2E9-BFF726E1CB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65551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1DA982DA-1AA4-4C69-ADF0-FE858724F9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7">
            <a:extLst xmlns:a="http://schemas.openxmlformats.org/drawingml/2006/main">
              <a:ext uri="{FF2B5EF4-FFF2-40B4-BE49-F238E27FC236}">
                <a16:creationId xmlns:a16="http://schemas.microsoft.com/office/drawing/2014/main" id="{0514E7AB-DB54-4CC6-952D-030A03C135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확인한 원인에 맞춰 변경 대상을 고른다">
            <a:extLst xmlns:a="http://schemas.openxmlformats.org/drawingml/2006/main">
              <a:ext uri="{FF2B5EF4-FFF2-40B4-BE49-F238E27FC236}">
                <a16:creationId xmlns:a16="http://schemas.microsoft.com/office/drawing/2014/main" id="{F113869C-E144-48A3-A606-0B0351A53E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3F413362-9CE9-4B06-86EC-A51F7E4088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C6C09088-73E9-4088-A140-DA1BCA54AF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77E55E60-9B7E-455C-80B2-B5137F57FD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46FD24D3-875B-4A71-965D-0197F9F1DEF4}"/>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E72DA4EC-B74D-4399-AF1D-3E9F07C6338A}"/>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A4525E80-0837-44F4-B7D2-3DB150F1BA38}"/>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AED8858E-14F6-4F03-8CE9-77C1CDBA84F3}"/>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F564AF23-5EBD-43D9-AD52-23D7A315B7D3}"/>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1326D3F2-81ED-4F08-8FA4-C7BF67FF0550}"/>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80038F65-BB44-44D2-B914-F198082112BD}"/>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FA8F4D3B-A59B-4F9E-A568-07D6B71BCE1C}"/>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59BE77A-75C0-4B19-848E-C7E6FD2A031A}"/>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2C02A2D2-114C-4F2C-9607-122AE8115885}"/>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077FC88B-C96D-48EE-BA04-F60199EDCE18}"/>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9596201A-181C-411F-8DF6-55F0E2B7FD5F}"/>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D48A5A67-FA2D-4FE7-ABFB-856895FF2C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0609594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6ED20E35-C436-46B3-8735-ED4369795C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88">
            <a:extLst xmlns:a="http://schemas.openxmlformats.org/drawingml/2006/main">
              <a:ext uri="{FF2B5EF4-FFF2-40B4-BE49-F238E27FC236}">
                <a16:creationId xmlns:a16="http://schemas.microsoft.com/office/drawing/2014/main" id="{A1F03F34-B1F0-4CD3-AA6D-EDECA3E908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확인된 범위만 검토하고 갱신한다">
            <a:extLst xmlns:a="http://schemas.openxmlformats.org/drawingml/2006/main">
              <a:ext uri="{FF2B5EF4-FFF2-40B4-BE49-F238E27FC236}">
                <a16:creationId xmlns:a16="http://schemas.microsoft.com/office/drawing/2014/main" id="{AAF8B68F-E8B8-4319-8DE1-784A4C3C37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29884F9F-32DA-4F22-9A82-A360B5C06B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5E87717D-4DDC-48B3-8281-32F9C3853F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D4E0BE14-07D0-45C9-A7CC-EA50CE70EB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046C890F-0DED-4ED3-AE31-EAE75586F082}"/>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B6B0960F-D194-4923-91C8-DE8EE11C77D1}"/>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7138137E-DBD6-421C-887D-11973676388D}"/>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B87B3C6C-C19E-499D-B61F-56ED16C6D4F5}"/>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BEFB0238-0D50-4780-AE6B-45D515823B5B}"/>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C3F79509-7F6E-4CAD-8BEC-CF8980909A30}"/>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0FB603DE-DC96-42F5-9734-F154CEF11272}"/>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9FC1BEB1-C99E-4DF2-AE1C-050F1A8FAC95}"/>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725CC83A-5BA0-4AB5-844F-E0F9936B2945}"/>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BA1797D2-8CC0-46A7-80F9-A2782C60F1FA}"/>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B35D399A-46BF-402E-89E5-11713B553AFA}"/>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64941CC0-F65B-4DB5-9140-EDCB4325205C}"/>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0548E3C3-FABF-465D-B815-4ED4CDE46EC3}"/>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D4DF1CB4-920F-4B34-81C0-168023C08B32}"/>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12052462-DFCD-497B-96C1-6F019002F449}"/>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0991F90B-3ACB-4600-AD76-4210477F4D75}"/>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8FB9B5A4-761B-4047-86A3-71A30E2BD2E4}"/>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D852A8E6-2558-4FBC-B9B3-E6A969A0C4D2}"/>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914A8663-FEE4-4EB4-80F0-425F83BD7B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9790572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1ECEBA14-6706-415B-8446-99A603E1E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89">
            <a:extLst xmlns:a="http://schemas.openxmlformats.org/drawingml/2006/main">
              <a:ext uri="{FF2B5EF4-FFF2-40B4-BE49-F238E27FC236}">
                <a16:creationId xmlns:a16="http://schemas.microsoft.com/office/drawing/2014/main" id="{5FF6932B-8F1E-4A60-89F9-F2B84CD87B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지침을 고친 뒤, 무엇을 다시 확인할까?">
            <a:extLst xmlns:a="http://schemas.openxmlformats.org/drawingml/2006/main">
              <a:ext uri="{FF2B5EF4-FFF2-40B4-BE49-F238E27FC236}">
                <a16:creationId xmlns:a16="http://schemas.microsoft.com/office/drawing/2014/main" id="{6D611F27-5E36-4B67-81A7-B766039A74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7D3D6B3E-CC9D-4352-A2BD-00F7B0DA6B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4DB11981-B468-424B-8F14-0F03DE39D4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F445DF3F-55C6-472A-A083-469CC9F695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C990F099-265D-4D96-8971-0C005E4F5742}"/>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8A561301-E8F7-4A5D-B66F-C70D2FC92499}"/>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CAE636E6-B264-4516-AD48-34646D27BD0A}"/>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142ACC7B-91BE-4922-8481-9730BD6E9260}"/>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F6EDDCCF-3C57-43E8-B952-8917BCE3CDC2}"/>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A5A90605-6615-4575-82A7-E01FE7B7E361}"/>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3108DCAF-4D05-4C5F-B8C3-5CC114EA679E}"/>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F4DD097A-9882-4D75-BE79-F6A44FE2FF65}"/>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E6127CB5-D737-4A6C-BFAD-9E3CEE63A959}"/>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385528E9-150C-48D0-9A19-96C15A463D43}"/>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0CB92558-E263-4A13-8E04-DB51C2DCAB2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9A206164-F2BA-4EF9-B6A1-B1BEF80A12A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63820D62-4A05-40FE-93F0-574DD8E361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9131478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A8FBB759-6EA7-4D83-96EB-B91C7D566E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90">
            <a:extLst xmlns:a="http://schemas.openxmlformats.org/drawingml/2006/main">
              <a:ext uri="{FF2B5EF4-FFF2-40B4-BE49-F238E27FC236}">
                <a16:creationId xmlns:a16="http://schemas.microsoft.com/office/drawing/2014/main" id="{ADE8FEA9-61A9-48E9-85BA-2A09B51F65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대표 작업은 서로 다른 위험을 확인한다">
            <a:extLst xmlns:a="http://schemas.openxmlformats.org/drawingml/2006/main">
              <a:ext uri="{FF2B5EF4-FFF2-40B4-BE49-F238E27FC236}">
                <a16:creationId xmlns:a16="http://schemas.microsoft.com/office/drawing/2014/main" id="{A12E9235-15C7-4197-BF86-05876EDC0C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E1795B7E-103D-4AB6-A4DC-968D9008E9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4F2097DA-DA80-405B-B93F-02C73FA867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16DE3325-9893-40E4-BDB6-54644B1A7C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E2B4F157-5A42-4227-BB0B-CB7B15879F61}"/>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AC3BB44D-6414-4FFB-A60F-A26F60F21EE6}"/>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6D944A89-5AD4-413E-817D-A9993269B7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5562396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2569952C-A592-44E3-9683-8B17773CA4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91">
            <a:extLst xmlns:a="http://schemas.openxmlformats.org/drawingml/2006/main">
              <a:ext uri="{FF2B5EF4-FFF2-40B4-BE49-F238E27FC236}">
                <a16:creationId xmlns:a16="http://schemas.microsoft.com/office/drawing/2014/main" id="{2D978F8C-5EA9-41CA-B392-9B1303AB23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한 작업에 맞춘 규칙,&#10;다른 작업에도 맞을까?">
            <a:extLst xmlns:a="http://schemas.openxmlformats.org/drawingml/2006/main">
              <a:ext uri="{FF2B5EF4-FFF2-40B4-BE49-F238E27FC236}">
                <a16:creationId xmlns:a16="http://schemas.microsoft.com/office/drawing/2014/main" id="{4DB65AD0-C9E2-42CC-BB55-2431015B652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2DC0A87E-3387-4608-A7DD-D4643B2697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C5218C93-65FD-471B-8509-716A79B817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4D52A703-5C2C-45EB-990D-4B08BE1D92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BD64AF25-2D99-44C2-A704-5FBF5E568D22}"/>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3240B754-C7BC-4B55-AFE2-0B7488699C64}"/>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2E43BEEE-7849-4331-B20C-FB4FF22B6709}"/>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463C572A-BF2F-4B09-A741-1144B237C3B1}"/>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F4BB4CE2-F949-42F6-A93E-5DB5AA423E13}"/>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541F156-7B6E-4F23-A7A2-2A0950E29E4E}"/>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7071733-9FDB-4683-8BF7-A1C58CCFCB60}"/>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47A5A6F2-9413-41A1-92B2-67FB4994240D}"/>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08C75FEF-315B-4052-B4B4-8E62B9DC4B95}"/>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A46714F6-FF9F-4C1C-B89A-7BC633824680}"/>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38AD461B-1409-4BFE-8943-C3B113AF3793}"/>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FE2AE8E9-3D53-4983-81F8-FBF568F359B4}"/>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452C527B-A327-4A41-ADB5-C9B02AFEE06B}"/>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F4214E2D-CC71-466D-99AE-C6947644F0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77243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4C5A4A1D-D62F-4D0D-855B-F492089942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92">
            <a:extLst xmlns:a="http://schemas.openxmlformats.org/drawingml/2006/main">
              <a:ext uri="{FF2B5EF4-FFF2-40B4-BE49-F238E27FC236}">
                <a16:creationId xmlns:a16="http://schemas.microsoft.com/office/drawing/2014/main" id="{492AAD8D-FB48-4406-81FA-0692DEE0B4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관찰을 시스템 개선으로 잇는 Loop">
            <a:extLst xmlns:a="http://schemas.openxmlformats.org/drawingml/2006/main">
              <a:ext uri="{FF2B5EF4-FFF2-40B4-BE49-F238E27FC236}">
                <a16:creationId xmlns:a16="http://schemas.microsoft.com/office/drawing/2014/main" id="{D1C18368-5B18-4C0E-8795-226FEB5D1A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733F4F73-BE51-4D9B-B9F7-9D7A538395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CE27A976-1264-42CF-99AF-393B0DDD11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76CD2251-AC63-4858-8EA5-927E91807B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F03D93BB-42E3-4AD0-A421-9903F70A2F53}"/>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1CB1276E-C720-41D8-8DF0-FA543265609C}"/>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3501F5C-17F5-4FCE-A683-FBA681FFE301}"/>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9A0A2AFE-F0FF-4E72-A494-57145A6F6979}"/>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19063D0C-790F-4A54-AAF2-B75EF38C968B}"/>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AC034F87-7A98-4855-8F9F-CC8BF8A7B052}"/>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4B6D6B3C-D74C-4E32-8ACC-0E6A68C3924A}"/>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4568CB4E-D20A-4C8E-93AC-1EE3B5514E75}"/>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F47D076C-1D01-4531-9179-DD6B52BDCC87}"/>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E17B6C7A-1C58-46FB-9F7B-52F08E658BDA}"/>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2E20867B-C6C6-4F86-BB68-A1100A657BF1}"/>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DDE9D822-A10B-4DB9-BF05-8FBE29695E4F}"/>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B07A84EF-B07B-4618-8EE1-96E58825C4A5}"/>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A71CA49D-DD21-49A5-AE2C-56D53D876738}"/>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353DFE59-FBB7-42EF-971F-DE0FAC793F08}"/>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F7D8EAE4-1DB4-477A-9F44-BC56B01DB639}"/>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270DB30B-22A2-49B2-BCCB-1F964A08DF1A}"/>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0609EFDF-F457-4FB5-9DD6-635656A8F7BC}"/>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10D0FEF4-65A1-4982-ABD7-7F959AA2A074}"/>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1177539E-7630-46A7-85E9-853A27543993}"/>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54DC3ADE-D6B8-4342-8A30-817455B1561E}"/>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AB51D951-0D57-43F2-9F18-528ABE2906E9}"/>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171772F3-6130-46FF-BA03-E50E0E024946}"/>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57907179-7AC1-42AB-8542-4C9258C0BDD1}"/>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0BED1001-156B-4E41-9762-EC922DE5286B}"/>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E94BFD4A-CEA9-4A96-A684-B42ED425CC51}"/>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32B28400-29FE-43A6-B82B-46B460D8150C}"/>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267DDBE8-E0A6-45E2-B052-3D487E2D26D3}"/>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8E6F0A5C-F19C-41A3-BC24-E1A581F6E45B}"/>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81B20CFC-1408-46F7-9144-B891B7F8E473}"/>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4A1E513F-8513-4826-A5E0-73992C727DCF}"/>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A561C8E1-EF97-47F0-B105-E40D018C3143}"/>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E462A13B-69C0-4779-A247-46C6178547C0}"/>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C4414B46-260C-41DF-8B1D-35F65DD093CD}"/>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1C6EF18B-06D3-49A1-976D-562E35EB0E67}"/>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30417C9A-8565-49C6-91B2-AE39BB51FB91}"/>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264BA033-7CFA-4A0A-901D-571C9EB29BA7}"/>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5C8FAC1A-1686-48E9-8404-CD9E90146D9E}"/>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34A3424E-B35B-4604-99A6-DFB048168B57}"/>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A891A876-33CA-4246-B05F-94772B9AD3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4794133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A9C83F34-0BAE-4B6F-ABE6-AFD0DBAC48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93">
            <a:extLst xmlns:a="http://schemas.openxmlformats.org/drawingml/2006/main">
              <a:ext uri="{FF2B5EF4-FFF2-40B4-BE49-F238E27FC236}">
                <a16:creationId xmlns:a16="http://schemas.microsoft.com/office/drawing/2014/main" id="{02B517F5-878F-494D-991E-6D82CE7C60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평가·보고 기준도 개선 대상이다">
            <a:extLst xmlns:a="http://schemas.openxmlformats.org/drawingml/2006/main">
              <a:ext uri="{FF2B5EF4-FFF2-40B4-BE49-F238E27FC236}">
                <a16:creationId xmlns:a16="http://schemas.microsoft.com/office/drawing/2014/main" id="{5FCD8C5D-C3BE-4518-97F9-393A6ACA07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AC56D2CB-802C-4B1F-97A3-F4B64A7F37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8309D26-3E35-4D84-ADE8-9139D048F95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0C4905D7-1344-46DC-9C23-C10A5116CA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EABE321C-6DA5-4049-ACC6-69360F2757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45503422-6008-4C60-AA2A-62013AE81CA5}"/>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6D496706-01BA-4D8E-B3D6-D8D0D31397CE}"/>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3B4D716A-554C-4AC7-B622-B49FB3E0AD2D}"/>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57B1C728-62F5-45E1-B924-E159C075FECC}"/>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F47DE7FA-FF8D-41F4-9223-84F59AF5B718}"/>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34D1BC3C-FA55-4BA2-8C56-DF9BF31495DA}"/>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0D5A7395-B11D-4A1F-A4BF-23C30D00415A}"/>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D6D4AD43-80A2-4CF5-86D8-41535542F935}"/>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6152C07A-595D-42E1-A7F2-135DE4E96A37}"/>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5520632D-8BB1-4D6C-BFC2-2DEB550FBFCE}"/>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52A0088B-C83B-4C2D-BAEA-D4C70FB3BB81}"/>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4B21C5A3-A0EA-4380-8A8A-42D3639C246E}"/>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02EE6295-415F-4416-B69B-3D4529E0C99F}"/>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DD8DF6E4-4389-48B3-AADA-4B858CECDF48}"/>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2AA65CB4-2081-47C3-BEFB-4B34363839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8048270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F819EAC4-27FA-42E0-AE14-4D2AEE00F9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94">
            <a:extLst xmlns:a="http://schemas.openxmlformats.org/drawingml/2006/main">
              <a:ext uri="{FF2B5EF4-FFF2-40B4-BE49-F238E27FC236}">
                <a16:creationId xmlns:a16="http://schemas.microsoft.com/office/drawing/2014/main" id="{75E77F94-A951-4F86-806D-B8090C0E15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결과 확인과 원인 해석을 따로 기록한다">
            <a:extLst xmlns:a="http://schemas.openxmlformats.org/drawingml/2006/main">
              <a:ext uri="{FF2B5EF4-FFF2-40B4-BE49-F238E27FC236}">
                <a16:creationId xmlns:a16="http://schemas.microsoft.com/office/drawing/2014/main" id="{B90E301F-A45F-4ECD-A428-C930526C7D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4BACFA46-B3D3-4765-8B65-36BC42B993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B464554-BE36-4235-AFF3-6BA277073E9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E67A1D9E-E795-4D6E-A6C7-F8F54D2D73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1E363752-F695-4078-86AB-37F991CC9B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52F93F06-CD3C-43DD-A100-5C2C24718EC5}"/>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F1D64754-CE87-4082-9B4E-72683E3E494C}"/>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58CF8917-1AA7-4405-89C4-0EB81EB231AF}"/>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44C78E2F-D00A-4267-A516-1DBC47E4BE41}"/>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74AD3109-033E-40FA-89BF-1EC33669DDA9}"/>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E8C57663-C216-4C8B-B2AE-C4D8541A0BA2}"/>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9985BBAA-C5C8-463B-AD16-74A65499CC06}"/>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81042882-801B-43FC-BEE2-37B7AFEAA94E}"/>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D1432D5C-3EED-43F3-802E-6961193129AC}"/>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ED91728B-F9D8-4BF4-925F-50F493E5C512}"/>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96D068EF-19B6-4B9E-A763-586F735B1D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8834169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26099D5C-ED31-421D-8D49-267E49452E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95">
            <a:extLst xmlns:a="http://schemas.openxmlformats.org/drawingml/2006/main">
              <a:ext uri="{FF2B5EF4-FFF2-40B4-BE49-F238E27FC236}">
                <a16:creationId xmlns:a16="http://schemas.microsoft.com/office/drawing/2014/main" id="{01EB1261-EB26-440E-A3BF-6C27BE8072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다음 조사에 남길 기록을 바꿨다">
            <a:extLst xmlns:a="http://schemas.openxmlformats.org/drawingml/2006/main">
              <a:ext uri="{FF2B5EF4-FFF2-40B4-BE49-F238E27FC236}">
                <a16:creationId xmlns:a16="http://schemas.microsoft.com/office/drawing/2014/main" id="{200A4CDA-A0FE-420F-B300-F39CB32F8A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54EB4FA7-00E4-4A44-9C55-10DEA809B0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664B6AF-5AF1-4828-AC8F-B228C8FCCFE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B94FF162-8FEA-4C1C-80D8-19ADE70836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4DAE062F-7C55-4A3C-B3A2-9731F4B80F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4C643D43-D9B9-498F-B5E8-DB2884C9472A}"/>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498D0521-B5AB-4BCD-8B38-DD2711A0EDD4}"/>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942F7A6B-53E8-4CB0-9A14-3128600071D7}"/>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AFFD8327-5C7C-46DC-9F57-92E106345874}"/>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84D7D43A-48F8-417F-B968-2850548A526C}"/>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DFA5BD8A-E5CC-4CB3-9781-EC3C19BA2FF1}"/>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B1705E77-06A4-436C-AE52-620D9B211D2C}"/>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4BCA6B7B-B865-4D71-8144-5D65703F2B56}"/>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D0B2203C-1E3A-43DE-B60A-F9CCA98E7C74}"/>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36C494D6-F20B-40CE-81E2-D8438FC9C4DF}"/>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B08BF56D-414C-4159-A3B5-9359A71807BA}"/>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B63A531B-35DC-4C1A-A07E-0F5ABEEFFD2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9D5803AF-4CC9-40B3-AB56-93194665B3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17173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25ECE681-01FD-4628-B685-2905EB569C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6">
            <a:extLst xmlns:a="http://schemas.openxmlformats.org/drawingml/2006/main">
              <a:ext uri="{FF2B5EF4-FFF2-40B4-BE49-F238E27FC236}">
                <a16:creationId xmlns:a16="http://schemas.microsoft.com/office/drawing/2014/main" id="{C4066087-A979-41F5-A3E2-D0C490D7DE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후속 기록도 원문과 다시 대조했다">
            <a:extLst xmlns:a="http://schemas.openxmlformats.org/drawingml/2006/main">
              <a:ext uri="{FF2B5EF4-FFF2-40B4-BE49-F238E27FC236}">
                <a16:creationId xmlns:a16="http://schemas.microsoft.com/office/drawing/2014/main" id="{1D788895-BCCC-4390-B44C-D86F31396D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D275A135-C9D6-4889-81B0-FFD7A44410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EB4FAA2-B3B3-4ADA-BE3D-C434894615B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A198B4D7-1601-479A-A233-73B3337C3F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AF71A05F-28D3-4759-98F7-CD917CBAE0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2C9BB098-7A57-49D5-98E5-CC9EA8FBABDC}"/>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62316ECF-38D8-47DF-8306-6F8BCFA9B14A}"/>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4B93B21E-798F-4290-A927-16998AEC44AF}"/>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7F98CBC8-AEE3-4229-A6A1-2788AE470477}"/>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4B2F322F-BFBE-44AA-A929-15516E81E6E3}"/>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98FB1790-1A40-4068-AD5B-821427CC3536}"/>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22E67BBC-BDDF-4C69-A392-682B6BB1E9A3}"/>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11F0B5B0-AC6F-429D-89C5-8FB5FCB75CEF}"/>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980DB64A-049A-41F5-943B-559F580AF97F}"/>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E94B1F7C-33C1-4274-83FD-966F91FA08B2}"/>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C5069292-FBC0-48E6-9A21-C5860B3D9F5D}"/>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DB8A632E-52E6-4418-AF7F-E01C427858B1}"/>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C5C701CB-30B8-45D4-9181-32288216DBB2}"/>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D818333C-6E3B-4A20-ADBB-8B938FD91F88}"/>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D6E6D8AC-702A-46D5-B53B-50B32BC1CF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4802308"/>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347F8119-8B78-410E-A4ED-A1DB5D7307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97">
            <a:extLst xmlns:a="http://schemas.openxmlformats.org/drawingml/2006/main">
              <a:ext uri="{FF2B5EF4-FFF2-40B4-BE49-F238E27FC236}">
                <a16:creationId xmlns:a16="http://schemas.microsoft.com/office/drawing/2014/main" id="{EE56D48E-56AF-4035-A994-A4DF402017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실제 기록을 Loop의 단계에 대응하면">
            <a:extLst xmlns:a="http://schemas.openxmlformats.org/drawingml/2006/main">
              <a:ext uri="{FF2B5EF4-FFF2-40B4-BE49-F238E27FC236}">
                <a16:creationId xmlns:a16="http://schemas.microsoft.com/office/drawing/2014/main" id="{EF65C287-24C7-49E5-A3C7-B82A4BB0A5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EB9C00D7-70C4-43A4-8DAB-C569BDF1EB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1A3C4B5-B44E-445F-B301-B495D56E6D1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FB50A5EC-5FAA-476F-9EAF-3C0A501FB3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8C4B91F4-EDB0-43E1-A4B3-ACB1201A73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C77407E9-0029-43AF-A520-70EF5D24492C}"/>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4C44E530-CB6A-4CC4-9166-81B55453AAB2}"/>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3E337F65-402D-48FC-B2AE-02D4D511BBB9}"/>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538B46D3-4C84-42B2-9839-9BB7F7163C4D}"/>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9A9682B5-7BC7-4288-9658-E3A5B1E8A876}"/>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398916F3-0EDD-434B-99EB-7879044A74B9}"/>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BFA5919B-A059-4E9C-BCA1-1710BC6C61E4}"/>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3B3FCD86-A55F-4FA9-B7C8-9BAC120FC9F5}"/>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A7CC9BA1-B7F0-4999-A92F-10AC38080F4D}"/>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F6E86933-10B6-4153-9F61-2F0E66022921}"/>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94BA93E4-BF17-41C4-8856-7DF13C6E3FD0}"/>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63E77F8C-9B8C-4A89-9491-28F3BD2ED973}"/>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8EE842A5-BD22-45A0-96FC-400239F11F84}"/>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6DC903C7-FBBE-40AC-94CC-9F66F3459C77}"/>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6FC3F271-CD51-47D8-8AEE-FF33C359FCB0}"/>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5EA2FA7F-45D1-4543-9956-6927C70C221C}"/>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0283FC6A-1B45-4310-A75E-07A66AD32B8E}"/>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CBAFEAD5-DC3D-4904-953D-AA4C3487EBEB}"/>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D1177363-3129-48B1-B2AB-58BFC438C517}"/>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FF141C4A-6A92-451C-9DEF-21D63C12F0A6}"/>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2FEC5A61-4BB1-4011-95A0-5E4D564747F5}"/>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CF97F617-1EAA-4590-A0EB-67E767B91134}"/>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9D293B12-AA33-4C7F-BFF7-6A3D50FBC2C3}"/>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417AEA5F-782C-4908-ABB4-B142CCA716EB}"/>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E9F46F57-85D5-468E-86B2-F6A0D2B90D11}"/>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2193F17F-E3FD-4145-BE08-877C66BFC8A5}"/>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65C6ED92-2DE2-46DE-8DD4-8E91F8425BA0}"/>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62FDA7C2-0FB5-441C-80D8-B4EA69CC54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1669267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C4C5A7F0-44A7-448E-BC83-DED10D6255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98">
            <a:extLst xmlns:a="http://schemas.openxmlformats.org/drawingml/2006/main">
              <a:ext uri="{FF2B5EF4-FFF2-40B4-BE49-F238E27FC236}">
                <a16:creationId xmlns:a16="http://schemas.microsoft.com/office/drawing/2014/main" id="{BC2317AF-008D-4ADA-8836-43C58408D2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Project와 환경이 바뀌면&#10;검증도 다시 본다">
            <a:extLst xmlns:a="http://schemas.openxmlformats.org/drawingml/2006/main">
              <a:ext uri="{FF2B5EF4-FFF2-40B4-BE49-F238E27FC236}">
                <a16:creationId xmlns:a16="http://schemas.microsoft.com/office/drawing/2014/main" id="{90EC3C75-A7A6-47A4-9AB9-A3ECC5A0D7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7127A27E-B381-425C-9CB1-3E73F73A0E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2F2D764B-1D37-48ED-ABFE-CA9CB2B6AA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B7CDC56E-334F-4945-9588-1D3AE6002A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A5611ECB-4771-47F8-938A-6A5D2CCAD5FB}"/>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642ABBB2-B32C-4783-94B9-4D35E6734B49}"/>
              </a:ext>
            </a:extLst>
          </p:cNvPr>
          <p:cNvPicPr>
            <a:picLocks xmlns:a="http://schemas.openxmlformats.org/drawingml/2006/main" noChangeAspect="1"/>
          </p:cNvPicPr>
          <p:nvPr/>
        </p:nvPicPr>
        <p:blipFill>
          <a:blip xmlns:r="http://schemas.openxmlformats.org/officeDocument/2006/relationships" xmlns:a="http://schemas.openxmlformats.org/drawingml/2006/main" r:embed="Rfe25dd0298454a9e"/>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941CD430-6634-4914-BF3F-7241366A5A86}"/>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0119534F-88D4-4DBD-8A9D-FAF74BC2430E}"/>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0B7E60C5-98AB-4A5C-A28F-42C28C0267E6}"/>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248753E3-C187-45F0-A685-C7B405D9695F}"/>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F5818267-5D71-44AA-A1E2-EB50A9AEE6F1}"/>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4F098D42-C6C2-485C-A0ED-667F6BD63402}"/>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EC2C96C6-C618-4535-8AFE-66F635731C97}"/>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FC9F2205-C2F0-43ED-A620-EF698C805064}"/>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F853BCA4-A86B-41F0-8038-E46FE49DD75E}"/>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553FED57-FB0F-485B-82FE-2055DF3F7200}"/>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693BFCFD-7BC1-4363-A8A3-223DE290C8E2}"/>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273C62F6-55E5-448D-9F12-D2F04349572D}"/>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E0E0B3BD-C92D-4EA7-A0F2-74B2C3365C35}"/>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786777E4-EED4-4F59-A024-D82D0D0904D2}"/>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0EE9840E-6916-4C75-B9B4-4ACD6C714B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823092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2026-10-25T10:23:02.8230000Z</dcterms:created>
  <dcterms:modified xsi:type="dcterms:W3CDTF">2026-10-25T10:23:02.8230000Z</dcterms:modified>
</coreProperties>
</file>