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bff7875a6b4a29" /><Relationship Type="http://schemas.openxmlformats.org/officeDocument/2006/relationships/extended-properties" Target="/docProps/app.xml" Id="Re71f782111d544f9" /><Relationship Type="http://schemas.openxmlformats.org/officeDocument/2006/relationships/officeDocument" Target="/ppt/presentation.xml" Id="R24a363dab74f4d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9fc302c183b4125"/>
  </p:sldMasterIdLst>
  <p:notesMasterIdLst>
    <p:notesMasterId xmlns:r="http://schemas.openxmlformats.org/officeDocument/2006/relationships" r:id="R1187e6c04f8b46c3"/>
  </p:notesMasterIdLst>
  <p:sldIdLst>
    <p:sldId xmlns:r="http://schemas.openxmlformats.org/officeDocument/2006/relationships" id="256" r:id="Rba0f4659f05441c3"/>
    <p:sldId xmlns:r="http://schemas.openxmlformats.org/officeDocument/2006/relationships" id="257" r:id="R8be4303090c74aa0"/>
    <p:sldId xmlns:r="http://schemas.openxmlformats.org/officeDocument/2006/relationships" id="258" r:id="R98e20e03c185439e"/>
    <p:sldId xmlns:r="http://schemas.openxmlformats.org/officeDocument/2006/relationships" id="259" r:id="Rea922add53cd443d"/>
    <p:sldId xmlns:r="http://schemas.openxmlformats.org/officeDocument/2006/relationships" id="260" r:id="R90250cf08e2b49ac"/>
    <p:sldId xmlns:r="http://schemas.openxmlformats.org/officeDocument/2006/relationships" id="261" r:id="R8cb1d525a0d24165"/>
    <p:sldId xmlns:r="http://schemas.openxmlformats.org/officeDocument/2006/relationships" id="262" r:id="Rb6a7938ad67e4da5"/>
    <p:sldId xmlns:r="http://schemas.openxmlformats.org/officeDocument/2006/relationships" id="263" r:id="Rc9d1dd740c89402f"/>
    <p:sldId xmlns:r="http://schemas.openxmlformats.org/officeDocument/2006/relationships" id="264" r:id="Rba45d019e2b14199"/>
    <p:sldId xmlns:r="http://schemas.openxmlformats.org/officeDocument/2006/relationships" id="265" r:id="Ree9d6ca87ecf4678"/>
    <p:sldId xmlns:r="http://schemas.openxmlformats.org/officeDocument/2006/relationships" id="266" r:id="R70947982f0b6435f"/>
    <p:sldId xmlns:r="http://schemas.openxmlformats.org/officeDocument/2006/relationships" id="267" r:id="R2128d56063bb44a9"/>
    <p:sldId xmlns:r="http://schemas.openxmlformats.org/officeDocument/2006/relationships" id="268" r:id="Rca88ebdb60b14a02"/>
    <p:sldId xmlns:r="http://schemas.openxmlformats.org/officeDocument/2006/relationships" id="269" r:id="R7a796a5f7f8746b1"/>
    <p:sldId xmlns:r="http://schemas.openxmlformats.org/officeDocument/2006/relationships" id="270" r:id="R01f8fa74c27a4c84"/>
    <p:sldId xmlns:r="http://schemas.openxmlformats.org/officeDocument/2006/relationships" id="271" r:id="Rf5122e4fa92d45e7"/>
    <p:sldId xmlns:r="http://schemas.openxmlformats.org/officeDocument/2006/relationships" id="272" r:id="R4a5911997f1d471f"/>
    <p:sldId xmlns:r="http://schemas.openxmlformats.org/officeDocument/2006/relationships" id="273" r:id="Rb679a8bfe902463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37b1ba98c014fe6" /><Relationship Type="http://schemas.openxmlformats.org/officeDocument/2006/relationships/slideMaster" Target="/ppt/slideMasters/slideMaster1.xml" Id="R19fc302c183b4125" /><Relationship Type="http://schemas.openxmlformats.org/officeDocument/2006/relationships/notesMaster" Target="/ppt/notesMasters/notesMaster1.xml" Id="R1187e6c04f8b46c3" /><Relationship Type="http://schemas.openxmlformats.org/officeDocument/2006/relationships/presProps" Target="/ppt/presProps.xml" Id="R74caec16cf2f49a9" /><Relationship Type="http://schemas.openxmlformats.org/officeDocument/2006/relationships/tableStyles" Target="/ppt/tableStyles.xml" Id="R94c2fff0b8e8450a" /><Relationship Type="http://schemas.openxmlformats.org/officeDocument/2006/relationships/slide" Target="/ppt/slides/slide1.xml" Id="Rba0f4659f05441c3" /><Relationship Type="http://schemas.openxmlformats.org/officeDocument/2006/relationships/slide" Target="/ppt/slides/slide2.xml" Id="R8be4303090c74aa0" /><Relationship Type="http://schemas.openxmlformats.org/officeDocument/2006/relationships/slide" Target="/ppt/slides/slide3.xml" Id="R98e20e03c185439e" /><Relationship Type="http://schemas.openxmlformats.org/officeDocument/2006/relationships/slide" Target="/ppt/slides/slide4.xml" Id="Rea922add53cd443d" /><Relationship Type="http://schemas.openxmlformats.org/officeDocument/2006/relationships/slide" Target="/ppt/slides/slide5.xml" Id="R90250cf08e2b49ac" /><Relationship Type="http://schemas.openxmlformats.org/officeDocument/2006/relationships/slide" Target="/ppt/slides/slide6.xml" Id="R8cb1d525a0d24165" /><Relationship Type="http://schemas.openxmlformats.org/officeDocument/2006/relationships/slide" Target="/ppt/slides/slide7.xml" Id="Rb6a7938ad67e4da5" /><Relationship Type="http://schemas.openxmlformats.org/officeDocument/2006/relationships/slide" Target="/ppt/slides/slide8.xml" Id="Rc9d1dd740c89402f" /><Relationship Type="http://schemas.openxmlformats.org/officeDocument/2006/relationships/slide" Target="/ppt/slides/slide9.xml" Id="Rba45d019e2b14199" /><Relationship Type="http://schemas.openxmlformats.org/officeDocument/2006/relationships/slide" Target="/ppt/slides/slide10.xml" Id="Ree9d6ca87ecf4678" /><Relationship Type="http://schemas.openxmlformats.org/officeDocument/2006/relationships/slide" Target="/ppt/slides/slide11.xml" Id="R70947982f0b6435f" /><Relationship Type="http://schemas.openxmlformats.org/officeDocument/2006/relationships/slide" Target="/ppt/slides/slide12.xml" Id="R2128d56063bb44a9" /><Relationship Type="http://schemas.openxmlformats.org/officeDocument/2006/relationships/slide" Target="/ppt/slides/slide13.xml" Id="Rca88ebdb60b14a02" /><Relationship Type="http://schemas.openxmlformats.org/officeDocument/2006/relationships/slide" Target="/ppt/slides/slide14.xml" Id="R7a796a5f7f8746b1" /><Relationship Type="http://schemas.openxmlformats.org/officeDocument/2006/relationships/slide" Target="/ppt/slides/slide15.xml" Id="R01f8fa74c27a4c84" /><Relationship Type="http://schemas.openxmlformats.org/officeDocument/2006/relationships/slide" Target="/ppt/slides/slide16.xml" Id="Rf5122e4fa92d45e7" /><Relationship Type="http://schemas.openxmlformats.org/officeDocument/2006/relationships/slide" Target="/ppt/slides/slide17.xml" Id="R4a5911997f1d471f" /><Relationship Type="http://schemas.openxmlformats.org/officeDocument/2006/relationships/slide" Target="/ppt/slides/slide18.xml" Id="Rb679a8bfe902463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a07854c9064b4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908c8802674d1d" /><Relationship Type="http://schemas.openxmlformats.org/officeDocument/2006/relationships/notesMaster" Target="/ppt/notesMasters/notesMaster1.xml" Id="Rec08e9af7e8245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aa1de5b4bb148c8" /><Relationship Type="http://schemas.openxmlformats.org/officeDocument/2006/relationships/notesMaster" Target="/ppt/notesMasters/notesMaster1.xml" Id="Rf8fe83e3176d4a9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c143d2cf3e469e" /><Relationship Type="http://schemas.openxmlformats.org/officeDocument/2006/relationships/notesMaster" Target="/ppt/notesMasters/notesMaster1.xml" Id="Re6b0ba814a8144f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5453343cf64f3e" /><Relationship Type="http://schemas.openxmlformats.org/officeDocument/2006/relationships/notesMaster" Target="/ppt/notesMasters/notesMaster1.xml" Id="Rf89bc0967bd9413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776730490ab4847" /><Relationship Type="http://schemas.openxmlformats.org/officeDocument/2006/relationships/notesMaster" Target="/ppt/notesMasters/notesMaster1.xml" Id="R4797cac04fa8402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a88abfd22704326" /><Relationship Type="http://schemas.openxmlformats.org/officeDocument/2006/relationships/notesMaster" Target="/ppt/notesMasters/notesMaster1.xml" Id="R40a804bda4c84f8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aed29249f5e4e77" /><Relationship Type="http://schemas.openxmlformats.org/officeDocument/2006/relationships/notesMaster" Target="/ppt/notesMasters/notesMaster1.xml" Id="Rf281b955c60d406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ece82c1eb5c4733" /><Relationship Type="http://schemas.openxmlformats.org/officeDocument/2006/relationships/notesMaster" Target="/ppt/notesMasters/notesMaster1.xml" Id="R162aba19b1db4da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1dd4c4fc0a84a47" /><Relationship Type="http://schemas.openxmlformats.org/officeDocument/2006/relationships/notesMaster" Target="/ppt/notesMasters/notesMaster1.xml" Id="R0d1c946b3d72420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33844f96424594" /><Relationship Type="http://schemas.openxmlformats.org/officeDocument/2006/relationships/notesMaster" Target="/ppt/notesMasters/notesMaster1.xml" Id="R2c03cc16757242e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af691366b8f48e4" /><Relationship Type="http://schemas.openxmlformats.org/officeDocument/2006/relationships/notesMaster" Target="/ppt/notesMasters/notesMaster1.xml" Id="Rd6c0af45d2a645f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10636856934272" /><Relationship Type="http://schemas.openxmlformats.org/officeDocument/2006/relationships/notesMaster" Target="/ppt/notesMasters/notesMaster1.xml" Id="R4f736a461a104d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7cab65522e04b94" /><Relationship Type="http://schemas.openxmlformats.org/officeDocument/2006/relationships/notesMaster" Target="/ppt/notesMasters/notesMaster1.xml" Id="Rdf1cef169381465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b52cff9d0640ce" /><Relationship Type="http://schemas.openxmlformats.org/officeDocument/2006/relationships/notesMaster" Target="/ppt/notesMasters/notesMaster1.xml" Id="Rbfecc08a7bca418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c4f0550ddca405f" /><Relationship Type="http://schemas.openxmlformats.org/officeDocument/2006/relationships/notesMaster" Target="/ppt/notesMasters/notesMaster1.xml" Id="Rc8810919f43a474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af2de71f537446e" /><Relationship Type="http://schemas.openxmlformats.org/officeDocument/2006/relationships/notesMaster" Target="/ppt/notesMasters/notesMaster1.xml" Id="R272b1cc2ceac469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e269d0d660b4101" /><Relationship Type="http://schemas.openxmlformats.org/officeDocument/2006/relationships/notesMaster" Target="/ppt/notesMasters/notesMaster1.xml" Id="Rf85c04677f65479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16486e08a1a44b6" /><Relationship Type="http://schemas.openxmlformats.org/officeDocument/2006/relationships/notesMaster" Target="/ppt/notesMasters/notesMaster1.xml" Id="R681d9275d713465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정당한 이유로 바뀌면 작업 Workflow도 함께 바뀔까?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S55와 production/preview/act4/S55.png를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실제 graypipe 이력과 별개인 가상 사례임을 먼저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S56와 production/preview/act4/S56.png를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S57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S57와 production/preview/act4/S57.png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S58로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S57와 production/preview/act4/S57.png를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S58와 production/preview/act4/S58.png를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S59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S59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보이는 실패 지점과 실제 원인 Layer는 항상 같을까?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S59와 production/preview/act4/S59.png를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S61에서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S60와 production/preview/act4/S60.png를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S61와 production/preview/act4/S61.png를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S62와 production/preview/act4/S62.png를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S63와 production/preview/act4/S63.png를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S64와 production/preview/act4/S64.png를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관찰·원인·변경·평가가 연결될 때 이를 어떤 Engineering 관점으로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“Feedback이 언제 Engineering이 되는가?”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실행과 관찰의 질문을 구분한다. 앞의 가상 사례에서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S61의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표기를 바꾸어 실제 교육 제작 기록에서의 별도 Loop를 살펴본다.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“이번에는 실제 제작 과정에서 무슨 일이 있었나?”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원리를 C++ Vision Project에 옮기면 무엇을 확인할까?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S73의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기능이 아니라, 처음의 문제에서 Loop까지 이어진 Story를 다시 연결해 보겠습니다.” ACT 5 S73으로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production/preview/act4/S72.png 및 production/preview/full/S72.png.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사용자 승인 삽화를 전체 제작본에 반영했다. PPT/Notes/PNG 대조와 S72 잘림 재검토 결과는 production/evaluation/FULL_DECK_IMAGE_INTEGRATION.md에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f5910f89c04ef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f453cd93f946b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382d04e104485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eb5558aff44b9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73d18fdcc401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876fcd681c40a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99EA83-5D2F-4E11-AD00-7B23BB2232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7D63821-F2C6-4670-9A53-3CD668DA59C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9186F08-452B-4C51-8093-E51D41C0A0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134F7E-CC72-4AF3-AE3C-D8EF50ED30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1A1F04E-2B30-4DA2-A4A0-5485A624F7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9968CD7-5F3F-4C21-8262-D2D583EF617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6F5E373-3CD2-48AE-B365-B8CA15F2B9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6D9B7D3-5702-4226-8BD4-2166124E3F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6DE66A4-EE23-49BA-8D47-543BE522E21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E0FD09A-FC99-4613-8CD0-772C7D3F645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0a924bb216a4134" /><Relationship Type="http://schemas.openxmlformats.org/officeDocument/2006/relationships/slideLayout" Target="/ppt/slideLayouts/slideLayout1.xml" Id="R999d8fd3e43a407f" /><Relationship Type="http://schemas.openxmlformats.org/officeDocument/2006/relationships/slideLayout" Target="/ppt/slideLayouts/slideLayout2.xml" Id="Rdc79382fd9b44eb5" /><Relationship Type="http://schemas.openxmlformats.org/officeDocument/2006/relationships/slideLayout" Target="/ppt/slideLayouts/slideLayout3.xml" Id="R2b178e056ba641d2" /><Relationship Type="http://schemas.openxmlformats.org/officeDocument/2006/relationships/slideLayout" Target="/ppt/slideLayouts/slideLayout4.xml" Id="R5663d31381be4873" /><Relationship Type="http://schemas.openxmlformats.org/officeDocument/2006/relationships/slideLayout" Target="/ppt/slideLayouts/slideLayout5.xml" Id="Rc13c928ed2484052" /><Relationship Type="http://schemas.openxmlformats.org/officeDocument/2006/relationships/slideLayout" Target="/ppt/slideLayouts/slideLayout6.xml" Id="R8a043cc1bb0742e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99d8fd3e43a407f"/>
    <p:sldLayoutId xmlns:r="http://schemas.openxmlformats.org/officeDocument/2006/relationships" id="2147483650" r:id="Rdc79382fd9b44eb5"/>
    <p:sldLayoutId xmlns:r="http://schemas.openxmlformats.org/officeDocument/2006/relationships" id="2147483651" r:id="R2b178e056ba641d2"/>
    <p:sldLayoutId xmlns:r="http://schemas.openxmlformats.org/officeDocument/2006/relationships" id="2147483652" r:id="R5663d31381be4873"/>
    <p:sldLayoutId xmlns:r="http://schemas.openxmlformats.org/officeDocument/2006/relationships" id="2147483653" r:id="Rc13c928ed2484052"/>
    <p:sldLayoutId xmlns:r="http://schemas.openxmlformats.org/officeDocument/2006/relationships" id="2147483654" r:id="R8a043cc1bb0742e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3cb142f59a4cdf" /><Relationship Type="http://schemas.openxmlformats.org/officeDocument/2006/relationships/notesSlide" Target="/ppt/notesSlides/notesSlide1.xml" Id="Ra26a3b5b7acf46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7d6fbcbd6a4be3" /><Relationship Type="http://schemas.openxmlformats.org/officeDocument/2006/relationships/notesSlide" Target="/ppt/notesSlides/notesSlide2.xml" Id="Raad3146c403345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1e9021ef6264667" /><Relationship Type="http://schemas.openxmlformats.org/officeDocument/2006/relationships/notesSlide" Target="/ppt/notesSlides/notesSlide3.xml" Id="R4c150372188e47e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f815f8d7864112" /><Relationship Type="http://schemas.openxmlformats.org/officeDocument/2006/relationships/notesSlide" Target="/ppt/notesSlides/notesSlide4.xml" Id="R17d541766055462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44722f980e4e29" /><Relationship Type="http://schemas.openxmlformats.org/officeDocument/2006/relationships/notesSlide" Target="/ppt/notesSlides/notesSlide5.xml" Id="R312af80745af4cb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02a23847544864" /><Relationship Type="http://schemas.openxmlformats.org/officeDocument/2006/relationships/notesSlide" Target="/ppt/notesSlides/notesSlide6.xml" Id="Rafe80579dea140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14fcc0bdd140fb" /><Relationship Type="http://schemas.openxmlformats.org/officeDocument/2006/relationships/notesSlide" Target="/ppt/notesSlides/notesSlide7.xml" Id="R0d4f77973c4440f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6ab8c1cc9414ec8" /><Relationship Type="http://schemas.openxmlformats.org/officeDocument/2006/relationships/notesSlide" Target="/ppt/notesSlides/notesSlide8.xml" Id="R1a669d66b79646b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a2e2a4109dd46a8" /><Relationship Type="http://schemas.openxmlformats.org/officeDocument/2006/relationships/notesSlide" Target="/ppt/notesSlides/notesSlide9.xml" Id="R023b3b0986c6412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182755d2cc4d70" /><Relationship Type="http://schemas.openxmlformats.org/officeDocument/2006/relationships/notesSlide" Target="/ppt/notesSlides/notesSlide10.xml" Id="Rceaee723b641488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848c40426ab46b6" /><Relationship Type="http://schemas.openxmlformats.org/officeDocument/2006/relationships/notesSlide" Target="/ppt/notesSlides/notesSlide11.xml" Id="Rf6320622f9e54d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e51f848f394722" /><Relationship Type="http://schemas.openxmlformats.org/officeDocument/2006/relationships/notesSlide" Target="/ppt/notesSlides/notesSlide12.xml" Id="Ra3d3801e52fc40c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48a64e95604fc2" /><Relationship Type="http://schemas.openxmlformats.org/officeDocument/2006/relationships/notesSlide" Target="/ppt/notesSlides/notesSlide13.xml" Id="R10ca6edfd17c434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ac76922ae5244cb" /><Relationship Type="http://schemas.openxmlformats.org/officeDocument/2006/relationships/notesSlide" Target="/ppt/notesSlides/notesSlide14.xml" Id="R556b2f1bfe2e471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52f6338666b4d3d" /><Relationship Type="http://schemas.openxmlformats.org/officeDocument/2006/relationships/notesSlide" Target="/ppt/notesSlides/notesSlide15.xml" Id="R1dcd5d05f6a6404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5a10a0a7788457a" /><Relationship Type="http://schemas.openxmlformats.org/officeDocument/2006/relationships/notesSlide" Target="/ppt/notesSlides/notesSlide16.xml" Id="Rd15f44e2559c4d4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72d21ce383471f" /><Relationship Type="http://schemas.openxmlformats.org/officeDocument/2006/relationships/notesSlide" Target="/ppt/notesSlides/notesSlide17.xml" Id="Rfe39a072f7e84d5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708597e029449cf" /><Relationship Type="http://schemas.openxmlformats.org/officeDocument/2006/relationships/image" Target="/ppt/media/image.png" Id="R2fd14e134e924b34" /><Relationship Type="http://schemas.openxmlformats.org/officeDocument/2006/relationships/notesSlide" Target="/ppt/notesSlides/notesSlide18.xml" Id="R93288d458a0049f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E3504AE8-0096-4A2D-B84B-7B977987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55">
            <a:extLst xmlns:a="http://schemas.openxmlformats.org/drawingml/2006/main">
              <a:ext uri="{FF2B5EF4-FFF2-40B4-BE49-F238E27FC236}">
                <a16:creationId xmlns:a16="http://schemas.microsoft.com/office/drawing/2014/main" id="{38BE8121-63BB-4026-BB85-B27F41B0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5B518D37-C3B7-4976-88D7-E392AE1B2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C01255-6CAA-4244-8A84-726BCF5CD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980968E4-1745-4AFC-A682-4AB270C7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506F826A-F82B-4593-9D34-852AE6EF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4FADE44F-E8E7-48DA-90F6-86D50986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FF7CD5-5163-4B47-96B6-42B8E7E6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13E7F9A2-DC48-4043-B550-53D81A774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C6EDCA-EFBF-4BE0-B63F-DA5D9E9D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9E3B394B-C212-4DBE-8B9E-E8F86627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DED274-BE95-44F6-B613-05FEB7C4F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275B665C-BEAE-4E4C-9F2A-7A690220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B160318B-A749-4CCD-BA33-45FD1305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BA18B499-2845-4408-9184-6C5E33E49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30A641AD-FDAB-4A4F-A378-056FF5F78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1F035698-6876-4A4A-A700-24EF08E5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</p:spTree>
    <p:extLst>
      <p:ext uri="{BB962C8B-B14F-4D97-AF65-F5344CB8AC3E}">
        <p14:creationId xmlns:p14="http://schemas.microsoft.com/office/powerpoint/2010/main" val="15019544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011B90A0-F453-4E70-9966-0983A58DA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6">
            <a:extLst xmlns:a="http://schemas.openxmlformats.org/drawingml/2006/main">
              <a:ext uri="{FF2B5EF4-FFF2-40B4-BE49-F238E27FC236}">
                <a16:creationId xmlns:a16="http://schemas.microsoft.com/office/drawing/2014/main" id="{00611DDF-8944-402B-8B68-158DB42A6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DDA07CD4-B2D4-474B-AB06-5844DCA68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5EE1E8-7C5C-4E5C-9A0D-B5C679E0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68B3A43A-E27E-4A57-95A4-3D44D149B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67D8BF84-E71C-416C-A8CC-49F187751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34F8B370-DEF2-4159-B008-5D5E649F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AE7BBDEE-323C-4204-8EC4-44B2ED433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B9C72027-A4D7-4BF1-8800-3B9FE80AC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8C690F-796F-41DB-B113-C1FA7BE45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A773ED-5111-44A1-9FCE-054A41513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7C806749-BE3B-456D-8669-E680C6821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4A8F4F31-C6BB-4B61-B81D-6A397B6F5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FE7598A4-6029-448E-8E69-7A5726A37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FC721455-84BA-4435-89A4-EEA80F64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</p:spTree>
    <p:extLst>
      <p:ext uri="{BB962C8B-B14F-4D97-AF65-F5344CB8AC3E}">
        <p14:creationId xmlns:p14="http://schemas.microsoft.com/office/powerpoint/2010/main" val="142028285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2F55E514-6B55-41DD-889C-A1A2119A9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57">
            <a:extLst xmlns:a="http://schemas.openxmlformats.org/drawingml/2006/main">
              <a:ext uri="{FF2B5EF4-FFF2-40B4-BE49-F238E27FC236}">
                <a16:creationId xmlns:a16="http://schemas.microsoft.com/office/drawing/2014/main" id="{7EB65A7D-9D24-4FE7-84AA-1B932F958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202CD785-F8DB-4726-8D6D-351932F3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707D003B-1A36-4812-A67B-B3A3DDEF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D2A01DFA-69FD-4FD6-93A3-A9BD8592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0F209849-B020-48ED-B915-CBC37917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DE83F-3303-487C-92F1-06E53BA3C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07FD5D-A8BA-483A-843D-883BA3081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7F9B7C3E-A936-4228-85CB-79FBD3CCF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941B16A4-C821-4C1C-A97D-79F4A9607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EFCDFF-BA40-4131-BB56-DBCB7AD1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82FE18-D14E-43CA-BE8B-7DCD3CA4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FBF9E6AD-7F01-4E64-92F1-2DFE2376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1BEE11-6DB5-4F72-9974-DADE626BE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8CA5E858-6DE9-42FA-8841-D5F95A5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BD696B-4EC4-4A2A-B685-9B90B69A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D35B3C86-64CD-4AFB-96E7-4D2AFC45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CCAFD8-577D-4E19-B597-7A424CA1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19DFB1F3-2E82-491F-A840-64545596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2CC63C4-6413-4B28-8113-52E69C24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FE9BA10E-F410-4B59-B409-2E6C5229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407476-4BC8-41A6-866E-F40E6D771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55528F-23E8-48F6-9773-ACF275137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5FD9A012-281F-4C0A-BCE5-42565349CC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465D3944-ABE5-4E30-BD07-277317FB7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FF0B4D5-5F33-493E-AA70-85F123B4C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285CD928-1A76-4E6A-BF8F-93D4C790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7626DFFE-7507-4147-9D9C-7BBE306FC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</p:spTree>
    <p:extLst>
      <p:ext uri="{BB962C8B-B14F-4D97-AF65-F5344CB8AC3E}">
        <p14:creationId xmlns:p14="http://schemas.microsoft.com/office/powerpoint/2010/main" val="13306509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6A573A74-1D22-4A8B-AFAC-5BDB0591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58">
            <a:extLst xmlns:a="http://schemas.openxmlformats.org/drawingml/2006/main">
              <a:ext uri="{FF2B5EF4-FFF2-40B4-BE49-F238E27FC236}">
                <a16:creationId xmlns:a16="http://schemas.microsoft.com/office/drawing/2014/main" id="{31B56C98-6F6A-4BB2-A233-891DA78AB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CB97D7DF-46CE-4688-9CC5-1E385AED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5A27DB-F571-4081-B5E0-575049B0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747AD0A6-BB64-4DFE-AB68-5F9218E22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CA0DE306-E558-4766-A3CF-A0D69BFF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91C0F5C3-0EB5-42E7-BB25-C29162978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C3F8E155-EC3C-4928-A6BF-2C1FC212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A133555C-0B35-4179-83A4-C7FF99105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85737B-E3D4-4EA4-9225-BD7882AA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2F8946-850F-4DEE-BB47-CA482F4F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D7A71459-B7B9-4C94-B597-1E557550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6AFFA6AE-0CDF-4882-B24E-F2B0F401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4737060C-F64E-42F6-B5FE-D39C1E249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</p:spTree>
    <p:extLst>
      <p:ext uri="{BB962C8B-B14F-4D97-AF65-F5344CB8AC3E}">
        <p14:creationId xmlns:p14="http://schemas.microsoft.com/office/powerpoint/2010/main" val="211968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A6F5CD11-3B44-4719-BC8F-6BC6235F3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59">
            <a:extLst xmlns:a="http://schemas.openxmlformats.org/drawingml/2006/main">
              <a:ext uri="{FF2B5EF4-FFF2-40B4-BE49-F238E27FC236}">
                <a16:creationId xmlns:a16="http://schemas.microsoft.com/office/drawing/2014/main" id="{E3F81CC9-4238-456A-91AD-C6BFB5B7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S59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582E68E1-39C7-439C-B6B2-4773CC8B4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A53CA2-D8D3-4536-83C0-FF35E3398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C4D6A558-8073-4668-804C-0EB4924D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3E8038F1-3B69-4F0A-BE1C-24F500F3E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E884FE70-6D44-4600-BEFE-E11DC443F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9455CA-7560-4A0E-92CF-9C6C10BB4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C9804D06-111C-4A05-8E74-0B8807A0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23335579-90C0-4432-AFB4-7652EA8DD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6D5D1A-BA5F-43C7-B31B-C0A0517E7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7E667364-46BB-49C1-A8A0-CCE8F8F6A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F11038BF-E908-457F-AC76-2F37FE535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470971-5B4A-4C54-802C-3772BDFFA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601169CD-9D77-454A-B1D0-56CC6205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252B9B41-EA50-4566-B15F-EC5258F47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014EA4BB-5F94-4375-BAC9-32B7CAC6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</p:spTree>
    <p:extLst>
      <p:ext uri="{BB962C8B-B14F-4D97-AF65-F5344CB8AC3E}">
        <p14:creationId xmlns:p14="http://schemas.microsoft.com/office/powerpoint/2010/main" val="20725354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5E003B09-0375-4102-82F2-64D4104C0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60">
            <a:extLst xmlns:a="http://schemas.openxmlformats.org/drawingml/2006/main">
              <a:ext uri="{FF2B5EF4-FFF2-40B4-BE49-F238E27FC236}">
                <a16:creationId xmlns:a16="http://schemas.microsoft.com/office/drawing/2014/main" id="{0E4BA81A-DDD3-4ADD-8907-A0C53B1EA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593101AD-05C7-4168-BF24-9E76A6FC9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F75E17-EA42-4615-B049-366F4F76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BCECF3EB-9ECB-43F7-BC8B-30E77BBF0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3D09A099-B094-4F3E-AFA7-654FEC76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09173D5D-3736-42E3-A70A-F0BF706C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C3F2F963-F6A4-4D9C-933B-1F60F8794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ED57DC-E575-4A79-9531-743C994D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F47AB6FA-7262-4D53-87FB-33D81414B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87876860-1665-49AB-81C2-574F1971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83FF59-B55E-46C6-A4DF-88ACC0EC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D53B59E9-8275-4C1A-B3A6-2DE008A2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54D95E0A-03BF-4B89-8A6A-F9DA6845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0C20C98-697E-41CF-8C01-E63C3BAB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C737E78C-8A41-4419-A8EB-6A247D8B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ADDCF304-3978-4039-9EA4-67B300C3F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C297327-B8DC-4A84-A6CC-26CA8D061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3D311A04-2CAB-42CB-AEA9-C16614E27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5C2F2B07-2D3E-48B6-A290-1DC20817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8E61243F-82EE-43C2-BC63-2E283A41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</p:spTree>
    <p:extLst>
      <p:ext uri="{BB962C8B-B14F-4D97-AF65-F5344CB8AC3E}">
        <p14:creationId xmlns:p14="http://schemas.microsoft.com/office/powerpoint/2010/main" val="21025188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BEEC0963-DAEF-4EC6-BA8D-FD1198085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61">
            <a:extLst xmlns:a="http://schemas.openxmlformats.org/drawingml/2006/main">
              <a:ext uri="{FF2B5EF4-FFF2-40B4-BE49-F238E27FC236}">
                <a16:creationId xmlns:a16="http://schemas.microsoft.com/office/drawing/2014/main" id="{6C986250-EC02-4C90-AD64-7F0A0C281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D7BFE349-AFE2-4B13-9E77-69B8CD69A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E509B0-0C1E-44EB-B7C0-296E276F2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A4EC35A0-2BF6-4CA6-940D-26EFE499C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17B1F976-E884-40C1-83A1-C962509BF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FF378455-F168-4761-833C-5E13C9D4A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6475E228-9442-479C-A95C-31E7EC3C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71C7D3-5686-4726-9314-65A99516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9EE696-3496-49B8-9FBF-52B3A6F71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0DAF0873-1827-4CC4-842D-AC43FB55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8CF2DB56-CDEB-4A13-AF57-9E129A2CF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7A4076E0-C1F8-4927-A89F-B5BB95544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</p:spTree>
    <p:extLst>
      <p:ext uri="{BB962C8B-B14F-4D97-AF65-F5344CB8AC3E}">
        <p14:creationId xmlns:p14="http://schemas.microsoft.com/office/powerpoint/2010/main" val="5248855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937B49A2-3CE5-4FE2-8D5C-8DFCB4E78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62">
            <a:extLst xmlns:a="http://schemas.openxmlformats.org/drawingml/2006/main">
              <a:ext uri="{FF2B5EF4-FFF2-40B4-BE49-F238E27FC236}">
                <a16:creationId xmlns:a16="http://schemas.microsoft.com/office/drawing/2014/main" id="{30D18ED8-1815-4949-9299-EB69387A2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9F616374-B0B0-462D-BF2D-4E4A03D6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71DA12-2936-4381-8929-4E82E9BC3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C627BDB5-388F-4968-83F2-1056EC84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25FE4A66-D3E9-4EEA-843A-BA873997C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C9731DEC-4F34-4F6E-853A-A1535784B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6A023AD3-3ABE-47AF-90BF-F967730A1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EE70CFA7-68DF-4FF4-AD77-6637A9931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F925BB-00FC-4CD6-938E-D961C8EE1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FEAB29-7B3F-4722-B49A-36F9BC1B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3FFC6186-6353-4A06-8133-FC0DC97A1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E68AA5-903A-4F9E-9B2E-8E22FB7C6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57C6E49C-F1F9-486E-8113-B921F6865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3BE5DF8E-4530-4D9B-9469-2EF6E1D95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</p:spTree>
    <p:extLst>
      <p:ext uri="{BB962C8B-B14F-4D97-AF65-F5344CB8AC3E}">
        <p14:creationId xmlns:p14="http://schemas.microsoft.com/office/powerpoint/2010/main" val="177424079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AE38D34F-69CB-4837-AAF9-29F7C92DB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63">
            <a:extLst xmlns:a="http://schemas.openxmlformats.org/drawingml/2006/main">
              <a:ext uri="{FF2B5EF4-FFF2-40B4-BE49-F238E27FC236}">
                <a16:creationId xmlns:a16="http://schemas.microsoft.com/office/drawing/2014/main" id="{88BA1745-DDCE-46CB-900F-858B06FD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B3E940BA-F1C2-48CD-B24D-A1D60D5CA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8683B2-BAF5-4E35-9DFA-D71479F64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9643B169-EF6F-4E87-89A2-CC5F11DA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02915B70-71C9-4800-BD75-425FAC876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13612AED-7799-44A6-A036-47B55679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0E01D446-9D98-406E-A7CC-D543BA2C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313BA4-2209-4242-9749-B6DD9985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6DE0D-9F82-4BC1-A5F6-B1634CC0B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3718A1F7-9DB4-4F34-8C62-EF168113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3FDBEE55-401E-419A-BF88-83FBF19F5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F8C74596-2665-486B-A599-31C78F689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</p:spTree>
    <p:extLst>
      <p:ext uri="{BB962C8B-B14F-4D97-AF65-F5344CB8AC3E}">
        <p14:creationId xmlns:p14="http://schemas.microsoft.com/office/powerpoint/2010/main" val="11993129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0EDE014E-C365-4DB5-A237-959E019CA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64">
            <a:extLst xmlns:a="http://schemas.openxmlformats.org/drawingml/2006/main">
              <a:ext uri="{FF2B5EF4-FFF2-40B4-BE49-F238E27FC236}">
                <a16:creationId xmlns:a16="http://schemas.microsoft.com/office/drawing/2014/main" id="{C3313B26-B365-43A9-920B-7E495E73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AC4DCD8F-A6BD-4A4A-A518-B8508CAA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F66B81-7AFB-4BBC-9983-D6E73B5D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E2A07402-00BB-46BF-9976-BBA4668CB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F9A417E4-1745-4D41-B587-617E5EA1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FF36B15B-44ED-48FB-A7E5-0B2E0D1E7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383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D5C009-BD0E-4E66-A0C8-F85CB7E9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6B4D"/>
            </a:solidFill>
            <a:prstDash val="solid"/>
          </a:ln>
        </p:spPr>
      </p:sp>
      <p:sp>
        <p:nvSpPr>
          <p:cNvPr id="9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8CF0D460-CA94-48C2-B4BC-653D77C9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908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0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452AB70E-5614-4C00-909D-04439D8EE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7908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1" name="EVAL-01 · TRIAL-002">
            <a:extLst xmlns:a="http://schemas.openxmlformats.org/drawingml/2006/main">
              <a:ext uri="{FF2B5EF4-FFF2-40B4-BE49-F238E27FC236}">
                <a16:creationId xmlns:a16="http://schemas.microsoft.com/office/drawing/2014/main" id="{BFD52CA6-C1C3-4A98-9C0C-535FCD16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098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EVAL-01 · TRIAL-002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5D9793-234C-4FDB-AE24-C1073F32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04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76B4D"/>
            </a:solidFill>
            <a:prstDash val="solid"/>
          </a:ln>
        </p:spPr>
      </p:sp>
      <p:sp>
        <p:nvSpPr>
          <p:cNvPr id="13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2A3AD869-AF6B-4410-A2DF-17565B892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14" name="측정과 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C8446649-F637-4C33-9DEB-42EC892C7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4766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측정과 검증 범위를 유지하는가?</a:t>
            </a:r>
          </a:p>
        </p:txBody>
      </p:sp>
      <p:sp>
        <p:nvSpPr>
          <p:cNvPr id="15" name="EVAL-02 · STATE-04-PERF">
            <a:extLst xmlns:a="http://schemas.openxmlformats.org/drawingml/2006/main">
              <a:ext uri="{FF2B5EF4-FFF2-40B4-BE49-F238E27FC236}">
                <a16:creationId xmlns:a16="http://schemas.microsoft.com/office/drawing/2014/main" id="{E4DA4EAE-876D-4A4B-A423-0D7DDB72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EVAL-02 · STATE-04-PERF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413700-B804-408A-A839-E8ED5DEAD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C1CF5DEC-6A20-4A16-86C0-381878E68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1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87CD42F2-4AFD-4ECE-8AF1-BA013564C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1624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19" name="EVAL-03 · 설계 사례">
            <a:extLst xmlns:a="http://schemas.openxmlformats.org/drawingml/2006/main">
              <a:ext uri="{FF2B5EF4-FFF2-40B4-BE49-F238E27FC236}">
                <a16:creationId xmlns:a16="http://schemas.microsoft.com/office/drawing/2014/main" id="{533848EE-82C0-4458-B072-CC37D8D6D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814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EVAL-03 · 설계 사례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2EF19A-4C6A-465F-A213-FE3BD28B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1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C68932E6-135E-4D76-801D-86CDEA44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2286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22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A336A098-20FE-4901-86E6-81F1B867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848225"/>
            <a:ext cx="57626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23" name="EVAL-04 · 설계 사례">
            <a:extLst xmlns:a="http://schemas.openxmlformats.org/drawingml/2006/main">
              <a:ext uri="{FF2B5EF4-FFF2-40B4-BE49-F238E27FC236}">
                <a16:creationId xmlns:a16="http://schemas.microsoft.com/office/drawing/2014/main" id="{723AC556-8581-4855-BF11-621AE042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867275"/>
            <a:ext cx="2724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EVAL-04 · 설계 사례</a:t>
            </a:r>
          </a:p>
        </p:txBody>
      </p:sp>
    </p:spTree>
    <p:extLst>
      <p:ext uri="{BB962C8B-B14F-4D97-AF65-F5344CB8AC3E}">
        <p14:creationId xmlns:p14="http://schemas.microsoft.com/office/powerpoint/2010/main" val="148962967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A2A893A2-58DC-4F7C-8D80-78DC6A187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59B8F692-CD9B-4345-A161-18D30815B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BF3575A0-88E5-4D19-9878-48A00DAB1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01E6B-F123-4C02-8019-DC32CA8CC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F0A2AFC2-5C78-4A38-A4BE-32B2F22E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A18FA03D-9780-43F3-8A5D-9527131B2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2C3B6ED3-5A56-4D70-991E-F6EEDB585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DC3BF6-E07A-42CB-820A-B905BD623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2438234A-231D-4028-8581-FE457D71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C816B43C-F025-4545-9BC5-B048F502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7C9820-DF93-48FC-BDE8-78C69453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4E6DFE15-8A5D-4E67-9F1A-E18C2DC2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6C25094C-6C36-4156-BDE2-60EA5ADAC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F08D2F-9F36-4B0E-AF62-F38F05328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D419A8D1-CC27-4EF7-A595-D86DC8575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48E893DF-135E-4B1D-B205-F3BDF116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EA8E736F-6E13-4A67-A724-FCC6D4B62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</p:spTree>
    <p:extLst>
      <p:ext uri="{BB962C8B-B14F-4D97-AF65-F5344CB8AC3E}">
        <p14:creationId xmlns:p14="http://schemas.microsoft.com/office/powerpoint/2010/main" val="10648789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7CFBC64F-6DE6-4EF0-9DA7-A177DA9BE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48F0C6BD-966D-4A1D-91AD-3D1102CD4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06B38422-8042-43A9-9779-EC30FE034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89601C-BA5F-42C5-A28C-3F4D9B5EE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D4434C3D-9385-4429-87D6-8EC945E0B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2ECF02EE-4F97-4359-B5EA-A028AA89D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439615-0BFB-4316-813E-5C8048E9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실행">
            <a:extLst xmlns:a="http://schemas.openxmlformats.org/drawingml/2006/main">
              <a:ext uri="{FF2B5EF4-FFF2-40B4-BE49-F238E27FC236}">
                <a16:creationId xmlns:a16="http://schemas.microsoft.com/office/drawing/2014/main" id="{B681AE4F-A8CF-4C54-9012-5325EFDF1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9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232AEF4B-1016-40AE-B15C-A0618ADB7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A25C6-856D-4150-BD29-DFB2C3CD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984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9C8E39-99CF-407B-B3F8-2CCE6184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관찰">
            <a:extLst xmlns:a="http://schemas.openxmlformats.org/drawingml/2006/main">
              <a:ext uri="{FF2B5EF4-FFF2-40B4-BE49-F238E27FC236}">
                <a16:creationId xmlns:a16="http://schemas.microsoft.com/office/drawing/2014/main" id="{F72237AC-99D6-40E9-985C-C0DC34032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3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7DD9D524-9B4F-4B9B-8969-6FE2696D0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417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4BE0C54-F60A-4AF9-9980-45498A568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441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DFC822-FDEE-45E5-A413-BE1655F8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6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3E489FE1-F5FE-45F7-A1C1-A4F6F3B0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17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8CF1E4C4-B56A-4C2C-82AC-BF45A5E9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5874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5B37E8-9885-4069-B3F9-DC39DFAC7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98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D554E3-0D98-43A4-BC87-13286566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73ABD73C-6586-4DEB-8D72-F5A2363E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21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BE739E01-6B4D-4C4D-89CA-5201B2913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6FDE40-ABDD-4CAA-8810-01CEAF070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3555" y="3105150"/>
            <a:ext cx="22860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AB77A4-E86A-4ED5-814E-C4298A246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686050"/>
            <a:ext cx="187452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재평가">
            <a:extLst xmlns:a="http://schemas.openxmlformats.org/drawingml/2006/main">
              <a:ext uri="{FF2B5EF4-FFF2-40B4-BE49-F238E27FC236}">
                <a16:creationId xmlns:a16="http://schemas.microsoft.com/office/drawing/2014/main" id="{FAAA1E15-CD0B-4E72-8E77-347B2379D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2876550"/>
            <a:ext cx="187452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25" name="다른 작업도&#10;괜찮은가?">
            <a:extLst xmlns:a="http://schemas.openxmlformats.org/drawingml/2006/main">
              <a:ext uri="{FF2B5EF4-FFF2-40B4-BE49-F238E27FC236}">
                <a16:creationId xmlns:a16="http://schemas.microsoft.com/office/drawing/2014/main" id="{6F5F218A-0575-4E93-8D28-21F1CBE1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880" y="3638550"/>
            <a:ext cx="187452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</a:t>
            </a:r>
          </a:p>
          <a:p xmlns:a="http://schemas.openxmlformats.org/drawingml/2006/main">
            <a:pPr algn="l">
              <a:def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괜찮은가?</a:t>
            </a:r>
          </a:p>
        </p:txBody>
      </p:sp>
      <p:sp>
        <p:nvSpPr>
          <p:cNvPr id="26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4190CB0E-193F-465B-AA55-A61D0F78E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</p:spTree>
    <p:extLst>
      <p:ext uri="{BB962C8B-B14F-4D97-AF65-F5344CB8AC3E}">
        <p14:creationId xmlns:p14="http://schemas.microsoft.com/office/powerpoint/2010/main" val="11031982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4 · OBSERVED META / 교육자료 제작 기록">
            <a:extLst xmlns:a="http://schemas.openxmlformats.org/drawingml/2006/main">
              <a:ext uri="{FF2B5EF4-FFF2-40B4-BE49-F238E27FC236}">
                <a16:creationId xmlns:a16="http://schemas.microsoft.com/office/drawing/2014/main" id="{E8A5A20E-39F8-47CC-91D3-72DCF31A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교육자료 제작 기록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1D110E53-8F3C-4847-8870-3250B45A1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0C8AEDE9-1A4D-4DA4-8439-43261F007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893BEB-0767-4599-8BB0-3BD8BDB21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638545-5ACA-4EB2-8C8D-DE069D518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6AB869CF-5D6A-439D-8783-6B2CC83C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6FAB4479-23C6-44E4-82E7-1BD04F42E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BD45365E-3208-4017-8DDB-887DD2517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251851DC-C3FB-4C63-B0FA-CBA592A5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0" name="실행 환경">
            <a:extLst xmlns:a="http://schemas.openxmlformats.org/drawingml/2006/main">
              <a:ext uri="{FF2B5EF4-FFF2-40B4-BE49-F238E27FC236}">
                <a16:creationId xmlns:a16="http://schemas.microsoft.com/office/drawing/2014/main" id="{162E42D0-5318-4BA8-B73E-E6B9F413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09562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환경</a:t>
            </a:r>
          </a:p>
        </p:txBody>
      </p:sp>
      <p:sp>
        <p:nvSpPr>
          <p:cNvPr id="11" name="결과 해석">
            <a:extLst xmlns:a="http://schemas.openxmlformats.org/drawingml/2006/main">
              <a:ext uri="{FF2B5EF4-FFF2-40B4-BE49-F238E27FC236}">
                <a16:creationId xmlns:a16="http://schemas.microsoft.com/office/drawing/2014/main" id="{525EE50C-924A-4453-AC7E-B5B1C6C4F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95625"/>
            <a:ext cx="3009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52F67-CECA-4DEF-A2D5-4B1C7A83C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0D1426-0584-4422-AD4B-576FDDEF1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7147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C5C5ABB-95ED-4CE9-B953-650B67AEB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714750"/>
            <a:ext cx="3009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393B88-5D6F-484F-A832-8182417E2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862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2745BE-DD44-46C2-A906-F17233D63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886200"/>
            <a:ext cx="3429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DBE65E41-FBE5-49B2-84FD-E777A1F95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3333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8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07E172F0-2692-401B-A8A5-31F9CD62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943350"/>
            <a:ext cx="33337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9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88285C35-8C30-445E-824B-6ADE61491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43350"/>
            <a:ext cx="3009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0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46676EF4-74E5-4A61-AC17-0F52BD0A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</p:spTree>
    <p:extLst>
      <p:ext uri="{BB962C8B-B14F-4D97-AF65-F5344CB8AC3E}">
        <p14:creationId xmlns:p14="http://schemas.microsoft.com/office/powerpoint/2010/main" val="204271182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090ABEE1-8CC0-4A4D-9622-A9C132CF7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F9122DA9-7DEF-4339-B18C-4CEF93585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6C886581-C78A-4041-B489-0C301181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FE47C-A65C-4E97-83D9-7E46BDFED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1CB808-8EC9-443B-956E-DE8D0B96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20DED3B2-72DD-4C79-BA68-F77FD408E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B98661EC-3DE8-4997-9CE5-4AD79554A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D7D778F8-515B-4AFC-B913-0932BE08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9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A5E627CB-C9C9-45A4-91DA-17968895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19075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74D082-C143-4BE9-A3D4-383AA6A1C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4B9AA2-A339-4C38-A9C5-874C8C4CC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B6C65FF3-9227-4C75-8E6A-10B52C808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3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B514C740-FB06-4B80-B32F-875FCE55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95625"/>
            <a:ext cx="4876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4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B2E736C9-1B5C-44D3-A8E7-541BAF09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4340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5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3FEA2540-34F1-4C8F-BEBF-32ACAECA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43400"/>
            <a:ext cx="4876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6" name="측정된 변화와, 그 변화의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BF4DDA5D-1F70-421B-A22A-E26BA3E2B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측정된 변화와, 그 변화의 원인에 대한 확신을 따로 기록한다.</a:t>
            </a:r>
          </a:p>
        </p:txBody>
      </p:sp>
    </p:spTree>
    <p:extLst>
      <p:ext uri="{BB962C8B-B14F-4D97-AF65-F5344CB8AC3E}">
        <p14:creationId xmlns:p14="http://schemas.microsoft.com/office/powerpoint/2010/main" val="142172360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55C82510-1E3D-4CA5-AD01-2A82A2236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F50D7CCE-8F7A-495F-908F-9F9615AC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1F05F979-B137-4F47-9D9F-39A9F42EA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E3B3E1-7EB7-42C0-AB63-201D375FD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22813-AE19-48FC-A34B-F1A855F8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CC50E9C1-B666-4B19-9FAC-E5D1F284A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A51A20D5-6FEF-4780-8BFC-AA3D71119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이후 Trial에는 관찰된 환경 영향도 기록한다.">
            <a:extLst xmlns:a="http://schemas.openxmlformats.org/drawingml/2006/main">
              <a:ext uri="{FF2B5EF4-FFF2-40B4-BE49-F238E27FC236}">
                <a16:creationId xmlns:a16="http://schemas.microsoft.com/office/drawing/2014/main" id="{CFF58B88-DFE7-4239-8B19-E4363883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이후 Trial에는 관찰된 환경 영향도 기록한다.</a:t>
            </a:r>
          </a:p>
        </p:txBody>
      </p:sp>
      <p:sp>
        <p:nvSpPr>
          <p:cNvPr id="9" name="기존 평가의 빈틈">
            <a:extLst xmlns:a="http://schemas.openxmlformats.org/drawingml/2006/main">
              <a:ext uri="{FF2B5EF4-FFF2-40B4-BE49-F238E27FC236}">
                <a16:creationId xmlns:a16="http://schemas.microsoft.com/office/drawing/2014/main" id="{62E7488D-A876-47DE-B451-355887520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평가의 빈틈</a:t>
            </a:r>
          </a:p>
        </p:txBody>
      </p:sp>
      <p:sp>
        <p:nvSpPr>
          <p:cNvPr id="10" name="후속 기록 기준">
            <a:extLst xmlns:a="http://schemas.openxmlformats.org/drawingml/2006/main">
              <a:ext uri="{FF2B5EF4-FFF2-40B4-BE49-F238E27FC236}">
                <a16:creationId xmlns:a16="http://schemas.microsoft.com/office/drawing/2014/main" id="{F34B3183-D204-4A73-88DD-9B6CC1D7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95625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기준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4EA876-BF60-45FE-959D-20FC17AF5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7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7D0D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AA61E8-DD53-4786-843F-3BA06399F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671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작업과 Repository 중심&#10;주변 Harness 영향 설명 부족">
            <a:extLst xmlns:a="http://schemas.openxmlformats.org/drawingml/2006/main">
              <a:ext uri="{FF2B5EF4-FFF2-40B4-BE49-F238E27FC236}">
                <a16:creationId xmlns:a16="http://schemas.microsoft.com/office/drawing/2014/main" id="{D449EC0C-04BA-4EF5-8AE5-0D7BA341F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4876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작업과 Repository 중심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주변 Harness 영향 설명 부족</a:t>
            </a:r>
          </a:p>
        </p:txBody>
      </p:sp>
      <p:sp>
        <p:nvSpPr>
          <p:cNvPr id="14" name="관찰된 Skills · 경고 · 사용 여부&#10;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94EDD6F7-9D31-4D99-9858-B73E7137D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86200"/>
            <a:ext cx="48768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Skills · 경고 · 사용 여부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설명할 수 있는 범위</a:t>
            </a:r>
          </a:p>
        </p:txBody>
      </p:sp>
      <p:sp>
        <p:nvSpPr>
          <p:cNvPr id="15" name="기존 결과는 PARTIAL로 보존하고, 관찰된 조건을 함께 남긴다.">
            <a:extLst xmlns:a="http://schemas.openxmlformats.org/drawingml/2006/main">
              <a:ext uri="{FF2B5EF4-FFF2-40B4-BE49-F238E27FC236}">
                <a16:creationId xmlns:a16="http://schemas.microsoft.com/office/drawing/2014/main" id="{47BA6416-6D74-4E17-913F-BB03531F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결과는 PARTIAL로 보존하고, 관찰된 조건을 함께 남긴다.</a:t>
            </a:r>
          </a:p>
        </p:txBody>
      </p:sp>
    </p:spTree>
    <p:extLst>
      <p:ext uri="{BB962C8B-B14F-4D97-AF65-F5344CB8AC3E}">
        <p14:creationId xmlns:p14="http://schemas.microsoft.com/office/powerpoint/2010/main" val="38202533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9E0061CE-97D4-48C2-A2A8-942A58E71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661FE919-A756-4206-98E2-6AC5CB38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EC4DAAA4-D8DE-4122-9199-2DAB93D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135F63-B792-4063-B1A2-D7A8B82B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18C5D3-1B09-4378-9FA4-1A7EA1BF4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114DF449-2825-4739-92F0-87F4CC807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D0D15855-E33C-4481-B76C-E97728600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 · 보고와 기록의 불일치">
            <a:extLst xmlns:a="http://schemas.openxmlformats.org/drawingml/2006/main">
              <a:ext uri="{FF2B5EF4-FFF2-40B4-BE49-F238E27FC236}">
                <a16:creationId xmlns:a16="http://schemas.microsoft.com/office/drawing/2014/main" id="{D42EF2DE-53E7-4E23-B64C-1FA444F8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TRIAL-007 · 보고와 기록의 불일치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98F5F-8290-4AEC-8D15-0F6632045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43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0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0911E4D0-7E6B-4740-BA18-34561AA20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1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38C3FC18-BC13-4913-B0B3-43453BDF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00375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2" name="보존된 stderr">
            <a:extLst xmlns:a="http://schemas.openxmlformats.org/drawingml/2006/main">
              <a:ext uri="{FF2B5EF4-FFF2-40B4-BE49-F238E27FC236}">
                <a16:creationId xmlns:a16="http://schemas.microsoft.com/office/drawing/2014/main" id="{40EE0377-48C3-48A6-AC1A-2F51248EF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보존된 stderr</a:t>
            </a:r>
          </a:p>
        </p:txBody>
      </p:sp>
      <p:sp>
        <p:nvSpPr>
          <p:cNvPr id="13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46EDDBA0-24F6-4887-A768-CDEFD7176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638550"/>
            <a:ext cx="8420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F78A6E-38EC-4714-BCCC-76C0852C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38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TRIAL-008">
            <a:extLst xmlns:a="http://schemas.openxmlformats.org/drawingml/2006/main">
              <a:ext uri="{FF2B5EF4-FFF2-40B4-BE49-F238E27FC236}">
                <a16:creationId xmlns:a16="http://schemas.microsoft.com/office/drawing/2014/main" id="{9D914692-B872-4457-8695-B00CD25FB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2333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6" name="Repository Skill 호출과 Global influence를 별도 기록">
            <a:extLst xmlns:a="http://schemas.openxmlformats.org/drawingml/2006/main">
              <a:ext uri="{FF2B5EF4-FFF2-40B4-BE49-F238E27FC236}">
                <a16:creationId xmlns:a16="http://schemas.microsoft.com/office/drawing/2014/main" id="{417E4D4C-1DAD-41D3-885D-F5240ADF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714875"/>
            <a:ext cx="84201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호출과 Global influence를 별도 기록</a:t>
            </a:r>
          </a:p>
        </p:txBody>
      </p:sp>
    </p:spTree>
    <p:extLst>
      <p:ext uri="{BB962C8B-B14F-4D97-AF65-F5344CB8AC3E}">
        <p14:creationId xmlns:p14="http://schemas.microsoft.com/office/powerpoint/2010/main" val="139444790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2B80F7F9-6634-4206-A2B5-3E8C8D50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C5C46E3A-7EB9-43AA-96B7-696327D37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5B82A699-D7EA-483D-9991-7AA42DC56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D0EA4-D1C0-4153-A921-8441F2FBC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6A198C-7A35-443B-B31B-B0E500575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8F2974EA-7FD9-4AC6-A2DC-A45DCCAD8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11D5A557-859D-48D8-B804-9ED093F67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실제로 바뀐 것">
            <a:extLst xmlns:a="http://schemas.openxmlformats.org/drawingml/2006/main">
              <a:ext uri="{FF2B5EF4-FFF2-40B4-BE49-F238E27FC236}">
                <a16:creationId xmlns:a16="http://schemas.microsoft.com/office/drawing/2014/main" id="{441A01A9-48F0-4C43-AD16-495320B7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860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실제로 바뀐 것</a:t>
            </a:r>
          </a:p>
        </p:txBody>
      </p:sp>
      <p:sp>
        <p:nvSpPr>
          <p:cNvPr id="9" name="아직 확인하지 못한 것">
            <a:extLst xmlns:a="http://schemas.openxmlformats.org/drawingml/2006/main">
              <a:ext uri="{FF2B5EF4-FFF2-40B4-BE49-F238E27FC236}">
                <a16:creationId xmlns:a16="http://schemas.microsoft.com/office/drawing/2014/main" id="{8AF22517-D805-45E1-904A-D005C03CB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86000"/>
            <a:ext cx="487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아직 확인하지 못한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D34EBD-C01A-4AB4-A4AA-E1403108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A7F59-C4AF-405C-81E9-6EF2B59F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2" name="Trial을 평가하고&#10;보고하는 기준">
            <a:extLst xmlns:a="http://schemas.openxmlformats.org/drawingml/2006/main">
              <a:ext uri="{FF2B5EF4-FFF2-40B4-BE49-F238E27FC236}">
                <a16:creationId xmlns:a16="http://schemas.microsoft.com/office/drawing/2014/main" id="{8C974770-6CD8-4079-960C-418DDDEF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Trial을 평가하고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보고하는 기준</a:t>
            </a:r>
          </a:p>
        </p:txBody>
      </p:sp>
      <p:sp>
        <p:nvSpPr>
          <p:cNvPr id="13" name="원인별 효과&#10;환경 목록의 완전성&#10;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6B4D48BC-5085-4C25-A3FD-816F190A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57550"/>
            <a:ext cx="48768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4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2149F271-DD60-4EBC-97CD-9C1EF599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</p:spTree>
    <p:extLst>
      <p:ext uri="{BB962C8B-B14F-4D97-AF65-F5344CB8AC3E}">
        <p14:creationId xmlns:p14="http://schemas.microsoft.com/office/powerpoint/2010/main" val="15671234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A19245B3-8224-4409-B739-D57611070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D1CB9AB6-2434-4C4C-AC0F-EBAE3D5B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08E0C0BF-7065-43B2-9A32-BD445F59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779875-C391-4080-AAD2-90C06E852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B12C5210-7664-4B69-8E10-88657195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30097FEE-89CE-468A-89AC-B0207A4A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F2E94CA8-072D-4A94-95E9-12C02EFC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71675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F240C1-FEBE-435F-A5E4-0E58010EB91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d14e134e924b34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1928813" y="2238375"/>
            <a:ext cx="8334375" cy="2333625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7B6C155A-DD4B-431C-AD11-D81CB2C03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1D6A58E0-6CA5-4538-889D-525B061C5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8EB466FF-A9A4-40A5-92DA-967E86A4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82C3A192-723D-4A50-AAFD-3858011F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533900"/>
            <a:ext cx="2476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4B46AC2A-FBAF-4AFF-9FD2-4A4F78CD6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4" name="어떤 조건에서 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F5FC231B-EA2A-4016-BC26-5599F100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863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 맞던 판단인가?</a:t>
            </a:r>
          </a:p>
        </p:txBody>
      </p:sp>
      <p:sp>
        <p:nvSpPr>
          <p:cNvPr id="15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00A142FF-F2E2-4BEA-9A57-00A7B9ACE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762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6" name="입력과 실행 조건은 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5356E36A-2E3A-4822-A79A-3450BFCD9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0863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 비교 가능한가?</a:t>
            </a:r>
          </a:p>
        </p:txBody>
      </p:sp>
      <p:sp>
        <p:nvSpPr>
          <p:cNvPr id="17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D5C696BF-360E-40C4-A51B-7A711728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76250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18" name="함께 다시 확인할 동작은?">
            <a:extLst xmlns:a="http://schemas.openxmlformats.org/drawingml/2006/main">
              <a:ext uri="{FF2B5EF4-FFF2-40B4-BE49-F238E27FC236}">
                <a16:creationId xmlns:a16="http://schemas.microsoft.com/office/drawing/2014/main" id="{C6E63F9C-F6B9-4853-AB7D-44BE4B97C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5086350"/>
            <a:ext cx="3505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 동작은?</a:t>
            </a:r>
          </a:p>
        </p:txBody>
      </p:sp>
      <p:sp>
        <p:nvSpPr>
          <p:cNvPr id="19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C85426A7-05C2-4FC1-B9DD-8534CEB8A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816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</p:spTree>
    <p:extLst>
      <p:ext uri="{BB962C8B-B14F-4D97-AF65-F5344CB8AC3E}">
        <p14:creationId xmlns:p14="http://schemas.microsoft.com/office/powerpoint/2010/main" val="3571301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2026-10-18T14:37:33.9870000Z</dcterms:created>
  <dcterms:modified xsi:type="dcterms:W3CDTF">2026-10-18T14:37:33.9870000Z</dcterms:modified>
</coreProperties>
</file>