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049c1811a7441ac" /><Relationship Type="http://schemas.openxmlformats.org/officeDocument/2006/relationships/extended-properties" Target="/docProps/app.xml" Id="Rf236d1acc0164b7f" /><Relationship Type="http://schemas.openxmlformats.org/officeDocument/2006/relationships/officeDocument" Target="/ppt/presentation.xml" Id="R046dae005dde4ad6" /></Relationships>
</file>

<file path=ppt/presentation.xml><?xml version="1.0" encoding="utf-8"?>
<p:presentation xmlns:p="http://schemas.openxmlformats.org/presentationml/2006/main">
  <p:sldMasterIdLst>
    <p:sldMasterId xmlns:r="http://schemas.openxmlformats.org/officeDocument/2006/relationships" id="2147483648" r:id="R96fa6c3e675c4c22"/>
  </p:sldMasterIdLst>
  <p:notesMasterIdLst>
    <p:notesMasterId xmlns:r="http://schemas.openxmlformats.org/officeDocument/2006/relationships" r:id="Rbd2b84de94364c1f"/>
  </p:notesMasterIdLst>
  <p:sldIdLst>
    <p:sldId xmlns:r="http://schemas.openxmlformats.org/officeDocument/2006/relationships" id="256" r:id="R4ed5f37fc62a4b60"/>
    <p:sldId xmlns:r="http://schemas.openxmlformats.org/officeDocument/2006/relationships" id="257" r:id="R94ce5716efca40e4"/>
    <p:sldId xmlns:r="http://schemas.openxmlformats.org/officeDocument/2006/relationships" id="258" r:id="Red0536842e3c4d1c"/>
    <p:sldId xmlns:r="http://schemas.openxmlformats.org/officeDocument/2006/relationships" id="259" r:id="Ra0a10c11dc3c4a8e"/>
    <p:sldId xmlns:r="http://schemas.openxmlformats.org/officeDocument/2006/relationships" id="260" r:id="R2968a6d88b9e4e09"/>
    <p:sldId xmlns:r="http://schemas.openxmlformats.org/officeDocument/2006/relationships" id="261" r:id="R4fb848f382ab4d3a"/>
    <p:sldId xmlns:r="http://schemas.openxmlformats.org/officeDocument/2006/relationships" id="262" r:id="R6828728144c54d3f"/>
    <p:sldId xmlns:r="http://schemas.openxmlformats.org/officeDocument/2006/relationships" id="263" r:id="Rc0f1f11245ab481f"/>
    <p:sldId xmlns:r="http://schemas.openxmlformats.org/officeDocument/2006/relationships" id="264" r:id="R24e761043d3a4b4f"/>
    <p:sldId xmlns:r="http://schemas.openxmlformats.org/officeDocument/2006/relationships" id="265" r:id="Rf0f2d5558b1741ea"/>
    <p:sldId xmlns:r="http://schemas.openxmlformats.org/officeDocument/2006/relationships" id="266" r:id="Rf8bd41f34a3f4fa7"/>
    <p:sldId xmlns:r="http://schemas.openxmlformats.org/officeDocument/2006/relationships" id="267" r:id="R59b8e571e21345bf"/>
    <p:sldId xmlns:r="http://schemas.openxmlformats.org/officeDocument/2006/relationships" id="268" r:id="Re7d62437f5b54831"/>
    <p:sldId xmlns:r="http://schemas.openxmlformats.org/officeDocument/2006/relationships" id="269" r:id="Rd4f440dcf9894720"/>
    <p:sldId xmlns:r="http://schemas.openxmlformats.org/officeDocument/2006/relationships" id="270" r:id="Rc10ea2ae68fa4a2c"/>
    <p:sldId xmlns:r="http://schemas.openxmlformats.org/officeDocument/2006/relationships" id="271" r:id="R0530ff8264574e99"/>
    <p:sldId xmlns:r="http://schemas.openxmlformats.org/officeDocument/2006/relationships" id="272" r:id="R8e383498dbe54f1e"/>
    <p:sldId xmlns:r="http://schemas.openxmlformats.org/officeDocument/2006/relationships" id="273" r:id="R5211b83e295740a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af7957ff4d14772" /><Relationship Type="http://schemas.openxmlformats.org/officeDocument/2006/relationships/slideMaster" Target="/ppt/slideMasters/slideMaster1.xml" Id="R96fa6c3e675c4c22" /><Relationship Type="http://schemas.openxmlformats.org/officeDocument/2006/relationships/notesMaster" Target="/ppt/notesMasters/notesMaster1.xml" Id="Rbd2b84de94364c1f" /><Relationship Type="http://schemas.openxmlformats.org/officeDocument/2006/relationships/presProps" Target="/ppt/presProps.xml" Id="Rb1400e6d24d24806" /><Relationship Type="http://schemas.openxmlformats.org/officeDocument/2006/relationships/tableStyles" Target="/ppt/tableStyles.xml" Id="R91092c54650f4786" /><Relationship Type="http://schemas.openxmlformats.org/officeDocument/2006/relationships/slide" Target="/ppt/slides/slide1.xml" Id="R4ed5f37fc62a4b60" /><Relationship Type="http://schemas.openxmlformats.org/officeDocument/2006/relationships/slide" Target="/ppt/slides/slide2.xml" Id="R94ce5716efca40e4" /><Relationship Type="http://schemas.openxmlformats.org/officeDocument/2006/relationships/slide" Target="/ppt/slides/slide3.xml" Id="Red0536842e3c4d1c" /><Relationship Type="http://schemas.openxmlformats.org/officeDocument/2006/relationships/slide" Target="/ppt/slides/slide4.xml" Id="Ra0a10c11dc3c4a8e" /><Relationship Type="http://schemas.openxmlformats.org/officeDocument/2006/relationships/slide" Target="/ppt/slides/slide5.xml" Id="R2968a6d88b9e4e09" /><Relationship Type="http://schemas.openxmlformats.org/officeDocument/2006/relationships/slide" Target="/ppt/slides/slide6.xml" Id="R4fb848f382ab4d3a" /><Relationship Type="http://schemas.openxmlformats.org/officeDocument/2006/relationships/slide" Target="/ppt/slides/slide7.xml" Id="R6828728144c54d3f" /><Relationship Type="http://schemas.openxmlformats.org/officeDocument/2006/relationships/slide" Target="/ppt/slides/slide8.xml" Id="Rc0f1f11245ab481f" /><Relationship Type="http://schemas.openxmlformats.org/officeDocument/2006/relationships/slide" Target="/ppt/slides/slide9.xml" Id="R24e761043d3a4b4f" /><Relationship Type="http://schemas.openxmlformats.org/officeDocument/2006/relationships/slide" Target="/ppt/slides/slide10.xml" Id="Rf0f2d5558b1741ea" /><Relationship Type="http://schemas.openxmlformats.org/officeDocument/2006/relationships/slide" Target="/ppt/slides/slide11.xml" Id="Rf8bd41f34a3f4fa7" /><Relationship Type="http://schemas.openxmlformats.org/officeDocument/2006/relationships/slide" Target="/ppt/slides/slide12.xml" Id="R59b8e571e21345bf" /><Relationship Type="http://schemas.openxmlformats.org/officeDocument/2006/relationships/slide" Target="/ppt/slides/slide13.xml" Id="Re7d62437f5b54831" /><Relationship Type="http://schemas.openxmlformats.org/officeDocument/2006/relationships/slide" Target="/ppt/slides/slide14.xml" Id="Rd4f440dcf9894720" /><Relationship Type="http://schemas.openxmlformats.org/officeDocument/2006/relationships/slide" Target="/ppt/slides/slide15.xml" Id="Rc10ea2ae68fa4a2c" /><Relationship Type="http://schemas.openxmlformats.org/officeDocument/2006/relationships/slide" Target="/ppt/slides/slide16.xml" Id="R0530ff8264574e99" /><Relationship Type="http://schemas.openxmlformats.org/officeDocument/2006/relationships/slide" Target="/ppt/slides/slide17.xml" Id="R8e383498dbe54f1e" /><Relationship Type="http://schemas.openxmlformats.org/officeDocument/2006/relationships/slide" Target="/ppt/slides/slide18.xml" Id="R5211b83e295740a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c160ed2d475469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b3317a2f60b4615" /><Relationship Type="http://schemas.openxmlformats.org/officeDocument/2006/relationships/notesMaster" Target="/ppt/notesMasters/notesMaster1.xml" Id="Rf21e707d27cf441f" /></Relationships>
</file>

<file path=ppt/notesSlides/_rels/notesSlide2.xml.rels>&#65279;<?xml version="1.0" encoding="utf-8"?><Relationships xmlns="http://schemas.openxmlformats.org/package/2006/relationships"><Relationship Type="http://schemas.openxmlformats.org/officeDocument/2006/relationships/slide" Target="/ppt/slides/slide2.xml" Id="Rf89fc8f7ed484fa2" /><Relationship Type="http://schemas.openxmlformats.org/officeDocument/2006/relationships/notesMaster" Target="/ppt/notesMasters/notesMaster1.xml" Id="R1a0824487eab4969" /></Relationships>
</file>

<file path=ppt/notesSlides/_rels/notesSlide3.xml.rels>&#65279;<?xml version="1.0" encoding="utf-8"?><Relationships xmlns="http://schemas.openxmlformats.org/package/2006/relationships"><Relationship Type="http://schemas.openxmlformats.org/officeDocument/2006/relationships/slide" Target="/ppt/slides/slide3.xml" Id="R4550518696fa4945" /><Relationship Type="http://schemas.openxmlformats.org/officeDocument/2006/relationships/notesMaster" Target="/ppt/notesMasters/notesMaster1.xml" Id="R68407d9928ed490f"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f2b1eaa58a49e6" /><Relationship Type="http://schemas.openxmlformats.org/officeDocument/2006/relationships/notesMaster" Target="/ppt/notesMasters/notesMaster1.xml" Id="R62aa9de9b9134cca" /></Relationships>
</file>

<file path=ppt/notesSlides/_rels/notesSlide5.xml.rels>&#65279;<?xml version="1.0" encoding="utf-8"?><Relationships xmlns="http://schemas.openxmlformats.org/package/2006/relationships"><Relationship Type="http://schemas.openxmlformats.org/officeDocument/2006/relationships/slide" Target="/ppt/slides/slide5.xml" Id="R222424bd9e914180" /><Relationship Type="http://schemas.openxmlformats.org/officeDocument/2006/relationships/notesMaster" Target="/ppt/notesMasters/notesMaster1.xml" Id="Rc81a544435df4b80" /></Relationships>
</file>

<file path=ppt/notesSlides/_rels/notesSlide6.xml.rels>&#65279;<?xml version="1.0" encoding="utf-8"?><Relationships xmlns="http://schemas.openxmlformats.org/package/2006/relationships"><Relationship Type="http://schemas.openxmlformats.org/officeDocument/2006/relationships/slide" Target="/ppt/slides/slide6.xml" Id="R38ecffbb8f9e4850" /><Relationship Type="http://schemas.openxmlformats.org/officeDocument/2006/relationships/notesMaster" Target="/ppt/notesMasters/notesMaster1.xml" Id="Rf5eccf9caf134a94" /></Relationships>
</file>

<file path=ppt/notesSlides/_rels/notesSlide7.xml.rels>&#65279;<?xml version="1.0" encoding="utf-8"?><Relationships xmlns="http://schemas.openxmlformats.org/package/2006/relationships"><Relationship Type="http://schemas.openxmlformats.org/officeDocument/2006/relationships/slide" Target="/ppt/slides/slide7.xml" Id="R784b04d7d13c4daa" /><Relationship Type="http://schemas.openxmlformats.org/officeDocument/2006/relationships/notesMaster" Target="/ppt/notesMasters/notesMaster1.xml" Id="R1adb670011614d7a" /></Relationships>
</file>

<file path=ppt/notesSlides/_rels/notesSlide8.xml.rels>&#65279;<?xml version="1.0" encoding="utf-8"?><Relationships xmlns="http://schemas.openxmlformats.org/package/2006/relationships"><Relationship Type="http://schemas.openxmlformats.org/officeDocument/2006/relationships/slide" Target="/ppt/slides/slide8.xml" Id="R07ebf1ffa09d4ca1" /><Relationship Type="http://schemas.openxmlformats.org/officeDocument/2006/relationships/notesMaster" Target="/ppt/notesMasters/notesMaster1.xml" Id="Rc8403ede2f194706" /></Relationships>
</file>

<file path=ppt/notesSlides/_rels/notesSlide9.xml.rels>&#65279;<?xml version="1.0" encoding="utf-8"?><Relationships xmlns="http://schemas.openxmlformats.org/package/2006/relationships"><Relationship Type="http://schemas.openxmlformats.org/officeDocument/2006/relationships/slide" Target="/ppt/slides/slide9.xml" Id="R1922e3ce31fd42a7" /><Relationship Type="http://schemas.openxmlformats.org/officeDocument/2006/relationships/notesMaster" Target="/ppt/notesMasters/notesMaster1.xml" Id="Rc6bdb6b1964b4d6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ac7673f17ee4194" /><Relationship Type="http://schemas.openxmlformats.org/officeDocument/2006/relationships/notesMaster" Target="/ppt/notesMasters/notesMaster1.xml" Id="R0d0263e299e540d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d379460898e4cd2" /><Relationship Type="http://schemas.openxmlformats.org/officeDocument/2006/relationships/notesMaster" Target="/ppt/notesMasters/notesMaster1.xml" Id="Ref489c9bd4a2443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9f8590287584213" /><Relationship Type="http://schemas.openxmlformats.org/officeDocument/2006/relationships/notesMaster" Target="/ppt/notesMasters/notesMaster1.xml" Id="Rec5416c8f4b64c5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14f884dd28c4423" /><Relationship Type="http://schemas.openxmlformats.org/officeDocument/2006/relationships/notesMaster" Target="/ppt/notesMasters/notesMaster1.xml" Id="R88356d3160a1457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fd8ddb803fd4a49" /><Relationship Type="http://schemas.openxmlformats.org/officeDocument/2006/relationships/notesMaster" Target="/ppt/notesMasters/notesMaster1.xml" Id="R12baf8313b6a4fa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8b98097a5b3442e" /><Relationship Type="http://schemas.openxmlformats.org/officeDocument/2006/relationships/notesMaster" Target="/ppt/notesMasters/notesMaster1.xml" Id="R6dca8158aac84a6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51f4fc810d44937" /><Relationship Type="http://schemas.openxmlformats.org/officeDocument/2006/relationships/notesMaster" Target="/ppt/notesMasters/notesMaster1.xml" Id="R2073e796b252479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007cb7bcc4f4202" /><Relationship Type="http://schemas.openxmlformats.org/officeDocument/2006/relationships/notesMaster" Target="/ppt/notesMasters/notesMaster1.xml" Id="Re1f45017119140c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40acb274d2d4e2e" /><Relationship Type="http://schemas.openxmlformats.org/officeDocument/2006/relationships/notesMaster" Target="/ppt/notesMasters/notesMaster1.xml" Id="R4c545ef1ca324ac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확인한 성공을 유지하려면</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S70에서 위치·검토/갱신 역할을 생각했다는 점을 회수한다. 실제 밝기 통계는 출력6항목·전체 테스트11/11·같은 조건의 측정/guard를 확인한 성공으로 마쳤다고 짧게 남긴다. S61의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S70에서 떠올린 한 가지에 대해 어떤 기준/환경 변화가 담당자의 재검토를 요구할지 조용히 생각하게 한다. 앞 장의 위치·담당 선택을 다시 시키거나 답변/산출물을 요구하지 않는다. 다음 S72부터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S71, production/preview/act4/S71.png 및 production/preview/full/S71.png.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처음에는 기준과 재사용 절차가 맞았다</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S72, production/preview/act4/S72.png 및 production/preview/full/S72.png.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Project는 바뀌고 Workflow는 남았다</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S70의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S73와 production/preview/act4/S73.png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이번 요청과 다음 작업의 지침</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S75에서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S74, production/preview/act4/S74.png 및 production/preview/full/S74.png.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원인을 고르기 전에 확인할 기록</a:t>
            </a:r>
          </a:p>
          <a:p xmlns:a="http://schemas.openxmlformats.org/drawingml/2006/main">
            <a:r>
              <a:t/>
            </a:r>
          </a:p>
          <a:p xmlns:a="http://schemas.openxmlformats.org/drawingml/2006/main">
            <a:r>
              <a:t>Slide ID: S75</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CAPTURED Demo) S74의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S76에서 가정과 원인 가설을 분리한다.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S75, production/preview/act4/S75.png 및 production/preview/full/S75.png.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주어진 정보와 원인 가설을 나눈다</a:t>
            </a:r>
          </a:p>
          <a:p xmlns:a="http://schemas.openxmlformats.org/drawingml/2006/main">
            <a:r>
              <a:t/>
            </a:r>
          </a:p>
          <a:p xmlns:a="http://schemas.openxmlformats.org/drawingml/2006/main">
            <a:r>
              <a:t>Slide ID: S76</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S75의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S76, production/preview/act4/S76.png 및 production/preview/full/S76.png.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확인한 원인에 맞춰 변경 대상을 고른다</a:t>
            </a:r>
          </a:p>
          <a:p xmlns:a="http://schemas.openxmlformats.org/drawingml/2006/main">
            <a:r>
              <a:t/>
            </a:r>
          </a:p>
          <a:p xmlns:a="http://schemas.openxmlformats.org/drawingml/2006/main">
            <a:r>
              <a:t>Slide ID: S77</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S78에서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S75 2분/S76 1분 그대로이며 S77는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S77, production/preview/act4/S77.png 및 production/preview/full/S77.png.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확인된 범위만 검토하고 갱신한다</a:t>
            </a:r>
          </a:p>
          <a:p xmlns:a="http://schemas.openxmlformats.org/drawingml/2006/main">
            <a:r>
              <a:t/>
            </a:r>
          </a:p>
          <a:p xmlns:a="http://schemas.openxmlformats.org/drawingml/2006/main">
            <a:r>
              <a:t>Slide ID: S78</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S70의 ‘어디에 두고 누가 유지할까’를 이 가상 유지 문제에서 회수했다고 정리한다. 실제 수정/재평가 결과는 없으며 S79에서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S78, production/preview/act4/S78.png 및 production/preview/full/S78.png.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S78의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S80에서 서로 다른 위험을 확인할 대표 작업을 고른다. 통과나 안전성이 확인됐다는 결과를 만들지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S79와 production/preview/act4/S79.png를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S79의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S80와 production/preview/act4/S80.png를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S80의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S77의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S77의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S81와 production/preview/act4/S81.png를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S77/S78의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S82와 production/preview/act4/S82.png를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S68를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S84은 결과와 원인 해석의 구분, S85는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S83와 production/preview/act4/S83.png를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S61의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S84와 production/preview/act4/S84.png를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S85와 production/preview/act4/S85.png를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S86와 production/preview/act4/S86.png를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S82와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S85의 세 기록 항목과 S86의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S87와 production/preview/act4/S87.png를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S87의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S89에 전체 여정 회수를 넘긴다. 다섯 ACT의 여정을 여기서 미리 재강의하지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S89으로 이동한다.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S89의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production/preview/act4/S88.png 및 production/preview/full/S88.png다.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0458f21b752491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28a90b0e1e3467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3b673e3a789436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6fca35e087c417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014fc7b493f4f0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1bcc234e67a48f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4CC6AD-17CC-4C55-BD07-C5744C11FB2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A4B66A5-35D0-4576-A733-F6703A098FF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9985814-6829-44F6-9772-9171752D2FB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B39E911-2F28-412F-AF0F-69410FF2DE6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48FD724-A0D9-4271-91DD-2FB7E78810C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C095ABD-F6F5-445A-9A5D-C8A6074EE73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50F35F5-463C-45F9-91D1-39F8D8CDB70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D2E8F49-C806-496D-9901-CAEF354FE3A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019BD70-53C7-42E4-8573-7D2C91D29F2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4F167EA-8CAF-4A23-BDAC-65D2947E70E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426b862c87c4866" /><Relationship Type="http://schemas.openxmlformats.org/officeDocument/2006/relationships/slideLayout" Target="/ppt/slideLayouts/slideLayout1.xml" Id="Rf50cd038c10b430a" /><Relationship Type="http://schemas.openxmlformats.org/officeDocument/2006/relationships/slideLayout" Target="/ppt/slideLayouts/slideLayout2.xml" Id="R20902509ba3f43f2" /><Relationship Type="http://schemas.openxmlformats.org/officeDocument/2006/relationships/slideLayout" Target="/ppt/slideLayouts/slideLayout3.xml" Id="Rf74887c72a184760" /><Relationship Type="http://schemas.openxmlformats.org/officeDocument/2006/relationships/slideLayout" Target="/ppt/slideLayouts/slideLayout4.xml" Id="Ree4c506fb6114437" /><Relationship Type="http://schemas.openxmlformats.org/officeDocument/2006/relationships/slideLayout" Target="/ppt/slideLayouts/slideLayout5.xml" Id="R9765851a54f24934" /><Relationship Type="http://schemas.openxmlformats.org/officeDocument/2006/relationships/slideLayout" Target="/ppt/slideLayouts/slideLayout6.xml" Id="Rd39b79a08e5f412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50cd038c10b430a"/>
    <p:sldLayoutId xmlns:r="http://schemas.openxmlformats.org/officeDocument/2006/relationships" id="2147483650" r:id="R20902509ba3f43f2"/>
    <p:sldLayoutId xmlns:r="http://schemas.openxmlformats.org/officeDocument/2006/relationships" id="2147483651" r:id="Rf74887c72a184760"/>
    <p:sldLayoutId xmlns:r="http://schemas.openxmlformats.org/officeDocument/2006/relationships" id="2147483652" r:id="Ree4c506fb6114437"/>
    <p:sldLayoutId xmlns:r="http://schemas.openxmlformats.org/officeDocument/2006/relationships" id="2147483653" r:id="R9765851a54f24934"/>
    <p:sldLayoutId xmlns:r="http://schemas.openxmlformats.org/officeDocument/2006/relationships" id="2147483654" r:id="Rd39b79a08e5f412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71b93c751ba4c9b" /><Relationship Type="http://schemas.openxmlformats.org/officeDocument/2006/relationships/notesSlide" Target="/ppt/notesSlides/notesSlide1.xml" Id="Re5376b02f5714ac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522f7d60f074464" /><Relationship Type="http://schemas.openxmlformats.org/officeDocument/2006/relationships/notesSlide" Target="/ppt/notesSlides/notesSlide2.xml" Id="R725646ddd68d4eb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0ea26b9e8344992" /><Relationship Type="http://schemas.openxmlformats.org/officeDocument/2006/relationships/notesSlide" Target="/ppt/notesSlides/notesSlide3.xml" Id="Rc1a2e8d025ea42b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ffe29f7287643d4" /><Relationship Type="http://schemas.openxmlformats.org/officeDocument/2006/relationships/notesSlide" Target="/ppt/notesSlides/notesSlide4.xml" Id="R909be14c65ae427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bbfde567ea048b7" /><Relationship Type="http://schemas.openxmlformats.org/officeDocument/2006/relationships/notesSlide" Target="/ppt/notesSlides/notesSlide5.xml" Id="R15e4e7fea54f44f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c6fdd188ef5485f" /><Relationship Type="http://schemas.openxmlformats.org/officeDocument/2006/relationships/notesSlide" Target="/ppt/notesSlides/notesSlide6.xml" Id="Rf969d736c2c04e8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55a42ce90654780" /><Relationship Type="http://schemas.openxmlformats.org/officeDocument/2006/relationships/notesSlide" Target="/ppt/notesSlides/notesSlide7.xml" Id="Rf583169cb08a4ec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7a19ff4ca5b4629" /><Relationship Type="http://schemas.openxmlformats.org/officeDocument/2006/relationships/notesSlide" Target="/ppt/notesSlides/notesSlide8.xml" Id="R77ac3d3e848845b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baeae8e0b0d4ce0" /><Relationship Type="http://schemas.openxmlformats.org/officeDocument/2006/relationships/notesSlide" Target="/ppt/notesSlides/notesSlide9.xml" Id="R2448b8bcc48247c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150391e5e794822" /><Relationship Type="http://schemas.openxmlformats.org/officeDocument/2006/relationships/notesSlide" Target="/ppt/notesSlides/notesSlide10.xml" Id="R5215eddee3704fb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b8891d6ff334c4f" /><Relationship Type="http://schemas.openxmlformats.org/officeDocument/2006/relationships/notesSlide" Target="/ppt/notesSlides/notesSlide11.xml" Id="R6c6d7ec8268d4e5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091001369a94137" /><Relationship Type="http://schemas.openxmlformats.org/officeDocument/2006/relationships/notesSlide" Target="/ppt/notesSlides/notesSlide12.xml" Id="R9da500e1ae734c9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f6bdbbf1e0a4c93" /><Relationship Type="http://schemas.openxmlformats.org/officeDocument/2006/relationships/notesSlide" Target="/ppt/notesSlides/notesSlide13.xml" Id="R6d1c67e416934ea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f2523e5adee46bd" /><Relationship Type="http://schemas.openxmlformats.org/officeDocument/2006/relationships/notesSlide" Target="/ppt/notesSlides/notesSlide14.xml" Id="Rb335cd8e43aa462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2ad61944f8347e0" /><Relationship Type="http://schemas.openxmlformats.org/officeDocument/2006/relationships/notesSlide" Target="/ppt/notesSlides/notesSlide15.xml" Id="R2f79452561c54e3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7a3c3599bbc4cc0" /><Relationship Type="http://schemas.openxmlformats.org/officeDocument/2006/relationships/notesSlide" Target="/ppt/notesSlides/notesSlide16.xml" Id="Re821b6baff1440b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744ae0fccef40e1" /><Relationship Type="http://schemas.openxmlformats.org/officeDocument/2006/relationships/notesSlide" Target="/ppt/notesSlides/notesSlide17.xml" Id="Raa5961e3cc634a5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08acaf47cb5480b" /><Relationship Type="http://schemas.openxmlformats.org/officeDocument/2006/relationships/image" Target="/ppt/media/image.png" Id="R6b75fc2b45bc4768" /><Relationship Type="http://schemas.openxmlformats.org/officeDocument/2006/relationships/notesSlide" Target="/ppt/notesSlides/notesSlide18.xml" Id="Rf13d26c3b1db4184"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D08DCE5A-E60D-46B0-94AD-85EA5FCA42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71">
            <a:extLst xmlns:a="http://schemas.openxmlformats.org/drawingml/2006/main">
              <a:ext uri="{FF2B5EF4-FFF2-40B4-BE49-F238E27FC236}">
                <a16:creationId xmlns:a16="http://schemas.microsoft.com/office/drawing/2014/main" id="{C458EE42-077E-4D25-A244-6F5F8EFE16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확인한 성공을 유지하려면">
            <a:extLst xmlns:a="http://schemas.openxmlformats.org/drawingml/2006/main">
              <a:ext uri="{FF2B5EF4-FFF2-40B4-BE49-F238E27FC236}">
                <a16:creationId xmlns:a16="http://schemas.microsoft.com/office/drawing/2014/main" id="{C18BBC33-5F2F-45DD-A3AF-6F2E9C9BCA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CBF653E2-B386-4A05-9B08-1F4D449636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629B9AC8-FE50-42D6-B2B4-A04B0C53E0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E5914DFE-F681-4DB2-BD5B-9D45459DA5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210C4E98-4271-490C-B6F5-F1328B8DF2BF}"/>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662C118A-5856-4C1B-AE1B-1A9697893AB5}"/>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12C7D621-6DF2-4842-8BB2-EAC6BF9FA57A}"/>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87EBCEBD-DD86-40D5-BC35-A5BB56D125CC}"/>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4B21A824-B227-41D7-8E16-2C04BE0848B8}"/>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4D8A037E-42FF-46D7-8611-B067ED12B854}"/>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A5124331-070A-4134-9862-4073FD2A1265}"/>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B1471FA5-DF0C-480F-A454-11ADF9E791D1}"/>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1D7009F6-5495-4072-9CE5-0C397F5BF51D}"/>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1D81503D-4B4B-4468-8A58-82DB9AF2788C}"/>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1B737D3F-D2F4-4972-8DF1-486565767601}"/>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372C3DC5-E9D9-4629-8C87-1157DABB8182}"/>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448AA114-EF60-494C-BDE2-CF9DD86D1201}"/>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B9190242-17EA-4B35-B078-9473A62795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7495742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F9CBA3E6-ABBA-4B0A-9563-ABC6960012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72">
            <a:extLst xmlns:a="http://schemas.openxmlformats.org/drawingml/2006/main">
              <a:ext uri="{FF2B5EF4-FFF2-40B4-BE49-F238E27FC236}">
                <a16:creationId xmlns:a16="http://schemas.microsoft.com/office/drawing/2014/main" id="{176C8A05-E1AF-40D4-AE13-3E1AF0FE51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처음에는 기준과 재사용 절차가 맞았다">
            <a:extLst xmlns:a="http://schemas.openxmlformats.org/drawingml/2006/main">
              <a:ext uri="{FF2B5EF4-FFF2-40B4-BE49-F238E27FC236}">
                <a16:creationId xmlns:a16="http://schemas.microsoft.com/office/drawing/2014/main" id="{767BD4B6-9A46-47E7-AE83-968F5C608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C5E52660-9ACD-490E-B946-75A05804A9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C898C839-C152-4FEF-A107-2A4FF35BA4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202892FD-81DA-47A9-A2D9-F6D0433C9B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5F094F0C-913B-42E8-81A8-8B8D3FE100FB}"/>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1422EB98-E7A9-4FAA-A0EE-94CC876BB7B6}"/>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3E49B4FF-62E0-45F8-8A36-44FC2F5F8913}"/>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4C5EC458-5BF1-4EFF-AF73-187F5C9DC59D}"/>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1D049846-C2EE-4549-8192-1A9A5BFE953A}"/>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B5F8F5E1-4E1A-407C-A079-BD421BC98436}"/>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65DADFBB-8331-4D4E-8971-E60CBABFFBB0}"/>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40EB68A2-C8BC-4F20-92FE-AF8E5923DF2D}"/>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5C0FA97A-3AB5-4F6C-8003-874E76A898E5}"/>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D05DA1EB-B0AC-4E68-9403-15ABFD768D6A}"/>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03A2A239-F1F1-4BD1-AA9C-FD56ADFB670E}"/>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C091A2B9-7232-4E28-9215-44FF9F8AEC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92458709"/>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4191F9F8-A534-4828-A45D-FD9F8CE0DDB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3">
            <a:extLst xmlns:a="http://schemas.openxmlformats.org/drawingml/2006/main">
              <a:ext uri="{FF2B5EF4-FFF2-40B4-BE49-F238E27FC236}">
                <a16:creationId xmlns:a16="http://schemas.microsoft.com/office/drawing/2014/main" id="{350AE744-BA4C-4744-8CD8-57ACFBEBC31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Project는 바뀌고 Workflow는 남았다">
            <a:extLst xmlns:a="http://schemas.openxmlformats.org/drawingml/2006/main">
              <a:ext uri="{FF2B5EF4-FFF2-40B4-BE49-F238E27FC236}">
                <a16:creationId xmlns:a16="http://schemas.microsoft.com/office/drawing/2014/main" id="{F0ABAE28-C3AF-4511-904D-0F93449FAC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621A4E31-6B30-40D8-B110-EA27E7DCFEF9}"/>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08796553-32F6-4218-B419-9C224861745C}"/>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3D481F71-F01A-4795-B608-CC8BD5669B09}"/>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2E59D29D-0C5E-4348-8BCC-7225B779356E}"/>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0D74BE89-AB90-4221-814A-4F32EE059BD0}"/>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D128922A-AA37-480B-AF54-191F152DB683}"/>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74728257-978F-4106-ACA0-D7F1C004273C}"/>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8CC15778-734C-4CDA-8C9D-5A0BFB550882}"/>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82F6BB28-85ED-4DE2-87EC-1C74329C57B0}"/>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EF3F5489-9820-4FC9-8ADC-F2248CFCE33C}"/>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C2880C19-E615-4E39-91EA-929795F0758B}"/>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1E63244F-4726-4B21-832C-01F1A2F674EE}"/>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5D184D72-05EC-4172-8671-8A83B0EA9844}"/>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6472F855-72C3-4FCE-944A-C2352C5173E7}"/>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7E22BE40-BD90-46F4-A9EA-388E8F91EA88}"/>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DE8A3C71-079E-4E89-BDA8-68E9CAD9AAEC}"/>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3BF6FCF2-13A6-47AB-AB8A-A1D681493542}"/>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D0D1A975-5BB4-43B9-A516-FE35DCDA64CA}"/>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0A01ACAE-D32B-42CE-BB01-651C6E7FEACF}"/>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23BAA9E-AC21-4795-9D4F-E8E455694CB4}"/>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EE590A0E-7546-4907-9BA1-9F79898A6D42}"/>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D51C80DA-803B-46DE-840E-7BAF25C4C367}"/>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5483612F-8C41-4BE4-AEC1-68D75BD474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66CBEEB3-C59E-40EE-8984-86D775D0A1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1804FDC6-8A9A-46B1-90CE-310D0BDFC6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C499AA76-3189-4EA5-9D8C-ABFC0708A0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4790417"/>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4A939F97-95CC-4477-BEFA-CC240352F9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74">
            <a:extLst xmlns:a="http://schemas.openxmlformats.org/drawingml/2006/main">
              <a:ext uri="{FF2B5EF4-FFF2-40B4-BE49-F238E27FC236}">
                <a16:creationId xmlns:a16="http://schemas.microsoft.com/office/drawing/2014/main" id="{3F89D842-C048-4F19-BF43-31BD9FBA17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요청과 다음 작업의 지침">
            <a:extLst xmlns:a="http://schemas.openxmlformats.org/drawingml/2006/main">
              <a:ext uri="{FF2B5EF4-FFF2-40B4-BE49-F238E27FC236}">
                <a16:creationId xmlns:a16="http://schemas.microsoft.com/office/drawing/2014/main" id="{D9F54A2A-B32C-4342-B509-AD641D8FA0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0449B3D8-1D02-4DDE-87F0-9ED9E2A5A6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1192CCF3-759A-48F8-9795-815A00876C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78EE8CE2-1069-4D0F-9B08-424881E97E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F1C7177A-6A91-434C-97F9-97F95A4506F9}"/>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BF6CEF50-8D4D-442B-9873-1FD60EE60DED}"/>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AC92221D-C6A0-40C3-8ED3-235908B64308}"/>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3E58B05B-6155-4769-992B-1F9AA9D7664C}"/>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1C042AF9-EFF2-4F2B-AB17-3423E793F5A5}"/>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DA77C8B7-1935-43A0-A0B2-D5FC009EA790}"/>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D8DA9712-C764-425D-BA9F-D5F2AD91AB62}"/>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5E21D031-3AE8-4DBC-8F98-A46960CED84F}"/>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37A67EC6-4642-4711-BD5C-0C4CB8AC27A2}"/>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B059F3D0-D3FA-41E5-B860-1EED105BAE81}"/>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DAD11BDF-4C59-438C-A196-92C8F0A53F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7657548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조사할 대상과 근거">
            <a:extLst xmlns:a="http://schemas.openxmlformats.org/drawingml/2006/main">
              <a:ext uri="{FF2B5EF4-FFF2-40B4-BE49-F238E27FC236}">
                <a16:creationId xmlns:a16="http://schemas.microsoft.com/office/drawing/2014/main" id="{C2470B73-3DF6-4DD8-A604-A39688E1A2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75">
            <a:extLst xmlns:a="http://schemas.openxmlformats.org/drawingml/2006/main">
              <a:ext uri="{FF2B5EF4-FFF2-40B4-BE49-F238E27FC236}">
                <a16:creationId xmlns:a16="http://schemas.microsoft.com/office/drawing/2014/main" id="{4BA358F1-0698-4DE4-8D17-B1AC108413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원인을 고르기 전에 확인할 기록">
            <a:extLst xmlns:a="http://schemas.openxmlformats.org/drawingml/2006/main">
              <a:ext uri="{FF2B5EF4-FFF2-40B4-BE49-F238E27FC236}">
                <a16:creationId xmlns:a16="http://schemas.microsoft.com/office/drawing/2014/main" id="{8A5A2FA4-2BFA-456D-A42F-CF26C1289F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488E8858-5273-459E-AFFA-0481F48443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CCDC04F7-E544-47A4-AD94-675688870F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940F0845-861F-4A43-B392-5052A673AF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5281363A-1C27-4113-B99A-D03EE37C4BCD}"/>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2E0ABF50-F59E-47FF-86A0-45FEC101C505}"/>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3E328D63-20A9-4251-AD5C-7B3E7CC70402}"/>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1E5AAC2C-2CF9-4A40-9ED5-656C9B500EC6}"/>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F4901644-34B4-4E03-A8AE-849F8E6E900F}"/>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25690562-CAB1-4308-A3B6-8008913BFEA2}"/>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81CB35E0-3B79-4DC8-B552-B69E1158FDA2}"/>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BC98E8C2-92B0-41E5-895B-365B5888B965}"/>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027D65C5-3282-4216-A8FB-DA1AD75A7EC3}"/>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624D97AE-CAF9-4140-8876-3C3C4AD5C25A}"/>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34AC2AE6-E2AA-4E93-B965-FE1D4ABA8D0C}"/>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73AB6CA8-BFA8-4BAD-8990-A5CC442DE974}"/>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4588BCE9-963E-4676-A68D-141F4FDC569F}"/>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038FA3B1-7053-4DD0-9DC6-C53A7B49FF6F}"/>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2321A486-0522-4D45-AE31-F310C901218C}"/>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Legacy module connection">
            <a:extLst xmlns:a="http://schemas.openxmlformats.org/drawingml/2006/main">
              <a:ext uri="{FF2B5EF4-FFF2-40B4-BE49-F238E27FC236}">
                <a16:creationId xmlns:a16="http://schemas.microsoft.com/office/drawing/2014/main" id="{4A3CA827-88C2-49A8-B2CD-52119EF59E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5178361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AE228580-FA95-4807-89D6-EABC6F754D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76">
            <a:extLst xmlns:a="http://schemas.openxmlformats.org/drawingml/2006/main">
              <a:ext uri="{FF2B5EF4-FFF2-40B4-BE49-F238E27FC236}">
                <a16:creationId xmlns:a16="http://schemas.microsoft.com/office/drawing/2014/main" id="{598EEBB8-0706-444F-B7A1-BF5E4B549A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주어진 정보와 원인 가설을 나눈다">
            <a:extLst xmlns:a="http://schemas.openxmlformats.org/drawingml/2006/main">
              <a:ext uri="{FF2B5EF4-FFF2-40B4-BE49-F238E27FC236}">
                <a16:creationId xmlns:a16="http://schemas.microsoft.com/office/drawing/2014/main" id="{F2EEE45D-7D90-4B94-ABB2-0FD4CC6AA1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CE2C3362-4A52-4052-AA3C-CF3DB0EC6A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F782AEB0-C4BD-43D1-97E0-DFE717878A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F14CDC4F-8F54-4098-9733-3D2677F386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55714C72-8F45-46E1-BFF4-71EC97F133C1}"/>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5C2958F4-A226-46FE-B09D-4B775C4C3CDF}"/>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C2276076-59CD-40DD-AA3A-DAB08A4A16F5}"/>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358DFE1-C982-4AF5-AA6C-94B07F483E9C}"/>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AFDD3331-DA47-4313-BE0E-352E62B7528E}"/>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82D232B0-69D5-4A96-A1A8-0E2B5693CCF7}"/>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C65E3D3C-BE92-4937-BFBF-377B032AB6E4}"/>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51280DF9-6E67-448E-8145-7A63AECBD2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36139693"/>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B27E5232-DC53-4417-BFA4-F52D6966C4C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77">
            <a:extLst xmlns:a="http://schemas.openxmlformats.org/drawingml/2006/main">
              <a:ext uri="{FF2B5EF4-FFF2-40B4-BE49-F238E27FC236}">
                <a16:creationId xmlns:a16="http://schemas.microsoft.com/office/drawing/2014/main" id="{C7579AB2-A5F3-4CE7-814C-7298B074D2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확인한 원인에 맞춰 변경 대상을 고른다">
            <a:extLst xmlns:a="http://schemas.openxmlformats.org/drawingml/2006/main">
              <a:ext uri="{FF2B5EF4-FFF2-40B4-BE49-F238E27FC236}">
                <a16:creationId xmlns:a16="http://schemas.microsoft.com/office/drawing/2014/main" id="{D0F3E499-701B-4C40-8EB5-DEAB31A72F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7ABAC35A-AEDC-4477-ADF8-86892D3FB4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6550A2EC-22A2-4CA2-8282-3971BF61B1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9738793A-7D4C-4EE1-ABC3-15EE2F06ED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A03A5631-DE03-41A0-9ADA-E7812CC22797}"/>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99F86B45-6C24-47D9-983E-FA726835EE72}"/>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1C910189-27BD-4CF3-8294-015F868FB54B}"/>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F9E0BDC3-4A9F-4096-9396-FE2EE245DF5E}"/>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4AD467A4-368B-4BC1-A1C0-17F47440AC02}"/>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09BAA103-C532-41BC-B3B9-80E9059847B1}"/>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898B6AAD-DFA2-413F-8135-4B401B9679CF}"/>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8353E680-D0D7-446F-9483-D79E4CBD8C69}"/>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013CAD7D-87AB-43A0-981B-636B10B48ED5}"/>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37C410DD-7853-4036-BF40-2CDC2341861A}"/>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8CD14BBE-9BA7-4568-B3F8-1B494E1B3927}"/>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0C5EC4F9-D465-4E81-8AC9-B6C29E046DE9}"/>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F4D29BDA-8DCF-44FF-903F-82D6658CE6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1185636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EA382213-3900-4D68-92BC-65CABD5495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78">
            <a:extLst xmlns:a="http://schemas.openxmlformats.org/drawingml/2006/main">
              <a:ext uri="{FF2B5EF4-FFF2-40B4-BE49-F238E27FC236}">
                <a16:creationId xmlns:a16="http://schemas.microsoft.com/office/drawing/2014/main" id="{4DD32A31-3A26-4497-BC1F-98FBE352AD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확인된 범위만 검토하고 갱신한다">
            <a:extLst xmlns:a="http://schemas.openxmlformats.org/drawingml/2006/main">
              <a:ext uri="{FF2B5EF4-FFF2-40B4-BE49-F238E27FC236}">
                <a16:creationId xmlns:a16="http://schemas.microsoft.com/office/drawing/2014/main" id="{5ACEEDB1-E73A-4E40-81BF-255E38C2F7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F9F49496-9FD9-46AF-AE65-C25B179BA5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E8BF009C-4E6D-49E0-8B1F-AD37FE5A31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0B9B1A8E-AF12-42CB-BA5F-A13609BDC2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78C5E65D-F459-4875-91D1-476F8030654B}"/>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6267189E-14C5-4E4D-BFD2-27DB99649760}"/>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A6EA6ADC-8E17-4B94-9566-765F75BCC1D5}"/>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E21A00F0-420C-4D52-A73B-A60FBBAE8C91}"/>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7DB1757A-82E9-4937-9D53-E2F106E7214C}"/>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3A97D927-8B67-4015-99DD-D7B4081C19B0}"/>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828F47AD-3C7C-469A-9901-C2A9EAEAAAC1}"/>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FB9F54E8-CC41-4FC1-B37C-8AC164C3C247}"/>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0A0384B4-6C21-41D8-913A-CF21B40624BE}"/>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1C12203D-FBEB-4A17-B817-AEC0DFB353E9}"/>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C6DA6704-8A8D-4C53-9F17-FC33AA8A3DFC}"/>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E75E5DD4-745B-4E65-BF63-F0FB87DED627}"/>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A6ABF12E-73FC-44BD-8A53-77D90A0C32A4}"/>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95D86FE4-45C4-452B-9746-895B2C84B845}"/>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222C85C3-D0F9-4E25-9C7D-0DF7DAA85C3C}"/>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7A73B748-A04D-4709-90EA-BAEAA53CB216}"/>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A59E1B0A-F558-4C49-BADD-63B6B4D6FF98}"/>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3E030670-E487-4CD7-9739-026FE049DCB5}"/>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0E0327B1-4721-448E-836B-F73F1CE8BA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69673696"/>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평가 범위">
            <a:extLst xmlns:a="http://schemas.openxmlformats.org/drawingml/2006/main">
              <a:ext uri="{FF2B5EF4-FFF2-40B4-BE49-F238E27FC236}">
                <a16:creationId xmlns:a16="http://schemas.microsoft.com/office/drawing/2014/main" id="{FA7DA35F-9D4C-4AFF-AF90-17826C6B24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9">
            <a:extLst xmlns:a="http://schemas.openxmlformats.org/drawingml/2006/main">
              <a:ext uri="{FF2B5EF4-FFF2-40B4-BE49-F238E27FC236}">
                <a16:creationId xmlns:a16="http://schemas.microsoft.com/office/drawing/2014/main" id="{EFCBF256-0706-4AF0-9225-343A6B37CA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지침을 고친 뒤, 무엇을 다시 확인할까?">
            <a:extLst xmlns:a="http://schemas.openxmlformats.org/drawingml/2006/main">
              <a:ext uri="{FF2B5EF4-FFF2-40B4-BE49-F238E27FC236}">
                <a16:creationId xmlns:a16="http://schemas.microsoft.com/office/drawing/2014/main" id="{010D7CA5-DBA3-433F-B655-CAB6E4EEB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857F7AAD-21E6-47D3-B2A0-CE1FD5A864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42DEEE41-26C5-4502-AF2F-BE341B371B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FCE735E7-6CDA-4AE2-8F4D-48856D9CEF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D91C64BD-E27F-4DBB-8154-4850D3945959}"/>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223EA62B-0E90-418E-A8EA-EB6C4BB656EC}"/>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52AC40FF-0B22-4E9D-8132-74EB3FD19D69}"/>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B8E6EE33-3E3A-4A2C-B754-4EA650825FBF}"/>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73137FED-D27C-428D-92CE-B283BC7779E5}"/>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E03C71AB-1F48-4ED4-9055-0302C687B57F}"/>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624C0B12-2309-4A6E-9825-79C18F7D435A}"/>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A734805D-9DC1-4FE0-B1ED-3C7F5FBA8558}"/>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87BDF850-58C1-4B9F-AE82-0C44DD2DE74E}"/>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EA79966B-A481-4114-8C84-2A4EF0FCC163}"/>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Legacy module connection">
            <a:extLst xmlns:a="http://schemas.openxmlformats.org/drawingml/2006/main">
              <a:ext uri="{FF2B5EF4-FFF2-40B4-BE49-F238E27FC236}">
                <a16:creationId xmlns:a16="http://schemas.microsoft.com/office/drawing/2014/main" id="{1771E8E2-C363-472F-BD5D-ACAA9A4105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82701850"/>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C6C54841-1AE8-46F4-90BE-47D41D1D0B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80">
            <a:extLst xmlns:a="http://schemas.openxmlformats.org/drawingml/2006/main">
              <a:ext uri="{FF2B5EF4-FFF2-40B4-BE49-F238E27FC236}">
                <a16:creationId xmlns:a16="http://schemas.microsoft.com/office/drawing/2014/main" id="{9853D025-AEDC-40F7-A95A-F7EA0A6E12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대표 작업은 서로 다른 위험을 확인한다">
            <a:extLst xmlns:a="http://schemas.openxmlformats.org/drawingml/2006/main">
              <a:ext uri="{FF2B5EF4-FFF2-40B4-BE49-F238E27FC236}">
                <a16:creationId xmlns:a16="http://schemas.microsoft.com/office/drawing/2014/main" id="{5CE9A304-C57A-4FE8-865E-561808EB39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91CB018F-CDCA-43BC-AD2F-A4E0AB996B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F24272E2-CE50-4D6B-ACF5-39231E578F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4DD736A4-676D-4EA0-9907-BA0261C459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04409D94-AAA9-42E8-996A-4EBB10DE6952}"/>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0564FF42-8C5B-4B65-8976-CDD12782DF27}"/>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8206F455-7506-4A4D-83AF-548FD21C0F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2800720"/>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8A0A6D3B-2A13-4C8C-9479-EF6D605F2F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81">
            <a:extLst xmlns:a="http://schemas.openxmlformats.org/drawingml/2006/main">
              <a:ext uri="{FF2B5EF4-FFF2-40B4-BE49-F238E27FC236}">
                <a16:creationId xmlns:a16="http://schemas.microsoft.com/office/drawing/2014/main" id="{AFDC12C5-6F40-4447-835D-692DB3CD34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한 작업에 맞춘 규칙,&#10;다른 작업에도 맞을까?">
            <a:extLst xmlns:a="http://schemas.openxmlformats.org/drawingml/2006/main">
              <a:ext uri="{FF2B5EF4-FFF2-40B4-BE49-F238E27FC236}">
                <a16:creationId xmlns:a16="http://schemas.microsoft.com/office/drawing/2014/main" id="{85DF1EB3-A5D7-4AB4-91E5-60EEB034A62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7B03A76C-8C2B-4AF3-A490-BB0FB1DED3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0CE84833-0F11-44A2-8D5F-A5A56B2028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29D8FEBB-B62A-405F-B36B-2CB3C56DD2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88AB767E-5F43-410B-9755-C81DE719FAFD}"/>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A71EB091-601F-4B76-9128-53E4BD4527B8}"/>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35846DFE-1AB4-408D-99CF-BE02A2168EBB}"/>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CC99B48C-F3CB-4A11-8001-F08C4FD3CBF6}"/>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369DBC25-161A-487B-B091-676698023772}"/>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7B200B52-2C4E-4EEC-808D-7B5743DF5007}"/>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1AF56DB8-B3FB-41EE-A220-B2CF6D4E1A29}"/>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06210509-ECC3-4663-B469-D06FC4470D55}"/>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1B1F2469-3429-40DE-BC44-685840401F61}"/>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BF0C70AB-0C4C-49C6-A381-5FEBA492E026}"/>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E837656E-2788-44E3-AEE2-77731B61AB4D}"/>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7CF061F5-F1BD-43CF-B624-250D437A6848}"/>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71C0DDB6-2A2F-4EB8-AB98-B0A0B3BC32EE}"/>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D6F4E03D-5296-4663-9F84-47B8ADC123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85259238"/>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6706A760-7141-40C9-BB7E-9BCFACC4CD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82">
            <a:extLst xmlns:a="http://schemas.openxmlformats.org/drawingml/2006/main">
              <a:ext uri="{FF2B5EF4-FFF2-40B4-BE49-F238E27FC236}">
                <a16:creationId xmlns:a16="http://schemas.microsoft.com/office/drawing/2014/main" id="{FBDE38D6-062A-45E0-8EA9-B1FE5057A6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관찰을 시스템 개선으로 잇는 Loop">
            <a:extLst xmlns:a="http://schemas.openxmlformats.org/drawingml/2006/main">
              <a:ext uri="{FF2B5EF4-FFF2-40B4-BE49-F238E27FC236}">
                <a16:creationId xmlns:a16="http://schemas.microsoft.com/office/drawing/2014/main" id="{B7E23C8C-1A59-4E62-B614-1762215853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3BF2BD90-4DDF-450D-8631-993EEBD4EB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0449783B-5E30-4BB9-A305-D9B6231DE9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7FB8E37F-B22D-42F4-9373-A4587658D4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CEF936ED-E67A-4221-8BAA-0FDC6A5229FF}"/>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27B7C18D-A0C8-41A4-BA4C-48D4F5595C12}"/>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6E83770E-51BF-4BAD-A9A8-4E8000F4EC99}"/>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0E63F1F2-F691-4920-A720-F1BDE93534F0}"/>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FEE2FACC-D3BD-46B1-B396-21501AE54A02}"/>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94B6D26B-97DA-4113-9784-587A1A8F4409}"/>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7B73E3D0-AAD3-416F-BC1A-D6F40D0C39E3}"/>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2C45D37F-EB8E-45EB-B59C-08C5277B8601}"/>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1F3BF299-49C8-4411-A324-3F39A1B1A173}"/>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A09A44F0-C2BB-4591-B857-B9E62493097D}"/>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5A283DD3-0AAE-412B-8443-6DF391FB5F8D}"/>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3C306AC4-46BC-4716-8CBE-EF3C5FCD4E0D}"/>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10A6792E-757C-4825-BD08-BFEAAD197A03}"/>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21323BA3-B23C-4D6A-A255-762330CD473C}"/>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885EA00B-DAB3-46DF-ACAE-DCBFCF718348}"/>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2ED45860-F87A-4275-8EFC-F822D77430F0}"/>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9D65F112-5BAB-424D-BD10-CF24CC9A4D6E}"/>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8C08806E-5C7A-4FD0-B01F-9DA78A952BE4}"/>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5CDBFA71-8B3A-46A5-ABA9-9C52226E9026}"/>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4E71DC10-85C2-47D7-AF14-897CEBA15461}"/>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DE5A3F4F-F6A5-41E0-A195-75D7EF6C358A}"/>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12505DB5-1D36-4245-B92F-FA94EBA47C49}"/>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2F4C076B-34FE-4BE5-A9DD-5259B7C1422A}"/>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F643C859-3EC2-4BC4-9DAB-8E45D266CBD3}"/>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C4A21685-706B-44AA-B574-304D39083F5B}"/>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6EBA2284-30BD-4F60-AD60-90CF2565B77F}"/>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4EDAF829-D218-44BF-B11C-0ED6D07BE297}"/>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8818678C-AC8B-48FB-A2A2-63FED8762DF6}"/>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C6BC2095-2837-4367-9673-981E990F1085}"/>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391B2AB8-2801-4B02-AFEA-21362399F9BA}"/>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ED52E69D-A930-446F-A0A0-C801D5C7E343}"/>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1ECCF4B2-96AF-4E30-83C9-83A669800BFC}"/>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5FBA841D-D7D7-479D-8DE0-AFB1E1BD8D0E}"/>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D5418C79-18DC-46EF-943C-E9F325F1FF64}"/>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D2108B43-4475-4D30-8061-7F3A4B6C920A}"/>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D5FD06A7-14E9-443F-A874-E67AA152DA7D}"/>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EE10BF6C-9328-4CFA-85CA-03EC8F2A2606}"/>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F542DAAD-8C9F-4133-B542-D4CA195B5BC1}"/>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2EE385D9-8065-4C7C-BBB4-C89889A20139}"/>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15FFFBC0-FEDE-436E-80A4-6EE3ADEF93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781860642"/>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9D333B32-715C-4F84-95AE-063681AF1B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83">
            <a:extLst xmlns:a="http://schemas.openxmlformats.org/drawingml/2006/main">
              <a:ext uri="{FF2B5EF4-FFF2-40B4-BE49-F238E27FC236}">
                <a16:creationId xmlns:a16="http://schemas.microsoft.com/office/drawing/2014/main" id="{5A070454-A172-4AAB-AA26-F1A406379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평가·보고 기준도 개선 대상이다">
            <a:extLst xmlns:a="http://schemas.openxmlformats.org/drawingml/2006/main">
              <a:ext uri="{FF2B5EF4-FFF2-40B4-BE49-F238E27FC236}">
                <a16:creationId xmlns:a16="http://schemas.microsoft.com/office/drawing/2014/main" id="{7E6DB9F3-CB8A-49F8-A042-BBA9F85459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5ACB27F1-06AB-4E2C-9D67-44AB370055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F6ED064-D6C0-43B9-BD42-199A85D3AAA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5E6C8498-481D-4895-B025-40035D83F5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0BBC9642-FE33-4E0D-983F-B60BDA30A2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2EA13BF4-D152-43B1-8867-D45F19622005}"/>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11231DCA-C600-456B-8A10-12BCB1AE5D0E}"/>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02D41F38-CED2-43CB-99AA-4C0581C65627}"/>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7756A7BB-70A2-490C-A05A-474C745A0D02}"/>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524D3CFC-3DC9-4593-978B-910253184D8D}"/>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E7304DA5-ADB2-47F1-AA8F-14A90C0EAA29}"/>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B1170A53-488E-47BF-98C4-0D49F279E094}"/>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5EE7F68A-B0A8-4C88-9491-6043F3F35923}"/>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091415F6-3344-464D-902F-2DC62639E4B2}"/>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1A5CA363-69B9-4F80-AF81-B095E61E1A63}"/>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6B60D02F-E6A7-4642-8CC5-6A8D690BBEA1}"/>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BD108E76-B64F-4D27-99F0-678753B9430C}"/>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81C92567-2EF5-47D9-A6F4-A97D73621B93}"/>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15D13047-4434-468D-BC01-67DCF0797AAC}"/>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74285B5F-9354-408F-B822-F294AE0B0A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5441805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D4F80342-2DFA-46A5-BF03-38D4DAD3F8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84">
            <a:extLst xmlns:a="http://schemas.openxmlformats.org/drawingml/2006/main">
              <a:ext uri="{FF2B5EF4-FFF2-40B4-BE49-F238E27FC236}">
                <a16:creationId xmlns:a16="http://schemas.microsoft.com/office/drawing/2014/main" id="{1111D297-1290-4569-AE5A-6E54A31D99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결과 확인과 원인 해석을 따로 기록한다">
            <a:extLst xmlns:a="http://schemas.openxmlformats.org/drawingml/2006/main">
              <a:ext uri="{FF2B5EF4-FFF2-40B4-BE49-F238E27FC236}">
                <a16:creationId xmlns:a16="http://schemas.microsoft.com/office/drawing/2014/main" id="{B3151C51-47D2-43B8-B7EC-1076065382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48C2ED09-2896-4A77-81F0-9E8EA81C9B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89B3004-3134-4E08-A828-9A18492EB82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C2F2FBA4-8E29-4A14-AF55-209445F46E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CE155BA2-C493-4DFF-A95B-FB086FBFC0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7A6C17B8-0AF8-4CA9-BE35-E3DD5DA72CE1}"/>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36633118-4725-43C0-9190-C5BA3DEC9420}"/>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F02696CA-71D0-4603-BD73-E5F04D7DA150}"/>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A1790FEF-DB4D-417D-87D8-F2A62043F3C2}"/>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57602209-DC20-4F53-A9F8-E5F55E967A42}"/>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FFEC6169-EB8D-4460-9876-C910C7512EC5}"/>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55F2F82B-9D7C-4524-B368-11324DBFAE7D}"/>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46672CD5-F767-4FD8-AA3B-28483DF8A5E8}"/>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01F6DD47-5445-44A1-A35F-65BD4284C817}"/>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89DBD074-0AE0-4B72-B25D-4CF7802429D6}"/>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4A7D016A-A33B-4115-9C35-064723C8B3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11608371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84E6CD8E-6DDE-45E9-8E8E-1B24A8312C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85">
            <a:extLst xmlns:a="http://schemas.openxmlformats.org/drawingml/2006/main">
              <a:ext uri="{FF2B5EF4-FFF2-40B4-BE49-F238E27FC236}">
                <a16:creationId xmlns:a16="http://schemas.microsoft.com/office/drawing/2014/main" id="{C37DD901-69B4-463A-8DE2-7A70C83F65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다음 조사에 남길 기록을 바꿨다">
            <a:extLst xmlns:a="http://schemas.openxmlformats.org/drawingml/2006/main">
              <a:ext uri="{FF2B5EF4-FFF2-40B4-BE49-F238E27FC236}">
                <a16:creationId xmlns:a16="http://schemas.microsoft.com/office/drawing/2014/main" id="{EB389B21-8331-46EB-A319-5A308F5835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D8DAB46B-BF28-46B7-890E-7A68A77221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D6353B5-7434-4880-A2FF-4E71BDB03B1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AB90F5E2-90B2-4777-B720-1553C623A0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D82EF401-FB00-4340-8230-F60C1A3FDE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0BA1CAC9-E6C3-4040-90E0-6B80776F7471}"/>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49FD5094-FA9F-48E8-80F9-34304078CDF4}"/>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C550B33E-68D6-4C2D-96CD-EB8B0F768BC3}"/>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AEF5581E-5359-4630-9660-6C827FF5841A}"/>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EA5F735A-2280-44A6-8758-87198E4F4A0A}"/>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0CB79578-CE51-479A-8C1B-C3B424D6C796}"/>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0CEFCE49-0A9F-48B2-8EFD-C6207FF0C3BD}"/>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CC493A4E-C39C-46E2-85FE-1F0C1DA94DA7}"/>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1820A7E9-E042-43AA-B5A2-1B2CB493DAB1}"/>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2968C3AB-994D-4ED8-8969-C54183B32DB0}"/>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DBA37ECC-D1C9-457D-B816-AACC4E203CB8}"/>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2A2A9625-ED5E-4C49-BD62-49751E8A5E9A}"/>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D45579C5-4702-448B-AF20-19389A9CA4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63137739"/>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A1475877-FB58-482A-9D47-ABF595D3A9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86">
            <a:extLst xmlns:a="http://schemas.openxmlformats.org/drawingml/2006/main">
              <a:ext uri="{FF2B5EF4-FFF2-40B4-BE49-F238E27FC236}">
                <a16:creationId xmlns:a16="http://schemas.microsoft.com/office/drawing/2014/main" id="{7DF21AE0-84B2-492A-A3A7-0F5296AD43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후속 기록도 원문과 다시 대조했다">
            <a:extLst xmlns:a="http://schemas.openxmlformats.org/drawingml/2006/main">
              <a:ext uri="{FF2B5EF4-FFF2-40B4-BE49-F238E27FC236}">
                <a16:creationId xmlns:a16="http://schemas.microsoft.com/office/drawing/2014/main" id="{664C768A-0191-4D5F-AC71-8DB9F14766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246470B9-6C7D-48F6-8D99-9F587666B6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08BD849-FA24-40B9-801F-360EC4FD9ED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4BA29A86-D89F-4328-912A-90E2E97088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D16D5E7F-0E5D-4E9D-A2BC-976F312281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5A18F6B3-601F-4A20-A270-654A942E8F76}"/>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1146D735-211C-42D6-BEFC-C7B1308B8100}"/>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FE097305-1F9A-4992-A0A6-1DCD2FCB44AC}"/>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5BA42B89-D97D-4E55-9939-0EBC607A9011}"/>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722F9A7B-BCA1-4A23-ACBE-A4A27DF1D3F4}"/>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B70F341A-D12E-4D71-8B17-C3DFD9B084C9}"/>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BC6159F9-9FEA-4854-9EB4-6A1336F87A6E}"/>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DC7B4354-1996-469A-B8ED-EFC5B8F55CF8}"/>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2FB6831A-B26D-47DC-99DB-B957B97FE674}"/>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FABC43D3-C64B-4B86-8EB3-D8BCDB4E2155}"/>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9C7B7561-17B3-47B7-B46C-AEA5138DC3B8}"/>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0FD4CC09-AB64-4E69-BAE4-DE51F5B1E979}"/>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A9CA7F45-CFA6-4140-BE72-4B9BD30D729E}"/>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3ECDB284-02F2-49BC-B075-9125D55940F2}"/>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DAB2CE80-DFB7-440F-B373-A9F4191373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78969302"/>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546B241E-BD22-4AE5-B1EC-B0175ED7C6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87">
            <a:extLst xmlns:a="http://schemas.openxmlformats.org/drawingml/2006/main">
              <a:ext uri="{FF2B5EF4-FFF2-40B4-BE49-F238E27FC236}">
                <a16:creationId xmlns:a16="http://schemas.microsoft.com/office/drawing/2014/main" id="{B1DFC3FF-8377-4D01-9D86-D93989B7B8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실제 기록을 Loop의 단계에 대응하면">
            <a:extLst xmlns:a="http://schemas.openxmlformats.org/drawingml/2006/main">
              <a:ext uri="{FF2B5EF4-FFF2-40B4-BE49-F238E27FC236}">
                <a16:creationId xmlns:a16="http://schemas.microsoft.com/office/drawing/2014/main" id="{F251AD2B-B1D7-4CC0-8FFA-C25A892222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2F811ACB-1D5F-4264-844F-A8E210CF93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2FE2F19-3336-4DB4-A20F-AAE8D223512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07F1D2A2-FC7E-46F3-AE6D-2EB425D61E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ACE96457-E292-478D-B538-63C04E715F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A05668B5-6E73-4872-B31A-EFEA375607C4}"/>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CD4351A0-C557-42D5-A79D-E2FF62031B72}"/>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7245B61A-3797-480F-A3C1-4A59F42DABC5}"/>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1AF6D300-B6DA-4C65-9559-A6711C7E5FA4}"/>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EEF22FA3-C594-4F84-9D1C-CB5B4C077F5D}"/>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6EB66824-A098-4FA7-848E-106F905C511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419DDFD8-BE9B-47B7-95A9-C1A996093558}"/>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C7746D72-FEC4-4E3A-80AA-47C3166EB499}"/>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353A778E-0342-41E9-8B2B-68A9867FFF5A}"/>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A0654F30-126D-414B-AD82-1614E9E4A9AA}"/>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B3BE524F-AEF8-443B-9FA5-DFCB40DFCFBA}"/>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A996E8D4-AFE3-4D29-B2C4-B2FAFC2A65D7}"/>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1D7C7156-EDDD-451B-B627-BA091C36AE28}"/>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3325CECD-3989-440F-9DD6-AA03A756F31E}"/>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45D58169-2B3E-429D-A1D0-A9E071552963}"/>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2E3C07C9-EC42-4093-B3B2-F76C64CE3606}"/>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E8C91A3D-B331-4005-A27E-8845F02353D2}"/>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49A0C0AF-E5AF-4C7A-9BDB-C532AC899A79}"/>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07FF1B5B-2194-4ADF-93A2-E9B4841D64DF}"/>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7A01D271-E6D2-4F9B-9925-B9159649310C}"/>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C275340F-88B8-483B-9D20-C8C59461FE84}"/>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CD5A75B9-35D3-4817-874F-7BF8234DE326}"/>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B15D2A12-D0EC-43D9-9477-3EAEFB6B1F00}"/>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0E14C2BC-F9B6-4785-BAA5-A0165CFD0284}"/>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D7B50DFA-BB7C-479F-8822-D81AB95D88D4}"/>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22523AB9-7B28-444C-BB6A-3E61E1EE3025}"/>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592AABB8-56E6-4C68-AFBE-85C750925309}"/>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BC5C7BD2-D4E7-4CF4-B59E-5C5CF7D64F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6714937"/>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C65D18F1-86C1-4436-A27D-FE49C9A793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8">
            <a:extLst xmlns:a="http://schemas.openxmlformats.org/drawingml/2006/main">
              <a:ext uri="{FF2B5EF4-FFF2-40B4-BE49-F238E27FC236}">
                <a16:creationId xmlns:a16="http://schemas.microsoft.com/office/drawing/2014/main" id="{0B52F0C7-756C-4DE3-88A2-60DD860835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Project와 환경이 바뀌면&#10;검증도 다시 본다">
            <a:extLst xmlns:a="http://schemas.openxmlformats.org/drawingml/2006/main">
              <a:ext uri="{FF2B5EF4-FFF2-40B4-BE49-F238E27FC236}">
                <a16:creationId xmlns:a16="http://schemas.microsoft.com/office/drawing/2014/main" id="{8DBF55E3-846C-4810-BFA7-F47FAD7C96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C165961D-0E36-4CD8-A819-C192739335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56FA56A8-D48C-4105-97C5-6BD4EBC4CA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9F4719AE-FBF9-4FC5-90AA-FFFCABD72B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E3E88FD7-EC93-4C7E-A89B-507E55977E9B}"/>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42C17D88-08FF-4C53-907F-DECB735727F2}"/>
              </a:ext>
            </a:extLst>
          </p:cNvPr>
          <p:cNvPicPr>
            <a:picLocks xmlns:a="http://schemas.openxmlformats.org/drawingml/2006/main" noChangeAspect="1"/>
          </p:cNvPicPr>
          <p:nvPr/>
        </p:nvPicPr>
        <p:blipFill>
          <a:blip xmlns:r="http://schemas.openxmlformats.org/officeDocument/2006/relationships" xmlns:a="http://schemas.openxmlformats.org/drawingml/2006/main" r:embed="R6b75fc2b45bc4768"/>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34DC5ACC-6DCB-4C0F-B163-D686042523B0}"/>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478EAF58-2605-4C1C-A37E-1A80DA8B03D2}"/>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1E5953BF-DD03-441B-AB54-C70A2989940D}"/>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A78D1042-221E-45A2-A3E6-B08FB0D272FB}"/>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1F7574CE-5FA0-4732-89B9-DB4F55A956D6}"/>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ACE1944B-070F-4887-A980-1DD95966D2F8}"/>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D12F3852-A932-4B2B-87B8-DEFC636B28A9}"/>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28D44333-BA5D-4751-8AE8-433A804B1C1F}"/>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91C4C415-9A46-456C-9EC3-0472AF2769FB}"/>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13530657-9451-4FB9-A47B-1630AEDB2AA6}"/>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07C6B060-53AA-429A-AA1E-45A314283875}"/>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2F198B00-D01E-4B86-ADEA-CDA8A2D118FF}"/>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C068B099-A725-44F1-9DE6-CF47B7755182}"/>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AE935C56-7173-4E96-A085-C71D9D92FFF0}"/>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71A9DDC4-5947-484E-B8BD-693914FD54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425174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2026-10-25T01:33:44.8680000Z</dcterms:created>
  <dcterms:modified xsi:type="dcterms:W3CDTF">2026-10-25T01:33:44.8680000Z</dcterms:modified>
</coreProperties>
</file>