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50feead3224723" /><Relationship Type="http://schemas.openxmlformats.org/officeDocument/2006/relationships/extended-properties" Target="/docProps/app.xml" Id="R541ed44a7f564dc9" /><Relationship Type="http://schemas.openxmlformats.org/officeDocument/2006/relationships/officeDocument" Target="/ppt/presentation.xml" Id="R9e23ed47d18345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fa85446bd543b3"/>
  </p:sldMasterIdLst>
  <p:notesMasterIdLst>
    <p:notesMasterId xmlns:r="http://schemas.openxmlformats.org/officeDocument/2006/relationships" r:id="R7c8903e0bb91497f"/>
  </p:notesMasterIdLst>
  <p:sldIdLst>
    <p:sldId xmlns:r="http://schemas.openxmlformats.org/officeDocument/2006/relationships" id="256" r:id="R3e2c91ee03d54400"/>
    <p:sldId xmlns:r="http://schemas.openxmlformats.org/officeDocument/2006/relationships" id="257" r:id="R123ed11a2f69496f"/>
    <p:sldId xmlns:r="http://schemas.openxmlformats.org/officeDocument/2006/relationships" id="258" r:id="R8aed60200a0f469c"/>
    <p:sldId xmlns:r="http://schemas.openxmlformats.org/officeDocument/2006/relationships" id="259" r:id="R044e0599909540bf"/>
    <p:sldId xmlns:r="http://schemas.openxmlformats.org/officeDocument/2006/relationships" id="260" r:id="Re90a0583823b468e"/>
    <p:sldId xmlns:r="http://schemas.openxmlformats.org/officeDocument/2006/relationships" id="261" r:id="R304014a883794e9a"/>
    <p:sldId xmlns:r="http://schemas.openxmlformats.org/officeDocument/2006/relationships" id="262" r:id="Rbcf37062583341b0"/>
    <p:sldId xmlns:r="http://schemas.openxmlformats.org/officeDocument/2006/relationships" id="263" r:id="R6c413ed6351b4046"/>
    <p:sldId xmlns:r="http://schemas.openxmlformats.org/officeDocument/2006/relationships" id="264" r:id="Rb673eb0494764b14"/>
    <p:sldId xmlns:r="http://schemas.openxmlformats.org/officeDocument/2006/relationships" id="265" r:id="Ra845e37234094b57"/>
    <p:sldId xmlns:r="http://schemas.openxmlformats.org/officeDocument/2006/relationships" id="266" r:id="R21e5d88c23354f0e"/>
    <p:sldId xmlns:r="http://schemas.openxmlformats.org/officeDocument/2006/relationships" id="267" r:id="R6ee61b548c0a4c36"/>
    <p:sldId xmlns:r="http://schemas.openxmlformats.org/officeDocument/2006/relationships" id="268" r:id="R7f57a0e2d07f48af"/>
    <p:sldId xmlns:r="http://schemas.openxmlformats.org/officeDocument/2006/relationships" id="269" r:id="R6af7e2d803c04646"/>
    <p:sldId xmlns:r="http://schemas.openxmlformats.org/officeDocument/2006/relationships" id="270" r:id="R292e22ba791e4983"/>
    <p:sldId xmlns:r="http://schemas.openxmlformats.org/officeDocument/2006/relationships" id="271" r:id="R8fa7fc14bba34d22"/>
    <p:sldId xmlns:r="http://schemas.openxmlformats.org/officeDocument/2006/relationships" id="272" r:id="R2dbb70ebf0ee40ba"/>
    <p:sldId xmlns:r="http://schemas.openxmlformats.org/officeDocument/2006/relationships" id="273" r:id="R69d753ca3d8440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cbf8097311462b" /><Relationship Type="http://schemas.openxmlformats.org/officeDocument/2006/relationships/slideMaster" Target="/ppt/slideMasters/slideMaster1.xml" Id="R63fa85446bd543b3" /><Relationship Type="http://schemas.openxmlformats.org/officeDocument/2006/relationships/notesMaster" Target="/ppt/notesMasters/notesMaster1.xml" Id="R7c8903e0bb91497f" /><Relationship Type="http://schemas.openxmlformats.org/officeDocument/2006/relationships/presProps" Target="/ppt/presProps.xml" Id="Rcc5ac70910e4451d" /><Relationship Type="http://schemas.openxmlformats.org/officeDocument/2006/relationships/tableStyles" Target="/ppt/tableStyles.xml" Id="Rd65c94e64d4d4203" /><Relationship Type="http://schemas.openxmlformats.org/officeDocument/2006/relationships/slide" Target="/ppt/slides/slide1.xml" Id="R3e2c91ee03d54400" /><Relationship Type="http://schemas.openxmlformats.org/officeDocument/2006/relationships/slide" Target="/ppt/slides/slide2.xml" Id="R123ed11a2f69496f" /><Relationship Type="http://schemas.openxmlformats.org/officeDocument/2006/relationships/slide" Target="/ppt/slides/slide3.xml" Id="R8aed60200a0f469c" /><Relationship Type="http://schemas.openxmlformats.org/officeDocument/2006/relationships/slide" Target="/ppt/slides/slide4.xml" Id="R044e0599909540bf" /><Relationship Type="http://schemas.openxmlformats.org/officeDocument/2006/relationships/slide" Target="/ppt/slides/slide5.xml" Id="Re90a0583823b468e" /><Relationship Type="http://schemas.openxmlformats.org/officeDocument/2006/relationships/slide" Target="/ppt/slides/slide6.xml" Id="R304014a883794e9a" /><Relationship Type="http://schemas.openxmlformats.org/officeDocument/2006/relationships/slide" Target="/ppt/slides/slide7.xml" Id="Rbcf37062583341b0" /><Relationship Type="http://schemas.openxmlformats.org/officeDocument/2006/relationships/slide" Target="/ppt/slides/slide8.xml" Id="R6c413ed6351b4046" /><Relationship Type="http://schemas.openxmlformats.org/officeDocument/2006/relationships/slide" Target="/ppt/slides/slide9.xml" Id="Rb673eb0494764b14" /><Relationship Type="http://schemas.openxmlformats.org/officeDocument/2006/relationships/slide" Target="/ppt/slides/slide10.xml" Id="Ra845e37234094b57" /><Relationship Type="http://schemas.openxmlformats.org/officeDocument/2006/relationships/slide" Target="/ppt/slides/slide11.xml" Id="R21e5d88c23354f0e" /><Relationship Type="http://schemas.openxmlformats.org/officeDocument/2006/relationships/slide" Target="/ppt/slides/slide12.xml" Id="R6ee61b548c0a4c36" /><Relationship Type="http://schemas.openxmlformats.org/officeDocument/2006/relationships/slide" Target="/ppt/slides/slide13.xml" Id="R7f57a0e2d07f48af" /><Relationship Type="http://schemas.openxmlformats.org/officeDocument/2006/relationships/slide" Target="/ppt/slides/slide14.xml" Id="R6af7e2d803c04646" /><Relationship Type="http://schemas.openxmlformats.org/officeDocument/2006/relationships/slide" Target="/ppt/slides/slide15.xml" Id="R292e22ba791e4983" /><Relationship Type="http://schemas.openxmlformats.org/officeDocument/2006/relationships/slide" Target="/ppt/slides/slide16.xml" Id="R8fa7fc14bba34d22" /><Relationship Type="http://schemas.openxmlformats.org/officeDocument/2006/relationships/slide" Target="/ppt/slides/slide17.xml" Id="R2dbb70ebf0ee40ba" /><Relationship Type="http://schemas.openxmlformats.org/officeDocument/2006/relationships/slide" Target="/ppt/slides/slide18.xml" Id="R69d753ca3d8440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bacd317cd449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cd5d6cc69f4c82" /><Relationship Type="http://schemas.openxmlformats.org/officeDocument/2006/relationships/notesMaster" Target="/ppt/notesMasters/notesMaster1.xml" Id="R8def2b17070b42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466668f60c400c" /><Relationship Type="http://schemas.openxmlformats.org/officeDocument/2006/relationships/notesMaster" Target="/ppt/notesMasters/notesMaster1.xml" Id="Rc72bbcbbe44148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7b3941fc9d4549" /><Relationship Type="http://schemas.openxmlformats.org/officeDocument/2006/relationships/notesMaster" Target="/ppt/notesMasters/notesMaster1.xml" Id="R885e7c33862a4a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f849496b764150" /><Relationship Type="http://schemas.openxmlformats.org/officeDocument/2006/relationships/notesMaster" Target="/ppt/notesMasters/notesMaster1.xml" Id="Rcfe17ea6f08649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ca134aa6c04580" /><Relationship Type="http://schemas.openxmlformats.org/officeDocument/2006/relationships/notesMaster" Target="/ppt/notesMasters/notesMaster1.xml" Id="R19f3ea56f1e443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368d586efc4c35" /><Relationship Type="http://schemas.openxmlformats.org/officeDocument/2006/relationships/notesMaster" Target="/ppt/notesMasters/notesMaster1.xml" Id="R63bf1b5995e64e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ad39f2e204467a" /><Relationship Type="http://schemas.openxmlformats.org/officeDocument/2006/relationships/notesMaster" Target="/ppt/notesMasters/notesMaster1.xml" Id="R598ba51c1b884d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b174c40b58493e" /><Relationship Type="http://schemas.openxmlformats.org/officeDocument/2006/relationships/notesMaster" Target="/ppt/notesMasters/notesMaster1.xml" Id="R2e1021c21b9348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17b2ffe3324a8f" /><Relationship Type="http://schemas.openxmlformats.org/officeDocument/2006/relationships/notesMaster" Target="/ppt/notesMasters/notesMaster1.xml" Id="R15afa083a64043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6cb4aac31d4b0d" /><Relationship Type="http://schemas.openxmlformats.org/officeDocument/2006/relationships/notesMaster" Target="/ppt/notesMasters/notesMaster1.xml" Id="R55db2351815344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d1c35464e04fc0" /><Relationship Type="http://schemas.openxmlformats.org/officeDocument/2006/relationships/notesMaster" Target="/ppt/notesMasters/notesMaster1.xml" Id="Rf2eb6f03809342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b8e45a77354e04" /><Relationship Type="http://schemas.openxmlformats.org/officeDocument/2006/relationships/notesMaster" Target="/ppt/notesMasters/notesMaster1.xml" Id="R86849240178e42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86e1ad838f4f56" /><Relationship Type="http://schemas.openxmlformats.org/officeDocument/2006/relationships/notesMaster" Target="/ppt/notesMasters/notesMaster1.xml" Id="Rc74d90fc22c54dd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80cf8f424949e1" /><Relationship Type="http://schemas.openxmlformats.org/officeDocument/2006/relationships/notesMaster" Target="/ppt/notesMasters/notesMaster1.xml" Id="R9ca54d27a4ee4f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d6b7db5ed44437" /><Relationship Type="http://schemas.openxmlformats.org/officeDocument/2006/relationships/notesMaster" Target="/ppt/notesMasters/notesMaster1.xml" Id="Recb650bad66640f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c53bf34859f439a" /><Relationship Type="http://schemas.openxmlformats.org/officeDocument/2006/relationships/notesMaster" Target="/ppt/notesMasters/notesMaster1.xml" Id="R9a7e6b7fb9224e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a05a5daa8bc4e02" /><Relationship Type="http://schemas.openxmlformats.org/officeDocument/2006/relationships/notesMaster" Target="/ppt/notesMasters/notesMaster1.xml" Id="R3ca0ed68b10e4d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5068f915f8469f" /><Relationship Type="http://schemas.openxmlformats.org/officeDocument/2006/relationships/notesMaster" Target="/ppt/notesMasters/notesMaster1.xml" Id="R6565f74d137449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S69으로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S68의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S70와 production/preview/act4/S70.png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S71로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S73으로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S72와 production/preview/act4/S72.png를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S72의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S74에서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S73와 production/preview/act4/S73.png를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S74와 production/preview/act4/S74.png를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S75와 production/preview/act4/S75.png를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S76와 production/preview/act4/S76.png를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S77와 production/preview/act4/S77.png를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S79으로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S78와 production/preview/act4/S78.png를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S74의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S80로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S79와 production/preview/act4/S79.png를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S80와 production/preview/act4/S80.png를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S81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S58의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S81와 production/preview/act4/S81.png를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S82와 production/preview/act4/S82.png를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S84에서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S83와 production/preview/act4/S83.png를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S85의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S85로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S84와 production/preview/act4/S84.png를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S86의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S86으로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production/preview/act4/S85.png 및 production/preview/full/S85.png.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8f99c7f1394ac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9db3bb23e34b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c043eabd74a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7e09bf3f334c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915956f00548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e32a80b67042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E7F65F-214F-46D8-8FB0-A2FF8AC4E7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335183-A1C8-4015-8DCC-918A650C6E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60DBC09-4364-47A8-A26E-CF4F49AF20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EE1709-FB04-433B-8349-118270BB3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7C1884-52D6-413A-83BA-5E86968BAD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7A15748-4311-451A-BA8D-349F9E8EB5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E175E4-207C-4663-B3D6-34F48A22BB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7681C8B-EAE5-40D1-B6D4-BB9BF6D491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122761-6DCF-4AEF-A680-F0FAC769AE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11A4A-0F3E-4C66-B544-5B8D4A69CC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ea5f7d67b344ba" /><Relationship Type="http://schemas.openxmlformats.org/officeDocument/2006/relationships/slideLayout" Target="/ppt/slideLayouts/slideLayout1.xml" Id="Rda1c6994ce824067" /><Relationship Type="http://schemas.openxmlformats.org/officeDocument/2006/relationships/slideLayout" Target="/ppt/slideLayouts/slideLayout2.xml" Id="R9987318adc7949db" /><Relationship Type="http://schemas.openxmlformats.org/officeDocument/2006/relationships/slideLayout" Target="/ppt/slideLayouts/slideLayout3.xml" Id="Rbcb2df23c4cb40e2" /><Relationship Type="http://schemas.openxmlformats.org/officeDocument/2006/relationships/slideLayout" Target="/ppt/slideLayouts/slideLayout4.xml" Id="R1b4e433115b1468a" /><Relationship Type="http://schemas.openxmlformats.org/officeDocument/2006/relationships/slideLayout" Target="/ppt/slideLayouts/slideLayout5.xml" Id="Rd460e4661f6e429b" /><Relationship Type="http://schemas.openxmlformats.org/officeDocument/2006/relationships/slideLayout" Target="/ppt/slideLayouts/slideLayout6.xml" Id="R946f46bce7844d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1c6994ce824067"/>
    <p:sldLayoutId xmlns:r="http://schemas.openxmlformats.org/officeDocument/2006/relationships" id="2147483650" r:id="R9987318adc7949db"/>
    <p:sldLayoutId xmlns:r="http://schemas.openxmlformats.org/officeDocument/2006/relationships" id="2147483651" r:id="Rbcb2df23c4cb40e2"/>
    <p:sldLayoutId xmlns:r="http://schemas.openxmlformats.org/officeDocument/2006/relationships" id="2147483652" r:id="R1b4e433115b1468a"/>
    <p:sldLayoutId xmlns:r="http://schemas.openxmlformats.org/officeDocument/2006/relationships" id="2147483653" r:id="Rd460e4661f6e429b"/>
    <p:sldLayoutId xmlns:r="http://schemas.openxmlformats.org/officeDocument/2006/relationships" id="2147483654" r:id="R946f46bce7844d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9c42d6d0834095" /><Relationship Type="http://schemas.openxmlformats.org/officeDocument/2006/relationships/notesSlide" Target="/ppt/notesSlides/notesSlide1.xml" Id="R6e726d18f5244b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22965365d4c2c" /><Relationship Type="http://schemas.openxmlformats.org/officeDocument/2006/relationships/notesSlide" Target="/ppt/notesSlides/notesSlide2.xml" Id="R662bc31604fb4a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8ceed869374217" /><Relationship Type="http://schemas.openxmlformats.org/officeDocument/2006/relationships/notesSlide" Target="/ppt/notesSlides/notesSlide3.xml" Id="R82425893bc0640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2a1ff549a043a3" /><Relationship Type="http://schemas.openxmlformats.org/officeDocument/2006/relationships/notesSlide" Target="/ppt/notesSlides/notesSlide4.xml" Id="R7cea0f692def40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f7d39cd55e4dbb" /><Relationship Type="http://schemas.openxmlformats.org/officeDocument/2006/relationships/notesSlide" Target="/ppt/notesSlides/notesSlide5.xml" Id="R02bc806e3c7442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505c7bfa864dca" /><Relationship Type="http://schemas.openxmlformats.org/officeDocument/2006/relationships/notesSlide" Target="/ppt/notesSlides/notesSlide6.xml" Id="R0c616586366346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91c61f97c14f25" /><Relationship Type="http://schemas.openxmlformats.org/officeDocument/2006/relationships/notesSlide" Target="/ppt/notesSlides/notesSlide7.xml" Id="R24f1473539e549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3d8ec540684eb1" /><Relationship Type="http://schemas.openxmlformats.org/officeDocument/2006/relationships/notesSlide" Target="/ppt/notesSlides/notesSlide8.xml" Id="Rdb2be3ec622748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522ef56b684deb" /><Relationship Type="http://schemas.openxmlformats.org/officeDocument/2006/relationships/notesSlide" Target="/ppt/notesSlides/notesSlide9.xml" Id="Rd2c6f4ef9bc841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ec25a45bcb47d5" /><Relationship Type="http://schemas.openxmlformats.org/officeDocument/2006/relationships/notesSlide" Target="/ppt/notesSlides/notesSlide10.xml" Id="R0455f1e761db42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0b3fb709b54208" /><Relationship Type="http://schemas.openxmlformats.org/officeDocument/2006/relationships/notesSlide" Target="/ppt/notesSlides/notesSlide11.xml" Id="Red955d80a8d74c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a85ce58f874c25" /><Relationship Type="http://schemas.openxmlformats.org/officeDocument/2006/relationships/notesSlide" Target="/ppt/notesSlides/notesSlide12.xml" Id="R28ea26041aed4c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771e2c907c4614" /><Relationship Type="http://schemas.openxmlformats.org/officeDocument/2006/relationships/notesSlide" Target="/ppt/notesSlides/notesSlide13.xml" Id="R7926a563448941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4ea1a4634542ce" /><Relationship Type="http://schemas.openxmlformats.org/officeDocument/2006/relationships/notesSlide" Target="/ppt/notesSlides/notesSlide14.xml" Id="Rfe4561682cc6483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6029ccc4c144a5" /><Relationship Type="http://schemas.openxmlformats.org/officeDocument/2006/relationships/notesSlide" Target="/ppt/notesSlides/notesSlide15.xml" Id="Rc336c40c27944f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79e84bf91242d3" /><Relationship Type="http://schemas.openxmlformats.org/officeDocument/2006/relationships/notesSlide" Target="/ppt/notesSlides/notesSlide16.xml" Id="R984d18852b7c432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f612869ae4245" /><Relationship Type="http://schemas.openxmlformats.org/officeDocument/2006/relationships/notesSlide" Target="/ppt/notesSlides/notesSlide17.xml" Id="Rf931172cf87144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748389ddbd4ea7" /><Relationship Type="http://schemas.openxmlformats.org/officeDocument/2006/relationships/image" Target="/ppt/media/image.png" Id="Rc4f894e84f804a25" /><Relationship Type="http://schemas.openxmlformats.org/officeDocument/2006/relationships/notesSlide" Target="/ppt/notesSlides/notesSlide18.xml" Id="R26c32bba101143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8DCB556E-F685-4AEA-9F03-21BEDAF0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C9677F60-3AC3-40FA-ACBD-9F5874FD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261F95F0-1FF2-4F8B-86F1-63EDB5FF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A454C-0AEE-4062-9D58-0D3F7158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B2F1BC45-77D2-4D3C-8C91-B41A157C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407A1F61-0197-4F10-9B89-CC118BDF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F6375757-02C4-45F2-AC53-E48612F6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80334-84CB-4C8B-BD87-6DF863FE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02DE4442-CC18-45E0-AA0D-ED43EF0A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CA34F0-38B0-4714-8962-3FEDC249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9EBA741E-0DB9-4B11-8588-0FE71FB3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A5323C-A034-46DE-8A8D-508E44CC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C2DE017B-1A4B-4C87-9350-AB50EB35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6EA02C78-4114-4901-BFD8-BCD7BB30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64CE3805-5560-47CC-99B6-0397D49F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5D6BEFF6-DD7B-426D-AD01-A491F4AB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15D6BFAE-ED18-4FC6-851B-3F63FE5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EC565BF-52C3-4785-97DC-85D58AF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7378295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F4711B96-3011-43D1-8895-387C8F7F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359DB120-B88F-431D-88BE-B12D4964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EA7890BA-C158-43A4-902B-12712E9D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E1104-DB31-4627-B022-AEF763B8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7E158283-4F62-4965-9178-FA0BCBD4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DD6817D5-76F0-4F95-96EC-E15CD6BB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EA6D1667-510E-484F-81E4-30498D25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AB3D728A-4CA5-4A3B-B3DD-4339EED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643D80B9-6907-4289-8BCA-CA1581BF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533D60-CA99-44A0-8B16-71BE140B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E387E-BD7B-4F16-B792-E717A3F8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A21B5932-59A9-4ECB-A2C8-0B13E71B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81DB56E6-8C58-442D-92C9-F8C72839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63724F6E-F2C9-4D07-B563-7C64C23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728F8192-E455-41E9-B131-5AA5EC6F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41BB9EF-1D88-44FA-92A4-3FBE519B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53103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615A1189-1F61-47DB-908B-5397296E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92B4B0B7-1B36-46B3-9F47-8C2A5DE1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A4CE1710-70A6-44B4-9BF4-0F577E7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DA414532-33AE-4B08-BE86-D2723737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4C50AA1E-78A2-4CA5-B9E6-2475A60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3FA800C3-1925-4D29-8975-D3DD47C9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C3FE0-A794-48F7-81FB-237D90F8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15D13D-9DC8-460D-993D-B65B1F11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40C81F7D-2E99-486B-87C0-C96C4637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7569133F-E349-48A3-AD36-47450498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E0E88-3AAD-4885-BDC2-3F27F195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9E1D1-C740-497E-A920-39980412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575A8DEC-2D9B-409F-9EE8-579398F2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72A4D-0089-43D9-BEA5-F3ABF8CB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1553027F-8F7F-446F-BABD-1AA5C4BE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339FB-B171-4CB5-AB58-56AC5CF1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AAB8CA85-13E4-40EE-A911-826A31A5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0740B2-977F-4009-B476-B5941CC3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2E84A266-E5B5-4D1E-9814-48AC3948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543173-5880-4A78-A36E-A96759C6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1042C9DD-C8D5-424D-80EE-BEB8EB15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A8EAF9-7469-4EF1-AE39-29759749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F6416B-101B-47C7-A341-5EC6B1AB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78B7660D-061F-47AA-9F1E-E42F619F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F668282F-E151-4DB2-9733-D24C90E8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8EFF87-0666-406F-9AD9-D5070947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4891A6DD-6B80-40F8-8840-547C469F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A43722CA-C992-43B1-B6B2-0614321B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D145234-8FA4-40EC-8FB6-942CD964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23216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0C2FC3A2-244E-4AC1-BC93-35255957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BE4AE9BD-349F-40E6-8FEA-766E42EF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913191AF-EBA0-49F7-98AE-80D0D81A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05555-6144-4C26-8A94-A84987CF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0A61DBBE-30B7-421A-95DC-7FA14C6D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9DB18EFF-F21C-43E5-A31E-31AE4D91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7ACB020B-3B25-4EF2-B8E2-B6577BB6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6D9A6DEA-E90C-4126-AAE5-844AC93C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FB307592-836C-4DF1-A26C-DC61EB72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6927F-99D9-436C-91D6-7B00A474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AD1E0-0F51-4C6B-B591-EF47203D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BC706386-BBE8-4E15-A02A-65445412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090E0CAD-271B-4FEE-9E8D-0E50069E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A2361B60-0498-4D7C-88B8-21B0A452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E284997-D161-49FE-8FEE-E82E23BC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20808885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9B3C4868-401A-4E86-9734-BCB537A1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8D838608-6AB1-4739-B190-3464BBEB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7EA285F4-42BF-4122-AFD7-68E5A78D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D4C12-7594-4BEC-AAC5-11B58BE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DC49C975-9D2A-4013-BF58-F03FE465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72635D34-F0A7-4E48-B32C-2DBBC9D9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A4D5AA14-2C2B-434F-A39D-E09BB12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5C200-E0C4-4D4B-9070-916262BF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EBD869FC-3C27-4B5D-B6DA-1EC99C95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2AE77197-D92E-4265-A2F6-70CD25F9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9336C6-B12A-46AC-B541-B693A848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477788DF-73F3-4842-9C5A-94A8EE4C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043AA496-0727-4CA7-B5F2-559E0E04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834565-1644-456F-AA3C-5E1653CF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0E76D584-912B-479F-BCF9-899A4951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E3D93687-C2BF-46D5-8CCC-EF4D5DF2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85917666-5FDB-491D-A525-AF836C97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6A55B11-A537-438F-BFA0-C6FF34CA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1087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31151977-8DFE-4219-835C-7E3EF664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6E6E8C7E-B2AD-479C-811B-88734CD9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6887D9A1-D65D-491C-AE6F-FC839E7F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D93114-296A-4030-B814-4FF64C4D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DEB0805D-1EF9-42C4-B392-58FA6DFF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47109897-3F51-4914-BA75-4A6176D8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481F927B-D956-4369-95D5-2AE07168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DE3725E2-B156-48C9-AE23-180D1407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2D10B-8A08-4D57-95E7-1D425B1A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268511BA-55FF-4C78-902A-DF48B3F0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BB289220-CD4A-4374-A1A8-55DE7C03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6178F-448C-4111-AD7A-BACE171D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2558612D-C58A-4988-A15F-D627BE9E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0849D340-30FF-4F80-9894-AAA05E43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915DBF-1FA6-471E-98FA-62EE5091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8282BEAA-E8B1-453C-A92F-4E79FD43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D5098CCB-8806-480D-8D48-40D6EB74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7FB80-76F1-4ADC-8A47-2C636DB8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5D584260-38E5-4685-B409-699FCF6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CBEB2B0F-7DA6-4CEB-B8CB-63D03018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007678FC-167F-46A0-9D1E-AD995B1E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A5C29D6-F215-4116-81D9-1E2D9DF7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4377905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79832B8E-EF47-46C1-80F3-90F4D908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DBD27973-D558-49CD-AB46-8CBFDCA2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8D9720FD-961D-495A-9E5E-B5AF2881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1122F-15A8-4292-97CB-4464F6BC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8D238DC3-2771-4B67-8CEA-358A3293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F3BD0356-0401-4FF0-A85C-8C8CDF70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ACD4EBBB-62A4-4BE5-9336-02BDD540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66AFF618-E60F-458A-923F-FDE318F0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85C75-8416-4103-8A6D-A60D5F2C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C3DB4-8D76-49A4-8194-1D8A044C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79832338-BCE6-4B58-BC7B-E8B85AB7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6A64416D-5AFE-4780-A0C0-892DF3F8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95F5A534-F7FA-422C-8F81-BBFE4DCB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45C9D81-4768-4984-9467-941D2281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728702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08D2F876-9C52-4625-9792-E7C1EBB3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A24F4B27-9FF3-4B00-ADAA-C04FE21B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30F7DD18-8E6F-4DE4-9ABB-09C8F770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55522-5A44-4778-91A6-1783B615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4F68AA40-ACBF-491F-9FEB-8D7CFF13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08A1CB50-72B6-4AEB-B3FD-6B8A2C0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948CF83A-6C08-4FBC-87F1-95C80E5A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21AFB1EC-6E9C-4B04-BE90-7CD16846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D247E43E-33A2-4BE7-9421-8DD1D817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C1248-9AC3-43A2-9B75-7A328383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91518-C7DB-4AF2-8A2A-B585B8D7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8A1D2F81-2C82-4765-B3FC-2C40705F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E15429-8E5C-4D39-8B39-1C4B0676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68113E57-43F0-4B74-B03D-A5A018C7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5A847DE3-554F-4188-9028-C6EB3A6E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2AC0809-0AA6-4B19-8C8B-889A66A4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6511364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D5D8FBED-EDC0-4F2C-A14F-0D9211A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DB800A12-D8FE-485D-B89A-DB1693B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4668C731-39C0-464E-9021-E9A1AADC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6C896-8002-491C-A995-741E60CF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918C3ADB-458A-404D-AE72-7DA4313F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4D2DD78A-772E-4F0A-AC18-3F8A1352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69A754BA-C5A1-4683-9B77-4898919F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420FBBBD-4EBD-4A54-BB5E-EEB3009A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88C7E5-15BD-4606-B730-C2A9345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B928B-300E-48AF-8E1E-82D1E80B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0818CEA7-AF9A-4247-B616-994067DC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C1B7E57A-4D54-4A22-98F1-F79CE188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B5E76ED7-91AE-406C-AF33-3FF41A20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E99893A-C348-4B86-A3A9-0ED9C621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9659151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E9556FD6-C529-4B3F-B3B2-13B7689D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7030F4A0-276A-4A74-AF1A-5BCCE261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EC77DEFF-BBB6-4B79-9845-1D30760D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5E9A9-C83E-45A4-BE40-F5D79861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260E0DEF-8519-4C6B-A473-47282D4A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9772A9F5-02CF-40EC-9DDF-9409E870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46140A38-CDD7-4CF7-A62C-DCC74E34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8165F-1469-4FA4-8C2B-CE83A298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1C2D6006-3E2C-41E1-81E6-5C0F2D22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A548EC99-47D2-492E-9322-88EE93E1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4BF6BDF1-C7EC-4565-BA84-225C281C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65CDCFF7-FAEE-471B-94FB-FB0AD52D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B62A6-6E5B-4E82-9694-D091F46C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2C46B058-2FEA-49B1-BB04-A08DD4B2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A72025F7-8B02-4E84-A341-00345C8A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50B08050-12FF-48BC-B358-311954A4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1CFF4E51-7EAD-4969-B288-5AAD18C4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A6FC47CD-58BD-4808-847E-A5306EA4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D08180-8A1C-4544-9DC6-3DF9FC62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09CE0D0A-942C-4E8F-B9DF-732B2577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BC5911DB-3577-4A0C-B519-E5213280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C2C1244E-9ECF-4005-B9C4-CABBCFE5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6A599426-C58B-4D20-A0B5-75DE06E2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62967761-CE51-4440-9470-8B36130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6C4C2D-8958-458F-9F20-F6EEA825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43548D8C-EBF0-4D8B-897C-CA029DF2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C6C926DD-3E99-46F9-835D-8633938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5CBCC0C9-49A7-4679-9A11-8F55C50E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C873EF62-7924-44BC-B5A1-78F25293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D67B1929-7636-4D28-9ED4-6A8AF672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B733D1-1601-4FB9-9399-DC20ADAE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BAF5DB8C-568A-40E1-809F-BDA8DD2A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ABB8DF60-DCE0-483F-A4EB-FFFBFE58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D7503F71-80B9-4EDB-A11E-3738DAAC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4CF935A8-0B7F-4F80-9AA2-FDFBD8F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77E7AF1B-9B84-48CB-9485-0957934D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B82B033-A18D-4F0A-9EB8-452B124E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6396705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AECBDBD2-9AD9-4681-A347-F6E40DA1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73A98602-7EDD-4797-9DD9-6D07AC72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871A6CF3-ADF5-4013-8E6A-9EADC732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446FA-AC77-44C8-96AD-D63C3C42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5A506459-0619-4FD7-8579-E9696529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F95FD3A6-9FC4-44A5-868F-8B893303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76CFD87A-7173-46EA-9BFA-A2900784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FEE3F7-1EB3-441C-A663-F71A888E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86B7C745-6B66-4947-A333-8A3F7312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FEE50BB3-42B0-432D-A9DE-6D2E5C04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D6600-FC13-44DB-863A-8AAC1E58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79490F78-B861-4583-BA4D-89ADA703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8B9986A2-BC25-46D0-82B5-A2673942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77DFA-7777-4ACD-932C-71DEE230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CC7721C6-49D8-445B-A2C6-6030BBD3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EC14B5EE-CF0E-43A3-BBF1-B2626711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DA1194CB-F05B-427D-B031-2D11434B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263AF26-205E-4E14-8BDF-BD8972E6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23826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451542E6-50E6-411E-A3BD-7F946752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0ACC4898-D4EA-4F3A-90B5-BB7C1867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86472D49-785D-4BC1-8656-D0764EC4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60210-E901-46F7-9221-28C943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5BFDB714-E547-4F8B-9CA2-DEA19A38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88DDEFA0-29E7-450E-AFA1-13B9689D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B45178E4-3ADC-4887-A306-55500D68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2965676B-D4B2-4714-BEB0-37B05299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5EBF4-E232-4AE1-9709-95605725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62D04320-B585-45D2-AC12-04AE1F82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CDFEA266-93BC-4D6D-A04B-495440B6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A1AD0-3D4D-4F46-AD7F-FFFB3605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E97D72F4-7720-4FD5-8350-A8C58823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1161E-A14F-4A65-8265-9F5C9194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DFC0ABB9-BB5E-4DFF-B7C9-C4FCA675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94B7E-0383-454E-B811-57683E56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14E8067A-C34E-491E-8A0E-4567E626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DE496571-ED21-4AE1-A461-BD13E438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4B5CD-04A4-45A2-840E-9A94759A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1FC94F0D-B320-4E17-B3CC-E1A772F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48C66A-25F0-480E-9EE2-14D1CCA8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F0A80C30-AC33-436B-BB65-87FD6B8F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A9591-F02C-42B7-BB24-21DB29A2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578FBB0B-1D24-4779-A7E5-22FF2B6E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B8136A8B-07BD-44E1-9C21-616FFE66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9EBC6-87A1-4EB8-B4F9-DF22A790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5EA4C9F4-9C38-4EF2-8388-EBD42E98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EDB70D-B269-4DD1-A0ED-6039B62B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DE954090-3F61-4AEA-8B8D-1A0C41D4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70AE20-BB41-4902-9D40-30206506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C4A22E31-7F9E-4D5F-B3F6-BDEA00E5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9CD6A7A2-7AC1-4CD8-A76F-F46D5FD2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7D0EBA-CADE-4E81-A537-7C5CF8A9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09984C1C-0DF6-42F7-9696-DBEFE53F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998D2F-B8CD-4BB4-B7BB-CEF4C370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AF40B5C6-9484-4CC8-8C42-43A18C46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22E755-9412-406B-8D62-16CADD73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F045FA12-A618-4621-91E2-79A8A8E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6894C186-E5CA-4BF3-BF5E-D41FE0F9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13CAFA-8C44-4EC9-9BC1-E4966B01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C818F350-8702-48B2-A0F2-421CDF0D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A4199574-D89C-42E8-9AB7-69E1AFCE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  <p:sp>
        <p:nvSpPr>
          <p:cNvPr id="4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18C80EA-3731-47AA-A9C1-7CAF7A0D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2934888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0E29A634-8751-47A0-9575-4A9356E1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E35FA36A-F0C5-43D8-A134-7F92AE36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21D3D440-35CF-44AB-8810-B8B856ED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2D977-1D59-4BBE-856A-E3BCF209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9FDD0-9C54-45D1-B3C9-98868FF6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D73E72A2-AB0A-4CAC-9B31-3E74CEC2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D37A6E82-4C54-434C-B75B-F2922D23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AEB8A6D6-E424-43B2-9A37-760436BC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6F945299-D5D5-4BB7-8B45-697ED9F8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35FD640A-B34C-4E4D-873E-1AD2C009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7A49CC-969A-4A90-8026-C0231DD0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189DDFBC-3FF0-474D-93C9-FA3D8DF6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1E8C7A-B472-49B7-B42B-2C01068B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BE490C5A-3D20-4734-AC60-FEF81E54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48B3798B-3A91-4357-9AE9-A12E7278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7129C-1A23-4945-A09E-D04622D3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CECD0C91-31F5-4239-8AF1-24268991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7B270-5E3B-4CF7-B542-458B7FAE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C2D8B4CE-49D2-463E-9558-BE359312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A1FCF480-BDBD-48B5-AB86-2B62A0D2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1396C3-54B4-4CDE-9231-8FE9ACC8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0F3CD33A-D74D-4B1E-B6E8-31CC74D1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3C0B75C5-353A-47B5-BBEF-F8430556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3EA0023-99B5-41C8-A73B-9F8414D4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6700968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DEB5EF05-71DD-4061-ACF4-BA5359C7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81">
            <a:extLst xmlns:a="http://schemas.openxmlformats.org/drawingml/2006/main">
              <a:ext uri="{FF2B5EF4-FFF2-40B4-BE49-F238E27FC236}">
                <a16:creationId xmlns:a16="http://schemas.microsoft.com/office/drawing/2014/main" id="{8985F337-91C1-4A1D-BAEA-02EEC6DB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S81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20032373-8410-432D-BA50-BF96A69E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FC609-4EAC-4702-B724-0E131472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5AF71A-13C2-4FA0-9D60-6077D21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4A5B4E63-A3B3-4F4A-88AA-7DC22542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322FFB08-C2C2-4AA2-9A9C-A99B8EF7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19DB17C-BC9C-4A8E-9868-2A7BAFA6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8C41A631-6759-4896-97BC-FEC4B5AE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BE4DAFA3-17AE-4524-ADB0-3E1E07CE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AB144566-CDD7-447A-8CC9-A8DF5E64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85781-A325-4A48-A357-69867354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8CFC4-A7C1-47A3-A335-E84F8B67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D8893A57-AB12-427C-8CF9-CD28C1BF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AE1CF667-B6A9-4423-A704-EC712565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31D9548B-D494-49D1-B91B-5F7C4E7E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A115E883-631A-42F6-9571-BBBED381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1AB65EF5-8D81-430B-970F-C375E29E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88B467F-FC48-4AFA-859C-CB2E6B15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7243274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1945F21B-5B0E-4E8F-8792-855A157D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7C361E8D-FE10-4A8D-83CA-2C53BE6F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C841DED1-F896-465A-8813-699AFE4E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3499B-4F71-424B-966A-3A62BA61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99A5E-C9C5-4372-8208-32C528A7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3947548F-B951-498A-8198-DD401D14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33993F9E-DBCC-44EF-8770-3DB6F13C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56EC9720-F542-4FDE-A8BE-AD871DA1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9A5A737C-22E4-4AB6-AB48-A383755C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BF6A97-0D9A-4D99-99F0-6B261C45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470BB07C-705A-4A31-8E59-9A7E13E8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D26D9185-E622-4DD1-8528-D76E08B2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5DBBFD-BFE9-44E9-8FB6-460CCE4F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2648A-368F-4DDA-B655-F1800CAE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FE4BBE2F-59D1-41C1-A6FE-2CA13F0D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A505B9CE-3540-4DD6-80EC-0B6CC084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EF08C-33A9-447C-988C-AE63DE1A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A7CB1-FB60-40D0-9182-4E0553AB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BB4233F0-BC41-4563-88C6-94502495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39665AB4-052C-43E5-8AB8-8C42A49F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9FD6530C-CD8F-4374-AE75-971BD951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6A63143-C213-409A-918F-005ED005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713071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CED405B5-20FB-4AA8-9CA4-683C8DE6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E6192445-C819-480D-B436-E920A764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DB7EF063-48DF-4DC8-870C-EF8DAE6F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E6011-F323-4C43-9ECD-501E081A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3F425-9402-4513-B25D-EE32F0FD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749F4CA2-06B1-4E40-80E3-29CBE105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0E98D3B4-CB58-4E3F-83D7-4BB40B4B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3E546162-AB50-4715-9C24-8AFCA5F6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E8C41E5E-3889-437B-A058-D5FA4D0F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3F1D45-7F0C-4888-A52A-2BB9275C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AABCC1A0-DE34-474F-8BC9-88CF20EF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CB60A5B1-16A4-4F58-AC47-67703DAF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2F4F16A2-44D6-4DD7-84DD-C5CB16B7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832E7951-2250-45E2-ABC4-97AD7D13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DA24112A-27EF-48F1-AA4B-5B0B4A82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48CEAB8F-762D-429A-A8EE-326EE994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56F21AE4-5995-47DC-95E9-122F4704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320F0-273F-4FD2-BB22-8C89279F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542087-3CB6-4E52-9BA0-B23E1DAB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BED72A31-9C48-4082-B79A-593AE13F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84ABF9F4-CDF1-444C-BD2F-498D0A32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1CF535-EE2C-4C74-AF05-41B2D42A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DBDDCD39-A0E6-4879-9931-37221C4F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4512B88-C612-4CB1-A165-F717BB4F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819000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1C4F42C4-B537-41B7-9828-FA60426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BA968A41-2961-4605-A845-FFE5368F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5B2D4788-73E7-42CE-A23D-2C81CC8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C6E90-C952-42AD-B282-5B622F09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2FEDB-9111-4533-9665-11ADF12B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7337F352-4BB9-4F8C-B23B-08D859F7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6884BDE9-7BC4-46A4-8BF7-DCC86E4F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A408CEC4-A4D4-476B-A38E-B225225F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185430D0-92D1-4668-8A8F-62C23938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01B05-D60B-4F2D-9BA5-37EF5AB8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766A1621-3419-4FED-8EA8-EDC67B66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DAE3DC65-7C3F-4A6A-8410-C74164BB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77895208-92E7-4CF7-B572-C02B9433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6F8BD653-2341-4E59-920A-A13B394F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286484C0-9565-4147-B8F5-85ECD9AE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B10A2DDE-1017-496A-949E-70D2C9B7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825F7719-E37E-420F-90F2-3226A0EA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5306D109-C968-4FA6-81CA-DA4C43AF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3ED97A7-C73E-4944-BDE3-0878A308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55717335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58ABF301-1CDD-4B46-A6D0-47ECF637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B533E855-192A-4D78-BBB2-57B495D7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C8CFE6AB-BE80-4030-930D-9C401489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134FE-8530-4D03-AA16-1053C6E9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AF040D50-A613-4266-9762-089AB366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8BA43B5B-B696-4C48-9799-8B70C1C8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16AB2FF8-8D08-4ADE-9D2E-06DEF502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3683E-615A-48EF-9127-C3A8052C17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894e84f804a25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49ADFF58-79BD-4E92-822C-D01B489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76668221-2AB7-486E-BC24-5D034CB8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958CE4FD-3EC3-47D4-8E19-DFDE8C7C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395F1240-1917-4284-A3E4-96E80169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426D1679-7CD7-49C5-AAE0-5FA30D7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46142BD0-A4C6-46B5-9893-059C00E5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394105AF-75D9-404C-8316-A9A311AB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41200E42-CBD4-4FA7-84FA-98953CB1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D54FAB4B-FD49-41E3-A8D6-73B712C1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B94C7D34-A225-4984-B579-239112DD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57BA251A-05BA-49CF-B5D3-E8E1A6E6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8A1B9EE4-BF39-4CBC-90FD-98A5AE9C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AC23289F-F12C-4AF2-8C67-AAD3A41F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28909A7A-931F-448A-852B-B4B5AC77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2F0ED6B-35EC-40EA-9783-8888E4DF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0610485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2026-10-22T03:45:28.9280000Z</dcterms:created>
  <dcterms:modified xsi:type="dcterms:W3CDTF">2026-10-22T03:45:28.9280000Z</dcterms:modified>
</coreProperties>
</file>