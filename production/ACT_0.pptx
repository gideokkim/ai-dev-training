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217c7f014f241ae" /><Relationship Type="http://schemas.openxmlformats.org/officeDocument/2006/relationships/extended-properties" Target="/docProps/app.xml" Id="R53dc4b3a02274286" /><Relationship Type="http://schemas.openxmlformats.org/officeDocument/2006/relationships/officeDocument" Target="/ppt/presentation.xml" Id="Rc1e2a4769d8845a4" /></Relationships>
</file>

<file path=ppt/presentation.xml><?xml version="1.0" encoding="utf-8"?>
<p:presentation xmlns:p="http://schemas.openxmlformats.org/presentationml/2006/main">
  <p:sldMasterIdLst>
    <p:sldMasterId xmlns:r="http://schemas.openxmlformats.org/officeDocument/2006/relationships" id="2147483648" r:id="Re532664837604316"/>
  </p:sldMasterIdLst>
  <p:notesMasterIdLst>
    <p:notesMasterId xmlns:r="http://schemas.openxmlformats.org/officeDocument/2006/relationships" r:id="R90ca9acaf6fa4350"/>
  </p:notesMasterIdLst>
  <p:sldIdLst>
    <p:sldId xmlns:r="http://schemas.openxmlformats.org/officeDocument/2006/relationships" id="256" r:id="R7b17d1d6d99b4227"/>
    <p:sldId xmlns:r="http://schemas.openxmlformats.org/officeDocument/2006/relationships" id="257" r:id="R76fc9330b140473d"/>
    <p:sldId xmlns:r="http://schemas.openxmlformats.org/officeDocument/2006/relationships" id="258" r:id="R7c1526acf832440f"/>
    <p:sldId xmlns:r="http://schemas.openxmlformats.org/officeDocument/2006/relationships" id="259" r:id="R710e48021de0481c"/>
    <p:sldId xmlns:r="http://schemas.openxmlformats.org/officeDocument/2006/relationships" id="260" r:id="Rec5263a456e44c64"/>
    <p:sldId xmlns:r="http://schemas.openxmlformats.org/officeDocument/2006/relationships" id="261" r:id="R903d39583e7747db"/>
    <p:sldId xmlns:r="http://schemas.openxmlformats.org/officeDocument/2006/relationships" id="262" r:id="R1e470e593f8c4e9a"/>
    <p:sldId xmlns:r="http://schemas.openxmlformats.org/officeDocument/2006/relationships" id="263" r:id="Rb19d9d0ae0df4e03"/>
    <p:sldId xmlns:r="http://schemas.openxmlformats.org/officeDocument/2006/relationships" id="264" r:id="Rd3b52e97d0dd4752"/>
    <p:sldId xmlns:r="http://schemas.openxmlformats.org/officeDocument/2006/relationships" id="265" r:id="R8d978845bea548d5"/>
    <p:sldId xmlns:r="http://schemas.openxmlformats.org/officeDocument/2006/relationships" id="266" r:id="R814400f08d48431e"/>
    <p:sldId xmlns:r="http://schemas.openxmlformats.org/officeDocument/2006/relationships" id="267" r:id="R7a3ebdaab2254721"/>
    <p:sldId xmlns:r="http://schemas.openxmlformats.org/officeDocument/2006/relationships" id="268" r:id="R325d47a2115247eb"/>
    <p:sldId xmlns:r="http://schemas.openxmlformats.org/officeDocument/2006/relationships" id="269" r:id="R5d6cb06d6fc646c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5c9e89a77704fdb" /><Relationship Type="http://schemas.openxmlformats.org/officeDocument/2006/relationships/slideMaster" Target="/ppt/slideMasters/slideMaster1.xml" Id="Re532664837604316" /><Relationship Type="http://schemas.openxmlformats.org/officeDocument/2006/relationships/notesMaster" Target="/ppt/notesMasters/notesMaster1.xml" Id="R90ca9acaf6fa4350" /><Relationship Type="http://schemas.openxmlformats.org/officeDocument/2006/relationships/presProps" Target="/ppt/presProps.xml" Id="R32b9a2e731f94bfc" /><Relationship Type="http://schemas.openxmlformats.org/officeDocument/2006/relationships/tableStyles" Target="/ppt/tableStyles.xml" Id="R40df123f4679421c" /><Relationship Type="http://schemas.openxmlformats.org/officeDocument/2006/relationships/slide" Target="/ppt/slides/slide1.xml" Id="R7b17d1d6d99b4227" /><Relationship Type="http://schemas.openxmlformats.org/officeDocument/2006/relationships/slide" Target="/ppt/slides/slide2.xml" Id="R76fc9330b140473d" /><Relationship Type="http://schemas.openxmlformats.org/officeDocument/2006/relationships/slide" Target="/ppt/slides/slide3.xml" Id="R7c1526acf832440f" /><Relationship Type="http://schemas.openxmlformats.org/officeDocument/2006/relationships/slide" Target="/ppt/slides/slide4.xml" Id="R710e48021de0481c" /><Relationship Type="http://schemas.openxmlformats.org/officeDocument/2006/relationships/slide" Target="/ppt/slides/slide5.xml" Id="Rec5263a456e44c64" /><Relationship Type="http://schemas.openxmlformats.org/officeDocument/2006/relationships/slide" Target="/ppt/slides/slide6.xml" Id="R903d39583e7747db" /><Relationship Type="http://schemas.openxmlformats.org/officeDocument/2006/relationships/slide" Target="/ppt/slides/slide7.xml" Id="R1e470e593f8c4e9a" /><Relationship Type="http://schemas.openxmlformats.org/officeDocument/2006/relationships/slide" Target="/ppt/slides/slide8.xml" Id="Rb19d9d0ae0df4e03" /><Relationship Type="http://schemas.openxmlformats.org/officeDocument/2006/relationships/slide" Target="/ppt/slides/slide9.xml" Id="Rd3b52e97d0dd4752" /><Relationship Type="http://schemas.openxmlformats.org/officeDocument/2006/relationships/slide" Target="/ppt/slides/slide10.xml" Id="R8d978845bea548d5" /><Relationship Type="http://schemas.openxmlformats.org/officeDocument/2006/relationships/slide" Target="/ppt/slides/slide11.xml" Id="R814400f08d48431e" /><Relationship Type="http://schemas.openxmlformats.org/officeDocument/2006/relationships/slide" Target="/ppt/slides/slide12.xml" Id="R7a3ebdaab2254721" /><Relationship Type="http://schemas.openxmlformats.org/officeDocument/2006/relationships/slide" Target="/ppt/slides/slide13.xml" Id="R325d47a2115247eb" /><Relationship Type="http://schemas.openxmlformats.org/officeDocument/2006/relationships/slide" Target="/ppt/slides/slide14.xml" Id="R5d6cb06d6fc646c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fe5da721f894f8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f59183831a047a9" /><Relationship Type="http://schemas.openxmlformats.org/officeDocument/2006/relationships/notesMaster" Target="/ppt/notesMasters/notesMaster1.xml" Id="R916f367d32fb4a9b" /></Relationships>
</file>

<file path=ppt/notesSlides/_rels/notesSlide2.xml.rels>&#65279;<?xml version="1.0" encoding="utf-8"?><Relationships xmlns="http://schemas.openxmlformats.org/package/2006/relationships"><Relationship Type="http://schemas.openxmlformats.org/officeDocument/2006/relationships/slide" Target="/ppt/slides/slide2.xml" Id="Re4f1fa5b41104868" /><Relationship Type="http://schemas.openxmlformats.org/officeDocument/2006/relationships/notesMaster" Target="/ppt/notesMasters/notesMaster1.xml" Id="R39ed71eaf80c4b19" /></Relationships>
</file>

<file path=ppt/notesSlides/_rels/notesSlide3.xml.rels>&#65279;<?xml version="1.0" encoding="utf-8"?><Relationships xmlns="http://schemas.openxmlformats.org/package/2006/relationships"><Relationship Type="http://schemas.openxmlformats.org/officeDocument/2006/relationships/slide" Target="/ppt/slides/slide3.xml" Id="R2695c65a23294bf3" /><Relationship Type="http://schemas.openxmlformats.org/officeDocument/2006/relationships/notesMaster" Target="/ppt/notesMasters/notesMaster1.xml" Id="R8636189b98664917" /></Relationships>
</file>

<file path=ppt/notesSlides/_rels/notesSlide4.xml.rels>&#65279;<?xml version="1.0" encoding="utf-8"?><Relationships xmlns="http://schemas.openxmlformats.org/package/2006/relationships"><Relationship Type="http://schemas.openxmlformats.org/officeDocument/2006/relationships/slide" Target="/ppt/slides/slide4.xml" Id="R7641956d1be14aee" /><Relationship Type="http://schemas.openxmlformats.org/officeDocument/2006/relationships/notesMaster" Target="/ppt/notesMasters/notesMaster1.xml" Id="Ra2679396e23b4eb1" /></Relationships>
</file>

<file path=ppt/notesSlides/_rels/notesSlide5.xml.rels>&#65279;<?xml version="1.0" encoding="utf-8"?><Relationships xmlns="http://schemas.openxmlformats.org/package/2006/relationships"><Relationship Type="http://schemas.openxmlformats.org/officeDocument/2006/relationships/slide" Target="/ppt/slides/slide5.xml" Id="R4f168596470549cc" /><Relationship Type="http://schemas.openxmlformats.org/officeDocument/2006/relationships/notesMaster" Target="/ppt/notesMasters/notesMaster1.xml" Id="R4fa673549b7247f9" /></Relationships>
</file>

<file path=ppt/notesSlides/_rels/notesSlide6.xml.rels>&#65279;<?xml version="1.0" encoding="utf-8"?><Relationships xmlns="http://schemas.openxmlformats.org/package/2006/relationships"><Relationship Type="http://schemas.openxmlformats.org/officeDocument/2006/relationships/slide" Target="/ppt/slides/slide6.xml" Id="R6a782c7696054ac2" /><Relationship Type="http://schemas.openxmlformats.org/officeDocument/2006/relationships/notesMaster" Target="/ppt/notesMasters/notesMaster1.xml" Id="R328c9ce32f2948e9" /></Relationships>
</file>

<file path=ppt/notesSlides/_rels/notesSlide7.xml.rels>&#65279;<?xml version="1.0" encoding="utf-8"?><Relationships xmlns="http://schemas.openxmlformats.org/package/2006/relationships"><Relationship Type="http://schemas.openxmlformats.org/officeDocument/2006/relationships/slide" Target="/ppt/slides/slide7.xml" Id="Rbc081a49168d4609" /><Relationship Type="http://schemas.openxmlformats.org/officeDocument/2006/relationships/notesMaster" Target="/ppt/notesMasters/notesMaster1.xml" Id="R705f7661c08d4d04" /></Relationships>
</file>

<file path=ppt/notesSlides/_rels/notesSlide8.xml.rels>&#65279;<?xml version="1.0" encoding="utf-8"?><Relationships xmlns="http://schemas.openxmlformats.org/package/2006/relationships"><Relationship Type="http://schemas.openxmlformats.org/officeDocument/2006/relationships/slide" Target="/ppt/slides/slide8.xml" Id="Re11a42d624c1402a" /><Relationship Type="http://schemas.openxmlformats.org/officeDocument/2006/relationships/notesMaster" Target="/ppt/notesMasters/notesMaster1.xml" Id="R7945f9d8eb92442b" /></Relationships>
</file>

<file path=ppt/notesSlides/_rels/notesSlide9.xml.rels>&#65279;<?xml version="1.0" encoding="utf-8"?><Relationships xmlns="http://schemas.openxmlformats.org/package/2006/relationships"><Relationship Type="http://schemas.openxmlformats.org/officeDocument/2006/relationships/slide" Target="/ppt/slides/slide9.xml" Id="R431040ffb22a419a" /><Relationship Type="http://schemas.openxmlformats.org/officeDocument/2006/relationships/notesMaster" Target="/ppt/notesMasters/notesMaster1.xml" Id="Rbaf77b4b3eaa470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40a6b68a3ab462c" /><Relationship Type="http://schemas.openxmlformats.org/officeDocument/2006/relationships/notesMaster" Target="/ppt/notesMasters/notesMaster1.xml" Id="R98f785e6fa0b436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a0fd8a08fff4bee" /><Relationship Type="http://schemas.openxmlformats.org/officeDocument/2006/relationships/notesMaster" Target="/ppt/notesMasters/notesMaster1.xml" Id="R37800fd581994ac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1876b5b9cec4fe3" /><Relationship Type="http://schemas.openxmlformats.org/officeDocument/2006/relationships/notesMaster" Target="/ppt/notesMasters/notesMaster1.xml" Id="R386f8bc3f07c45d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2b05c24b23e4b42" /><Relationship Type="http://schemas.openxmlformats.org/officeDocument/2006/relationships/notesMaster" Target="/ppt/notesMasters/notesMaster1.xml" Id="R086ed86732e54d7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808aa7ee23d474d" /><Relationship Type="http://schemas.openxmlformats.org/officeDocument/2006/relationships/notesMaster" Target="/ppt/notesMasters/notesMaster1.xml" Id="Rddd0de53a1204f9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a:t>
            </a:r>
          </a:p>
          <a:p xmlns:a="http://schemas.openxmlformats.org/drawingml/2006/main">
            <a:r>
              <a:t>S04</a:t>
            </a:r>
          </a:p>
          <a:p xmlns:a="http://schemas.openxmlformats.org/drawingml/2006/main">
            <a:r>
              <a:t/>
            </a:r>
          </a:p>
          <a:p xmlns:a="http://schemas.openxmlformats.org/drawingml/2006/main">
            <a:r>
              <a:t>**Working Title:**</a:t>
            </a:r>
          </a:p>
          <a:p xmlns:a="http://schemas.openxmlformats.org/drawingml/2006/main">
            <a:r>
              <a:t>파일명을 주지 않으면 Agent는 어디부터 볼까?</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Demo에서는 파일을 직접 지정하지 않았을 때의 Search → Read → Trace를 관찰한다.</a:t>
            </a:r>
          </a:p>
          <a:p xmlns:a="http://schemas.openxmlformats.org/drawingml/2006/main">
            <a:r>
              <a:t/>
            </a:r>
          </a:p>
          <a:p xmlns:a="http://schemas.openxmlformats.org/drawingml/2006/main">
            <a:r>
              <a:t>**Opening Question:**</a:t>
            </a:r>
          </a:p>
          <a:p xmlns:a="http://schemas.openxmlformats.org/drawingml/2006/main">
            <a:r>
              <a:t>“Agent가 Test, 구현, 호출 경로를 어떻게 찾는가?”</a:t>
            </a:r>
          </a:p>
          <a:p xmlns:a="http://schemas.openxmlformats.org/drawingml/2006/main">
            <a:r>
              <a:t/>
            </a:r>
          </a:p>
          <a:p xmlns:a="http://schemas.openxmlformats.org/drawingml/2006/main">
            <a:r>
              <a:t>**Speaker Flow:**</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S05–S06에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S05–S06로 넘긴다.</a:t>
            </a:r>
          </a:p>
          <a:p xmlns:a="http://schemas.openxmlformats.org/drawingml/2006/main">
            <a:r>
              <a:t/>
            </a:r>
          </a:p>
          <a:p xmlns:a="http://schemas.openxmlformats.org/drawingml/2006/main">
            <a:r>
              <a:t>**Evidence / Source:**</a:t>
            </a:r>
          </a:p>
          <a:p xmlns:a="http://schemas.openxmlformats.org/drawingml/2006/main">
            <a:r>
              <a:t>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S05–S06에서 연다.</a:t>
            </a:r>
          </a:p>
          <a:p xmlns:a="http://schemas.openxmlformats.org/drawingml/2006/main">
            <a:r>
              <a:t/>
            </a:r>
          </a:p>
          <a:p xmlns:a="http://schemas.openxmlformats.org/drawingml/2006/main">
            <a:r>
              <a:t>**Claim Boundary:**</a:t>
            </a:r>
          </a:p>
          <a:p xmlns:a="http://schemas.openxmlformats.org/drawingml/2006/main">
            <a:r>
              <a:t>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a:t>
            </a:r>
          </a:p>
          <a:p xmlns:a="http://schemas.openxmlformats.org/drawingml/2006/main">
            <a:r>
              <a:t>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a:t>
            </a:r>
          </a:p>
          <a:p xmlns:a="http://schemas.openxmlformats.org/drawingml/2006/main">
            <a:r>
              <a:t>답변뿐 아니라 파일 발견과 호출 경로 추적을 관찰 대상으로 둔다.</a:t>
            </a:r>
          </a:p>
          <a:p xmlns:a="http://schemas.openxmlformats.org/drawingml/2006/main">
            <a:r>
              <a:t/>
            </a:r>
          </a:p>
          <a:p xmlns:a="http://schemas.openxmlformats.org/drawingml/2006/main">
            <a:r>
              <a:t>**C++ Vision Bridge:**</a:t>
            </a:r>
          </a:p>
          <a:p xmlns:a="http://schemas.openxmlformats.org/drawingml/2006/main">
            <a:r>
              <a:t>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a:t>
            </a:r>
          </a:p>
          <a:p xmlns:a="http://schemas.openxmlformats.org/drawingml/2006/main">
            <a:r>
              <a:t>DEMO-01 / WATCH. 기본 경로는 `production/ACT_0.pptx` S04–S07–S08의 정적 발표다. S04에서는 좌측 실제 요청의 재구성, 우측 가상 GoogleTest UI의 경계, 세 관찰 대상을 설명하고 S05–S06로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 기존 관찰 근거8분은 S05/S06에4분씩 나뉘며 S07/S08은 별도 Case다.</a:t>
            </a:r>
          </a:p>
          <a:p xmlns:a="http://schemas.openxmlformats.org/drawingml/2006/main">
            <a:r>
              <a:t/>
            </a:r>
          </a:p>
          <a:p xmlns:a="http://schemas.openxmlformats.org/drawingml/2006/main">
            <a:r>
              <a:t>**Audience Interaction:**</a:t>
            </a:r>
          </a:p>
          <a:p xmlns:a="http://schemas.openxmlformats.org/drawingml/2006/main">
            <a:r>
              <a:t>응답을 요구하지 않는다. 세 관찰 항목을 청중이 마음속으로 따라오게 한다.</a:t>
            </a:r>
          </a:p>
          <a:p xmlns:a="http://schemas.openxmlformats.org/drawingml/2006/main">
            <a:r>
              <a:t/>
            </a:r>
          </a:p>
          <a:p xmlns:a="http://schemas.openxmlformats.org/drawingml/2006/main">
            <a:r>
              <a:t>**Transition:**</a:t>
            </a:r>
          </a:p>
          <a:p xmlns:a="http://schemas.openxmlformats.org/drawingml/2006/main">
            <a:r>
              <a:t>“먼저 Crop 결과를 보고, 이어서 그 원인을 설명한 근거를 확인하겠습니다.”</a:t>
            </a:r>
          </a:p>
          <a:p xmlns:a="http://schemas.openxmlformats.org/drawingml/2006/main">
            <a:r>
              <a:t/>
            </a:r>
          </a:p>
          <a:p xmlns:a="http://schemas.openxmlformats.org/drawingml/2006/main">
            <a:r>
              <a:t>**Time Management:**</a:t>
            </a:r>
          </a:p>
          <a:p xmlns:a="http://schemas.openxmlformats.org/drawingml/2006/main">
            <a:r>
              <a:t>Lecture 2분 유지. 요청 30초, 실제/가상 화면 구분 30초, 세 Watch For 45초, 과거 CLI 범위와 S05–S06 전환 15초로 운영한다. 테스트 framework 설명이나 실제 실패 원인 공개를 이 장에 추가하지 않는다.</a:t>
            </a:r>
          </a:p>
          <a:p xmlns:a="http://schemas.openxmlformats.org/drawingml/2006/main">
            <a:r>
              <a:t/>
            </a:r>
          </a:p>
          <a:p xmlns:a="http://schemas.openxmlformats.org/drawingml/2006/main">
            <a:r>
              <a:t>**Fallback:**</a:t>
            </a:r>
          </a:p>
          <a:p xmlns:a="http://schemas.openxmlformats.org/drawingml/2006/main">
            <a:r>
              <a:t>정적 기본 경로 — `production/ACT_0.pptx` S04 또는 `production/preview/act0/S04.png`. 이번 수정본과 PNG의 일치 여부는 제작 단계에서 확인한다. 화면 사용이 불가능하면 실제 요청의 조건과 세 관찰 항목을 말로 제시하고 S05–S06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a:t>
            </a:r>
          </a:p>
          <a:p xmlns:a="http://schemas.openxmlformats.org/drawingml/2006/main">
            <a:r>
              <a:t>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Crop은 기대한 폭보다 한 열을 더 포함했다</a:t>
            </a:r>
          </a:p>
          <a:p xmlns:a="http://schemas.openxmlformats.org/drawingml/2006/main">
            <a:r>
              <a:t/>
            </a:r>
          </a:p>
          <a:p xmlns:a="http://schemas.openxmlformats.org/drawingml/2006/main">
            <a:r>
              <a:t>**Slide ID:**</a:t>
            </a:r>
          </a:p>
          <a:p xmlns:a="http://schemas.openxmlformats.org/drawingml/2006/main">
            <a:r>
              <a:t>S05</a:t>
            </a:r>
          </a:p>
          <a:p xmlns:a="http://schemas.openxmlformats.org/drawingml/2006/main">
            <a:r>
              <a:t/>
            </a:r>
          </a:p>
          <a:p xmlns:a="http://schemas.openxmlformats.org/drawingml/2006/main">
            <a:r>
              <a:t>**Working Title:**</a:t>
            </a:r>
          </a:p>
          <a:p xmlns:a="http://schemas.openxmlformats.org/drawingml/2006/main">
            <a:r>
              <a:t>Crop은 기대한 폭보다 한 열을 더 포함했다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 / RECONSTRUCTED)</a:t>
            </a:r>
          </a:p>
          <a:p xmlns:a="http://schemas.openxmlformats.org/drawingml/2006/main">
            <a:r>
              <a:t/>
            </a:r>
          </a:p>
          <a:p xmlns:a="http://schemas.openxmlformats.org/drawingml/2006/main">
            <a:r>
              <a:t>**Primary Message:**</a:t>
            </a:r>
          </a:p>
          <a:p xmlns:a="http://schemas.openxmlformats.org/drawingml/2006/main">
            <a:r>
              <a:t>crop(image,1,3)의 끝 좌표 제외 명세는 원본 열1·2, 값2·3과 폭2를 기대한다. 기존 구현은 값4까지 포함해 폭3이 됐다.</a:t>
            </a:r>
          </a:p>
          <a:p xmlns:a="http://schemas.openxmlformats.org/drawingml/2006/main">
            <a:r>
              <a:t/>
            </a:r>
          </a:p>
          <a:p xmlns:a="http://schemas.openxmlformats.org/drawingml/2006/main">
            <a:r>
              <a:t>**Opening Question:**</a:t>
            </a:r>
          </a:p>
          <a:p xmlns:a="http://schemas.openxmlformats.org/drawingml/2006/main">
            <a:r>
              <a:t>“끝 좌표3을 제외해야 한다면 어떤 값이 남아야 하나요?”</a:t>
            </a:r>
          </a:p>
          <a:p xmlns:a="http://schemas.openxmlformats.org/drawingml/2006/main">
            <a:r>
              <a:t/>
            </a:r>
          </a:p>
          <a:p xmlns:a="http://schemas.openxmlformats.org/drawingml/2006/main">
            <a:r>
              <a:t>**Speaker Flow:**</a:t>
            </a:r>
          </a:p>
          <a:p xmlns:a="http://schemas.openxmlformats.org/drawingml/2006/main">
            <a:r>
              <a:t>1. (0:00–0:30 / Demo) S04에서 관찰할 질문을 이어 받고, 이번에는 먼저 발견한 결과만 본다고 안내한다. 기존 두 Vector 초기화와 공통인 질문은 의도한 개수/범위와 실제 결과의 대조다. C++ 메모리 할당 사건으로 바꾸지 않는다.</a:t>
            </a:r>
          </a:p>
          <a:p xmlns:a="http://schemas.openxmlformats.org/drawingml/2006/main">
            <a:r>
              <a:t>2. (0:30–2:00 / Demo) 원본 ((1,2,3,4),(5,6,7,8)) 중 첫 행만 발췌했음을 밝힌다. 열index1·2의 값2·3과 폭2가 끝 좌표 제외 명세의 기대다. 구현은 값4까지 포함해 폭3이다. 색은 선택 범위를 나타내며 숫자는 픽셀 값이다.</a:t>
            </a:r>
          </a:p>
          <a:p xmlns:a="http://schemas.openxmlformats.org/drawingml/2006/main">
            <a:r>
              <a:t>3. (2:00–3:30 / Demo) 기대2·3과 구현2·3·4에서 추가된4만 가리킨다. 구현의 끝 좌표 포함이 현상이라는 결론만 회수하고 상세 Test·호출 경로는 다음 장으로 남긴다.</a:t>
            </a:r>
          </a:p>
          <a:p xmlns:a="http://schemas.openxmlformats.org/drawingml/2006/main">
            <a:r>
              <a:t>4. (3:30–4:00 / Demo) 새 실행이나 수정이 아닌 TRIAL-001·STATE-00의 재구성이라고 닫고 이 설명을 뒷받침한 자료를 S06에서 본다.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TRIAL-001·STATE-00의 Python Crop 한 건. 첫 행 발췌 재구성이며 코드 수정·C++ 할당/오버런·현재 Desktop 검증이 아니다.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끝 좌표를 하나 더 포함하면 기대한 폭과 값이 달라지는 현상을 본다.</a:t>
            </a:r>
          </a:p>
          <a:p xmlns:a="http://schemas.openxmlformats.org/drawingml/2006/main">
            <a:r>
              <a:t/>
            </a:r>
          </a:p>
          <a:p xmlns:a="http://schemas.openxmlformats.org/drawingml/2006/main">
            <a:r>
              <a:t>**Advanced Insight:**</a:t>
            </a:r>
          </a:p>
          <a:p xmlns:a="http://schemas.openxmlformats.org/drawingml/2006/main">
            <a:r>
              <a:t>의도한 범위와 실제 결과를 명세에 대조하고 메모리 할당·capacity 문제로 일반화하지 않는다.</a:t>
            </a:r>
          </a:p>
          <a:p xmlns:a="http://schemas.openxmlformats.org/drawingml/2006/main">
            <a:r>
              <a:t/>
            </a:r>
          </a:p>
          <a:p xmlns:a="http://schemas.openxmlformats.org/drawingml/2006/main">
            <a:r>
              <a:t>**C++ Vision Bridge:**</a:t>
            </a:r>
          </a:p>
          <a:p xmlns:a="http://schemas.openxmlformats.org/drawingml/2006/main">
            <a:r>
              <a:t>S02의 원소 수 확인 질문만 회수한다. 실제 사례는 Python Crop이며 C++ 실행·할당 오류가 아니다.</a:t>
            </a:r>
          </a:p>
          <a:p xmlns:a="http://schemas.openxmlformats.org/drawingml/2006/main">
            <a:r>
              <a:t/>
            </a:r>
          </a:p>
          <a:p xmlns:a="http://schemas.openxmlformats.org/drawingml/2006/main">
            <a:r>
              <a:t>**Demo Operation:**</a:t>
            </a:r>
          </a:p>
          <a:p xmlns:a="http://schemas.openxmlformats.org/drawingml/2006/main">
            <a:r>
              <a:t>첫 행 입력1·2·3·4와 열index0–3, 기대2·3/폭2와 구현2·3·4/폭3을 크게 대비한다. 원본 두 행 중 첫 행만 발췌한 도식임을 표시한다. 정적 경로 production/ACT_0.pptx의 S05 / production/preview/act0/S05.png. 실제 실행 Screenshot이나 새 Live 결과로 표시하지 않는다. S05/S06만 Demo 각4분이며 S07/S08은 Case, S09/S10은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“이 차이를 무엇을 근거로 설명했는지, 테스트·명세·구현을 함께 보겠습니다.”</a:t>
            </a:r>
          </a:p>
          <a:p xmlns:a="http://schemas.openxmlformats.org/drawingml/2006/main">
            <a:r>
              <a:t/>
            </a:r>
          </a:p>
          <a:p xmlns:a="http://schemas.openxmlformats.org/drawingml/2006/main">
            <a:r>
              <a:t>**Time Management:**</a:t>
            </a:r>
          </a:p>
          <a:p xmlns:a="http://schemas.openxmlformats.org/drawingml/2006/main">
            <a:r>
              <a:t>Demo 4분 (CAPTURED / RECONSTRUCTED) = 4분.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production/preview/full/S05.png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테스트·명세·구현을 연결해 원인을 설명했다</a:t>
            </a:r>
          </a:p>
          <a:p xmlns:a="http://schemas.openxmlformats.org/drawingml/2006/main">
            <a:r>
              <a:t/>
            </a:r>
          </a:p>
          <a:p xmlns:a="http://schemas.openxmlformats.org/drawingml/2006/main">
            <a:r>
              <a:t>**Slide ID:**</a:t>
            </a:r>
          </a:p>
          <a:p xmlns:a="http://schemas.openxmlformats.org/drawingml/2006/main">
            <a:r>
              <a:t>S06</a:t>
            </a:r>
          </a:p>
          <a:p xmlns:a="http://schemas.openxmlformats.org/drawingml/2006/main">
            <a:r>
              <a:t/>
            </a:r>
          </a:p>
          <a:p xmlns:a="http://schemas.openxmlformats.org/drawingml/2006/main">
            <a:r>
              <a:t>**Working Title:**</a:t>
            </a:r>
          </a:p>
          <a:p xmlns:a="http://schemas.openxmlformats.org/drawingml/2006/main">
            <a:r>
              <a:t>테스트·명세·구현을 연결해 원인을 설명했다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 / RECONSTRUCTED)</a:t>
            </a:r>
          </a:p>
          <a:p xmlns:a="http://schemas.openxmlformats.org/drawingml/2006/main">
            <a:r>
              <a:t/>
            </a:r>
          </a:p>
          <a:p xmlns:a="http://schemas.openxmlformats.org/drawingml/2006/main">
            <a:r>
              <a:t>**Primary Message:**</a:t>
            </a:r>
          </a:p>
          <a:p xmlns:a="http://schemas.openxmlformats.org/drawingml/2006/main">
            <a:r>
              <a:t>실패 테스트와 끝 좌표 제외 명세, 끝 좌표까지 포함한 row[x_start : x_end + 1] 구현을 대조해 실패를 설명했다. 관련 코드는 cli.main→pipeline.process_image→transform.crop 호출 관계로 연결됐다.</a:t>
            </a:r>
          </a:p>
          <a:p xmlns:a="http://schemas.openxmlformats.org/drawingml/2006/main">
            <a:r>
              <a:t/>
            </a:r>
          </a:p>
          <a:p xmlns:a="http://schemas.openxmlformats.org/drawingml/2006/main">
            <a:r>
              <a:t>**Opening Question:**</a:t>
            </a:r>
          </a:p>
          <a:p xmlns:a="http://schemas.openxmlformats.org/drawingml/2006/main">
            <a:r>
              <a:t>“어떤 자료를 연결했기에 Crop 실패 원인을 설명할 수 있었나요?”</a:t>
            </a:r>
          </a:p>
          <a:p xmlns:a="http://schemas.openxmlformats.org/drawingml/2006/main">
            <a:r>
              <a:t/>
            </a:r>
          </a:p>
          <a:p xmlns:a="http://schemas.openxmlformats.org/drawingml/2006/main">
            <a:r>
              <a:t>**Speaker Flow:**</a:t>
            </a:r>
          </a:p>
          <a:p xmlns:a="http://schemas.openxmlformats.org/drawingml/2006/main">
            <a:r>
              <a:t>1. (0:00–0:30 / Demo) S05의 폭 차이를 설명한 근거를 확인하는 장임을 밝힌다. 세 열의 화살표는 설명을 위한 관계이며 실제 파일 접근 시간순이 아니다.</a:t>
            </a:r>
          </a:p>
          <a:p xmlns:a="http://schemas.openxmlformats.org/drawingml/2006/main">
            <a:r>
              <a:t>2. (0:30–2:30 / Demo) 실패 테스트 test_crop_excludes_end_coordinate, 끝 좌표 제외 명세[x_start,x_end), row[x_start : x_end + 1]을 차례로 비교한다. 기대 범위와 구현 범위가 다른 점이 실패를 설명한다. 소스에 없던 함수나 수정 후 코드는 추가하지 않는다.</a:t>
            </a:r>
          </a:p>
          <a:p xmlns:a="http://schemas.openxmlformats.org/drawingml/2006/main">
            <a:r>
              <a:t>3. (2:30–3:30 / Demo) 관련 구현은 cli.main→pipeline.process_image→transform.crop 호출 관계에 있었다. 이는 Product 코드의 호출 관계이며 Agent의 실제 접근 순서가 아니다. README에도 기존 결함 안내가 있었으므로 아무 힌트 없이 독자 발견했다고 말하지 않는다.</a:t>
            </a:r>
          </a:p>
          <a:p xmlns:a="http://schemas.openxmlformats.org/drawingml/2006/main">
            <a:r>
              <a:t>4. (3:30–4:00 / Demo) 실패·관련 구현·명세·호출 관계를 연결해 설명했으며 코드 수정은 없었다고 닫는다. 같은 전체 테스트의 다른 오류는 원인이 달랐다는 S07로 이동한다.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 단일 CLI 조사. 관계도는 Agent의 실제 접근 시간순 로그가 아니며 README의 기존 결함 안내도 있었다. 코드 수정·반복성·현재 Desktop 동작을 주장하지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답만 듣는 대신 테스트·명세·구현이 어떻게 원인 설명을 뒷받침하는지 본다.</a:t>
            </a:r>
          </a:p>
          <a:p xmlns:a="http://schemas.openxmlformats.org/drawingml/2006/main">
            <a:r>
              <a:t/>
            </a:r>
          </a:p>
          <a:p xmlns:a="http://schemas.openxmlformats.org/drawingml/2006/main">
            <a:r>
              <a:t>**Advanced Insight:**</a:t>
            </a:r>
          </a:p>
          <a:p xmlns:a="http://schemas.openxmlformats.org/drawingml/2006/main">
            <a:r>
              <a:t>코드 호출 관계·근거 연결·Agent 접근 시간순과 독립 발견 주장을 구분한다.</a:t>
            </a:r>
          </a:p>
          <a:p xmlns:a="http://schemas.openxmlformats.org/drawingml/2006/main">
            <a:r>
              <a:t/>
            </a:r>
          </a:p>
          <a:p xmlns:a="http://schemas.openxmlformats.org/drawingml/2006/main">
            <a:r>
              <a:t>**C++ Vision Bridge:**</a:t>
            </a:r>
          </a:p>
          <a:p xmlns:a="http://schemas.openxmlformats.org/drawingml/2006/main">
            <a:r>
              <a:t>N/A. 실제 Python 조사 근거를 C++ Trial로 바꾸지 않는다.</a:t>
            </a:r>
          </a:p>
          <a:p xmlns:a="http://schemas.openxmlformats.org/drawingml/2006/main">
            <a:r>
              <a:t/>
            </a:r>
          </a:p>
          <a:p xmlns:a="http://schemas.openxmlformats.org/drawingml/2006/main">
            <a:r>
              <a:t>**Demo Operation:**</a:t>
            </a:r>
          </a:p>
          <a:p xmlns:a="http://schemas.openxmlformats.org/drawingml/2006/main">
            <a:r>
              <a:t>실패 테스트/명세/구현 세 근거를 가로로 연결하고, 하단에 관련 코드 호출 관계를 별도로 둔다. 본문의 연결은 설명 관계이며 실제 탐색 순서가 아니다. 정적 경로 production/ACT_0.pptx의 S06 / production/preview/act0/S06.png. 실제 실행 Screenshot이나 새 Live 결과로 표시하지 않는다. S05/S06만 Demo 각4분이며 S07/S08은 Case, S09/S10은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“같은 전체 테스트 실행에서 나온 다른 오류는, 이 Crop 결함과 원인이 달랐습니다.”</a:t>
            </a:r>
          </a:p>
          <a:p xmlns:a="http://schemas.openxmlformats.org/drawingml/2006/main">
            <a:r>
              <a:t/>
            </a:r>
          </a:p>
          <a:p xmlns:a="http://schemas.openxmlformats.org/drawingml/2006/main">
            <a:r>
              <a:t>**Time Management:**</a:t>
            </a:r>
          </a:p>
          <a:p xmlns:a="http://schemas.openxmlformats.org/drawingml/2006/main">
            <a:r>
              <a:t>Demo 4분 (CAPTURED / RECONSTRUCTED) = 4분.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production/preview/full/S06.png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다른 테스트 오류는 임시 폴더 생성에서 발생했다</a:t>
            </a:r>
          </a:p>
          <a:p xmlns:a="http://schemas.openxmlformats.org/drawingml/2006/main">
            <a:r>
              <a:t/>
            </a:r>
          </a:p>
          <a:p xmlns:a="http://schemas.openxmlformats.org/drawingml/2006/main">
            <a:r>
              <a:t>**Slide ID:**</a:t>
            </a:r>
          </a:p>
          <a:p xmlns:a="http://schemas.openxmlformats.org/drawingml/2006/main">
            <a:r>
              <a:t>S07</a:t>
            </a:r>
          </a:p>
          <a:p xmlns:a="http://schemas.openxmlformats.org/drawingml/2006/main">
            <a:r>
              <a:t/>
            </a:r>
          </a:p>
          <a:p xmlns:a="http://schemas.openxmlformats.org/drawingml/2006/main">
            <a:r>
              <a:t>**Working Title:**</a:t>
            </a:r>
          </a:p>
          <a:p xmlns:a="http://schemas.openxmlformats.org/drawingml/2006/main">
            <a:r>
              <a:t>다른 테스트 오류는 임시 폴더 생성에서 발생했다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TRIAL-001 전체 테스트의 환경 오류3건은 읽기 전용 실행 조건이 임시 디렉터리 생성을 막아 발생했다. Crop 결함과 별개이며 Agent도 그 권한 제한을 해제하지 않았다.</a:t>
            </a:r>
          </a:p>
          <a:p xmlns:a="http://schemas.openxmlformats.org/drawingml/2006/main">
            <a:r>
              <a:t/>
            </a:r>
          </a:p>
          <a:p xmlns:a="http://schemas.openxmlformats.org/drawingml/2006/main">
            <a:r>
              <a:t>**Opening Question:**</a:t>
            </a:r>
          </a:p>
          <a:p xmlns:a="http://schemas.openxmlformats.org/drawingml/2006/main">
            <a:r>
              <a:t>“테스트가 임시 폴더를 만들려는데 쓰기 권한이 없으면 어떻게 될까요?”</a:t>
            </a:r>
          </a:p>
          <a:p xmlns:a="http://schemas.openxmlformats.org/drawingml/2006/main">
            <a:r>
              <a:t/>
            </a:r>
          </a:p>
          <a:p xmlns:a="http://schemas.openxmlformats.org/drawingml/2006/main">
            <a:r>
              <a:t>**Speaker Flow:**</a:t>
            </a:r>
          </a:p>
          <a:p xmlns:a="http://schemas.openxmlformats.org/drawingml/2006/main">
            <a:r>
              <a:t>1. (0:00–0:30 / Case) 같은 전체 테스트 실행 중 나온 환경 오류3건을 별도 사건으로 연다. Crop 실패1건의 추가 증거도 Product 결함3건도 아니라고 화면의 별도 표시로 구분한다.</a:t>
            </a:r>
          </a:p>
          <a:p xmlns:a="http://schemas.openxmlformats.org/drawingml/2006/main">
            <a:r>
              <a:t>2. (0:30–2:00 / Case) 테스트 실행→임시 폴더 생성 요청→생성 불가를 읽는다. TRIAL-001은 읽기 전용 sandbox로 실행됐고 임시 디렉터리를 만들 수 없어 일부 테스트에서 오류가 났다. 실제 로그에 없던 테스트 이름·파일 경로·예외 원문을 만들어 표시하지 않는다. 권한 해제법을 가르치는 장으로 확장하지 않는다.</a:t>
            </a:r>
          </a:p>
          <a:p xmlns:a="http://schemas.openxmlformats.org/drawingml/2006/main">
            <a:r>
              <a:t>3. (2:00–3:00 / Case) Agent는 원인을 구분했지만 권한 제한을 해제하거나 코드를 수정하지 않았다고 닫는다. 전체 기록은7개 통과+Crop 실패1건+환경 오류3건, crop 관련 명령은2개 통과+같은 Crop 실패다. 집계는 이 Notes에서 보존하고 현재 화면은 별도 오류의 인과관계에 집중한다.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 실행 환경 제한의 관찰. Product/Crop 결함이나 성공한 환경 복구, 현재 Desktop 동작의 근거가 아니다.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테스트가 실패하는 이유에는 코드 결함 외 실행 조건도 있음을 이해한다.</a:t>
            </a:r>
          </a:p>
          <a:p xmlns:a="http://schemas.openxmlformats.org/drawingml/2006/main">
            <a:r>
              <a:t/>
            </a:r>
          </a:p>
          <a:p xmlns:a="http://schemas.openxmlformats.org/drawingml/2006/main">
            <a:r>
              <a:t>**Advanced Insight:**</a:t>
            </a:r>
          </a:p>
          <a:p xmlns:a="http://schemas.openxmlformats.org/drawingml/2006/main">
            <a:r>
              <a:t>제품 결함과 실행 제한을 분리하고, 제한 관찰과 권한 변경·해결을 구분한다.</a:t>
            </a:r>
          </a:p>
          <a:p xmlns:a="http://schemas.openxmlformats.org/drawingml/2006/main">
            <a:r>
              <a:t/>
            </a:r>
          </a:p>
          <a:p xmlns:a="http://schemas.openxmlformats.org/drawingml/2006/main">
            <a:r>
              <a:t>**C++ Vision Bridge:**</a:t>
            </a:r>
          </a:p>
          <a:p xmlns:a="http://schemas.openxmlformats.org/drawingml/2006/main">
            <a:r>
              <a:t>N/A. 제조 현장/Windows에서 같은 오류가 관찰된 것으로 바꾸지 않는다.</a:t>
            </a:r>
          </a:p>
          <a:p xmlns:a="http://schemas.openxmlformats.org/drawingml/2006/main">
            <a:r>
              <a:t/>
            </a:r>
          </a:p>
          <a:p xmlns:a="http://schemas.openxmlformats.org/drawingml/2006/main">
            <a:r>
              <a:t>**Demo Operation:**</a:t>
            </a:r>
          </a:p>
          <a:p xmlns:a="http://schemas.openxmlformats.org/drawingml/2006/main">
            <a:r>
              <a:t>테스트 실행→임시 폴더 생성 요청→읽기 전용 권한으로 생성 불가를 한 가로 도식으로 보여준다. Crop 실패와 별개임과 제한 미해결을 화면에서 읽게 한다. 가짜 로그·권한 해제 화면은 만들지 않는다. 정적 경로 production/ACT_0.pptx의 S07 / production/preview/act0/S07.png. 실제 실행 Screenshot이나 새 Live 결과로 표시하지 않는다. S05/S06만 Demo 각4분이며 S07/S08은 Case, S09/S10은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“두 원인을 판단할 때 필요했던 정보들을 한곳에 모아보겠습니다.”</a:t>
            </a:r>
          </a:p>
          <a:p xmlns:a="http://schemas.openxmlformats.org/drawingml/2006/main">
            <a:r>
              <a:t/>
            </a:r>
          </a:p>
          <a:p xmlns:a="http://schemas.openxmlformats.org/drawingml/2006/main">
            <a:r>
              <a:t>**Time Management:**</a:t>
            </a:r>
          </a:p>
          <a:p xmlns:a="http://schemas.openxmlformats.org/drawingml/2006/main">
            <a:r>
              <a:t>Case 3분 = 3분.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production/preview/full/S07.png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원인 판단에는 코드와 실행 환경 정보가 필요했다</a:t>
            </a:r>
          </a:p>
          <a:p xmlns:a="http://schemas.openxmlformats.org/drawingml/2006/main">
            <a:r>
              <a:t/>
            </a:r>
          </a:p>
          <a:p xmlns:a="http://schemas.openxmlformats.org/drawingml/2006/main">
            <a:r>
              <a:t>**Slide ID:**</a:t>
            </a:r>
          </a:p>
          <a:p xmlns:a="http://schemas.openxmlformats.org/drawingml/2006/main">
            <a:r>
              <a:t>S08</a:t>
            </a:r>
          </a:p>
          <a:p xmlns:a="http://schemas.openxmlformats.org/drawingml/2006/main">
            <a:r>
              <a:t/>
            </a:r>
          </a:p>
          <a:p xmlns:a="http://schemas.openxmlformats.org/drawingml/2006/main">
            <a:r>
              <a:t>**Working Title:**</a:t>
            </a:r>
          </a:p>
          <a:p xmlns:a="http://schemas.openxmlformats.org/drawingml/2006/main">
            <a:r>
              <a:t>원인 판단에는 코드와 실행 환경 정보가 필요했다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Repository의 테스트·명세·구현/호출 관계와 실행 환경의 로그·권한 정보를 함께 보아 원인을 구분한다. 이번 원인 판단에 쓰는 정보를 Context로 묶는 교육용 도식이다.</a:t>
            </a:r>
          </a:p>
          <a:p xmlns:a="http://schemas.openxmlformats.org/drawingml/2006/main">
            <a:r>
              <a:t/>
            </a:r>
          </a:p>
          <a:p xmlns:a="http://schemas.openxmlformats.org/drawingml/2006/main">
            <a:r>
              <a:t>**Opening Question:**</a:t>
            </a:r>
          </a:p>
          <a:p xmlns:a="http://schemas.openxmlformats.org/drawingml/2006/main">
            <a:r>
              <a:t>“이번 조사에서는 파일 외에 어떤 정보까지 필요했나요?”</a:t>
            </a:r>
          </a:p>
          <a:p xmlns:a="http://schemas.openxmlformats.org/drawingml/2006/main">
            <a:r>
              <a:t/>
            </a:r>
          </a:p>
          <a:p xmlns:a="http://schemas.openxmlformats.org/drawingml/2006/main">
            <a:r>
              <a:t>**Speaker Flow:**</a:t>
            </a:r>
          </a:p>
          <a:p xmlns:a="http://schemas.openxmlformats.org/drawingml/2006/main">
            <a:r>
              <a:t>1. (0:00–0:25 / Case) 앞의 두 문제에서 실제로 살펴본 자료를 한 장으로 모은다고 안내한다. 환경 오류의 원인은 재설명하지 않는다.</a:t>
            </a:r>
          </a:p>
          <a:p xmlns:a="http://schemas.openxmlformats.org/drawingml/2006/main">
            <a:r>
              <a:t>2. (0:25–1:25 / Case) Repository의 실패 테스트·Crop 명세·구현/호출 관계와 실행 환경의 로그·읽기/쓰기 권한을 구분해 읽는다. 파일과 실행 조건은 서로 다른 출처지만 이번 원인 판단에는 함께 쓰였다. 권한 자체가 Repository 안에 있거나 저장소를 열면 확대되는 그림으로 읽지 않는다.</a:t>
            </a:r>
          </a:p>
          <a:p xmlns:a="http://schemas.openxmlformats.org/drawingml/2006/main">
            <a:r>
              <a:t>3. (1:25–2:00 / Case) 원인을 판단하는 데 쓰는 정보를 이번 장에서 Context로 묶는다. ACT2의 저장 범위·Routing·항상 읽을 정보 설계를 여기서 미리 강의하지 않는다. 이제 같은 자료를 누가 찾고 전달하는지 S09로 넘긴다.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TEACHING MODEL — TRIAL-001에서 살펴본 정보를 묶은 해석이며 새 실행·제품 우열이 아니다. Repository 접근은 실행 권한 확장을 뜻하지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Context가 단지 복사한 코드 조각만을 의미하지 않음을 이번 사건으로 이해한다.</a:t>
            </a:r>
          </a:p>
          <a:p xmlns:a="http://schemas.openxmlformats.org/drawingml/2006/main">
            <a:r>
              <a:t/>
            </a:r>
          </a:p>
          <a:p xmlns:a="http://schemas.openxmlformats.org/drawingml/2006/main">
            <a:r>
              <a:t>**Advanced Insight:**</a:t>
            </a:r>
          </a:p>
          <a:p xmlns:a="http://schemas.openxmlformats.org/drawingml/2006/main">
            <a:r>
              <a:t>저장소에 있는 사실과 도구·권한이 제공하는 실행 조건의 출처를 구분한다.</a:t>
            </a:r>
          </a:p>
          <a:p xmlns:a="http://schemas.openxmlformats.org/drawingml/2006/main">
            <a:r>
              <a:t/>
            </a:r>
          </a:p>
          <a:p xmlns:a="http://schemas.openxmlformats.org/drawingml/2006/main">
            <a:r>
              <a:t>**C++ Vision Bridge:**</a:t>
            </a:r>
          </a:p>
          <a:p xmlns:a="http://schemas.openxmlformats.org/drawingml/2006/main">
            <a:r>
              <a:t>N/A. 일반화된 새 C++ 규칙·장비 사례는 추가하지 않는다.</a:t>
            </a:r>
          </a:p>
          <a:p xmlns:a="http://schemas.openxmlformats.org/drawingml/2006/main">
            <a:r>
              <a:t/>
            </a:r>
          </a:p>
          <a:p xmlns:a="http://schemas.openxmlformats.org/drawingml/2006/main">
            <a:r>
              <a:t>**Demo Operation:**</a:t>
            </a:r>
          </a:p>
          <a:p xmlns:a="http://schemas.openxmlformats.org/drawingml/2006/main">
            <a:r>
              <a:t>왼쪽 Repository 자료3개와 오른쪽 실행 환경 자료2개를 구분해 모으고, 원인을 판단하는 데 쓰는 정보=Context라는 한 결론으로 연결한다. 환경 오류 원인을 재강의하거나 ACT2의 Routing 설계를 먼저 설명하지 않는다. 정적 경로 production/ACT_0.pptx의 S08 / production/preview/act0/S08.png. 실제 실행 Screenshot이나 새 Live 결과로 표시하지 않는다. S05/S06만 Demo 각4분이며 S07/S08은 Case, S09/S10은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“이 자료를 사람이 직접 골라 대화창에 넣는다면, 답을 받기 전에 어떤 일을 해야 할까요?”</a:t>
            </a:r>
          </a:p>
          <a:p xmlns:a="http://schemas.openxmlformats.org/drawingml/2006/main">
            <a:r>
              <a:t/>
            </a:r>
          </a:p>
          <a:p xmlns:a="http://schemas.openxmlformats.org/drawingml/2006/main">
            <a:r>
              <a:t>**Time Management:**</a:t>
            </a:r>
          </a:p>
          <a:p xmlns:a="http://schemas.openxmlformats.org/drawingml/2006/main">
            <a:r>
              <a:t>Case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production/preview/full/S08.png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Chatbot에 이 자료를 직접 전달한다면?</a:t>
            </a:r>
          </a:p>
          <a:p xmlns:a="http://schemas.openxmlformats.org/drawingml/2006/main">
            <a:r>
              <a:t/>
            </a:r>
          </a:p>
          <a:p xmlns:a="http://schemas.openxmlformats.org/drawingml/2006/main">
            <a:r>
              <a:t>**Slide ID:**</a:t>
            </a:r>
          </a:p>
          <a:p xmlns:a="http://schemas.openxmlformats.org/drawingml/2006/main">
            <a:r>
              <a:t>S09</a:t>
            </a:r>
          </a:p>
          <a:p xmlns:a="http://schemas.openxmlformats.org/drawingml/2006/main">
            <a:r>
              <a:t/>
            </a:r>
          </a:p>
          <a:p xmlns:a="http://schemas.openxmlformats.org/drawingml/2006/main">
            <a:r>
              <a:t>**Working Title:**</a:t>
            </a:r>
          </a:p>
          <a:p xmlns:a="http://schemas.openxmlformats.org/drawingml/2006/main">
            <a:r>
              <a:t>Chatbot에 이 자료를 직접 전달한다면?</a:t>
            </a:r>
          </a:p>
          <a:p xmlns:a="http://schemas.openxmlformats.org/drawingml/2006/main">
            <a:r>
              <a:t/>
            </a:r>
          </a:p>
          <a:p xmlns:a="http://schemas.openxmlformats.org/drawingml/2006/main">
            <a:r>
              <a:t>**ACT / Section:**</a:t>
            </a:r>
          </a:p>
          <a:p xmlns:a="http://schemas.openxmlformats.org/drawingml/2006/main">
            <a:r>
              <a:t>ACT 0 / 0E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자료를 직접 선택·첨부하는 대화 방식에서는 사람이 테스트·명세·구현·실행 로그·권한 정보를 찾아 연결해 전달한다. 이는 수집 주체를 설명하는 가정이며 모든 Chatbot 사용 방식이나 능력의 한계를 정하는 주장이 아니다.</a:t>
            </a:r>
          </a:p>
          <a:p xmlns:a="http://schemas.openxmlformats.org/drawingml/2006/main">
            <a:r>
              <a:t/>
            </a:r>
          </a:p>
          <a:p xmlns:a="http://schemas.openxmlformats.org/drawingml/2006/main">
            <a:r>
              <a:t>**Opening Question:**</a:t>
            </a:r>
          </a:p>
          <a:p xmlns:a="http://schemas.openxmlformats.org/drawingml/2006/main">
            <a:r>
              <a:t>“답을 받기 전에 누가 필요한 자료를 찾아 골라 전달하나요?”</a:t>
            </a:r>
          </a:p>
          <a:p xmlns:a="http://schemas.openxmlformats.org/drawingml/2006/main">
            <a:r>
              <a:t/>
            </a:r>
          </a:p>
          <a:p xmlns:a="http://schemas.openxmlformats.org/drawingml/2006/main">
            <a:r>
              <a:t>**Speaker Flow:**</a:t>
            </a:r>
          </a:p>
          <a:p xmlns:a="http://schemas.openxmlformats.org/drawingml/2006/main">
            <a:r>
              <a:t>1. (0:00–0:30 / Lecture) S08의 같은 다섯 자료를 유지하되, 사람이 직접 골라 대화창에 첨부하는 방식이라는 가정을 읽는다. 모든 Chatbot 기능을 정의하거나 실제 비교한 결과가 아니다.</a:t>
            </a:r>
          </a:p>
          <a:p xmlns:a="http://schemas.openxmlformats.org/drawingml/2006/main">
            <a:r>
              <a:t>2. (0:30–1:30 / Lecture) 왼쪽 자료→가운데 사람의 찾기·선택·전달→오른쪽 대화창을 따라간다. 코드·테스트·명세만 고르면 실행 로그·권한 단서가 빠질 수 있고, 그것도 전달하면 분석 단서가 생긴다. 정보 미전달을 Chatbot의 해결 불가능성으로 바꾸지 않는다. 시간·토큰 비용을 측정했다는 주장을 하지 않는다.</a:t>
            </a:r>
          </a:p>
          <a:p xmlns:a="http://schemas.openxmlformats.org/drawingml/2006/main">
            <a:r>
              <a:t>3. (1:30–2:00 / Lecture) 답을 받기 전 관련 자료를 찾아 연결하는 일이 있다는 메시지만 회수한다. 같은 위치·자료 카드를 유지한 다음 S10에서 수집 주체가 달라지는 것을 본다.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왼쪽 장면을 우측 상단 여백에 가로·세로1.8배로 확대해 재사용한다. 생성 지시는 prototype/image-illustration-pilot/PROMPTS.md의 S07에 보존한다. AI 생성 설명용 삽화이며 실제 실행 캡처·새 Trial 근거가 아니다.</a:t>
            </a:r>
          </a:p>
          <a:p xmlns:a="http://schemas.openxmlformats.org/drawingml/2006/main">
            <a:r>
              <a:t/>
            </a:r>
          </a:p>
          <a:p xmlns:a="http://schemas.openxmlformats.org/drawingml/2006/main">
            <a:r>
              <a:t>**Claim Boundary:**</a:t>
            </a:r>
          </a:p>
          <a:p xmlns:a="http://schemas.openxmlformats.org/drawingml/2006/main">
            <a:r>
              <a:t>TEACHING MODEL — 실제 Chatbot 비교 실행·성능·불가능성 주장이 아니다. 환경 로그·권한 정보까지 전달하면 원인 분석 단서도 전달된다.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답변 전에도 사람이 관련 자료를 찾아 연결하는 일이 있음을 본다.</a:t>
            </a:r>
          </a:p>
          <a:p xmlns:a="http://schemas.openxmlformats.org/drawingml/2006/main">
            <a:r>
              <a:t/>
            </a:r>
          </a:p>
          <a:p xmlns:a="http://schemas.openxmlformats.org/drawingml/2006/main">
            <a:r>
              <a:t>**Advanced Insight:**</a:t>
            </a:r>
          </a:p>
          <a:p xmlns:a="http://schemas.openxmlformats.org/drawingml/2006/main">
            <a:r>
              <a:t>정보가 전달되지 않은 상태와 도구의 문제 해결 능력을 구분한다.</a:t>
            </a:r>
          </a:p>
          <a:p xmlns:a="http://schemas.openxmlformats.org/drawingml/2006/main">
            <a:r>
              <a:t/>
            </a:r>
          </a:p>
          <a:p xmlns:a="http://schemas.openxmlformats.org/drawingml/2006/main">
            <a:r>
              <a:t>**C++ Vision Bridge:**</a:t>
            </a:r>
          </a:p>
          <a:p xmlns:a="http://schemas.openxmlformats.org/drawingml/2006/main">
            <a:r>
              <a:t>Contextual cue — 큰 저장소에서 필요한 자료를 찾는 상황에만 연결한다.</a:t>
            </a:r>
          </a:p>
          <a:p xmlns:a="http://schemas.openxmlformats.org/drawingml/2006/main">
            <a:r>
              <a:t/>
            </a:r>
          </a:p>
          <a:p xmlns:a="http://schemas.openxmlformats.org/drawingml/2006/main">
            <a:r>
              <a:t>**Demo Operation:**</a:t>
            </a:r>
          </a:p>
          <a:p xmlns:a="http://schemas.openxmlformats.org/drawingml/2006/main">
            <a:r>
              <a:t>S08의 같은 다섯 자료 이름·색을 왼쪽에 유지하고 사람의 찾기/선택/전달을 거쳐 교육용 대화창으로 들어가는 흐름으로 보여준다. 누락된 자료를 도구 능력 부족으로 표현하지 않는다. 정적 경로 production/ACT_0.pptx의 S09 / production/preview/act0/S09.png. 실제 실행 Screenshot이나 새 Live 결과로 표시하지 않는다. S05/S06만 Demo 각4분이며 S07/S08은 Case, S09/S10은 Lecture다. 기존 도식을 먼저 따라가며, 우측 상단의 왼쪽 장면 삽화는 같은 역할을 보충하는 교육용 그림으로만 짚는다.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“방금 본 Agent 조사에서는, 이 자료를 찾고 연결하는 일을 일부 맡겼습니다.”</a:t>
            </a:r>
          </a:p>
          <a:p xmlns:a="http://schemas.openxmlformats.org/drawingml/2006/main">
            <a:r>
              <a:t/>
            </a:r>
          </a:p>
          <a:p xmlns:a="http://schemas.openxmlformats.org/drawingml/2006/main">
            <a:r>
              <a:t>**Time Management:**</a:t>
            </a:r>
          </a:p>
          <a:p xmlns:a="http://schemas.openxmlformats.org/drawingml/2006/main">
            <a:r>
              <a:t>Lecture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production/preview/full/S09.png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Agent가 자료를 직접 찾아 연결했다</a:t>
            </a:r>
          </a:p>
          <a:p xmlns:a="http://schemas.openxmlformats.org/drawingml/2006/main">
            <a:r>
              <a:t/>
            </a:r>
          </a:p>
          <a:p xmlns:a="http://schemas.openxmlformats.org/drawingml/2006/main">
            <a:r>
              <a:t>**Slide ID:**</a:t>
            </a:r>
          </a:p>
          <a:p xmlns:a="http://schemas.openxmlformats.org/drawingml/2006/main">
            <a:r>
              <a:t>S10</a:t>
            </a:r>
          </a:p>
          <a:p xmlns:a="http://schemas.openxmlformats.org/drawingml/2006/main">
            <a:r>
              <a:t/>
            </a:r>
          </a:p>
          <a:p xmlns:a="http://schemas.openxmlformats.org/drawingml/2006/main">
            <a:r>
              <a:t>**Working Title:**</a:t>
            </a:r>
          </a:p>
          <a:p xmlns:a="http://schemas.openxmlformats.org/drawingml/2006/main">
            <a:r>
              <a:t>Agent가 자료를 직접 찾아 연결했다</a:t>
            </a:r>
          </a:p>
          <a:p xmlns:a="http://schemas.openxmlformats.org/drawingml/2006/main">
            <a:r>
              <a:t/>
            </a:r>
          </a:p>
          <a:p xmlns:a="http://schemas.openxmlformats.org/drawingml/2006/main">
            <a:r>
              <a:t>**ACT / Section:**</a:t>
            </a:r>
          </a:p>
          <a:p xmlns:a="http://schemas.openxmlformats.org/drawingml/2006/main">
            <a:r>
              <a:t>ACT 0 / 0E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TRIAL-001에서 Agent가 허용된 파일·도구 범위의 테스트·코드·명세·실행 결과를 조사하고 Crop 원인과 실행 제한을 구분했다. 목표·검토 책임은 사람에게 남으며 접근 전 승인된 도구·계정·자료·권한 범위를 확인한다.</a:t>
            </a:r>
          </a:p>
          <a:p xmlns:a="http://schemas.openxmlformats.org/drawingml/2006/main">
            <a:r>
              <a:t/>
            </a:r>
          </a:p>
          <a:p xmlns:a="http://schemas.openxmlformats.org/drawingml/2006/main">
            <a:r>
              <a:t>**Opening Question:**</a:t>
            </a:r>
          </a:p>
          <a:p xmlns:a="http://schemas.openxmlformats.org/drawingml/2006/main">
            <a:r>
              <a:t>“방금 Agent는 허용된 환경에서 어떤 자료를 직접 찾아 연결했나요?”</a:t>
            </a:r>
          </a:p>
          <a:p xmlns:a="http://schemas.openxmlformats.org/drawingml/2006/main">
            <a:r>
              <a:t/>
            </a:r>
          </a:p>
          <a:p xmlns:a="http://schemas.openxmlformats.org/drawingml/2006/main">
            <a:r>
              <a:t>**Speaker Flow:**</a:t>
            </a:r>
          </a:p>
          <a:p xmlns:a="http://schemas.openxmlformats.org/drawingml/2006/main">
            <a:r>
              <a:t>1. (0:00–0:30 / Lecture) S09의 같은 다섯 자료와 배치를 가리킨다. 가운데 주체가 사람의 선택·전달에서 Agent의 허용된 조사로 바뀌고 오른쪽은 관찰된 조사 내용이다. 새 제품 실행이 아니다.</a:t>
            </a:r>
          </a:p>
          <a:p xmlns:a="http://schemas.openxmlformats.org/drawingml/2006/main">
            <a:r>
              <a:t>2. (0:30–1:10 / Lecture) 실제 근거는 TRIAL-001의 단일 과거 CLI 조사다. Agent가 실패 테스트·관련 코드·명세·호출 경로를 조사하고 실행 제한을 구분했다. 모든 정보의 자동 발견·우월한 답변·권한 해결·현재 Desktop 재현으로 일반화하지 않는다. 목표 설정과 근거 검토 책임은 사람에게 남는다.</a:t>
            </a:r>
          </a:p>
          <a:p xmlns:a="http://schemas.openxmlformats.org/drawingml/2006/main">
            <a:r>
              <a:t>3. (1:10–1:50 / Lecture) 화면 하단의 접근 전 승인된 도구·계정·자료·권한 확인을 짚는다. Repository 접근과 실제 도구/실행 권한은 별개다. 조직의 실제 허용·금지 목록이나 제품 보안 보장을 새로 확정하지 않는다.</a:t>
            </a:r>
          </a:p>
          <a:p xmlns:a="http://schemas.openxmlformats.org/drawingml/2006/main">
            <a:r>
              <a:t>4. (1:50–2:00 / Lecture) “이 교육에서는 어디에서 Repository를 열까요?”로 S11의 기존 Codex 진입 안내를 연다. Task 의도와 접근의 차이는 S12에 남긴다.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오른쪽 장면을 우측 상단 여백에 가로·세로1.8배로 확대해 재사용한다. 생성 지시는 prototype/image-illustration-pilot/PROMPTS.md의 S07에 보존한다. AI 생성 설명용 삽화이며 실제 실행 캡처·새 Trial 근거가 아니다.</a:t>
            </a:r>
          </a:p>
          <a:p xmlns:a="http://schemas.openxmlformats.org/drawingml/2006/main">
            <a:r>
              <a:t/>
            </a:r>
          </a:p>
          <a:p xmlns:a="http://schemas.openxmlformats.org/drawingml/2006/main">
            <a:r>
              <a:t>**Claim Boundary:**</a:t>
            </a:r>
          </a:p>
          <a:p xmlns:a="http://schemas.openxmlformats.org/drawingml/2006/main">
            <a:r>
              <a:t>FROZEN WITH SCOPE — 실제 관찰은 과거 Codex CLI0.154.0 한 번; TEACHING MODEL — 그림은 조사 관계의 각색. 현재 Desktop·일반 효율·반복성·권한 확대/해결을 주장하지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관련 파일을 모두 직접 복사하기 전에 허용된 Repository 조사를 요청할 수 있음을 본다.</a:t>
            </a:r>
          </a:p>
          <a:p xmlns:a="http://schemas.openxmlformats.org/drawingml/2006/main">
            <a:r>
              <a:t/>
            </a:r>
          </a:p>
          <a:p xmlns:a="http://schemas.openxmlformats.org/drawingml/2006/main">
            <a:r>
              <a:t>**Advanced Insight:**</a:t>
            </a:r>
          </a:p>
          <a:p xmlns:a="http://schemas.openxmlformats.org/drawingml/2006/main">
            <a:r>
              <a:t>Context 수집 역할의 일부와 목표 설정·권한·수용 판단 책임을 분리한다.</a:t>
            </a:r>
          </a:p>
          <a:p xmlns:a="http://schemas.openxmlformats.org/drawingml/2006/main">
            <a:r>
              <a:t/>
            </a:r>
          </a:p>
          <a:p xmlns:a="http://schemas.openxmlformats.org/drawingml/2006/main">
            <a:r>
              <a:t>**C++ Vision Bridge:**</a:t>
            </a:r>
          </a:p>
          <a:p xmlns:a="http://schemas.openxmlformats.org/drawingml/2006/main">
            <a:r>
              <a:t>Contextual cue — 저장소의 모듈·테스트·명세 조사에만 연결한다.</a:t>
            </a:r>
          </a:p>
          <a:p xmlns:a="http://schemas.openxmlformats.org/drawingml/2006/main">
            <a:r>
              <a:t/>
            </a:r>
          </a:p>
          <a:p xmlns:a="http://schemas.openxmlformats.org/drawingml/2006/main">
            <a:r>
              <a:t>**Demo Operation:**</a:t>
            </a:r>
          </a:p>
          <a:p xmlns:a="http://schemas.openxmlformats.org/drawingml/2006/main">
            <a:r>
              <a:t>S09와 같은 다섯 자료·수집 주체·출력의 위치를 유지하되, 주체를 Agent와 허용된 조사로 바꾸고 오른쪽에 관찰된 조사 내용을 둔다. Repository 자료와 실행 권한이 별개이며 사람의 목표·검토 책임을 유지한다. 정적 경로 production/ACT_0.pptx의 S10 / production/preview/act0/S10.png. 실제 실행 Screenshot이나 새 Live 결과로 표시하지 않는다. S05/S06만 Demo 각4분이며 S07/S08은 Case, S09/S10은 Lecture다. 기존 도식을 먼저 따라가며, 우측 상단의 오른쪽 장면 삽화는 같은 역할을 보충하는 교육용 그림으로만 짚는다.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“그렇다면 이 교육에서는 어디에서 Repository를 열까요?”</a:t>
            </a:r>
          </a:p>
          <a:p xmlns:a="http://schemas.openxmlformats.org/drawingml/2006/main">
            <a:r>
              <a:t/>
            </a:r>
          </a:p>
          <a:p xmlns:a="http://schemas.openxmlformats.org/drawingml/2006/main">
            <a:r>
              <a:t>**Time Management:**</a:t>
            </a:r>
          </a:p>
          <a:p xmlns:a="http://schemas.openxmlformats.org/drawingml/2006/main">
            <a:r>
              <a:t>Lecture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production/preview/full/S10.png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Repository 작업은 Codex에서 시작한다</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S04의 조사 태도를 회수한다. “들어가는 곳을 알았으니, 무엇을 볼 수 있고 누가 최종 결정할지 나눠 보겠습니다”라며 S12로 간다.</a:t>
            </a:r>
          </a:p>
          <a:p xmlns:a="http://schemas.openxmlformats.org/drawingml/2006/main">
            <a:r>
              <a:t>운영 표시: “실무 적용 팁 · 사용 환경”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S12에 간다.</a:t>
            </a:r>
          </a:p>
          <a:p xmlns:a="http://schemas.openxmlformats.org/drawingml/2006/main">
            <a:r>
              <a:t/>
            </a:r>
          </a:p>
          <a:p xmlns:a="http://schemas.openxmlformats.org/drawingml/2006/main">
            <a:r>
              <a:t>Time Management: Lecture 1분. 메뉴 위치 15초, Codex 선택 15초, 허용 폴더 15초, 조사 요청·S12 연결 15초다. 이 장의1분은 보존한다. 현재 ACT0 43분·전체393분·Lecture157분이며 팁 목록6분은 별도 신규 배정이다. 설정 tutorial을 추가하지 않는다.</a:t>
            </a:r>
          </a:p>
          <a:p xmlns:a="http://schemas.openxmlformats.org/drawingml/2006/main">
            <a:r>
              <a:t/>
            </a:r>
          </a:p>
          <a:p xmlns:a="http://schemas.openxmlformats.org/drawingml/2006/main">
            <a:r>
              <a:t>Fallback: 제작 완료 후 production/preview/act0/S11.png 또는 production/preview/full/S11.png의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S12로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Repository 접근과 Task 의도는 별개다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1. **OPEN (0:00–0:20):** 왼쪽 “볼 수 있는 것”과 오른쪽 “최종 정해야 하는 것”을 나눈다. 바로 앞 S11은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S13 팁 목록을 거쳐 S14 질문으로 이동하며 ACT 1의 요청 구조는 미리 설명하지 않는다.</a:t>
            </a:r>
          </a:p>
          <a:p xmlns:a="http://schemas.openxmlformats.org/drawingml/2006/main">
            <a:r>
              <a:t>목록 연결: 본문의 핵심을 유지한 뒤, 다음 질문을 설명하기 전에 팁 제목과 위치만 한 장으로 회수한다. 새 팁 강의나 중복 설명을 추가하지 않는다.</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a:t>
            </a:r>
          </a:p>
          <a:p xmlns:a="http://schemas.openxmlformats.org/drawingml/2006/main">
            <a:r>
              <a:t>“다음 질문으로 넘어가기 전에, 이 ACT의 실무 적용 팁을 어디서 다시 볼지 확인하겠습니다.”라고 S13을 연다. 기존 다음 질문은 목록 뒤 S14에서 이어간다.</a:t>
            </a:r>
          </a:p>
          <a:p xmlns:a="http://schemas.openxmlformats.org/drawingml/2006/main">
            <a:r>
              <a:t/>
            </a:r>
          </a:p>
          <a:p xmlns:a="http://schemas.openxmlformats.org/drawingml/2006/main">
            <a:r>
              <a:t>Time Management: Lecture 2분. 구분 20초, 사람+Agent의 허용 정보 접근 30초, 사람의 최종 책임 40초, 정리·S14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S14으로 간다. Agent의 제안 가능성을 부정하지 않는다. 정적 경로는 production/preview/act0/S12.png 및 production/preview/full/S12.png이며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ACT 0 실무 적용 팁 모아보기</a:t>
            </a:r>
          </a:p>
          <a:p xmlns:a="http://schemas.openxmlformats.org/drawingml/2006/main">
            <a:r>
              <a:t/>
            </a:r>
          </a:p>
          <a:p xmlns:a="http://schemas.openxmlformats.org/drawingml/2006/main">
            <a:r>
              <a:t>**Slide ID:**</a:t>
            </a:r>
          </a:p>
          <a:p xmlns:a="http://schemas.openxmlformats.org/drawingml/2006/main">
            <a:r>
              <a:t>S13</a:t>
            </a:r>
          </a:p>
          <a:p xmlns:a="http://schemas.openxmlformats.org/drawingml/2006/main">
            <a:r>
              <a:t/>
            </a:r>
          </a:p>
          <a:p xmlns:a="http://schemas.openxmlformats.org/drawingml/2006/main">
            <a:r>
              <a:t>**Working Title:**</a:t>
            </a:r>
          </a:p>
          <a:p xmlns:a="http://schemas.openxmlformats.org/drawingml/2006/main">
            <a:r>
              <a:t>ACT 0 실무 적용 팁 모아보기</a:t>
            </a:r>
          </a:p>
          <a:p xmlns:a="http://schemas.openxmlformats.org/drawingml/2006/main">
            <a:r>
              <a:t/>
            </a:r>
          </a:p>
          <a:p xmlns:a="http://schemas.openxmlformats.org/drawingml/2006/main">
            <a:r>
              <a:t>**ACT / Section:**</a:t>
            </a:r>
          </a:p>
          <a:p xmlns:a="http://schemas.openxmlformats.org/drawingml/2006/main">
            <a:r>
              <a:t>ACT 0 / 0E</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실무 적용 팁의 위치를 S11에서 찾는다. 내용과 근거 범위는 각 원래 장을 따른다.</a:t>
            </a:r>
          </a:p>
          <a:p xmlns:a="http://schemas.openxmlformats.org/drawingml/2006/main">
            <a:r>
              <a:t/>
            </a:r>
          </a:p>
          <a:p xmlns:a="http://schemas.openxmlformats.org/drawingml/2006/main">
            <a:r>
              <a:t>**Opening Question:**</a:t>
            </a:r>
          </a:p>
          <a:p xmlns:a="http://schemas.openxmlformats.org/drawingml/2006/main">
            <a:r>
              <a:t>“이 ACT에서 본 실무 적용 팁을 나중에 어디서 다시 볼 수 있을까요?”</a:t>
            </a:r>
          </a:p>
          <a:p xmlns:a="http://schemas.openxmlformats.org/drawingml/2006/main">
            <a:r>
              <a:t/>
            </a:r>
          </a:p>
          <a:p xmlns:a="http://schemas.openxmlformats.org/drawingml/2006/main">
            <a:r>
              <a:t>**Speaker Flow:**</a:t>
            </a:r>
          </a:p>
          <a:p xmlns:a="http://schemas.openxmlformats.org/drawingml/2006/main">
            <a:r>
              <a:t>1. (0:00–0:15 / Lecture) 같은 배지가 붙은 장이 실무 적용 팁임을 회수한다.</a:t>
            </a:r>
          </a:p>
          <a:p xmlns:a="http://schemas.openxmlformats.org/drawingml/2006/main">
            <a:r>
              <a:t>2. (0:15–0:45 / Lecture) S11 Repository 작업은 Codex에서 시작한다. 제목·위치만 짚고 본문은 다시 강의하지 않는다.</a:t>
            </a:r>
          </a:p>
          <a:p xmlns:a="http://schemas.openxmlformats.org/drawingml/2006/main">
            <a:r>
              <a:t>3. (0:45–1:00 / Lecture) 기존 연결 질문을 유지하고 S14로 이동한다.</a:t>
            </a:r>
          </a:p>
          <a:p xmlns:a="http://schemas.openxmlformats.org/drawingml/2006/main">
            <a:r>
              <a:t/>
            </a:r>
          </a:p>
          <a:p xmlns:a="http://schemas.openxmlformats.org/drawingml/2006/main">
            <a:r>
              <a:t>**Evidence / Source:**</a:t>
            </a:r>
          </a:p>
          <a:p xmlns:a="http://schemas.openxmlformats.org/drawingml/2006/main">
            <a:r>
              <a:t>DEC-0087. plan/SLIDE_MAP.md의 기존 제목·ID와 plan/PRACTICAL_APPLICATION_TIPS.md. 각 항목의 실제 관찰/연구/가상 사례는 원래 팁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설명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“이 구분을 여러분이 지금 맡기고 싶은 일에 대입해 보겠습니다.”라고 S14의 개인 적용 질문을 연다.</a:t>
            </a:r>
          </a:p>
          <a:p xmlns:a="http://schemas.openxmlformats.org/drawingml/2006/main">
            <a:r>
              <a:t/>
            </a:r>
          </a:p>
          <a:p xmlns:a="http://schemas.openxmlformats.org/drawingml/2006/main">
            <a:r>
              <a:t>**Time Management:**</a:t>
            </a:r>
          </a:p>
          <a:p xmlns:a="http://schemas.openxmlformats.org/drawingml/2006/main">
            <a:r>
              <a:t>Lecture 1분. 원래 장별 배정을 줄이거나 중복 계산하지 않는다. 시간이 길어지면 설명을 멈추고 다음 전환으로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production/preview/full/S13.png 또는 production/ACT_0.pptx의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DEC-0087. 최종 패키지/Notes/렌더 대조는 production/evaluation/PRACTICAL_APPLICATION_TIPS.md에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Repository를 보면 내가 원하는 것까지 알까?</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**CALLBACK (0:00–0:25 / Transition):** S12에서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S15의 모호한 요청에 연결한다.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S14 또는 production/preview/act0/S14.png의 동일 도식을 사용한다. 질문이 없으면 판정의 ?와 두 질문을 남긴 채 기존 Transition으로 S15에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26206eae0a64ab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da7666be8284c0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2cd41eb321e493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b106149352b4a4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0dc42b89a6d4241"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e92ba61eea04f6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775B249-50B7-459A-AB40-A596DC5641D7}"/>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984EF48-6F49-474A-89EA-D999B287CE2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1F2FDB5-B99E-416D-8CEE-F6E7CD0C8D0D}"/>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EFE06E5-FDE1-498B-8A07-3BD356E9C29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CA74290-55A9-4E03-B5B2-09D999461F8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EC103DA1-D8D3-4E05-A746-CCB26EB777C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55553B9-DBD4-4849-BA3A-732BB072440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7E3ED4A-06FD-44F5-BC81-2F3337B4B1AD}"/>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FDE2A20-2A4C-4C0D-8B27-3719D667758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BFC849E-FB95-4EDB-ADB4-0CA62A7AA82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ce6fc70be1b48cb" /><Relationship Type="http://schemas.openxmlformats.org/officeDocument/2006/relationships/slideLayout" Target="/ppt/slideLayouts/slideLayout1.xml" Id="R0878504b10c141e1" /><Relationship Type="http://schemas.openxmlformats.org/officeDocument/2006/relationships/slideLayout" Target="/ppt/slideLayouts/slideLayout2.xml" Id="Rbe9dab2d4303475a" /><Relationship Type="http://schemas.openxmlformats.org/officeDocument/2006/relationships/slideLayout" Target="/ppt/slideLayouts/slideLayout3.xml" Id="Rfc7d9636e72d4db6" /><Relationship Type="http://schemas.openxmlformats.org/officeDocument/2006/relationships/slideLayout" Target="/ppt/slideLayouts/slideLayout4.xml" Id="Rb4779f0f7a6c4299" /><Relationship Type="http://schemas.openxmlformats.org/officeDocument/2006/relationships/slideLayout" Target="/ppt/slideLayouts/slideLayout5.xml" Id="R333d0903afc24ba0" /><Relationship Type="http://schemas.openxmlformats.org/officeDocument/2006/relationships/slideLayout" Target="/ppt/slideLayouts/slideLayout6.xml" Id="Re2f4bf18b177453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878504b10c141e1"/>
    <p:sldLayoutId xmlns:r="http://schemas.openxmlformats.org/officeDocument/2006/relationships" id="2147483650" r:id="Rbe9dab2d4303475a"/>
    <p:sldLayoutId xmlns:r="http://schemas.openxmlformats.org/officeDocument/2006/relationships" id="2147483651" r:id="Rfc7d9636e72d4db6"/>
    <p:sldLayoutId xmlns:r="http://schemas.openxmlformats.org/officeDocument/2006/relationships" id="2147483652" r:id="Rb4779f0f7a6c4299"/>
    <p:sldLayoutId xmlns:r="http://schemas.openxmlformats.org/officeDocument/2006/relationships" id="2147483653" r:id="R333d0903afc24ba0"/>
    <p:sldLayoutId xmlns:r="http://schemas.openxmlformats.org/officeDocument/2006/relationships" id="2147483654" r:id="Re2f4bf18b177453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8970abc299aa495f" /><Relationship Type="http://schemas.openxmlformats.org/officeDocument/2006/relationships/image" Target="/ppt/media/image.png" Id="Rb444457323ad4b38" /><Relationship Type="http://schemas.openxmlformats.org/officeDocument/2006/relationships/notesSlide" Target="/ppt/notesSlides/notesSlide1.xml" Id="R8ccae72990544d2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e69bc06a0314120" /><Relationship Type="http://schemas.openxmlformats.org/officeDocument/2006/relationships/notesSlide" Target="/ppt/notesSlides/notesSlide2.xml" Id="R2e54d8a242b04c3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004ba274d48410f" /><Relationship Type="http://schemas.openxmlformats.org/officeDocument/2006/relationships/notesSlide" Target="/ppt/notesSlides/notesSlide3.xml" Id="R5ccc6270f7ef4c4e"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aa8a13054da42aa" /><Relationship Type="http://schemas.openxmlformats.org/officeDocument/2006/relationships/image" Target="/ppt/media/image2.png" Id="Rcc4d95320fda4442" /><Relationship Type="http://schemas.openxmlformats.org/officeDocument/2006/relationships/notesSlide" Target="/ppt/notesSlides/notesSlide4.xml" Id="R0ba9770fade8413d"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a3790235b93410e" /><Relationship Type="http://schemas.openxmlformats.org/officeDocument/2006/relationships/notesSlide" Target="/ppt/notesSlides/notesSlide5.xml" Id="Rc118b0bdca4a4072"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5d139b058834bb7" /><Relationship Type="http://schemas.openxmlformats.org/officeDocument/2006/relationships/notesSlide" Target="/ppt/notesSlides/notesSlide6.xml" Id="R2aa926768c72405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4445f71e40014e7c" /><Relationship Type="http://schemas.openxmlformats.org/officeDocument/2006/relationships/notesSlide" Target="/ppt/notesSlides/notesSlide7.xml" Id="Recbb49c0614f42ea"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737cb3f267db4c23" /><Relationship Type="http://schemas.openxmlformats.org/officeDocument/2006/relationships/notesSlide" Target="/ppt/notesSlides/notesSlide8.xml" Id="R940ab56deb5f4b9c"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56765c99b4264a52" /><Relationship Type="http://schemas.openxmlformats.org/officeDocument/2006/relationships/image" Target="/ppt/media/image3.png" Id="R828fac79ff2044d0" /><Relationship Type="http://schemas.openxmlformats.org/officeDocument/2006/relationships/notesSlide" Target="/ppt/notesSlides/notesSlide9.xml" Id="R7f5bcc2f55bb476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b347476b2e324d7d" /><Relationship Type="http://schemas.openxmlformats.org/officeDocument/2006/relationships/image" Target="/ppt/media/image4.png" Id="Re89473e1d0a34e38" /><Relationship Type="http://schemas.openxmlformats.org/officeDocument/2006/relationships/notesSlide" Target="/ppt/notesSlides/notesSlide10.xml" Id="Recaac0918648434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5abb5c6af3344336" /><Relationship Type="http://schemas.openxmlformats.org/officeDocument/2006/relationships/notesSlide" Target="/ppt/notesSlides/notesSlide11.xml" Id="R1ea4546386164cd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f3f5d406d53b4569" /><Relationship Type="http://schemas.openxmlformats.org/officeDocument/2006/relationships/image" Target="/ppt/media/image5.png" Id="Ra65b51b039f74b95" /><Relationship Type="http://schemas.openxmlformats.org/officeDocument/2006/relationships/image" Target="/ppt/media/image6.png" Id="R4557b234793a4f5f" /><Relationship Type="http://schemas.openxmlformats.org/officeDocument/2006/relationships/image" Target="/ppt/media/image7.png" Id="Rd9af02e11c454561" /><Relationship Type="http://schemas.openxmlformats.org/officeDocument/2006/relationships/notesSlide" Target="/ppt/notesSlides/notesSlide12.xml" Id="R560b8a9b2ae74b0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9025ce09bd8d4f45" /><Relationship Type="http://schemas.openxmlformats.org/officeDocument/2006/relationships/notesSlide" Target="/ppt/notesSlides/notesSlide13.xml" Id="R011365f4ca73456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3675f64025854567" /><Relationship Type="http://schemas.openxmlformats.org/officeDocument/2006/relationships/notesSlide" Target="/ppt/notesSlides/notesSlide14.xml" Id="Rbdc23bfdf8284710"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7D9BE1C6-D0C2-464F-8D8B-F05F52D0B2C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975D8822-BA7B-4865-AEAF-58408A14863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23BD27B9-32FB-4319-B666-4076EB08460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A491E3BE-5617-484D-B422-8BC8AC08239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E7606DAB-EA36-4CA7-8F67-924F1CA1F30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6E7D4F7E-A2B6-4783-8FBB-D261DBADC77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5E65D287-E860-429F-828E-1CB586E2266A}"/>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A1857201-DA4D-4264-8FB8-F058D3085875}"/>
              </a:ext>
            </a:extLst>
          </p:cNvPr>
          <p:cNvPicPr>
            <a:picLocks xmlns:a="http://schemas.openxmlformats.org/drawingml/2006/main" noChangeAspect="1"/>
          </p:cNvPicPr>
          <p:nvPr/>
        </p:nvPicPr>
        <p:blipFill>
          <a:blip xmlns:r="http://schemas.openxmlformats.org/officeDocument/2006/relationships" xmlns:a="http://schemas.openxmlformats.org/drawingml/2006/main" r:embed="Rb444457323ad4b38"/>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DDFB5E8F-611A-4DD2-A93D-1F576CE76BE5}"/>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E5F0C866-0DAE-475E-8EE8-F1F15F3E1007}"/>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696B1A94-4117-4A9C-A961-DE2159C1EB95}"/>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F85B1E87-6518-411A-9FAB-A69EFA8E3B0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130431533"/>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7BE967D8-0950-4998-8BFE-9DD49FF71C1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63B85FCC-CCC6-405A-AC53-75BD0069449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4FC704C2-DB6A-4105-993E-7FC58E84811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5395A1BE-99C4-4441-8462-C2FB6383F5B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18D27A9C-6CEC-4086-A477-1C8139E70A5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59A7FE07-262B-4EC9-8FF2-B6141AE23CE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B13198F6-349B-4B5E-9FB3-F7314552DB4B}"/>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91929032-F71E-4567-B3D3-546A5112C558}"/>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304FCF79-4B84-48B2-896F-734E42DE1A7D}"/>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C5909E03-6DFD-440F-BC15-8E62E2ABBB9F}"/>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941CCB5-1B62-494D-8E46-F58C6B3F57A6}"/>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6A10D784-5135-48CB-9433-D4F305554CC7}"/>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8CD147B9-1D31-4235-96D4-6EFE3FA65CFD}"/>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2EAD2037-EC50-4FAA-837B-0F1FD84A5FF1}"/>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2927119D-30DF-48AE-A0E9-A2DB949D405E}"/>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3E93C40C-85CE-4FFF-AB1A-8927E2DC3E3B}"/>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D55B0DC6-4F8B-4726-AA59-F269E1361283}"/>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1F7166B8-FE41-4B7B-B92D-79779A6E0B91}"/>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291F0100-DA13-482F-B956-FA53831040CD}"/>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812289AC-941D-445F-A9CC-EDE62214DA25}"/>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F2D8B031-55E1-4BBD-9FBD-0ADD467C00A0}"/>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215DED29-CC06-472B-A921-10E63A87AF03}"/>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AB4EA76D-22E5-486F-A40A-C910F6455AC5}"/>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9A0CB94B-4B6A-413D-98F1-5D1BA4CBBDFE}"/>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61F3538C-C5BE-418D-9666-74660BEC5480}"/>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99B9965B-7F6B-4A6A-B962-FC63A726B308}"/>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312CA37D-01FF-4CCA-AA42-DFA36179D459}"/>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1653220F-C122-4DDC-8017-C228D5BBEF9A}"/>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A23B5E45-D8C5-4177-BB69-2131BC78657E}"/>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FF32DFEF-F5A2-47FC-949B-30E1CFC9C312}"/>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602B0764-9FFC-4DFC-BBD1-4378EB72936B}"/>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89FD8712-1D11-40D9-8AE9-8FBA263C71FD}"/>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296556F0-DF91-40AE-A06F-7B4E560E78EB}"/>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3859019B-BD60-4424-AE75-5C48D6311F6C}"/>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9013E24A-5A6B-4AB6-B2B1-351055AE3E6B}"/>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14F8F267-28E7-465A-A9F3-EEA86D159E10}"/>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FD1B985D-FC6D-42C0-8322-3E7B94DB6AC6}"/>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0EC59FEC-D356-4428-B796-8DDA4C58D8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860715434"/>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1B9E9072-3354-4D05-B8F9-E045D83D66A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C0823B3A-27E2-4C95-B8A2-069F02108CD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A3105DBE-1FAF-426E-B38A-2783F040303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06E6A299-175B-4558-9051-A93E69ABB0D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165882F7-57DC-42EF-B82D-8EDA46C22BB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22E56AE8-CB1C-43F7-8CE6-88B2B01456B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1086BDAC-20C0-48E9-9310-C7EF90EB8326}"/>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97029A56-B801-4031-826A-317F88169AB8}"/>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28A65B2C-5324-46C6-B4F8-3CF688934941}"/>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34E5B61A-1C2D-4655-85EE-080BBA2E95C8}"/>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1F9C162E-D812-4CF3-B1CA-48CD4BA628A8}"/>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F8F519F2-9350-4340-A3B7-D088B72AAAA6}"/>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40F4157E-371E-4BA2-83C1-F068D8B75EBA}"/>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D691C041-8026-4B9E-8974-1283BF578779}"/>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EECC8B3D-A464-4980-87B3-B1EDF1A39215}"/>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FF30FD9D-33CC-4048-9674-63CC3017E55A}"/>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831A2713-D490-44FF-8FF5-41B0D2B303E6}"/>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76442576-3642-4092-BB47-302E93FEA6F4}"/>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366BFC33-F041-42A8-8BFB-10D628E443EA}"/>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7F534966-B1F0-4389-B193-E491CF630815}"/>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F13FB793-9DFB-43EA-877D-B4ADC19B7694}"/>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D2897B06-91E2-4767-8849-8BF886B2302E}"/>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C0BCE008-D1FE-4750-A0DC-2689C71C6776}"/>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CF15601A-830E-47CE-B87A-1A5ED1BF425F}"/>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C3C6A5EA-0676-4FD8-BB91-95A15E133AE8}"/>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34A9B059-439A-4E66-A423-A108B6CCBD74}"/>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EB307B52-E5BB-447E-A889-01E8F6EA338E}"/>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3D519BB6-07ED-46CB-9039-E28F695FA41D}"/>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4BC1D04D-8C68-402C-974E-05683D4D78EC}"/>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D25E33E9-25F4-4CEB-8A83-95930CC311A4}"/>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EAB26964-3A83-441D-A7C4-EF9E63E01A76}"/>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EF13F56D-E5CC-4475-BDCB-872D957FFAC6}"/>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F7D54746-59D3-4FFE-91E3-516F93E0D12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485106153"/>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261A18C1-10CF-495D-A306-74A4459B941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E627AA70-D180-4402-ACB8-B3FCA3529DC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833EB79A-B5C4-45D4-BF42-35CCCB69A8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397128D5-9FEA-446C-928F-A3D61336E57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F35DB992-7ED3-4BF1-9EE3-8F709852547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5A415DA5-D1D5-454E-AF74-2F73DEF3644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FC2052F8-F85D-432C-AF02-AA4A8320BB16}"/>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9BC9D62F-16C2-44EA-9E3C-9573FA24D0DA}"/>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1591C8FF-F26D-4565-81C4-6708F805D582}"/>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C7212BA5-9FE2-40F7-BC69-FCA6814BCDE2}"/>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B7412663-0FD1-417D-9C8D-D8C5246DF1FB}"/>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C8D58988-811D-49D6-8A3B-CD156065A411}"/>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449D619C-E49A-41B0-9FE5-AE871CC95454}"/>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1FDE5C62-E07B-437D-896E-7AA464384013}"/>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1BD966FF-1590-4A1A-930C-367C710DFFEC}"/>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2BDD7467-08A8-4990-A1C9-328BBC92DDE4}"/>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928FC238-2E96-47D5-A231-868E10650BDE}"/>
              </a:ext>
            </a:extLst>
          </p:cNvPr>
          <p:cNvPicPr>
            <a:picLocks xmlns:a="http://schemas.openxmlformats.org/drawingml/2006/main" noChangeAspect="1"/>
          </p:cNvPicPr>
          <p:nvPr/>
        </p:nvPicPr>
        <p:blipFill>
          <a:blip xmlns:r="http://schemas.openxmlformats.org/officeDocument/2006/relationships" xmlns:a="http://schemas.openxmlformats.org/drawingml/2006/main" r:embed="Rcc4d95320fda4442"/>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16298481-2619-48E7-ACCB-FA2A047343BC}"/>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517163B0-7261-43F9-B0FE-BD816436226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351477709"/>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0 · Crop 결과">
            <a:extLst xmlns:a="http://schemas.openxmlformats.org/drawingml/2006/main">
              <a:ext uri="{FF2B5EF4-FFF2-40B4-BE49-F238E27FC236}">
                <a16:creationId xmlns:a16="http://schemas.microsoft.com/office/drawing/2014/main" id="{3D9BF1D2-D1CF-4F03-8EFC-5FCF6FC8EDF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Crop 결과</a:t>
            </a:r>
          </a:p>
        </p:txBody>
      </p:sp>
      <p:sp>
        <p:nvSpPr>
          <p:cNvPr id="2" name="S05">
            <a:extLst xmlns:a="http://schemas.openxmlformats.org/drawingml/2006/main">
              <a:ext uri="{FF2B5EF4-FFF2-40B4-BE49-F238E27FC236}">
                <a16:creationId xmlns:a16="http://schemas.microsoft.com/office/drawing/2014/main" id="{04254C99-7910-4698-B290-0009DA7B548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Crop은 기대한 폭보다 한 열을 더 포함했다">
            <a:extLst xmlns:a="http://schemas.openxmlformats.org/drawingml/2006/main">
              <a:ext uri="{FF2B5EF4-FFF2-40B4-BE49-F238E27FC236}">
                <a16:creationId xmlns:a16="http://schemas.microsoft.com/office/drawing/2014/main" id="{EA1FA521-78BC-4F33-ABA7-0AD36D22505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Crop은 기대한 폭보다 한 열을 더 포함했다</a:t>
            </a:r>
          </a:p>
        </p:txBody>
      </p:sp>
      <p:sp>
        <p:nvSpPr>
          <p:cNvPr id="4" name="">
            <a:extLst xmlns:a="http://schemas.openxmlformats.org/drawingml/2006/main">
              <a:ext uri="{FF2B5EF4-FFF2-40B4-BE49-F238E27FC236}">
                <a16:creationId xmlns:a16="http://schemas.microsoft.com/office/drawing/2014/main" id="{27A53D18-E494-4A70-B7C5-B96ED7FE5A1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 STATE-00 테스트·소스의 첫 행을 발췌한 재구성 · CLI 0.154.0">
            <a:extLst xmlns:a="http://schemas.openxmlformats.org/drawingml/2006/main">
              <a:ext uri="{FF2B5EF4-FFF2-40B4-BE49-F238E27FC236}">
                <a16:creationId xmlns:a16="http://schemas.microsoft.com/office/drawing/2014/main" id="{E4882BC5-0F25-4961-8881-93EFB4785E7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 STATE-00 테스트·소스의 첫 행을 발췌한 재구성 · CLI 0.154.0</a:t>
            </a:r>
          </a:p>
        </p:txBody>
      </p:sp>
      <p:sp>
        <p:nvSpPr>
          <p:cNvPr id="6" name="실제 실행 Screenshot 아님 · 코드 수정 없음 · C++ 할당·capacity·버퍼 오버런 사례 아">
            <a:extLst xmlns:a="http://schemas.openxmlformats.org/drawingml/2006/main">
              <a:ext uri="{FF2B5EF4-FFF2-40B4-BE49-F238E27FC236}">
                <a16:creationId xmlns:a16="http://schemas.microsoft.com/office/drawing/2014/main" id="{628F9746-E0CE-48AC-8274-A09ACAA62BA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Screenshot 아님 · 코드 수정 없음 · C++ 할당·capacity·버퍼 오버런 사례 아님</a:t>
            </a:r>
          </a:p>
        </p:txBody>
      </p:sp>
      <p:sp>
        <p:nvSpPr>
          <p:cNvPr id="7" name="crop(image, 1, 3) · 명세는 끝 좌표 3을 제외">
            <a:extLst xmlns:a="http://schemas.openxmlformats.org/drawingml/2006/main">
              <a:ext uri="{FF2B5EF4-FFF2-40B4-BE49-F238E27FC236}">
                <a16:creationId xmlns:a16="http://schemas.microsoft.com/office/drawing/2014/main" id="{AB1526B8-AD1C-448A-821C-049381D422C9}"/>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crop(image, 1, 3) · 명세는 끝 좌표 3을 제외</a:t>
            </a:r>
          </a:p>
        </p:txBody>
      </p:sp>
      <p:sp>
        <p:nvSpPr>
          <p:cNvPr id="8" name="입력의 첫 행">
            <a:extLst xmlns:a="http://schemas.openxmlformats.org/drawingml/2006/main">
              <a:ext uri="{FF2B5EF4-FFF2-40B4-BE49-F238E27FC236}">
                <a16:creationId xmlns:a16="http://schemas.microsoft.com/office/drawing/2014/main" id="{85E9BE2D-3D28-4139-ADAC-B1CE0F510E0E}"/>
              </a:ext>
            </a:extLst>
          </p:cNvPr>
          <p:cNvSpPr>
            <a:spLocks xmlns:a="http://schemas.openxmlformats.org/drawingml/2006/main" noGrp="1"/>
          </p:cNvSpPr>
          <p:nvPr/>
        </p:nvSpPr>
        <p:spPr>
          <a:xfrm xmlns:a="http://schemas.openxmlformats.org/drawingml/2006/main">
            <a:off x="609600" y="28003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입력의 첫 행</a:t>
            </a:r>
          </a:p>
        </p:txBody>
      </p:sp>
      <p:sp>
        <p:nvSpPr>
          <p:cNvPr id="9" name="0">
            <a:extLst xmlns:a="http://schemas.openxmlformats.org/drawingml/2006/main">
              <a:ext uri="{FF2B5EF4-FFF2-40B4-BE49-F238E27FC236}">
                <a16:creationId xmlns:a16="http://schemas.microsoft.com/office/drawing/2014/main" id="{274ECF10-1A20-41A8-BFDA-3FDDEF4BFB93}"/>
              </a:ext>
            </a:extLst>
          </p:cNvPr>
          <p:cNvSpPr>
            <a:spLocks xmlns:a="http://schemas.openxmlformats.org/drawingml/2006/main" noGrp="1"/>
          </p:cNvSpPr>
          <p:nvPr/>
        </p:nvSpPr>
        <p:spPr>
          <a:xfrm xmlns:a="http://schemas.openxmlformats.org/drawingml/2006/main">
            <a:off x="371475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0</a:t>
            </a:r>
          </a:p>
        </p:txBody>
      </p:sp>
      <p:sp>
        <p:nvSpPr>
          <p:cNvPr id="10" name="1">
            <a:extLst xmlns:a="http://schemas.openxmlformats.org/drawingml/2006/main">
              <a:ext uri="{FF2B5EF4-FFF2-40B4-BE49-F238E27FC236}">
                <a16:creationId xmlns:a16="http://schemas.microsoft.com/office/drawing/2014/main" id="{92ED22F9-E7A9-4D0A-B16D-D90A10E6AE32}"/>
              </a:ext>
            </a:extLst>
          </p:cNvPr>
          <p:cNvSpPr>
            <a:spLocks xmlns:a="http://schemas.openxmlformats.org/drawingml/2006/main" noGrp="1"/>
          </p:cNvSpPr>
          <p:nvPr/>
        </p:nvSpPr>
        <p:spPr>
          <a:xfrm xmlns:a="http://schemas.openxmlformats.org/drawingml/2006/main">
            <a:off x="461962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1</a:t>
            </a:r>
          </a:p>
        </p:txBody>
      </p:sp>
      <p:sp>
        <p:nvSpPr>
          <p:cNvPr id="11" name="2">
            <a:extLst xmlns:a="http://schemas.openxmlformats.org/drawingml/2006/main">
              <a:ext uri="{FF2B5EF4-FFF2-40B4-BE49-F238E27FC236}">
                <a16:creationId xmlns:a16="http://schemas.microsoft.com/office/drawing/2014/main" id="{E5A868ED-7814-4335-930F-6E75D0D48CBC}"/>
              </a:ext>
            </a:extLst>
          </p:cNvPr>
          <p:cNvSpPr>
            <a:spLocks xmlns:a="http://schemas.openxmlformats.org/drawingml/2006/main" noGrp="1"/>
          </p:cNvSpPr>
          <p:nvPr/>
        </p:nvSpPr>
        <p:spPr>
          <a:xfrm xmlns:a="http://schemas.openxmlformats.org/drawingml/2006/main">
            <a:off x="552450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2</a:t>
            </a:r>
          </a:p>
        </p:txBody>
      </p:sp>
      <p:sp>
        <p:nvSpPr>
          <p:cNvPr id="12" name="3">
            <a:extLst xmlns:a="http://schemas.openxmlformats.org/drawingml/2006/main">
              <a:ext uri="{FF2B5EF4-FFF2-40B4-BE49-F238E27FC236}">
                <a16:creationId xmlns:a16="http://schemas.microsoft.com/office/drawing/2014/main" id="{781DE47F-D7BB-45F1-9D03-9A226D81FD5B}"/>
              </a:ext>
            </a:extLst>
          </p:cNvPr>
          <p:cNvSpPr>
            <a:spLocks xmlns:a="http://schemas.openxmlformats.org/drawingml/2006/main" noGrp="1"/>
          </p:cNvSpPr>
          <p:nvPr/>
        </p:nvSpPr>
        <p:spPr>
          <a:xfrm xmlns:a="http://schemas.openxmlformats.org/drawingml/2006/main">
            <a:off x="642937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3</a:t>
            </a:r>
          </a:p>
        </p:txBody>
      </p:sp>
      <p:sp>
        <p:nvSpPr>
          <p:cNvPr id="13" name="">
            <a:extLst xmlns:a="http://schemas.openxmlformats.org/drawingml/2006/main">
              <a:ext uri="{FF2B5EF4-FFF2-40B4-BE49-F238E27FC236}">
                <a16:creationId xmlns:a16="http://schemas.microsoft.com/office/drawing/2014/main" id="{32CF3842-0731-410D-A705-2736789737B2}"/>
              </a:ext>
            </a:extLst>
          </p:cNvPr>
          <p:cNvSpPr>
            <a:spLocks xmlns:a="http://schemas.openxmlformats.org/drawingml/2006/main" noGrp="1"/>
          </p:cNvSpPr>
          <p:nvPr/>
        </p:nvSpPr>
        <p:spPr>
          <a:xfrm xmlns:a="http://schemas.openxmlformats.org/drawingml/2006/main">
            <a:off x="371475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1">
            <a:extLst xmlns:a="http://schemas.openxmlformats.org/drawingml/2006/main">
              <a:ext uri="{FF2B5EF4-FFF2-40B4-BE49-F238E27FC236}">
                <a16:creationId xmlns:a16="http://schemas.microsoft.com/office/drawing/2014/main" id="{0B8010C8-0535-4754-8A33-5E7065D1D16B}"/>
              </a:ext>
            </a:extLst>
          </p:cNvPr>
          <p:cNvSpPr>
            <a:spLocks xmlns:a="http://schemas.openxmlformats.org/drawingml/2006/main" noGrp="1"/>
          </p:cNvSpPr>
          <p:nvPr/>
        </p:nvSpPr>
        <p:spPr>
          <a:xfrm xmlns:a="http://schemas.openxmlformats.org/drawingml/2006/main">
            <a:off x="371475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139AFB02-570D-49F2-A97B-EBF5F208FD08}"/>
              </a:ext>
            </a:extLst>
          </p:cNvPr>
          <p:cNvSpPr>
            <a:spLocks xmlns:a="http://schemas.openxmlformats.org/drawingml/2006/main" noGrp="1"/>
          </p:cNvSpPr>
          <p:nvPr/>
        </p:nvSpPr>
        <p:spPr>
          <a:xfrm xmlns:a="http://schemas.openxmlformats.org/drawingml/2006/main">
            <a:off x="461962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2">
            <a:extLst xmlns:a="http://schemas.openxmlformats.org/drawingml/2006/main">
              <a:ext uri="{FF2B5EF4-FFF2-40B4-BE49-F238E27FC236}">
                <a16:creationId xmlns:a16="http://schemas.microsoft.com/office/drawing/2014/main" id="{DBCCCAE5-3CE2-4687-9DBA-E660365D5339}"/>
              </a:ext>
            </a:extLst>
          </p:cNvPr>
          <p:cNvSpPr>
            <a:spLocks xmlns:a="http://schemas.openxmlformats.org/drawingml/2006/main" noGrp="1"/>
          </p:cNvSpPr>
          <p:nvPr/>
        </p:nvSpPr>
        <p:spPr>
          <a:xfrm xmlns:a="http://schemas.openxmlformats.org/drawingml/2006/main">
            <a:off x="461962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17" name="">
            <a:extLst xmlns:a="http://schemas.openxmlformats.org/drawingml/2006/main">
              <a:ext uri="{FF2B5EF4-FFF2-40B4-BE49-F238E27FC236}">
                <a16:creationId xmlns:a16="http://schemas.microsoft.com/office/drawing/2014/main" id="{F4EBF107-8200-4EC2-9DC7-A4CB8719E27F}"/>
              </a:ext>
            </a:extLst>
          </p:cNvPr>
          <p:cNvSpPr>
            <a:spLocks xmlns:a="http://schemas.openxmlformats.org/drawingml/2006/main" noGrp="1"/>
          </p:cNvSpPr>
          <p:nvPr/>
        </p:nvSpPr>
        <p:spPr>
          <a:xfrm xmlns:a="http://schemas.openxmlformats.org/drawingml/2006/main">
            <a:off x="552450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8" name="3">
            <a:extLst xmlns:a="http://schemas.openxmlformats.org/drawingml/2006/main">
              <a:ext uri="{FF2B5EF4-FFF2-40B4-BE49-F238E27FC236}">
                <a16:creationId xmlns:a16="http://schemas.microsoft.com/office/drawing/2014/main" id="{5FFDBA90-A0AC-4ED5-909F-F0FB6C3D7548}"/>
              </a:ext>
            </a:extLst>
          </p:cNvPr>
          <p:cNvSpPr>
            <a:spLocks xmlns:a="http://schemas.openxmlformats.org/drawingml/2006/main" noGrp="1"/>
          </p:cNvSpPr>
          <p:nvPr/>
        </p:nvSpPr>
        <p:spPr>
          <a:xfrm xmlns:a="http://schemas.openxmlformats.org/drawingml/2006/main">
            <a:off x="552450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19" name="">
            <a:extLst xmlns:a="http://schemas.openxmlformats.org/drawingml/2006/main">
              <a:ext uri="{FF2B5EF4-FFF2-40B4-BE49-F238E27FC236}">
                <a16:creationId xmlns:a16="http://schemas.microsoft.com/office/drawing/2014/main" id="{47042468-50E3-42B9-A6AA-A6046AC8DF18}"/>
              </a:ext>
            </a:extLst>
          </p:cNvPr>
          <p:cNvSpPr>
            <a:spLocks xmlns:a="http://schemas.openxmlformats.org/drawingml/2006/main" noGrp="1"/>
          </p:cNvSpPr>
          <p:nvPr/>
        </p:nvSpPr>
        <p:spPr>
          <a:xfrm xmlns:a="http://schemas.openxmlformats.org/drawingml/2006/main">
            <a:off x="642937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0" name="4">
            <a:extLst xmlns:a="http://schemas.openxmlformats.org/drawingml/2006/main">
              <a:ext uri="{FF2B5EF4-FFF2-40B4-BE49-F238E27FC236}">
                <a16:creationId xmlns:a16="http://schemas.microsoft.com/office/drawing/2014/main" id="{4D5D3F23-EE2C-40A4-8709-0A967714380E}"/>
              </a:ext>
            </a:extLst>
          </p:cNvPr>
          <p:cNvSpPr>
            <a:spLocks xmlns:a="http://schemas.openxmlformats.org/drawingml/2006/main" noGrp="1"/>
          </p:cNvSpPr>
          <p:nvPr/>
        </p:nvSpPr>
        <p:spPr>
          <a:xfrm xmlns:a="http://schemas.openxmlformats.org/drawingml/2006/main">
            <a:off x="642937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4</a:t>
            </a:r>
          </a:p>
        </p:txBody>
      </p:sp>
      <p:sp>
        <p:nvSpPr>
          <p:cNvPr id="21" name="명세 · 폭 2">
            <a:extLst xmlns:a="http://schemas.openxmlformats.org/drawingml/2006/main">
              <a:ext uri="{FF2B5EF4-FFF2-40B4-BE49-F238E27FC236}">
                <a16:creationId xmlns:a16="http://schemas.microsoft.com/office/drawing/2014/main" id="{DAEEA424-F4C2-41E2-A0B2-5B79F39C7EAB}"/>
              </a:ext>
            </a:extLst>
          </p:cNvPr>
          <p:cNvSpPr>
            <a:spLocks xmlns:a="http://schemas.openxmlformats.org/drawingml/2006/main" noGrp="1"/>
          </p:cNvSpPr>
          <p:nvPr/>
        </p:nvSpPr>
        <p:spPr>
          <a:xfrm xmlns:a="http://schemas.openxmlformats.org/drawingml/2006/main">
            <a:off x="1524000" y="385762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명세 · 폭 2</a:t>
            </a:r>
          </a:p>
        </p:txBody>
      </p:sp>
      <p:sp>
        <p:nvSpPr>
          <p:cNvPr id="22" name="">
            <a:extLst xmlns:a="http://schemas.openxmlformats.org/drawingml/2006/main">
              <a:ext uri="{FF2B5EF4-FFF2-40B4-BE49-F238E27FC236}">
                <a16:creationId xmlns:a16="http://schemas.microsoft.com/office/drawing/2014/main" id="{FE596B86-7870-4594-A70E-F59CCA2EC86B}"/>
              </a:ext>
            </a:extLst>
          </p:cNvPr>
          <p:cNvSpPr>
            <a:spLocks xmlns:a="http://schemas.openxmlformats.org/drawingml/2006/main" noGrp="1"/>
          </p:cNvSpPr>
          <p:nvPr/>
        </p:nvSpPr>
        <p:spPr>
          <a:xfrm xmlns:a="http://schemas.openxmlformats.org/drawingml/2006/main">
            <a:off x="152400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2">
            <a:extLst xmlns:a="http://schemas.openxmlformats.org/drawingml/2006/main">
              <a:ext uri="{FF2B5EF4-FFF2-40B4-BE49-F238E27FC236}">
                <a16:creationId xmlns:a16="http://schemas.microsoft.com/office/drawing/2014/main" id="{FA911053-548E-4619-A0CC-8CC2F22EE43F}"/>
              </a:ext>
            </a:extLst>
          </p:cNvPr>
          <p:cNvSpPr>
            <a:spLocks xmlns:a="http://schemas.openxmlformats.org/drawingml/2006/main" noGrp="1"/>
          </p:cNvSpPr>
          <p:nvPr/>
        </p:nvSpPr>
        <p:spPr>
          <a:xfrm xmlns:a="http://schemas.openxmlformats.org/drawingml/2006/main">
            <a:off x="15240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4" name="">
            <a:extLst xmlns:a="http://schemas.openxmlformats.org/drawingml/2006/main">
              <a:ext uri="{FF2B5EF4-FFF2-40B4-BE49-F238E27FC236}">
                <a16:creationId xmlns:a16="http://schemas.microsoft.com/office/drawing/2014/main" id="{09B5B848-0C69-4E19-91B7-444E95D32BD4}"/>
              </a:ext>
            </a:extLst>
          </p:cNvPr>
          <p:cNvSpPr>
            <a:spLocks xmlns:a="http://schemas.openxmlformats.org/drawingml/2006/main" noGrp="1"/>
          </p:cNvSpPr>
          <p:nvPr/>
        </p:nvSpPr>
        <p:spPr>
          <a:xfrm xmlns:a="http://schemas.openxmlformats.org/drawingml/2006/main">
            <a:off x="242887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5" name="3">
            <a:extLst xmlns:a="http://schemas.openxmlformats.org/drawingml/2006/main">
              <a:ext uri="{FF2B5EF4-FFF2-40B4-BE49-F238E27FC236}">
                <a16:creationId xmlns:a16="http://schemas.microsoft.com/office/drawing/2014/main" id="{B015DB2D-ADAD-4389-B7A7-4BF6299DEB22}"/>
              </a:ext>
            </a:extLst>
          </p:cNvPr>
          <p:cNvSpPr>
            <a:spLocks xmlns:a="http://schemas.openxmlformats.org/drawingml/2006/main" noGrp="1"/>
          </p:cNvSpPr>
          <p:nvPr/>
        </p:nvSpPr>
        <p:spPr>
          <a:xfrm xmlns:a="http://schemas.openxmlformats.org/drawingml/2006/main">
            <a:off x="242887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26" name="구현 · 폭 3">
            <a:extLst xmlns:a="http://schemas.openxmlformats.org/drawingml/2006/main">
              <a:ext uri="{FF2B5EF4-FFF2-40B4-BE49-F238E27FC236}">
                <a16:creationId xmlns:a16="http://schemas.microsoft.com/office/drawing/2014/main" id="{E98492E1-8CBB-450F-BAB7-AA652DFC7EB0}"/>
              </a:ext>
            </a:extLst>
          </p:cNvPr>
          <p:cNvSpPr>
            <a:spLocks xmlns:a="http://schemas.openxmlformats.org/drawingml/2006/main" noGrp="1"/>
          </p:cNvSpPr>
          <p:nvPr/>
        </p:nvSpPr>
        <p:spPr>
          <a:xfrm xmlns:a="http://schemas.openxmlformats.org/drawingml/2006/main">
            <a:off x="7029450" y="3857625"/>
            <a:ext cx="4552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B42318"/>
                </a:solidFill>
                <a:latin typeface="Malgun Gothic"/>
                <a:ea typeface="Malgun Gothic"/>
                <a:cs typeface="Malgun Gothic"/>
              </a:defRPr>
            </a:defPPr>
            <a:lvl1pPr algn="l">
              <a:defRPr sz="2550" b="1">
                <a:solidFill>
                  <a:srgbClr val="B42318"/>
                </a:solidFill>
                <a:latin typeface="Malgun Gothic"/>
                <a:ea typeface="Malgun Gothic"/>
                <a:cs typeface="Malgun Gothic"/>
              </a:defRPr>
            </a:lvl1pPr>
            <a:lvl2pPr algn="l">
              <a:defRPr sz="2550" b="1">
                <a:solidFill>
                  <a:srgbClr val="B42318"/>
                </a:solidFill>
                <a:latin typeface="Malgun Gothic"/>
                <a:ea typeface="Malgun Gothic"/>
                <a:cs typeface="Malgun Gothic"/>
              </a:defRPr>
            </a:lvl2pPr>
            <a:lvl3pPr algn="l">
              <a:defRPr sz="2550" b="1">
                <a:solidFill>
                  <a:srgbClr val="B42318"/>
                </a:solidFill>
                <a:latin typeface="Malgun Gothic"/>
                <a:ea typeface="Malgun Gothic"/>
                <a:cs typeface="Malgun Gothic"/>
              </a:defRPr>
            </a:lvl3pPr>
            <a:lvl4pPr algn="l">
              <a:defRPr sz="2550" b="1">
                <a:solidFill>
                  <a:srgbClr val="B42318"/>
                </a:solidFill>
                <a:latin typeface="Malgun Gothic"/>
                <a:ea typeface="Malgun Gothic"/>
                <a:cs typeface="Malgun Gothic"/>
              </a:defRPr>
            </a:lvl4pPr>
            <a:lvl5pPr algn="l">
              <a:defRPr sz="2550" b="1">
                <a:solidFill>
                  <a:srgbClr val="B42318"/>
                </a:solidFill>
                <a:latin typeface="Malgun Gothic"/>
                <a:ea typeface="Malgun Gothic"/>
                <a:cs typeface="Malgun Gothic"/>
              </a:defRPr>
            </a:lvl5pPr>
            <a:lvl6pPr algn="l">
              <a:defRPr sz="2550" b="1">
                <a:solidFill>
                  <a:srgbClr val="B42318"/>
                </a:solidFill>
                <a:latin typeface="Malgun Gothic"/>
                <a:ea typeface="Malgun Gothic"/>
                <a:cs typeface="Malgun Gothic"/>
              </a:defRPr>
            </a:lvl6pPr>
            <a:lvl7pPr algn="l">
              <a:defRPr sz="2550" b="1">
                <a:solidFill>
                  <a:srgbClr val="B42318"/>
                </a:solidFill>
                <a:latin typeface="Malgun Gothic"/>
                <a:ea typeface="Malgun Gothic"/>
                <a:cs typeface="Malgun Gothic"/>
              </a:defRPr>
            </a:lvl7pPr>
            <a:lvl8pPr algn="l">
              <a:defRPr sz="2550" b="1">
                <a:solidFill>
                  <a:srgbClr val="B42318"/>
                </a:solidFill>
                <a:latin typeface="Malgun Gothic"/>
                <a:ea typeface="Malgun Gothic"/>
                <a:cs typeface="Malgun Gothic"/>
              </a:defRPr>
            </a:lvl8pPr>
            <a:lvl9pPr algn="l">
              <a:defRPr sz="2550" b="1">
                <a:solidFill>
                  <a:srgbClr val="B42318"/>
                </a:solidFill>
                <a:latin typeface="Malgun Gothic"/>
                <a:ea typeface="Malgun Gothic"/>
                <a:cs typeface="Malgun Gothic"/>
              </a:defRPr>
            </a:lvl9pPr>
          </a:lstStyle>
          <a:p xmlns:a="http://schemas.openxmlformats.org/drawingml/2006/main">
            <a:pPr algn="l">
              <a:defRPr sz="2550" b="1">
                <a:solidFill>
                  <a:srgbClr val="B42318"/>
                </a:solidFill>
                <a:latin typeface="Malgun Gothic"/>
                <a:ea typeface="Malgun Gothic"/>
                <a:cs typeface="Malgun Gothic"/>
              </a:defRPr>
            </a:pPr>
            <a:r>
              <a:rPr sz="2550" b="1">
                <a:solidFill>
                  <a:srgbClr val="B42318"/>
                </a:solidFill>
                <a:latin typeface="Malgun Gothic"/>
                <a:ea typeface="Malgun Gothic"/>
                <a:cs typeface="Malgun Gothic"/>
              </a:rPr>
              <a:t>구현 · 폭 3</a:t>
            </a:r>
          </a:p>
        </p:txBody>
      </p:sp>
      <p:sp>
        <p:nvSpPr>
          <p:cNvPr id="27" name="">
            <a:extLst xmlns:a="http://schemas.openxmlformats.org/drawingml/2006/main">
              <a:ext uri="{FF2B5EF4-FFF2-40B4-BE49-F238E27FC236}">
                <a16:creationId xmlns:a16="http://schemas.microsoft.com/office/drawing/2014/main" id="{45FCA237-B0DA-4667-945C-CD4A29CCC1F2}"/>
              </a:ext>
            </a:extLst>
          </p:cNvPr>
          <p:cNvSpPr>
            <a:spLocks xmlns:a="http://schemas.openxmlformats.org/drawingml/2006/main" noGrp="1"/>
          </p:cNvSpPr>
          <p:nvPr/>
        </p:nvSpPr>
        <p:spPr>
          <a:xfrm xmlns:a="http://schemas.openxmlformats.org/drawingml/2006/main">
            <a:off x="702945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8" name="2">
            <a:extLst xmlns:a="http://schemas.openxmlformats.org/drawingml/2006/main">
              <a:ext uri="{FF2B5EF4-FFF2-40B4-BE49-F238E27FC236}">
                <a16:creationId xmlns:a16="http://schemas.microsoft.com/office/drawing/2014/main" id="{B8E88494-9E61-434E-877E-A90097B1C897}"/>
              </a:ext>
            </a:extLst>
          </p:cNvPr>
          <p:cNvSpPr>
            <a:spLocks xmlns:a="http://schemas.openxmlformats.org/drawingml/2006/main" noGrp="1"/>
          </p:cNvSpPr>
          <p:nvPr/>
        </p:nvSpPr>
        <p:spPr>
          <a:xfrm xmlns:a="http://schemas.openxmlformats.org/drawingml/2006/main">
            <a:off x="702945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7A7BA23F-0585-4FFE-AD98-3E922B763535}"/>
              </a:ext>
            </a:extLst>
          </p:cNvPr>
          <p:cNvSpPr>
            <a:spLocks xmlns:a="http://schemas.openxmlformats.org/drawingml/2006/main" noGrp="1"/>
          </p:cNvSpPr>
          <p:nvPr/>
        </p:nvSpPr>
        <p:spPr>
          <a:xfrm xmlns:a="http://schemas.openxmlformats.org/drawingml/2006/main">
            <a:off x="793432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3">
            <a:extLst xmlns:a="http://schemas.openxmlformats.org/drawingml/2006/main">
              <a:ext uri="{FF2B5EF4-FFF2-40B4-BE49-F238E27FC236}">
                <a16:creationId xmlns:a16="http://schemas.microsoft.com/office/drawing/2014/main" id="{83C7E344-4DF8-44F9-8133-5EB013CE362C}"/>
              </a:ext>
            </a:extLst>
          </p:cNvPr>
          <p:cNvSpPr>
            <a:spLocks xmlns:a="http://schemas.openxmlformats.org/drawingml/2006/main" noGrp="1"/>
          </p:cNvSpPr>
          <p:nvPr/>
        </p:nvSpPr>
        <p:spPr>
          <a:xfrm xmlns:a="http://schemas.openxmlformats.org/drawingml/2006/main">
            <a:off x="793432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31" name="">
            <a:extLst xmlns:a="http://schemas.openxmlformats.org/drawingml/2006/main">
              <a:ext uri="{FF2B5EF4-FFF2-40B4-BE49-F238E27FC236}">
                <a16:creationId xmlns:a16="http://schemas.microsoft.com/office/drawing/2014/main" id="{44D12BD9-6854-43B4-A7D2-EF040F7B3A99}"/>
              </a:ext>
            </a:extLst>
          </p:cNvPr>
          <p:cNvSpPr>
            <a:spLocks xmlns:a="http://schemas.openxmlformats.org/drawingml/2006/main" noGrp="1"/>
          </p:cNvSpPr>
          <p:nvPr/>
        </p:nvSpPr>
        <p:spPr>
          <a:xfrm xmlns:a="http://schemas.openxmlformats.org/drawingml/2006/main">
            <a:off x="8839200" y="4429125"/>
            <a:ext cx="781050" cy="714375"/>
          </a:xfrm>
          <a:prstGeom xmlns:a="http://schemas.openxmlformats.org/drawingml/2006/main" prst="rect">
            <a:avLst/>
          </a:prstGeom>
          <a:solidFill xmlns:a="http://schemas.openxmlformats.org/drawingml/2006/main">
            <a:srgbClr val="FBE4DF"/>
          </a:solidFill>
          <a:ln xmlns:a="http://schemas.openxmlformats.org/drawingml/2006/main" w="14288">
            <a:solidFill>
              <a:srgbClr val="B42318"/>
            </a:solidFill>
            <a:prstDash val="solid"/>
          </a:ln>
        </p:spPr>
      </p:sp>
      <p:sp>
        <p:nvSpPr>
          <p:cNvPr id="32" name="4">
            <a:extLst xmlns:a="http://schemas.openxmlformats.org/drawingml/2006/main">
              <a:ext uri="{FF2B5EF4-FFF2-40B4-BE49-F238E27FC236}">
                <a16:creationId xmlns:a16="http://schemas.microsoft.com/office/drawing/2014/main" id="{63DD2B6F-9AAF-4044-BD2C-2CBC8F5C112D}"/>
              </a:ext>
            </a:extLst>
          </p:cNvPr>
          <p:cNvSpPr>
            <a:spLocks xmlns:a="http://schemas.openxmlformats.org/drawingml/2006/main" noGrp="1"/>
          </p:cNvSpPr>
          <p:nvPr/>
        </p:nvSpPr>
        <p:spPr>
          <a:xfrm xmlns:a="http://schemas.openxmlformats.org/drawingml/2006/main">
            <a:off x="88392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B42318"/>
                </a:solidFill>
                <a:latin typeface="Malgun Gothic"/>
                <a:ea typeface="Malgun Gothic"/>
                <a:cs typeface="Malgun Gothic"/>
              </a:defRPr>
            </a:defPPr>
            <a:lvl1pPr algn="ctr">
              <a:defRPr sz="2850" b="1">
                <a:solidFill>
                  <a:srgbClr val="B42318"/>
                </a:solidFill>
                <a:latin typeface="Malgun Gothic"/>
                <a:ea typeface="Malgun Gothic"/>
                <a:cs typeface="Malgun Gothic"/>
              </a:defRPr>
            </a:lvl1pPr>
            <a:lvl2pPr algn="ctr">
              <a:defRPr sz="2850" b="1">
                <a:solidFill>
                  <a:srgbClr val="B42318"/>
                </a:solidFill>
                <a:latin typeface="Malgun Gothic"/>
                <a:ea typeface="Malgun Gothic"/>
                <a:cs typeface="Malgun Gothic"/>
              </a:defRPr>
            </a:lvl2pPr>
            <a:lvl3pPr algn="ctr">
              <a:defRPr sz="2850" b="1">
                <a:solidFill>
                  <a:srgbClr val="B42318"/>
                </a:solidFill>
                <a:latin typeface="Malgun Gothic"/>
                <a:ea typeface="Malgun Gothic"/>
                <a:cs typeface="Malgun Gothic"/>
              </a:defRPr>
            </a:lvl3pPr>
            <a:lvl4pPr algn="ctr">
              <a:defRPr sz="2850" b="1">
                <a:solidFill>
                  <a:srgbClr val="B42318"/>
                </a:solidFill>
                <a:latin typeface="Malgun Gothic"/>
                <a:ea typeface="Malgun Gothic"/>
                <a:cs typeface="Malgun Gothic"/>
              </a:defRPr>
            </a:lvl4pPr>
            <a:lvl5pPr algn="ctr">
              <a:defRPr sz="2850" b="1">
                <a:solidFill>
                  <a:srgbClr val="B42318"/>
                </a:solidFill>
                <a:latin typeface="Malgun Gothic"/>
                <a:ea typeface="Malgun Gothic"/>
                <a:cs typeface="Malgun Gothic"/>
              </a:defRPr>
            </a:lvl5pPr>
            <a:lvl6pPr algn="ctr">
              <a:defRPr sz="2850" b="1">
                <a:solidFill>
                  <a:srgbClr val="B42318"/>
                </a:solidFill>
                <a:latin typeface="Malgun Gothic"/>
                <a:ea typeface="Malgun Gothic"/>
                <a:cs typeface="Malgun Gothic"/>
              </a:defRPr>
            </a:lvl6pPr>
            <a:lvl7pPr algn="ctr">
              <a:defRPr sz="2850" b="1">
                <a:solidFill>
                  <a:srgbClr val="B42318"/>
                </a:solidFill>
                <a:latin typeface="Malgun Gothic"/>
                <a:ea typeface="Malgun Gothic"/>
                <a:cs typeface="Malgun Gothic"/>
              </a:defRPr>
            </a:lvl7pPr>
            <a:lvl8pPr algn="ctr">
              <a:defRPr sz="2850" b="1">
                <a:solidFill>
                  <a:srgbClr val="B42318"/>
                </a:solidFill>
                <a:latin typeface="Malgun Gothic"/>
                <a:ea typeface="Malgun Gothic"/>
                <a:cs typeface="Malgun Gothic"/>
              </a:defRPr>
            </a:lvl8pPr>
            <a:lvl9pPr algn="ctr">
              <a:defRPr sz="2850" b="1">
                <a:solidFill>
                  <a:srgbClr val="B42318"/>
                </a:solidFill>
                <a:latin typeface="Malgun Gothic"/>
                <a:ea typeface="Malgun Gothic"/>
                <a:cs typeface="Malgun Gothic"/>
              </a:defRPr>
            </a:lvl9pPr>
          </a:lstStyle>
          <a:p xmlns:a="http://schemas.openxmlformats.org/drawingml/2006/main">
            <a:pPr algn="ctr">
              <a:defRPr sz="2850" b="1">
                <a:solidFill>
                  <a:srgbClr val="B42318"/>
                </a:solidFill>
                <a:latin typeface="Malgun Gothic"/>
                <a:ea typeface="Malgun Gothic"/>
                <a:cs typeface="Malgun Gothic"/>
              </a:defRPr>
            </a:pPr>
            <a:r>
              <a:rPr sz="2850" b="1">
                <a:solidFill>
                  <a:srgbClr val="B42318"/>
                </a:solidFill>
                <a:latin typeface="Malgun Gothic"/>
                <a:ea typeface="Malgun Gothic"/>
                <a:cs typeface="Malgun Gothic"/>
              </a:rPr>
              <a:t>4</a:t>
            </a:r>
          </a:p>
        </p:txBody>
      </p:sp>
      <p:sp>
        <p:nvSpPr>
          <p:cNvPr id="33" name="포함할 값은 2·3인데, 구현은 끝 열의 값 4까지 포함했다">
            <a:extLst xmlns:a="http://schemas.openxmlformats.org/drawingml/2006/main">
              <a:ext uri="{FF2B5EF4-FFF2-40B4-BE49-F238E27FC236}">
                <a16:creationId xmlns:a16="http://schemas.microsoft.com/office/drawing/2014/main" id="{C3092A30-9516-4F68-BFBE-9C22F63CD967}"/>
              </a:ext>
            </a:extLst>
          </p:cNvPr>
          <p:cNvSpPr>
            <a:spLocks xmlns:a="http://schemas.openxmlformats.org/drawingml/2006/main" noGrp="1"/>
          </p:cNvSpPr>
          <p:nvPr/>
        </p:nvSpPr>
        <p:spPr>
          <a:xfrm xmlns:a="http://schemas.openxmlformats.org/drawingml/2006/main">
            <a:off x="609600" y="535305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포함할 값은 2·3인데, 구현은 끝 열의 값 4까지 포함했다</a:t>
            </a:r>
          </a:p>
        </p:txBody>
      </p:sp>
      <p:sp>
        <p:nvSpPr>
          <p:cNvPr id="34" name="Legacy module connection">
            <a:extLst xmlns:a="http://schemas.openxmlformats.org/drawingml/2006/main">
              <a:ext uri="{FF2B5EF4-FFF2-40B4-BE49-F238E27FC236}">
                <a16:creationId xmlns:a16="http://schemas.microsoft.com/office/drawing/2014/main" id="{262B0BA4-2332-453D-B94D-371D0941794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46515403"/>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원인을 설명한 근거">
            <a:extLst xmlns:a="http://schemas.openxmlformats.org/drawingml/2006/main">
              <a:ext uri="{FF2B5EF4-FFF2-40B4-BE49-F238E27FC236}">
                <a16:creationId xmlns:a16="http://schemas.microsoft.com/office/drawing/2014/main" id="{196E5304-21A3-4021-8EF5-5E2C1E480EB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원인을 설명한 근거</a:t>
            </a:r>
          </a:p>
        </p:txBody>
      </p:sp>
      <p:sp>
        <p:nvSpPr>
          <p:cNvPr id="2" name="S06">
            <a:extLst xmlns:a="http://schemas.openxmlformats.org/drawingml/2006/main">
              <a:ext uri="{FF2B5EF4-FFF2-40B4-BE49-F238E27FC236}">
                <a16:creationId xmlns:a16="http://schemas.microsoft.com/office/drawing/2014/main" id="{C3DDB500-2EC8-4A45-8E3F-DA3B640BA8E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테스트·명세·구현을 연결해 원인을 설명했다">
            <a:extLst xmlns:a="http://schemas.openxmlformats.org/drawingml/2006/main">
              <a:ext uri="{FF2B5EF4-FFF2-40B4-BE49-F238E27FC236}">
                <a16:creationId xmlns:a16="http://schemas.microsoft.com/office/drawing/2014/main" id="{5ACE0909-0C0E-4BC1-96F8-7FB870ED6A7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테스트·명세·구현을 연결해 원인을 설명했다</a:t>
            </a:r>
          </a:p>
        </p:txBody>
      </p:sp>
      <p:sp>
        <p:nvSpPr>
          <p:cNvPr id="4" name="">
            <a:extLst xmlns:a="http://schemas.openxmlformats.org/drawingml/2006/main">
              <a:ext uri="{FF2B5EF4-FFF2-40B4-BE49-F238E27FC236}">
                <a16:creationId xmlns:a16="http://schemas.microsoft.com/office/drawing/2014/main" id="{7DA7A9CB-6A73-4189-9768-1191BEDDDA0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 발견한 테스트·명세·구현의 관계를 재구성 · Codex CLI 0.154.0">
            <a:extLst xmlns:a="http://schemas.openxmlformats.org/drawingml/2006/main">
              <a:ext uri="{FF2B5EF4-FFF2-40B4-BE49-F238E27FC236}">
                <a16:creationId xmlns:a16="http://schemas.microsoft.com/office/drawing/2014/main" id="{33A41932-EAE1-4F59-9BC3-8C0CF0AC68B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 발견한 테스트·명세·구현의 관계를 재구성 · Codex CLI 0.154.0</a:t>
            </a:r>
          </a:p>
        </p:txBody>
      </p:sp>
      <p:sp>
        <p:nvSpPr>
          <p:cNvPr id="6" name="자료 관계도이며 Agent의 시간순 접근 로그가 아님 · README에도 결함 안내가 있었음 · 코드 수정 ">
            <a:extLst xmlns:a="http://schemas.openxmlformats.org/drawingml/2006/main">
              <a:ext uri="{FF2B5EF4-FFF2-40B4-BE49-F238E27FC236}">
                <a16:creationId xmlns:a16="http://schemas.microsoft.com/office/drawing/2014/main" id="{446B2563-4942-48E7-9B28-786F0C76FAF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자료 관계도이며 Agent의 시간순 접근 로그가 아님 · README에도 결함 안내가 있었음 · 코드 수정 없음</a:t>
            </a:r>
          </a:p>
        </p:txBody>
      </p:sp>
      <p:sp>
        <p:nvSpPr>
          <p:cNvPr id="7" name="앞의 폭 2 / 폭 3 차이를 설명한 근거">
            <a:extLst xmlns:a="http://schemas.openxmlformats.org/drawingml/2006/main">
              <a:ext uri="{FF2B5EF4-FFF2-40B4-BE49-F238E27FC236}">
                <a16:creationId xmlns:a16="http://schemas.microsoft.com/office/drawing/2014/main" id="{71B5A498-5F4D-4BC0-90AA-B460B8DA06FB}"/>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앞의 폭 2 / 폭 3 차이를 설명한 근거</a:t>
            </a:r>
          </a:p>
        </p:txBody>
      </p:sp>
      <p:sp>
        <p:nvSpPr>
          <p:cNvPr id="8" name="">
            <a:extLst xmlns:a="http://schemas.openxmlformats.org/drawingml/2006/main">
              <a:ext uri="{FF2B5EF4-FFF2-40B4-BE49-F238E27FC236}">
                <a16:creationId xmlns:a16="http://schemas.microsoft.com/office/drawing/2014/main" id="{BECE28D2-9A12-446A-9C2D-65E62D58A81F}"/>
              </a:ext>
            </a:extLst>
          </p:cNvPr>
          <p:cNvSpPr>
            <a:spLocks xmlns:a="http://schemas.openxmlformats.org/drawingml/2006/main" noGrp="1"/>
          </p:cNvSpPr>
          <p:nvPr/>
        </p:nvSpPr>
        <p:spPr>
          <a:xfrm xmlns:a="http://schemas.openxmlformats.org/drawingml/2006/main">
            <a:off x="60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실패 테스트">
            <a:extLst xmlns:a="http://schemas.openxmlformats.org/drawingml/2006/main">
              <a:ext uri="{FF2B5EF4-FFF2-40B4-BE49-F238E27FC236}">
                <a16:creationId xmlns:a16="http://schemas.microsoft.com/office/drawing/2014/main" id="{B42EBFAD-B5D1-4425-9C8D-F776399333B2}"/>
              </a:ext>
            </a:extLst>
          </p:cNvPr>
          <p:cNvSpPr>
            <a:spLocks xmlns:a="http://schemas.openxmlformats.org/drawingml/2006/main" noGrp="1"/>
          </p:cNvSpPr>
          <p:nvPr/>
        </p:nvSpPr>
        <p:spPr>
          <a:xfrm xmlns:a="http://schemas.openxmlformats.org/drawingml/2006/main">
            <a:off x="60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실패 테스트</a:t>
            </a:r>
          </a:p>
        </p:txBody>
      </p:sp>
      <p:sp>
        <p:nvSpPr>
          <p:cNvPr id="10" name="">
            <a:extLst xmlns:a="http://schemas.openxmlformats.org/drawingml/2006/main">
              <a:ext uri="{FF2B5EF4-FFF2-40B4-BE49-F238E27FC236}">
                <a16:creationId xmlns:a16="http://schemas.microsoft.com/office/drawing/2014/main" id="{7915BA42-02F0-4C9D-83EB-39A7B7F062CB}"/>
              </a:ext>
            </a:extLst>
          </p:cNvPr>
          <p:cNvSpPr>
            <a:spLocks xmlns:a="http://schemas.openxmlformats.org/drawingml/2006/main" noGrp="1"/>
          </p:cNvSpPr>
          <p:nvPr/>
        </p:nvSpPr>
        <p:spPr>
          <a:xfrm xmlns:a="http://schemas.openxmlformats.org/drawingml/2006/main">
            <a:off x="441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Crop 명세">
            <a:extLst xmlns:a="http://schemas.openxmlformats.org/drawingml/2006/main">
              <a:ext uri="{FF2B5EF4-FFF2-40B4-BE49-F238E27FC236}">
                <a16:creationId xmlns:a16="http://schemas.microsoft.com/office/drawing/2014/main" id="{8BD05FE8-BC0A-4AF3-A06B-680CE626A2D6}"/>
              </a:ext>
            </a:extLst>
          </p:cNvPr>
          <p:cNvSpPr>
            <a:spLocks xmlns:a="http://schemas.openxmlformats.org/drawingml/2006/main" noGrp="1"/>
          </p:cNvSpPr>
          <p:nvPr/>
        </p:nvSpPr>
        <p:spPr>
          <a:xfrm xmlns:a="http://schemas.openxmlformats.org/drawingml/2006/main">
            <a:off x="441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 명세</a:t>
            </a:r>
          </a:p>
        </p:txBody>
      </p:sp>
      <p:sp>
        <p:nvSpPr>
          <p:cNvPr id="12" name="">
            <a:extLst xmlns:a="http://schemas.openxmlformats.org/drawingml/2006/main">
              <a:ext uri="{FF2B5EF4-FFF2-40B4-BE49-F238E27FC236}">
                <a16:creationId xmlns:a16="http://schemas.microsoft.com/office/drawing/2014/main" id="{3BCD34A2-C228-4F6A-9674-F95E23CF3035}"/>
              </a:ext>
            </a:extLst>
          </p:cNvPr>
          <p:cNvSpPr>
            <a:spLocks xmlns:a="http://schemas.openxmlformats.org/drawingml/2006/main" noGrp="1"/>
          </p:cNvSpPr>
          <p:nvPr/>
        </p:nvSpPr>
        <p:spPr>
          <a:xfrm xmlns:a="http://schemas.openxmlformats.org/drawingml/2006/main">
            <a:off x="822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실제 구현">
            <a:extLst xmlns:a="http://schemas.openxmlformats.org/drawingml/2006/main">
              <a:ext uri="{FF2B5EF4-FFF2-40B4-BE49-F238E27FC236}">
                <a16:creationId xmlns:a16="http://schemas.microsoft.com/office/drawing/2014/main" id="{DEB8CF10-7A5A-4B70-A194-B611931243E3}"/>
              </a:ext>
            </a:extLst>
          </p:cNvPr>
          <p:cNvSpPr>
            <a:spLocks xmlns:a="http://schemas.openxmlformats.org/drawingml/2006/main" noGrp="1"/>
          </p:cNvSpPr>
          <p:nvPr/>
        </p:nvSpPr>
        <p:spPr>
          <a:xfrm xmlns:a="http://schemas.openxmlformats.org/drawingml/2006/main">
            <a:off x="822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실제 구현</a:t>
            </a:r>
          </a:p>
        </p:txBody>
      </p:sp>
      <p:sp>
        <p:nvSpPr>
          <p:cNvPr id="14" name="test_crop_excludes_&#10;end_coordinate">
            <a:extLst xmlns:a="http://schemas.openxmlformats.org/drawingml/2006/main">
              <a:ext uri="{FF2B5EF4-FFF2-40B4-BE49-F238E27FC236}">
                <a16:creationId xmlns:a16="http://schemas.microsoft.com/office/drawing/2014/main" id="{D05B2FDE-A9B7-42A0-B83E-ADF1BD4F9499}"/>
              </a:ext>
            </a:extLst>
          </p:cNvPr>
          <p:cNvSpPr>
            <a:spLocks xmlns:a="http://schemas.openxmlformats.org/drawingml/2006/main" noGrp="1"/>
          </p:cNvSpPr>
          <p:nvPr/>
        </p:nvSpPr>
        <p:spPr>
          <a:xfrm xmlns:a="http://schemas.openxmlformats.org/drawingml/2006/main">
            <a:off x="60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test_crop_excludes_</a:t>
            </a:r>
          </a:p>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end_coordinate</a:t>
            </a:r>
          </a:p>
        </p:txBody>
      </p:sp>
      <p:sp>
        <p:nvSpPr>
          <p:cNvPr id="15" name="[x_start, x_end)">
            <a:extLst xmlns:a="http://schemas.openxmlformats.org/drawingml/2006/main">
              <a:ext uri="{FF2B5EF4-FFF2-40B4-BE49-F238E27FC236}">
                <a16:creationId xmlns:a16="http://schemas.microsoft.com/office/drawing/2014/main" id="{1862FC6D-9B4F-45DF-8C76-278242601770}"/>
              </a:ext>
            </a:extLst>
          </p:cNvPr>
          <p:cNvSpPr>
            <a:spLocks xmlns:a="http://schemas.openxmlformats.org/drawingml/2006/main" noGrp="1"/>
          </p:cNvSpPr>
          <p:nvPr/>
        </p:nvSpPr>
        <p:spPr>
          <a:xfrm xmlns:a="http://schemas.openxmlformats.org/drawingml/2006/main">
            <a:off x="4419600" y="35242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[x_start, x_end)</a:t>
            </a:r>
          </a:p>
        </p:txBody>
      </p:sp>
      <p:sp>
        <p:nvSpPr>
          <p:cNvPr id="16" name="끝 좌표 제외">
            <a:extLst xmlns:a="http://schemas.openxmlformats.org/drawingml/2006/main">
              <a:ext uri="{FF2B5EF4-FFF2-40B4-BE49-F238E27FC236}">
                <a16:creationId xmlns:a16="http://schemas.microsoft.com/office/drawing/2014/main" id="{D2012892-1D20-4503-987C-6E01B18F903E}"/>
              </a:ext>
            </a:extLst>
          </p:cNvPr>
          <p:cNvSpPr>
            <a:spLocks xmlns:a="http://schemas.openxmlformats.org/drawingml/2006/main" noGrp="1"/>
          </p:cNvSpPr>
          <p:nvPr/>
        </p:nvSpPr>
        <p:spPr>
          <a:xfrm xmlns:a="http://schemas.openxmlformats.org/drawingml/2006/main">
            <a:off x="4419600" y="403860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끝 좌표 제외</a:t>
            </a:r>
          </a:p>
        </p:txBody>
      </p:sp>
      <p:sp>
        <p:nvSpPr>
          <p:cNvPr id="17" name="row[x_start :&#10;    x_end + 1]">
            <a:extLst xmlns:a="http://schemas.openxmlformats.org/drawingml/2006/main">
              <a:ext uri="{FF2B5EF4-FFF2-40B4-BE49-F238E27FC236}">
                <a16:creationId xmlns:a16="http://schemas.microsoft.com/office/drawing/2014/main" id="{AE8F2BF5-D86F-428B-B69D-3A180CAB2388}"/>
              </a:ext>
            </a:extLst>
          </p:cNvPr>
          <p:cNvSpPr>
            <a:spLocks xmlns:a="http://schemas.openxmlformats.org/drawingml/2006/main" noGrp="1"/>
          </p:cNvSpPr>
          <p:nvPr/>
        </p:nvSpPr>
        <p:spPr>
          <a:xfrm xmlns:a="http://schemas.openxmlformats.org/drawingml/2006/main">
            <a:off x="822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a:t>
            </a:r>
          </a:p>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    x_end + 1]</a:t>
            </a:r>
          </a:p>
        </p:txBody>
      </p:sp>
      <p:cxnSp>
        <p:nvCxnSpPr>
          <p:cNvPr id="18" name="">
            <a:extLst xmlns:a="http://schemas.openxmlformats.org/drawingml/2006/main">
              <a:ext uri="{FF2B5EF4-FFF2-40B4-BE49-F238E27FC236}">
                <a16:creationId xmlns:a16="http://schemas.microsoft.com/office/drawing/2014/main" id="{1DB2AEBC-4B68-47B7-A2F8-A407175BBAD6}"/>
              </a:ext>
            </a:extLst>
          </p:cNvPr>
          <p:cNvCxnSpPr/>
          <p:nvPr/>
        </p:nvCxnSpPr>
        <p:spPr>
          <a:xfrm xmlns:a="http://schemas.openxmlformats.org/drawingml/2006/main">
            <a:off x="404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0FAC2F86-DC36-432E-991B-C6A4C7E14344}"/>
              </a:ext>
            </a:extLst>
          </p:cNvPr>
          <p:cNvCxnSpPr/>
          <p:nvPr/>
        </p:nvCxnSpPr>
        <p:spPr>
          <a:xfrm xmlns:a="http://schemas.openxmlformats.org/drawingml/2006/main">
            <a:off x="785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기대 범위와 구현 범위의 차이가, 실패를 설명한다">
            <a:extLst xmlns:a="http://schemas.openxmlformats.org/drawingml/2006/main">
              <a:ext uri="{FF2B5EF4-FFF2-40B4-BE49-F238E27FC236}">
                <a16:creationId xmlns:a16="http://schemas.microsoft.com/office/drawing/2014/main" id="{0B8E274B-BD71-43F9-9B01-9F622A6BB1B2}"/>
              </a:ext>
            </a:extLst>
          </p:cNvPr>
          <p:cNvSpPr>
            <a:spLocks xmlns:a="http://schemas.openxmlformats.org/drawingml/2006/main" noGrp="1"/>
          </p:cNvSpPr>
          <p:nvPr/>
        </p:nvSpPr>
        <p:spPr>
          <a:xfrm xmlns:a="http://schemas.openxmlformats.org/drawingml/2006/main">
            <a:off x="609600" y="46958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기대 범위와 구현 범위의 차이가, 실패를 설명한다</a:t>
            </a:r>
          </a:p>
        </p:txBody>
      </p:sp>
      <p:sp>
        <p:nvSpPr>
          <p:cNvPr id="21" name="관련 코드의 호출 관계  cli.main → pipeline.process_image → transform.">
            <a:extLst xmlns:a="http://schemas.openxmlformats.org/drawingml/2006/main">
              <a:ext uri="{FF2B5EF4-FFF2-40B4-BE49-F238E27FC236}">
                <a16:creationId xmlns:a16="http://schemas.microsoft.com/office/drawing/2014/main" id="{980A68EF-DF74-46BC-8E7C-A84104A83063}"/>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코드의 호출 관계  cli.main → pipeline.process_image → transform.crop</a:t>
            </a:r>
          </a:p>
        </p:txBody>
      </p:sp>
      <p:sp>
        <p:nvSpPr>
          <p:cNvPr id="22" name="Legacy module connection">
            <a:extLst xmlns:a="http://schemas.openxmlformats.org/drawingml/2006/main">
              <a:ext uri="{FF2B5EF4-FFF2-40B4-BE49-F238E27FC236}">
                <a16:creationId xmlns:a16="http://schemas.microsoft.com/office/drawing/2014/main" id="{227B973A-EB36-4FA8-8CB8-17021E95064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02515978"/>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별도 실행 환경 오류">
            <a:extLst xmlns:a="http://schemas.openxmlformats.org/drawingml/2006/main">
              <a:ext uri="{FF2B5EF4-FFF2-40B4-BE49-F238E27FC236}">
                <a16:creationId xmlns:a16="http://schemas.microsoft.com/office/drawing/2014/main" id="{12C3327D-904B-484C-832E-5ECB8E32F39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별도 실행 환경 오류</a:t>
            </a:r>
          </a:p>
        </p:txBody>
      </p:sp>
      <p:sp>
        <p:nvSpPr>
          <p:cNvPr id="2" name="S07">
            <a:extLst xmlns:a="http://schemas.openxmlformats.org/drawingml/2006/main">
              <a:ext uri="{FF2B5EF4-FFF2-40B4-BE49-F238E27FC236}">
                <a16:creationId xmlns:a16="http://schemas.microsoft.com/office/drawing/2014/main" id="{38B12ED4-720A-4A60-B2BE-3CC3ED8CF3D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다른 테스트 오류는 임시 폴더 생성에서 발생했다">
            <a:extLst xmlns:a="http://schemas.openxmlformats.org/drawingml/2006/main">
              <a:ext uri="{FF2B5EF4-FFF2-40B4-BE49-F238E27FC236}">
                <a16:creationId xmlns:a16="http://schemas.microsoft.com/office/drawing/2014/main" id="{749CFBE3-40F4-4BB8-B3F8-A308612B16D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테스트 오류는 임시 폴더 생성에서 발생했다</a:t>
            </a:r>
          </a:p>
        </p:txBody>
      </p:sp>
      <p:sp>
        <p:nvSpPr>
          <p:cNvPr id="4" name="">
            <a:extLst xmlns:a="http://schemas.openxmlformats.org/drawingml/2006/main">
              <a:ext uri="{FF2B5EF4-FFF2-40B4-BE49-F238E27FC236}">
                <a16:creationId xmlns:a16="http://schemas.microsoft.com/office/drawing/2014/main" id="{EC2894BA-B308-406B-8BBE-79E4A0AC2FC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전체 테스트 기록의 실행 환경 제한 · Codex CLI 0.154.0">
            <a:extLst xmlns:a="http://schemas.openxmlformats.org/drawingml/2006/main">
              <a:ext uri="{FF2B5EF4-FFF2-40B4-BE49-F238E27FC236}">
                <a16:creationId xmlns:a16="http://schemas.microsoft.com/office/drawing/2014/main" id="{46B3D6AC-7238-4095-84EA-15EC5B641E7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전체 테스트 기록의 실행 환경 제한 · Codex CLI 0.154.0</a:t>
            </a:r>
          </a:p>
        </p:txBody>
      </p:sp>
      <p:sp>
        <p:nvSpPr>
          <p:cNvPr id="6" name="Crop 결함과 별개 · 실행 제한을 관찰했으며 권한을 해제하거나 코드를 수정하지 않음">
            <a:extLst xmlns:a="http://schemas.openxmlformats.org/drawingml/2006/main">
              <a:ext uri="{FF2B5EF4-FFF2-40B4-BE49-F238E27FC236}">
                <a16:creationId xmlns:a16="http://schemas.microsoft.com/office/drawing/2014/main" id="{AD65275B-6B5A-4F87-AC3F-1A9D47B4A55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Crop 결함과 별개 · 실행 제한을 관찰했으며 권한을 해제하거나 코드를 수정하지 않음</a:t>
            </a:r>
          </a:p>
        </p:txBody>
      </p:sp>
      <p:sp>
        <p:nvSpPr>
          <p:cNvPr id="7" name="전체 테스트 실행 중 환경 오류 3건 · Crop 실패와 원인이 다르다">
            <a:extLst xmlns:a="http://schemas.openxmlformats.org/drawingml/2006/main">
              <a:ext uri="{FF2B5EF4-FFF2-40B4-BE49-F238E27FC236}">
                <a16:creationId xmlns:a16="http://schemas.microsoft.com/office/drawing/2014/main" id="{E66C2694-B9B1-4900-B0EC-28064EB60009}"/>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전체 테스트 실행 중 환경 오류 3건 · Crop 실패와 원인이 다르다</a:t>
            </a:r>
          </a:p>
        </p:txBody>
      </p:sp>
      <p:sp>
        <p:nvSpPr>
          <p:cNvPr id="8" name="">
            <a:extLst xmlns:a="http://schemas.openxmlformats.org/drawingml/2006/main">
              <a:ext uri="{FF2B5EF4-FFF2-40B4-BE49-F238E27FC236}">
                <a16:creationId xmlns:a16="http://schemas.microsoft.com/office/drawing/2014/main" id="{1E0BF4FC-0F90-4251-8369-046089E1A885}"/>
              </a:ext>
            </a:extLst>
          </p:cNvPr>
          <p:cNvSpPr>
            <a:spLocks xmlns:a="http://schemas.openxmlformats.org/drawingml/2006/main" noGrp="1"/>
          </p:cNvSpPr>
          <p:nvPr/>
        </p:nvSpPr>
        <p:spPr>
          <a:xfrm xmlns:a="http://schemas.openxmlformats.org/drawingml/2006/main">
            <a:off x="60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실행">
            <a:extLst xmlns:a="http://schemas.openxmlformats.org/drawingml/2006/main">
              <a:ext uri="{FF2B5EF4-FFF2-40B4-BE49-F238E27FC236}">
                <a16:creationId xmlns:a16="http://schemas.microsoft.com/office/drawing/2014/main" id="{C57C2AE2-BD91-4B21-8A22-38A906CD192B}"/>
              </a:ext>
            </a:extLst>
          </p:cNvPr>
          <p:cNvSpPr>
            <a:spLocks xmlns:a="http://schemas.openxmlformats.org/drawingml/2006/main" noGrp="1"/>
          </p:cNvSpPr>
          <p:nvPr/>
        </p:nvSpPr>
        <p:spPr>
          <a:xfrm xmlns:a="http://schemas.openxmlformats.org/drawingml/2006/main">
            <a:off x="76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실행</a:t>
            </a:r>
          </a:p>
        </p:txBody>
      </p:sp>
      <p:sp>
        <p:nvSpPr>
          <p:cNvPr id="10" name="일부 테스트가 쓰기 필요">
            <a:extLst xmlns:a="http://schemas.openxmlformats.org/drawingml/2006/main">
              <a:ext uri="{FF2B5EF4-FFF2-40B4-BE49-F238E27FC236}">
                <a16:creationId xmlns:a16="http://schemas.microsoft.com/office/drawing/2014/main" id="{B78F034B-8241-4E68-BD89-7EC67E12354F}"/>
              </a:ext>
            </a:extLst>
          </p:cNvPr>
          <p:cNvSpPr>
            <a:spLocks xmlns:a="http://schemas.openxmlformats.org/drawingml/2006/main" noGrp="1"/>
          </p:cNvSpPr>
          <p:nvPr/>
        </p:nvSpPr>
        <p:spPr>
          <a:xfrm xmlns:a="http://schemas.openxmlformats.org/drawingml/2006/main">
            <a:off x="60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일부 테스트가 쓰기 필요</a:t>
            </a:r>
          </a:p>
        </p:txBody>
      </p:sp>
      <p:cxnSp>
        <p:nvCxnSpPr>
          <p:cNvPr id="11" name="">
            <a:extLst xmlns:a="http://schemas.openxmlformats.org/drawingml/2006/main">
              <a:ext uri="{FF2B5EF4-FFF2-40B4-BE49-F238E27FC236}">
                <a16:creationId xmlns:a16="http://schemas.microsoft.com/office/drawing/2014/main" id="{273CEA57-A74E-4F91-9FBC-014C00A62B4A}"/>
              </a:ext>
            </a:extLst>
          </p:cNvPr>
          <p:cNvCxnSpPr/>
          <p:nvPr/>
        </p:nvCxnSpPr>
        <p:spPr>
          <a:xfrm xmlns:a="http://schemas.openxmlformats.org/drawingml/2006/main">
            <a:off x="404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E511AAA7-811D-4495-AD85-CFDDD72930EB}"/>
              </a:ext>
            </a:extLst>
          </p:cNvPr>
          <p:cNvSpPr>
            <a:spLocks xmlns:a="http://schemas.openxmlformats.org/drawingml/2006/main" noGrp="1"/>
          </p:cNvSpPr>
          <p:nvPr/>
        </p:nvSpPr>
        <p:spPr>
          <a:xfrm xmlns:a="http://schemas.openxmlformats.org/drawingml/2006/main">
            <a:off x="441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임시 폴더 생성 요청">
            <a:extLst xmlns:a="http://schemas.openxmlformats.org/drawingml/2006/main">
              <a:ext uri="{FF2B5EF4-FFF2-40B4-BE49-F238E27FC236}">
                <a16:creationId xmlns:a16="http://schemas.microsoft.com/office/drawing/2014/main" id="{30DB3301-BF17-45CE-901C-979AD7D67C3A}"/>
              </a:ext>
            </a:extLst>
          </p:cNvPr>
          <p:cNvSpPr>
            <a:spLocks xmlns:a="http://schemas.openxmlformats.org/drawingml/2006/main" noGrp="1"/>
          </p:cNvSpPr>
          <p:nvPr/>
        </p:nvSpPr>
        <p:spPr>
          <a:xfrm xmlns:a="http://schemas.openxmlformats.org/drawingml/2006/main">
            <a:off x="457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임시 폴더 생성 요청</a:t>
            </a:r>
          </a:p>
        </p:txBody>
      </p:sp>
      <p:sp>
        <p:nvSpPr>
          <p:cNvPr id="14" name="실행 중 파일을 둘 위치 필요">
            <a:extLst xmlns:a="http://schemas.openxmlformats.org/drawingml/2006/main">
              <a:ext uri="{FF2B5EF4-FFF2-40B4-BE49-F238E27FC236}">
                <a16:creationId xmlns:a16="http://schemas.microsoft.com/office/drawing/2014/main" id="{7F920734-4D04-4868-A041-3866A770A7E6}"/>
              </a:ext>
            </a:extLst>
          </p:cNvPr>
          <p:cNvSpPr>
            <a:spLocks xmlns:a="http://schemas.openxmlformats.org/drawingml/2006/main" noGrp="1"/>
          </p:cNvSpPr>
          <p:nvPr/>
        </p:nvSpPr>
        <p:spPr>
          <a:xfrm xmlns:a="http://schemas.openxmlformats.org/drawingml/2006/main">
            <a:off x="441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중 파일을 둘 위치 필요</a:t>
            </a:r>
          </a:p>
        </p:txBody>
      </p:sp>
      <p:cxnSp>
        <p:nvCxnSpPr>
          <p:cNvPr id="15" name="">
            <a:extLst xmlns:a="http://schemas.openxmlformats.org/drawingml/2006/main">
              <a:ext uri="{FF2B5EF4-FFF2-40B4-BE49-F238E27FC236}">
                <a16:creationId xmlns:a16="http://schemas.microsoft.com/office/drawing/2014/main" id="{A3131DB9-674E-4AF5-9D2D-3F05465D7B4F}"/>
              </a:ext>
            </a:extLst>
          </p:cNvPr>
          <p:cNvCxnSpPr/>
          <p:nvPr/>
        </p:nvCxnSpPr>
        <p:spPr>
          <a:xfrm xmlns:a="http://schemas.openxmlformats.org/drawingml/2006/main">
            <a:off x="785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2EA5C888-6AA3-4710-896B-DAB106EF6304}"/>
              </a:ext>
            </a:extLst>
          </p:cNvPr>
          <p:cNvSpPr>
            <a:spLocks xmlns:a="http://schemas.openxmlformats.org/drawingml/2006/main" noGrp="1"/>
          </p:cNvSpPr>
          <p:nvPr/>
        </p:nvSpPr>
        <p:spPr>
          <a:xfrm xmlns:a="http://schemas.openxmlformats.org/drawingml/2006/main">
            <a:off x="8229600" y="2905125"/>
            <a:ext cx="3352800" cy="1066800"/>
          </a:xfrm>
          <a:prstGeom xmlns:a="http://schemas.openxmlformats.org/drawingml/2006/main" prst="rect">
            <a:avLst/>
          </a:prstGeom>
          <a:solidFill xmlns:a="http://schemas.openxmlformats.org/drawingml/2006/main">
            <a:srgbClr val="FAEAC9"/>
          </a:solidFill>
          <a:ln xmlns:a="http://schemas.openxmlformats.org/drawingml/2006/main" w="9525">
            <a:solidFill>
              <a:srgbClr val="C7D0DA"/>
            </a:solidFill>
            <a:prstDash val="solid"/>
          </a:ln>
        </p:spPr>
      </p:sp>
      <p:sp>
        <p:nvSpPr>
          <p:cNvPr id="17" name="생성 불가">
            <a:extLst xmlns:a="http://schemas.openxmlformats.org/drawingml/2006/main">
              <a:ext uri="{FF2B5EF4-FFF2-40B4-BE49-F238E27FC236}">
                <a16:creationId xmlns:a16="http://schemas.microsoft.com/office/drawing/2014/main" id="{6013DA12-B06C-434C-95AB-9259CCBAD450}"/>
              </a:ext>
            </a:extLst>
          </p:cNvPr>
          <p:cNvSpPr>
            <a:spLocks xmlns:a="http://schemas.openxmlformats.org/drawingml/2006/main" noGrp="1"/>
          </p:cNvSpPr>
          <p:nvPr/>
        </p:nvSpPr>
        <p:spPr>
          <a:xfrm xmlns:a="http://schemas.openxmlformats.org/drawingml/2006/main">
            <a:off x="838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생성 불가</a:t>
            </a:r>
          </a:p>
        </p:txBody>
      </p:sp>
      <p:sp>
        <p:nvSpPr>
          <p:cNvPr id="18" name="읽기 전용 실행 권한">
            <a:extLst xmlns:a="http://schemas.openxmlformats.org/drawingml/2006/main">
              <a:ext uri="{FF2B5EF4-FFF2-40B4-BE49-F238E27FC236}">
                <a16:creationId xmlns:a16="http://schemas.microsoft.com/office/drawing/2014/main" id="{5749AD5F-2639-4988-83FB-7041328A611F}"/>
              </a:ext>
            </a:extLst>
          </p:cNvPr>
          <p:cNvSpPr>
            <a:spLocks xmlns:a="http://schemas.openxmlformats.org/drawingml/2006/main" noGrp="1"/>
          </p:cNvSpPr>
          <p:nvPr/>
        </p:nvSpPr>
        <p:spPr>
          <a:xfrm xmlns:a="http://schemas.openxmlformats.org/drawingml/2006/main">
            <a:off x="822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 전용 실행 권한</a:t>
            </a:r>
          </a:p>
        </p:txBody>
      </p:sp>
      <p:sp>
        <p:nvSpPr>
          <p:cNvPr id="19" name="원인은 구분했다. 권한 제한을 해결한 것은 아니다">
            <a:extLst xmlns:a="http://schemas.openxmlformats.org/drawingml/2006/main">
              <a:ext uri="{FF2B5EF4-FFF2-40B4-BE49-F238E27FC236}">
                <a16:creationId xmlns:a16="http://schemas.microsoft.com/office/drawing/2014/main" id="{5F6B464B-665C-43CF-8615-6A70634FCDFC}"/>
              </a:ext>
            </a:extLst>
          </p:cNvPr>
          <p:cNvSpPr>
            <a:spLocks xmlns:a="http://schemas.openxmlformats.org/drawingml/2006/main" noGrp="1"/>
          </p:cNvSpPr>
          <p:nvPr/>
        </p:nvSpPr>
        <p:spPr>
          <a:xfrm xmlns:a="http://schemas.openxmlformats.org/drawingml/2006/main">
            <a:off x="609600" y="52197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원인은 구분했다. 권한 제한을 해결한 것은 아니다</a:t>
            </a:r>
          </a:p>
        </p:txBody>
      </p:sp>
      <p:sp>
        <p:nvSpPr>
          <p:cNvPr id="20" name="Legacy module connection">
            <a:extLst xmlns:a="http://schemas.openxmlformats.org/drawingml/2006/main">
              <a:ext uri="{FF2B5EF4-FFF2-40B4-BE49-F238E27FC236}">
                <a16:creationId xmlns:a16="http://schemas.microsoft.com/office/drawing/2014/main" id="{963D9177-1D8C-4302-8FF1-8E1C7B31E49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300188296"/>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0 · 조사에 필요한 Context">
            <a:extLst xmlns:a="http://schemas.openxmlformats.org/drawingml/2006/main">
              <a:ext uri="{FF2B5EF4-FFF2-40B4-BE49-F238E27FC236}">
                <a16:creationId xmlns:a16="http://schemas.microsoft.com/office/drawing/2014/main" id="{0D6641F3-6742-4E19-8881-2F7E1DC602A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조사에 필요한 Context</a:t>
            </a:r>
          </a:p>
        </p:txBody>
      </p:sp>
      <p:sp>
        <p:nvSpPr>
          <p:cNvPr id="2" name="S08">
            <a:extLst xmlns:a="http://schemas.openxmlformats.org/drawingml/2006/main">
              <a:ext uri="{FF2B5EF4-FFF2-40B4-BE49-F238E27FC236}">
                <a16:creationId xmlns:a16="http://schemas.microsoft.com/office/drawing/2014/main" id="{FD93FB19-2A31-4E24-8101-DD09909976C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원인 판단에는 코드와 실행 환경 정보가 필요했다">
            <a:extLst xmlns:a="http://schemas.openxmlformats.org/drawingml/2006/main">
              <a:ext uri="{FF2B5EF4-FFF2-40B4-BE49-F238E27FC236}">
                <a16:creationId xmlns:a16="http://schemas.microsoft.com/office/drawing/2014/main" id="{7EDC61CB-30E6-4431-8307-1E6C381BAFC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 판단에는 코드와 실행 환경 정보가 필요했다</a:t>
            </a:r>
          </a:p>
        </p:txBody>
      </p:sp>
      <p:sp>
        <p:nvSpPr>
          <p:cNvPr id="4" name="">
            <a:extLst xmlns:a="http://schemas.openxmlformats.org/drawingml/2006/main">
              <a:ext uri="{FF2B5EF4-FFF2-40B4-BE49-F238E27FC236}">
                <a16:creationId xmlns:a16="http://schemas.microsoft.com/office/drawing/2014/main" id="{91D56927-D76D-4B8A-BA2A-B97843CA92C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TRIAL-001에서 살펴본 정보를 묶은 교육용 도식">
            <a:extLst xmlns:a="http://schemas.openxmlformats.org/drawingml/2006/main">
              <a:ext uri="{FF2B5EF4-FFF2-40B4-BE49-F238E27FC236}">
                <a16:creationId xmlns:a16="http://schemas.microsoft.com/office/drawing/2014/main" id="{08ED6499-4167-4D09-A674-43BC4A4E6F7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TRIAL-001에서 살펴본 정보를 묶은 교육용 도식</a:t>
            </a:r>
          </a:p>
        </p:txBody>
      </p:sp>
      <p:sp>
        <p:nvSpPr>
          <p:cNvPr id="6" name="파일은 Repository에서, 실행 조건은 도구·권한에서 확인 · Repository 접근이 권한을 늘리지">
            <a:extLst xmlns:a="http://schemas.openxmlformats.org/drawingml/2006/main">
              <a:ext uri="{FF2B5EF4-FFF2-40B4-BE49-F238E27FC236}">
                <a16:creationId xmlns:a16="http://schemas.microsoft.com/office/drawing/2014/main" id="{5CF03C75-3DD2-49C9-9FD9-0A2A58E94AC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파일은 Repository에서, 실행 조건은 도구·권한에서 확인 · Repository 접근이 권한을 늘리지는 않음</a:t>
            </a:r>
          </a:p>
        </p:txBody>
      </p:sp>
      <p:sp>
        <p:nvSpPr>
          <p:cNvPr id="7" name="앞선 두 문제를 판단할 때, 무엇을 살펴봤을까?">
            <a:extLst xmlns:a="http://schemas.openxmlformats.org/drawingml/2006/main">
              <a:ext uri="{FF2B5EF4-FFF2-40B4-BE49-F238E27FC236}">
                <a16:creationId xmlns:a16="http://schemas.microsoft.com/office/drawing/2014/main" id="{B969E738-B6ED-4DB6-B083-2DE7B79FA9CD}"/>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앞선 두 문제를 판단할 때, 무엇을 살펴봤을까?</a:t>
            </a:r>
          </a:p>
        </p:txBody>
      </p:sp>
      <p:sp>
        <p:nvSpPr>
          <p:cNvPr id="8" name="Repository의 자료">
            <a:extLst xmlns:a="http://schemas.openxmlformats.org/drawingml/2006/main">
              <a:ext uri="{FF2B5EF4-FFF2-40B4-BE49-F238E27FC236}">
                <a16:creationId xmlns:a16="http://schemas.microsoft.com/office/drawing/2014/main" id="{78D378AD-EAEA-4CF7-810A-227C9770488C}"/>
              </a:ext>
            </a:extLst>
          </p:cNvPr>
          <p:cNvSpPr>
            <a:spLocks xmlns:a="http://schemas.openxmlformats.org/drawingml/2006/main" noGrp="1"/>
          </p:cNvSpPr>
          <p:nvPr/>
        </p:nvSpPr>
        <p:spPr>
          <a:xfrm xmlns:a="http://schemas.openxmlformats.org/drawingml/2006/main">
            <a:off x="6096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Repository의 자료</a:t>
            </a:r>
          </a:p>
        </p:txBody>
      </p:sp>
      <p:sp>
        <p:nvSpPr>
          <p:cNvPr id="9" name="실행 환경의 자료">
            <a:extLst xmlns:a="http://schemas.openxmlformats.org/drawingml/2006/main">
              <a:ext uri="{FF2B5EF4-FFF2-40B4-BE49-F238E27FC236}">
                <a16:creationId xmlns:a16="http://schemas.microsoft.com/office/drawing/2014/main" id="{AF66E324-6B41-4953-B5F6-69BB615285CE}"/>
              </a:ext>
            </a:extLst>
          </p:cNvPr>
          <p:cNvSpPr>
            <a:spLocks xmlns:a="http://schemas.openxmlformats.org/drawingml/2006/main" noGrp="1"/>
          </p:cNvSpPr>
          <p:nvPr/>
        </p:nvSpPr>
        <p:spPr>
          <a:xfrm xmlns:a="http://schemas.openxmlformats.org/drawingml/2006/main">
            <a:off x="68199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실행 환경의 자료</a:t>
            </a:r>
          </a:p>
        </p:txBody>
      </p:sp>
      <p:sp>
        <p:nvSpPr>
          <p:cNvPr id="10" name="">
            <a:extLst xmlns:a="http://schemas.openxmlformats.org/drawingml/2006/main">
              <a:ext uri="{FF2B5EF4-FFF2-40B4-BE49-F238E27FC236}">
                <a16:creationId xmlns:a16="http://schemas.microsoft.com/office/drawing/2014/main" id="{BDD232E6-03E2-4154-A640-CCBDB2E83CBC}"/>
              </a:ext>
            </a:extLst>
          </p:cNvPr>
          <p:cNvSpPr>
            <a:spLocks xmlns:a="http://schemas.openxmlformats.org/drawingml/2006/main" noGrp="1"/>
          </p:cNvSpPr>
          <p:nvPr/>
        </p:nvSpPr>
        <p:spPr>
          <a:xfrm xmlns:a="http://schemas.openxmlformats.org/drawingml/2006/main">
            <a:off x="6096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A185F747-56BA-4209-ACAA-AF9D22A81873}"/>
              </a:ext>
            </a:extLst>
          </p:cNvPr>
          <p:cNvSpPr>
            <a:spLocks xmlns:a="http://schemas.openxmlformats.org/drawingml/2006/main" noGrp="1"/>
          </p:cNvSpPr>
          <p:nvPr/>
        </p:nvSpPr>
        <p:spPr>
          <a:xfrm xmlns:a="http://schemas.openxmlformats.org/drawingml/2006/main">
            <a:off x="6667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sp>
        <p:nvSpPr>
          <p:cNvPr id="12" name="">
            <a:extLst xmlns:a="http://schemas.openxmlformats.org/drawingml/2006/main">
              <a:ext uri="{FF2B5EF4-FFF2-40B4-BE49-F238E27FC236}">
                <a16:creationId xmlns:a16="http://schemas.microsoft.com/office/drawing/2014/main" id="{D00494F2-76CB-46E0-9808-DDB6C4046554}"/>
              </a:ext>
            </a:extLst>
          </p:cNvPr>
          <p:cNvSpPr>
            <a:spLocks xmlns:a="http://schemas.openxmlformats.org/drawingml/2006/main" noGrp="1"/>
          </p:cNvSpPr>
          <p:nvPr/>
        </p:nvSpPr>
        <p:spPr>
          <a:xfrm xmlns:a="http://schemas.openxmlformats.org/drawingml/2006/main">
            <a:off x="226695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Crop 명세">
            <a:extLst xmlns:a="http://schemas.openxmlformats.org/drawingml/2006/main">
              <a:ext uri="{FF2B5EF4-FFF2-40B4-BE49-F238E27FC236}">
                <a16:creationId xmlns:a16="http://schemas.microsoft.com/office/drawing/2014/main" id="{7E17AB10-C442-4B50-BE56-C149BEE5DCA6}"/>
              </a:ext>
            </a:extLst>
          </p:cNvPr>
          <p:cNvSpPr>
            <a:spLocks xmlns:a="http://schemas.openxmlformats.org/drawingml/2006/main" noGrp="1"/>
          </p:cNvSpPr>
          <p:nvPr/>
        </p:nvSpPr>
        <p:spPr>
          <a:xfrm xmlns:a="http://schemas.openxmlformats.org/drawingml/2006/main">
            <a:off x="232410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sp>
        <p:nvSpPr>
          <p:cNvPr id="14" name="">
            <a:extLst xmlns:a="http://schemas.openxmlformats.org/drawingml/2006/main">
              <a:ext uri="{FF2B5EF4-FFF2-40B4-BE49-F238E27FC236}">
                <a16:creationId xmlns:a16="http://schemas.microsoft.com/office/drawing/2014/main" id="{95F51BD5-3524-4C34-97ED-3C77E4212506}"/>
              </a:ext>
            </a:extLst>
          </p:cNvPr>
          <p:cNvSpPr>
            <a:spLocks xmlns:a="http://schemas.openxmlformats.org/drawingml/2006/main" noGrp="1"/>
          </p:cNvSpPr>
          <p:nvPr/>
        </p:nvSpPr>
        <p:spPr>
          <a:xfrm xmlns:a="http://schemas.openxmlformats.org/drawingml/2006/main">
            <a:off x="39243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구현·호출">
            <a:extLst xmlns:a="http://schemas.openxmlformats.org/drawingml/2006/main">
              <a:ext uri="{FF2B5EF4-FFF2-40B4-BE49-F238E27FC236}">
                <a16:creationId xmlns:a16="http://schemas.microsoft.com/office/drawing/2014/main" id="{C0A58069-E522-4992-AD48-D1E47045768C}"/>
              </a:ext>
            </a:extLst>
          </p:cNvPr>
          <p:cNvSpPr>
            <a:spLocks xmlns:a="http://schemas.openxmlformats.org/drawingml/2006/main" noGrp="1"/>
          </p:cNvSpPr>
          <p:nvPr/>
        </p:nvSpPr>
        <p:spPr>
          <a:xfrm xmlns:a="http://schemas.openxmlformats.org/drawingml/2006/main">
            <a:off x="39814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a:t>
            </a:r>
          </a:p>
        </p:txBody>
      </p:sp>
      <p:sp>
        <p:nvSpPr>
          <p:cNvPr id="16" name="">
            <a:extLst xmlns:a="http://schemas.openxmlformats.org/drawingml/2006/main">
              <a:ext uri="{FF2B5EF4-FFF2-40B4-BE49-F238E27FC236}">
                <a16:creationId xmlns:a16="http://schemas.microsoft.com/office/drawing/2014/main" id="{798916DA-72E0-4FEB-B8A3-829A7431F7DB}"/>
              </a:ext>
            </a:extLst>
          </p:cNvPr>
          <p:cNvSpPr>
            <a:spLocks xmlns:a="http://schemas.openxmlformats.org/drawingml/2006/main" noGrp="1"/>
          </p:cNvSpPr>
          <p:nvPr/>
        </p:nvSpPr>
        <p:spPr>
          <a:xfrm xmlns:a="http://schemas.openxmlformats.org/drawingml/2006/main">
            <a:off x="6819900"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7" name="실행 로그">
            <a:extLst xmlns:a="http://schemas.openxmlformats.org/drawingml/2006/main">
              <a:ext uri="{FF2B5EF4-FFF2-40B4-BE49-F238E27FC236}">
                <a16:creationId xmlns:a16="http://schemas.microsoft.com/office/drawing/2014/main" id="{8A954287-9929-409C-A82F-EF5EF702015E}"/>
              </a:ext>
            </a:extLst>
          </p:cNvPr>
          <p:cNvSpPr>
            <a:spLocks xmlns:a="http://schemas.openxmlformats.org/drawingml/2006/main" noGrp="1"/>
          </p:cNvSpPr>
          <p:nvPr/>
        </p:nvSpPr>
        <p:spPr>
          <a:xfrm xmlns:a="http://schemas.openxmlformats.org/drawingml/2006/main">
            <a:off x="6934200"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sp>
        <p:nvSpPr>
          <p:cNvPr id="18" name="">
            <a:extLst xmlns:a="http://schemas.openxmlformats.org/drawingml/2006/main">
              <a:ext uri="{FF2B5EF4-FFF2-40B4-BE49-F238E27FC236}">
                <a16:creationId xmlns:a16="http://schemas.microsoft.com/office/drawing/2014/main" id="{2A9F0CFA-0F5E-4EC8-BC21-8CA2AEA67042}"/>
              </a:ext>
            </a:extLst>
          </p:cNvPr>
          <p:cNvSpPr>
            <a:spLocks xmlns:a="http://schemas.openxmlformats.org/drawingml/2006/main" noGrp="1"/>
          </p:cNvSpPr>
          <p:nvPr/>
        </p:nvSpPr>
        <p:spPr>
          <a:xfrm xmlns:a="http://schemas.openxmlformats.org/drawingml/2006/main">
            <a:off x="9305925"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9" name="읽기·쓰기 권한">
            <a:extLst xmlns:a="http://schemas.openxmlformats.org/drawingml/2006/main">
              <a:ext uri="{FF2B5EF4-FFF2-40B4-BE49-F238E27FC236}">
                <a16:creationId xmlns:a16="http://schemas.microsoft.com/office/drawing/2014/main" id="{5215AACC-FED0-4FBD-B2D2-11E3AA4BFA86}"/>
              </a:ext>
            </a:extLst>
          </p:cNvPr>
          <p:cNvSpPr>
            <a:spLocks xmlns:a="http://schemas.openxmlformats.org/drawingml/2006/main" noGrp="1"/>
          </p:cNvSpPr>
          <p:nvPr/>
        </p:nvSpPr>
        <p:spPr>
          <a:xfrm xmlns:a="http://schemas.openxmlformats.org/drawingml/2006/main">
            <a:off x="9420225"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0" name="">
            <a:extLst xmlns:a="http://schemas.openxmlformats.org/drawingml/2006/main">
              <a:ext uri="{FF2B5EF4-FFF2-40B4-BE49-F238E27FC236}">
                <a16:creationId xmlns:a16="http://schemas.microsoft.com/office/drawing/2014/main" id="{7F57A565-580F-4FC8-9A7D-D3FCF7BE1214}"/>
              </a:ext>
            </a:extLst>
          </p:cNvPr>
          <p:cNvCxnSpPr/>
          <p:nvPr/>
        </p:nvCxnSpPr>
        <p:spPr>
          <a:xfrm xmlns:a="http://schemas.openxmlformats.org/drawingml/2006/main">
            <a:off x="29908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1" name="">
            <a:extLst xmlns:a="http://schemas.openxmlformats.org/drawingml/2006/main">
              <a:ext uri="{FF2B5EF4-FFF2-40B4-BE49-F238E27FC236}">
                <a16:creationId xmlns:a16="http://schemas.microsoft.com/office/drawing/2014/main" id="{FD70D8AF-C393-4C8E-A1F1-8FEDB4653B9B}"/>
              </a:ext>
            </a:extLst>
          </p:cNvPr>
          <p:cNvCxnSpPr/>
          <p:nvPr/>
        </p:nvCxnSpPr>
        <p:spPr>
          <a:xfrm xmlns:a="http://schemas.openxmlformats.org/drawingml/2006/main">
            <a:off x="92011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2" name="">
            <a:extLst xmlns:a="http://schemas.openxmlformats.org/drawingml/2006/main">
              <a:ext uri="{FF2B5EF4-FFF2-40B4-BE49-F238E27FC236}">
                <a16:creationId xmlns:a16="http://schemas.microsoft.com/office/drawing/2014/main" id="{13FEC602-7A83-4A9B-82B2-CB277C9341F5}"/>
              </a:ext>
            </a:extLst>
          </p:cNvPr>
          <p:cNvCxnSpPr/>
          <p:nvPr/>
        </p:nvCxnSpPr>
        <p:spPr>
          <a:xfrm xmlns:a="http://schemas.openxmlformats.org/drawingml/2006/main">
            <a:off x="2990850" y="4781550"/>
            <a:ext cx="6210300" cy="0"/>
          </a:xfrm>
          <a:prstGeom xmlns:a="http://schemas.openxmlformats.org/drawingml/2006/main" prst="straightConnector1">
            <a:avLst/>
          </a:prstGeom>
          <a:ln xmlns:a="http://schemas.openxmlformats.org/drawingml/2006/main" w="23813">
            <a:solidFill>
              <a:srgbClr val="0B6172"/>
            </a:solidFill>
          </a:ln>
        </p:spPr>
      </p:cxnSp>
      <p:cxnSp>
        <p:nvCxnSpPr>
          <p:cNvPr id="23" name="">
            <a:extLst xmlns:a="http://schemas.openxmlformats.org/drawingml/2006/main">
              <a:ext uri="{FF2B5EF4-FFF2-40B4-BE49-F238E27FC236}">
                <a16:creationId xmlns:a16="http://schemas.microsoft.com/office/drawing/2014/main" id="{3D98BEB9-1D86-4D1A-A203-C3725BD3493A}"/>
              </a:ext>
            </a:extLst>
          </p:cNvPr>
          <p:cNvCxnSpPr/>
          <p:nvPr/>
        </p:nvCxnSpPr>
        <p:spPr>
          <a:xfrm xmlns:a="http://schemas.openxmlformats.org/drawingml/2006/main">
            <a:off x="6096000" y="4781550"/>
            <a:ext cx="0" cy="2952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원인을 판단하는 데 쓰는 정보, Context">
            <a:extLst xmlns:a="http://schemas.openxmlformats.org/drawingml/2006/main">
              <a:ext uri="{FF2B5EF4-FFF2-40B4-BE49-F238E27FC236}">
                <a16:creationId xmlns:a16="http://schemas.microsoft.com/office/drawing/2014/main" id="{F87707F5-9A6D-42BD-AA24-C755C7AB75CF}"/>
              </a:ext>
            </a:extLst>
          </p:cNvPr>
          <p:cNvSpPr>
            <a:spLocks xmlns:a="http://schemas.openxmlformats.org/drawingml/2006/main" noGrp="1"/>
          </p:cNvSpPr>
          <p:nvPr/>
        </p:nvSpPr>
        <p:spPr>
          <a:xfrm xmlns:a="http://schemas.openxmlformats.org/drawingml/2006/main">
            <a:off x="609600" y="523875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원인을 판단하는 데 쓰는 정보, Context</a:t>
            </a:r>
          </a:p>
        </p:txBody>
      </p:sp>
      <p:sp>
        <p:nvSpPr>
          <p:cNvPr id="25" name="Legacy module connection">
            <a:extLst xmlns:a="http://schemas.openxmlformats.org/drawingml/2006/main">
              <a:ext uri="{FF2B5EF4-FFF2-40B4-BE49-F238E27FC236}">
                <a16:creationId xmlns:a16="http://schemas.microsoft.com/office/drawing/2014/main" id="{89029C06-E74C-4A6E-85D1-D687459E686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27584557"/>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사람의 자료 선택·전달">
            <a:extLst xmlns:a="http://schemas.openxmlformats.org/drawingml/2006/main">
              <a:ext uri="{FF2B5EF4-FFF2-40B4-BE49-F238E27FC236}">
                <a16:creationId xmlns:a16="http://schemas.microsoft.com/office/drawing/2014/main" id="{D7F0F4C2-9F45-4F66-A221-1042F1A4B1A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사람의 자료 선택·전달</a:t>
            </a:r>
          </a:p>
        </p:txBody>
      </p:sp>
      <p:sp>
        <p:nvSpPr>
          <p:cNvPr id="2" name="S09">
            <a:extLst xmlns:a="http://schemas.openxmlformats.org/drawingml/2006/main">
              <a:ext uri="{FF2B5EF4-FFF2-40B4-BE49-F238E27FC236}">
                <a16:creationId xmlns:a16="http://schemas.microsoft.com/office/drawing/2014/main" id="{61B26B54-EE7B-45FC-9E72-5ADD75D9FB2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Chatbot에 이 자료를 직접 전달한다면?">
            <a:extLst xmlns:a="http://schemas.openxmlformats.org/drawingml/2006/main">
              <a:ext uri="{FF2B5EF4-FFF2-40B4-BE49-F238E27FC236}">
                <a16:creationId xmlns:a16="http://schemas.microsoft.com/office/drawing/2014/main" id="{4351C502-96CA-45B4-86FF-CC7AE6FFBA6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Chatbot에 이 자료를 직접 전달한다면?</a:t>
            </a:r>
          </a:p>
        </p:txBody>
      </p:sp>
      <p:sp>
        <p:nvSpPr>
          <p:cNvPr id="4" name="">
            <a:extLst xmlns:a="http://schemas.openxmlformats.org/drawingml/2006/main">
              <a:ext uri="{FF2B5EF4-FFF2-40B4-BE49-F238E27FC236}">
                <a16:creationId xmlns:a16="http://schemas.microsoft.com/office/drawing/2014/main" id="{0A4B66C2-9979-44D6-A3AD-2ACF39C521C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자료를 직접 선택·첨부하는 대화 방식의 가정">
            <a:extLst xmlns:a="http://schemas.openxmlformats.org/drawingml/2006/main">
              <a:ext uri="{FF2B5EF4-FFF2-40B4-BE49-F238E27FC236}">
                <a16:creationId xmlns:a16="http://schemas.microsoft.com/office/drawing/2014/main" id="{4B21ACFF-3D42-451C-A174-567BF7EC6C4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자료를 직접 선택·첨부하는 대화 방식의 가정</a:t>
            </a:r>
          </a:p>
        </p:txBody>
      </p:sp>
      <p:sp>
        <p:nvSpPr>
          <p:cNvPr id="6" name="실제 Chatbot 비교 실행 아님 · 자료 전달 방식의 차이이며 제품 능력·효율 우위를 입증하지 않음">
            <a:extLst xmlns:a="http://schemas.openxmlformats.org/drawingml/2006/main">
              <a:ext uri="{FF2B5EF4-FFF2-40B4-BE49-F238E27FC236}">
                <a16:creationId xmlns:a16="http://schemas.microsoft.com/office/drawing/2014/main" id="{B3F57287-1A46-421C-AC53-55022B0F313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Chatbot 비교 실행 아님 · 자료 전달 방식의 차이이며 제품 능력·효율 우위를 입증하지 않음</a:t>
            </a:r>
          </a:p>
        </p:txBody>
      </p:sp>
      <p:sp>
        <p:nvSpPr>
          <p:cNvPr id="7" name="답을 받기 전, 사람이 관련 자료를 찾아 전달하는 방식">
            <a:extLst xmlns:a="http://schemas.openxmlformats.org/drawingml/2006/main">
              <a:ext uri="{FF2B5EF4-FFF2-40B4-BE49-F238E27FC236}">
                <a16:creationId xmlns:a16="http://schemas.microsoft.com/office/drawing/2014/main" id="{E1C9DEBD-72B2-41A8-B9D1-01B95B5E3390}"/>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답을 받기 전, 사람이 관련 자료를 찾아 전달하는 방식</a:t>
            </a:r>
          </a:p>
        </p:txBody>
      </p:sp>
      <p:pic>
        <p:nvPicPr>
          <p:cNvPr id="8" name="">
            <a:extLst xmlns:a="http://schemas.openxmlformats.org/drawingml/2006/main">
              <a:ext uri="{FF2B5EF4-FFF2-40B4-BE49-F238E27FC236}">
                <a16:creationId xmlns:a16="http://schemas.microsoft.com/office/drawing/2014/main" id="{51CD687E-C6A6-4641-A989-0DF50D97D4BC}"/>
              </a:ext>
            </a:extLst>
          </p:cNvPr>
          <p:cNvPicPr>
            <a:picLocks xmlns:a="http://schemas.openxmlformats.org/drawingml/2006/main" noChangeAspect="1"/>
          </p:cNvPicPr>
          <p:nvPr/>
        </p:nvPicPr>
        <p:blipFill>
          <a:blip xmlns:r="http://schemas.openxmlformats.org/officeDocument/2006/relationships" xmlns:a="http://schemas.openxmlformats.org/drawingml/2006/main" r:embed="R828fac79ff2044d0"/>
          <a:srcRect xmlns:a="http://schemas.openxmlformats.org/drawingml/2006/main" l="1500" t="18000" r="510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B4D18F2F-30D1-43EA-BEAA-152D638526F3}"/>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E7C7B6F6-D982-4062-A770-67319E65C1AE}"/>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B069B1BF-C770-4A93-A803-C73099616BED}"/>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0C87EC1E-6AAF-48F3-90F8-F1552BDDAF83}"/>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877C50EA-1677-4E95-9CB0-CC4AFF03060C}"/>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45965E03-11D0-4A5E-B3DA-364D6632F519}"/>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2D9B5CB3-B318-4EC6-BA2F-07F83A7C84DD}"/>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72947472-AB99-482D-9B5E-1B5845FDCAFF}"/>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92BF6E4B-9032-49FD-BDFA-805BCE225891}"/>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E066228F-D06C-4FC2-9C95-B357BF0E6FD7}"/>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06815C5A-770D-4F8E-A4FB-95A1273802CD}"/>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B782C0AD-0B29-4D8D-AE8B-4E46E8DCD276}"/>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83AD0522-9515-4DE7-B6EC-E8E6B0E386C1}"/>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9204D9E8-2DA6-47BD-9440-83C054A36FB9}"/>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E3BDF600-CCAC-4FCB-9F1A-C9749AA096A6}"/>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B02292CC-ECA8-4304-9667-6F0C1C27A5E7}"/>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2B06EB66-8345-4475-8CD1-420F9BE6EFC0}"/>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ACBAFAD5-2C99-425C-B7DF-D483CEDBB218}"/>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EE468283-A8CE-4615-93B5-C45C2334B665}"/>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사람">
            <a:extLst xmlns:a="http://schemas.openxmlformats.org/drawingml/2006/main">
              <a:ext uri="{FF2B5EF4-FFF2-40B4-BE49-F238E27FC236}">
                <a16:creationId xmlns:a16="http://schemas.microsoft.com/office/drawing/2014/main" id="{94A4FD02-8896-41DB-9540-85FB97D44941}"/>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사람</a:t>
            </a:r>
          </a:p>
        </p:txBody>
      </p:sp>
      <p:sp>
        <p:nvSpPr>
          <p:cNvPr id="29" name="찾고 · 고르고 · 전달">
            <a:extLst xmlns:a="http://schemas.openxmlformats.org/drawingml/2006/main">
              <a:ext uri="{FF2B5EF4-FFF2-40B4-BE49-F238E27FC236}">
                <a16:creationId xmlns:a16="http://schemas.microsoft.com/office/drawing/2014/main" id="{742883F5-B3EA-47B1-9E6E-571D4D9CAC79}"/>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찾고 · 고르고 · 전달</a:t>
            </a:r>
          </a:p>
        </p:txBody>
      </p:sp>
      <p:cxnSp>
        <p:nvCxnSpPr>
          <p:cNvPr id="30" name="">
            <a:extLst xmlns:a="http://schemas.openxmlformats.org/drawingml/2006/main">
              <a:ext uri="{FF2B5EF4-FFF2-40B4-BE49-F238E27FC236}">
                <a16:creationId xmlns:a16="http://schemas.microsoft.com/office/drawing/2014/main" id="{D3C10000-8851-4B99-9A4B-BE52DAB58D22}"/>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E0B0DFD5-24F7-41E9-9AC0-C89D76B7ADF0}"/>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대화창 · 교육용 가정">
            <a:extLst xmlns:a="http://schemas.openxmlformats.org/drawingml/2006/main">
              <a:ext uri="{FF2B5EF4-FFF2-40B4-BE49-F238E27FC236}">
                <a16:creationId xmlns:a16="http://schemas.microsoft.com/office/drawing/2014/main" id="{F3160B47-2B6D-43F6-94BD-8B9A89A07E71}"/>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대화창 · 교육용 가정</a:t>
            </a:r>
          </a:p>
        </p:txBody>
      </p:sp>
      <p:sp>
        <p:nvSpPr>
          <p:cNvPr id="33" name="">
            <a:extLst xmlns:a="http://schemas.openxmlformats.org/drawingml/2006/main">
              <a:ext uri="{FF2B5EF4-FFF2-40B4-BE49-F238E27FC236}">
                <a16:creationId xmlns:a16="http://schemas.microsoft.com/office/drawing/2014/main" id="{9C6364F3-8DA9-4CD6-8D6D-FC43BEF550FA}"/>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찾아 둔 자료와 질문을 전달&#10;코드 · 테스트 · 명세&#10;실행 로그 · 권한 정보">
            <a:extLst xmlns:a="http://schemas.openxmlformats.org/drawingml/2006/main">
              <a:ext uri="{FF2B5EF4-FFF2-40B4-BE49-F238E27FC236}">
                <a16:creationId xmlns:a16="http://schemas.microsoft.com/office/drawing/2014/main" id="{77F3B94A-B630-4849-862C-91CA9B1ABB0F}"/>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찾아 둔 자료와 질문을 전달</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코드 · 테스트 · 명세</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로그 · 권한 정보</a:t>
            </a:r>
          </a:p>
        </p:txBody>
      </p:sp>
      <p:sp>
        <p:nvSpPr>
          <p:cNvPr id="35" name="어떤 자료를 골라 연결할지, 답을 받기 전에 판단해야 한다">
            <a:extLst xmlns:a="http://schemas.openxmlformats.org/drawingml/2006/main">
              <a:ext uri="{FF2B5EF4-FFF2-40B4-BE49-F238E27FC236}">
                <a16:creationId xmlns:a16="http://schemas.microsoft.com/office/drawing/2014/main" id="{93D225A2-61AE-4D12-BD69-0F662D7B050E}"/>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어떤 자료를 골라 연결할지, 답을 받기 전에 판단해야 한다</a:t>
            </a:r>
          </a:p>
        </p:txBody>
      </p:sp>
      <p:sp>
        <p:nvSpPr>
          <p:cNvPr id="36" name="Legacy module connection">
            <a:extLst xmlns:a="http://schemas.openxmlformats.org/drawingml/2006/main">
              <a:ext uri="{FF2B5EF4-FFF2-40B4-BE49-F238E27FC236}">
                <a16:creationId xmlns:a16="http://schemas.microsoft.com/office/drawing/2014/main" id="{AAE9D98B-48F0-422D-9765-ECE7D47F7CE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969486514"/>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Agent의 허용된 조사">
            <a:extLst xmlns:a="http://schemas.openxmlformats.org/drawingml/2006/main">
              <a:ext uri="{FF2B5EF4-FFF2-40B4-BE49-F238E27FC236}">
                <a16:creationId xmlns:a16="http://schemas.microsoft.com/office/drawing/2014/main" id="{FA6A3874-2EBF-4455-8842-7E4AE4FBDEA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Agent의 허용된 조사</a:t>
            </a:r>
          </a:p>
        </p:txBody>
      </p:sp>
      <p:sp>
        <p:nvSpPr>
          <p:cNvPr id="2" name="S10">
            <a:extLst xmlns:a="http://schemas.openxmlformats.org/drawingml/2006/main">
              <a:ext uri="{FF2B5EF4-FFF2-40B4-BE49-F238E27FC236}">
                <a16:creationId xmlns:a16="http://schemas.microsoft.com/office/drawing/2014/main" id="{6763C5BE-9C7F-4246-A3E0-F061BB9D2EA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Agent가 자료를 직접 찾아 연결했다">
            <a:extLst xmlns:a="http://schemas.openxmlformats.org/drawingml/2006/main">
              <a:ext uri="{FF2B5EF4-FFF2-40B4-BE49-F238E27FC236}">
                <a16:creationId xmlns:a16="http://schemas.microsoft.com/office/drawing/2014/main" id="{44787C6E-77DF-4AF1-A4A1-E869A9F9248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자료를 직접 찾아 연결했다</a:t>
            </a:r>
          </a:p>
        </p:txBody>
      </p:sp>
      <p:sp>
        <p:nvSpPr>
          <p:cNvPr id="4" name="">
            <a:extLst xmlns:a="http://schemas.openxmlformats.org/drawingml/2006/main">
              <a:ext uri="{FF2B5EF4-FFF2-40B4-BE49-F238E27FC236}">
                <a16:creationId xmlns:a16="http://schemas.microsoft.com/office/drawing/2014/main" id="{54DEC9C2-7C62-4ACA-A71E-D25A7ABA2D2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단일 CLI 조사와 연결한 교육용 도식 · Codex CLI 0.154.0">
            <a:extLst xmlns:a="http://schemas.openxmlformats.org/drawingml/2006/main">
              <a:ext uri="{FF2B5EF4-FFF2-40B4-BE49-F238E27FC236}">
                <a16:creationId xmlns:a16="http://schemas.microsoft.com/office/drawing/2014/main" id="{12E0D415-E0D9-41D4-8ABD-0E335551D99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단일 CLI 조사와 연결한 교육용 도식 · Codex CLI 0.154.0</a:t>
            </a:r>
          </a:p>
        </p:txBody>
      </p:sp>
      <p:sp>
        <p:nvSpPr>
          <p:cNvPr id="6" name="권한 제한을 해제하지 않음 · 목표·검토 책임은 개발자에게 남음 · 현재 Desktop 미검증">
            <a:extLst xmlns:a="http://schemas.openxmlformats.org/drawingml/2006/main">
              <a:ext uri="{FF2B5EF4-FFF2-40B4-BE49-F238E27FC236}">
                <a16:creationId xmlns:a16="http://schemas.microsoft.com/office/drawing/2014/main" id="{8F18E39A-5266-414C-9352-409CF305F33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권한 제한을 해제하지 않음 · 목표·검토 책임은 개발자에게 남음 · 현재 Desktop 미검증</a:t>
            </a:r>
          </a:p>
        </p:txBody>
      </p:sp>
      <p:sp>
        <p:nvSpPr>
          <p:cNvPr id="7" name="같은 조사 자료를, 허용된 파일·도구 범위에서 찾는다">
            <a:extLst xmlns:a="http://schemas.openxmlformats.org/drawingml/2006/main">
              <a:ext uri="{FF2B5EF4-FFF2-40B4-BE49-F238E27FC236}">
                <a16:creationId xmlns:a16="http://schemas.microsoft.com/office/drawing/2014/main" id="{755DBAE6-458A-4179-A267-B8CCCAD44514}"/>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조사 자료를, 허용된 파일·도구 범위에서 찾는다</a:t>
            </a:r>
          </a:p>
        </p:txBody>
      </p:sp>
      <p:pic>
        <p:nvPicPr>
          <p:cNvPr id="8" name="">
            <a:extLst xmlns:a="http://schemas.openxmlformats.org/drawingml/2006/main">
              <a:ext uri="{FF2B5EF4-FFF2-40B4-BE49-F238E27FC236}">
                <a16:creationId xmlns:a16="http://schemas.microsoft.com/office/drawing/2014/main" id="{5A99A494-C29A-44F9-8798-34E057D46DE2}"/>
              </a:ext>
            </a:extLst>
          </p:cNvPr>
          <p:cNvPicPr>
            <a:picLocks xmlns:a="http://schemas.openxmlformats.org/drawingml/2006/main" noChangeAspect="1"/>
          </p:cNvPicPr>
          <p:nvPr/>
        </p:nvPicPr>
        <p:blipFill>
          <a:blip xmlns:r="http://schemas.openxmlformats.org/officeDocument/2006/relationships" xmlns:a="http://schemas.openxmlformats.org/drawingml/2006/main" r:embed="Re89473e1d0a34e38"/>
          <a:srcRect xmlns:a="http://schemas.openxmlformats.org/drawingml/2006/main" l="51000" t="18000" r="15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52F00E58-B350-43BA-B78A-F1C3FD18BB7B}"/>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02434849-84C5-422F-9029-2B8C062E8D78}"/>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07C03E10-27C3-468F-A2C9-C112311F1677}"/>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2ADE3C3E-D3A2-4F48-BE96-8CAFA747A193}"/>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471F872F-2341-4640-813F-4226C8035332}"/>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6329F913-1290-46C6-97D8-F0D4CE89C53D}"/>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A049AA9F-0F59-4B46-AA02-6B81F9D2D13D}"/>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13599543-1044-41F9-8E6E-D08B31D23996}"/>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DD37DEB4-3CE5-4B63-BCB4-F5FAEDC090EB}"/>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6371BC27-F4C1-4B83-A07C-4745492BBB9A}"/>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CD930B29-7D10-4099-AD94-AB39E0631188}"/>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45D09052-6356-4C06-9654-4A89BC9FACE6}"/>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10E3A994-B867-4DBC-AD26-516038B8316C}"/>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27BC0E9B-EE80-48F3-B365-0F9CA6BD1FC0}"/>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47B44317-6943-4980-AEE7-0954445FE35D}"/>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B540557F-F7D1-473F-841E-CC5B09DD9BD0}"/>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5045F39B-1064-4A02-B77F-1E3E19A79FB1}"/>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D0592109-E57B-485F-AA2F-B26D9C57A303}"/>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headEnd type="triangle" w="sm" len="sm"/>
            <a:tailEnd type="triangle" w="sm" len="sm"/>
          </a:ln>
        </p:spPr>
      </p:cxnSp>
      <p:sp>
        <p:nvSpPr>
          <p:cNvPr id="27" name="">
            <a:extLst xmlns:a="http://schemas.openxmlformats.org/drawingml/2006/main">
              <a:ext uri="{FF2B5EF4-FFF2-40B4-BE49-F238E27FC236}">
                <a16:creationId xmlns:a16="http://schemas.microsoft.com/office/drawing/2014/main" id="{C5A44D66-9E7E-4C29-A384-6C707D61A6D8}"/>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Agent">
            <a:extLst xmlns:a="http://schemas.openxmlformats.org/drawingml/2006/main">
              <a:ext uri="{FF2B5EF4-FFF2-40B4-BE49-F238E27FC236}">
                <a16:creationId xmlns:a16="http://schemas.microsoft.com/office/drawing/2014/main" id="{0CB64488-2781-4CD9-A36E-0E125218C50D}"/>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9" name="허용 범위에서 조사">
            <a:extLst xmlns:a="http://schemas.openxmlformats.org/drawingml/2006/main">
              <a:ext uri="{FF2B5EF4-FFF2-40B4-BE49-F238E27FC236}">
                <a16:creationId xmlns:a16="http://schemas.microsoft.com/office/drawing/2014/main" id="{12968E35-7304-45CC-BCCB-2DC0DE770838}"/>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허용 범위에서 조사</a:t>
            </a:r>
          </a:p>
        </p:txBody>
      </p:sp>
      <p:cxnSp>
        <p:nvCxnSpPr>
          <p:cNvPr id="30" name="">
            <a:extLst xmlns:a="http://schemas.openxmlformats.org/drawingml/2006/main">
              <a:ext uri="{FF2B5EF4-FFF2-40B4-BE49-F238E27FC236}">
                <a16:creationId xmlns:a16="http://schemas.microsoft.com/office/drawing/2014/main" id="{AE161214-6184-45F6-9E62-224547AD6513}"/>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9F85C128-F9DF-4F2C-B3ED-BB977B8C4BFD}"/>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관찰된 조사 내용">
            <a:extLst xmlns:a="http://schemas.openxmlformats.org/drawingml/2006/main">
              <a:ext uri="{FF2B5EF4-FFF2-40B4-BE49-F238E27FC236}">
                <a16:creationId xmlns:a16="http://schemas.microsoft.com/office/drawing/2014/main" id="{152608DA-E50C-422D-9C2D-7CF06F81C1F2}"/>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관찰된 조사 내용</a:t>
            </a:r>
          </a:p>
        </p:txBody>
      </p:sp>
      <p:sp>
        <p:nvSpPr>
          <p:cNvPr id="33" name="">
            <a:extLst xmlns:a="http://schemas.openxmlformats.org/drawingml/2006/main">
              <a:ext uri="{FF2B5EF4-FFF2-40B4-BE49-F238E27FC236}">
                <a16:creationId xmlns:a16="http://schemas.microsoft.com/office/drawing/2014/main" id="{9F6F0244-2F2B-429D-A34C-CF4AB077AD89}"/>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실패 테스트 · 관련 코드&#10;Crop 명세와 구현 차이&#10;실행 중 권한 제한">
            <a:extLst xmlns:a="http://schemas.openxmlformats.org/drawingml/2006/main">
              <a:ext uri="{FF2B5EF4-FFF2-40B4-BE49-F238E27FC236}">
                <a16:creationId xmlns:a16="http://schemas.microsoft.com/office/drawing/2014/main" id="{0746987A-FA1F-4667-AC7B-9A2705A8A171}"/>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 테스트 · 관련 코드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명세와 구현 차이</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중 권한 제한</a:t>
            </a:r>
          </a:p>
        </p:txBody>
      </p:sp>
      <p:sp>
        <p:nvSpPr>
          <p:cNvPr id="35" name="접근 전: 승인된 도구·계정·자료·권한 범위를 확인한다">
            <a:extLst xmlns:a="http://schemas.openxmlformats.org/drawingml/2006/main">
              <a:ext uri="{FF2B5EF4-FFF2-40B4-BE49-F238E27FC236}">
                <a16:creationId xmlns:a16="http://schemas.microsoft.com/office/drawing/2014/main" id="{A38EBE37-CE17-471F-8C22-9AC28812A4CC}"/>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접근 전: 승인된 도구·계정·자료·권한 범위를 확인한다</a:t>
            </a:r>
          </a:p>
        </p:txBody>
      </p:sp>
      <p:sp>
        <p:nvSpPr>
          <p:cNvPr id="36" name="Legacy module connection">
            <a:extLst xmlns:a="http://schemas.openxmlformats.org/drawingml/2006/main">
              <a:ext uri="{FF2B5EF4-FFF2-40B4-BE49-F238E27FC236}">
                <a16:creationId xmlns:a16="http://schemas.microsoft.com/office/drawing/2014/main" id="{BA14FF46-D047-477D-B9CC-86FF1401079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400101310"/>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ACT 0 · ChatGPT 데스크톱 앱의 진입 경로">
            <a:extLst xmlns:a="http://schemas.openxmlformats.org/drawingml/2006/main">
              <a:ext uri="{FF2B5EF4-FFF2-40B4-BE49-F238E27FC236}">
                <a16:creationId xmlns:a16="http://schemas.microsoft.com/office/drawing/2014/main" id="{1EF9996C-A2D0-4AD7-B129-A3D1F16B05E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11">
            <a:extLst xmlns:a="http://schemas.openxmlformats.org/drawingml/2006/main">
              <a:ext uri="{FF2B5EF4-FFF2-40B4-BE49-F238E27FC236}">
                <a16:creationId xmlns:a16="http://schemas.microsoft.com/office/drawing/2014/main" id="{6E5EA7F2-6D4D-49BE-8925-443155929D9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Repository 작업은 Codex에서 시작한다">
            <a:extLst xmlns:a="http://schemas.openxmlformats.org/drawingml/2006/main">
              <a:ext uri="{FF2B5EF4-FFF2-40B4-BE49-F238E27FC236}">
                <a16:creationId xmlns:a16="http://schemas.microsoft.com/office/drawing/2014/main" id="{568CDC88-0B10-438C-B1D6-681562C4F7A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E99B4116-5BA9-41A9-913F-2BD1110EC47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CEF316BF-7239-42B3-A10A-FEA7D8B3C30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766FF368-2185-4076-950A-076F101D793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6FE15A65-0F91-438B-9503-DB52B1215CAD}"/>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ED7F4632-07EF-4A66-9C7D-B3A0D1164EC1}"/>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67A19D0B-639D-48FF-AA7A-E6E2E23EA936}"/>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5B8AF839-3467-440A-9FB7-5496FB6128EE}"/>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3DB54BD1-0DBF-4C82-A0E1-24B26085A736}"/>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0B1A5C43-F347-4019-ADC5-0A234880BDE1}"/>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5CEE32A4-3D51-440D-B43E-AEB28573640A}"/>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87F55852-4DEF-4FCB-AC76-61970F9C9760}"/>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83E05D79-8FE3-4FD4-98F3-C3D265817248}"/>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BC07F8EC-CB3B-4DDF-A7B3-2FA947F9C1CB}"/>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AA93338E-5B4A-48C7-988A-57E58197A733}"/>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434011CD-247A-4321-92AA-1CE6646D13FC}"/>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9E7EAC76-F46E-4729-B80E-A44F5CF7BCA5}"/>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59B96F71-017C-4CD3-867D-E07A68F94E7D}"/>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6104B689-5A10-4804-AAFE-34647D26DD6F}"/>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28EE8440-E021-4359-A764-92ADE65A3DB3}"/>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6CE7374D-0DB3-4299-B822-20E22C7976C1}"/>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6F7C5635-7631-4528-8347-FA8A354B4ED5}"/>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3ADC30CC-B37F-46EC-A69D-C90C6F6DFA4C}"/>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F3989A42-97FC-4E3F-8526-B2608DD14DE5}"/>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34A0AF71-DB49-4C2B-84B4-E8D2B33B9AB8}"/>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
            <a:extLst xmlns:a="http://schemas.openxmlformats.org/drawingml/2006/main">
              <a:ext uri="{FF2B5EF4-FFF2-40B4-BE49-F238E27FC236}">
                <a16:creationId xmlns:a16="http://schemas.microsoft.com/office/drawing/2014/main" id="{8B875A78-CEA0-4F68-93C0-D9031B826A1D}"/>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9" name="Practical application tip badge">
            <a:extLst xmlns:a="http://schemas.openxmlformats.org/drawingml/2006/main">
              <a:ext uri="{FF2B5EF4-FFF2-40B4-BE49-F238E27FC236}">
                <a16:creationId xmlns:a16="http://schemas.microsoft.com/office/drawing/2014/main" id="{DE2161B7-D675-459C-930B-9503F02D385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0" name="Legacy module connection">
            <a:extLst xmlns:a="http://schemas.openxmlformats.org/drawingml/2006/main">
              <a:ext uri="{FF2B5EF4-FFF2-40B4-BE49-F238E27FC236}">
                <a16:creationId xmlns:a16="http://schemas.microsoft.com/office/drawing/2014/main" id="{850FA385-E805-4425-83AF-B4A6F61D207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497643517"/>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0EF1935A-9F80-4BB5-A098-B3531AC6AF4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12">
            <a:extLst xmlns:a="http://schemas.openxmlformats.org/drawingml/2006/main">
              <a:ext uri="{FF2B5EF4-FFF2-40B4-BE49-F238E27FC236}">
                <a16:creationId xmlns:a16="http://schemas.microsoft.com/office/drawing/2014/main" id="{93EF2DF7-75F5-4215-871E-7018A922FDC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Repository 접근과 Task 의도는 별개다">
            <a:extLst xmlns:a="http://schemas.openxmlformats.org/drawingml/2006/main">
              <a:ext uri="{FF2B5EF4-FFF2-40B4-BE49-F238E27FC236}">
                <a16:creationId xmlns:a16="http://schemas.microsoft.com/office/drawing/2014/main" id="{8D86E47C-94FA-4026-857C-E7EC5F8B3FC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31559727-1A0A-4EB7-99CA-D3A03DEB53D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C88F4E76-4FE7-454A-A92B-D8205ED7650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38B210D2-DB67-419C-AB7D-7E001E27BFA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C6FFBB01-0CA1-4E91-86E3-46CC5C69A3A6}"/>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1B8BCEBA-C469-469E-9243-5929818622D3}"/>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94ABBFAE-6599-46E4-913D-3F9B9EA44FB5}"/>
              </a:ext>
            </a:extLst>
          </p:cNvPr>
          <p:cNvPicPr>
            <a:picLocks xmlns:a="http://schemas.openxmlformats.org/drawingml/2006/main" noChangeAspect="1"/>
          </p:cNvPicPr>
          <p:nvPr/>
        </p:nvPicPr>
        <p:blipFill>
          <a:blip xmlns:r="http://schemas.openxmlformats.org/officeDocument/2006/relationships" xmlns:a="http://schemas.openxmlformats.org/drawingml/2006/main" r:embed="Ra65b51b039f74b95"/>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C7A05F52-633F-4796-B93F-391F3A66832F}"/>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F40238F3-1AB4-4D96-80B8-77E05DD8BCA2}"/>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965FD7F8-5B8C-45B5-A0A1-99182BAF46D5}"/>
              </a:ext>
            </a:extLst>
          </p:cNvPr>
          <p:cNvPicPr>
            <a:picLocks xmlns:a="http://schemas.openxmlformats.org/drawingml/2006/main" noChangeAspect="1"/>
          </p:cNvPicPr>
          <p:nvPr/>
        </p:nvPicPr>
        <p:blipFill>
          <a:blip xmlns:r="http://schemas.openxmlformats.org/officeDocument/2006/relationships" xmlns:a="http://schemas.openxmlformats.org/drawingml/2006/main" r:embed="R4557b234793a4f5f"/>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CD4058B8-4173-4BC8-994A-E5B753087637}"/>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E394F38B-DF18-4859-B27E-E4C722143F49}"/>
              </a:ext>
            </a:extLst>
          </p:cNvPr>
          <p:cNvPicPr>
            <a:picLocks xmlns:a="http://schemas.openxmlformats.org/drawingml/2006/main" noChangeAspect="1"/>
          </p:cNvPicPr>
          <p:nvPr/>
        </p:nvPicPr>
        <p:blipFill>
          <a:blip xmlns:r="http://schemas.openxmlformats.org/officeDocument/2006/relationships" xmlns:a="http://schemas.openxmlformats.org/drawingml/2006/main" r:embed="Rd9af02e11c454561"/>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B7B174ED-0A32-47A4-BC0C-FE94B3B78AAD}"/>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77AC5341-0034-4A38-AB3D-FEDA146A3606}"/>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32C4F8A2-DEF1-419C-95E5-48A6B5FA0D08}"/>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78CB8EC1-5632-41A1-9754-55AE919593EF}"/>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D639E02A-8AF0-4ECC-A3EC-26E51B5EAF61}"/>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E5BDCDBD-F4F8-4C76-AAF7-4BB43B3130B5}"/>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0CCBDA1B-6831-4B9E-BFD4-7AF905C89F59}"/>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9A49F2FB-941A-43CC-886C-A7774F8E78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509089190"/>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0 · 필요한 팁 찾아보기">
            <a:extLst xmlns:a="http://schemas.openxmlformats.org/drawingml/2006/main">
              <a:ext uri="{FF2B5EF4-FFF2-40B4-BE49-F238E27FC236}">
                <a16:creationId xmlns:a16="http://schemas.microsoft.com/office/drawing/2014/main" id="{5DC01B13-1188-43EC-9A7A-521A83E6D7D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필요한 팁 찾아보기</a:t>
            </a:r>
          </a:p>
        </p:txBody>
      </p:sp>
      <p:sp>
        <p:nvSpPr>
          <p:cNvPr id="2" name="S13">
            <a:extLst xmlns:a="http://schemas.openxmlformats.org/drawingml/2006/main">
              <a:ext uri="{FF2B5EF4-FFF2-40B4-BE49-F238E27FC236}">
                <a16:creationId xmlns:a16="http://schemas.microsoft.com/office/drawing/2014/main" id="{D22DBA22-E182-41A3-A521-A153FD87116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ACT 0 실무 적용 팁 모아보기">
            <a:extLst xmlns:a="http://schemas.openxmlformats.org/drawingml/2006/main">
              <a:ext uri="{FF2B5EF4-FFF2-40B4-BE49-F238E27FC236}">
                <a16:creationId xmlns:a16="http://schemas.microsoft.com/office/drawing/2014/main" id="{30A44758-B31B-4FD4-AD56-436CA763C6D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ACT 0 실무 적용 팁 모아보기</a:t>
            </a:r>
          </a:p>
        </p:txBody>
      </p:sp>
      <p:sp>
        <p:nvSpPr>
          <p:cNvPr id="4" name="">
            <a:extLst xmlns:a="http://schemas.openxmlformats.org/drawingml/2006/main">
              <a:ext uri="{FF2B5EF4-FFF2-40B4-BE49-F238E27FC236}">
                <a16:creationId xmlns:a16="http://schemas.microsoft.com/office/drawing/2014/main" id="{3DCB2BB4-EE02-41E7-A3D2-1BFFFB0F49C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7">
            <a:extLst xmlns:a="http://schemas.openxmlformats.org/drawingml/2006/main">
              <a:ext uri="{FF2B5EF4-FFF2-40B4-BE49-F238E27FC236}">
                <a16:creationId xmlns:a16="http://schemas.microsoft.com/office/drawing/2014/main" id="{C22234E5-A9BE-4ED8-B6D5-D8B98918FA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DEC-0087</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1A3EBDE5-625C-47F4-8AA6-2EEF7332331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A9061D22-4AC9-43DF-8156-4C30DFBE03C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261A9ADB-50D3-4FFB-B0BC-C220CE51195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E30F8A0E-2D65-4184-8D08-C1110664BAB0}"/>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4EE1012F-A9A1-4D9E-9785-F475C1A1D202}"/>
              </a:ext>
            </a:extLst>
          </p:cNvPr>
          <p:cNvSpPr>
            <a:spLocks xmlns:a="http://schemas.openxmlformats.org/drawingml/2006/main" noGrp="1"/>
          </p:cNvSpPr>
          <p:nvPr/>
        </p:nvSpPr>
        <p:spPr>
          <a:xfrm xmlns:a="http://schemas.openxmlformats.org/drawingml/2006/main">
            <a:off x="609600" y="2952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3AC7833B-C091-47B6-869A-70D3EB96E04C}"/>
              </a:ext>
            </a:extLst>
          </p:cNvPr>
          <p:cNvSpPr>
            <a:spLocks xmlns:a="http://schemas.openxmlformats.org/drawingml/2006/main" noGrp="1"/>
          </p:cNvSpPr>
          <p:nvPr/>
        </p:nvSpPr>
        <p:spPr>
          <a:xfrm xmlns:a="http://schemas.openxmlformats.org/drawingml/2006/main">
            <a:off x="609600" y="3076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11">
            <a:extLst xmlns:a="http://schemas.openxmlformats.org/drawingml/2006/main">
              <a:ext uri="{FF2B5EF4-FFF2-40B4-BE49-F238E27FC236}">
                <a16:creationId xmlns:a16="http://schemas.microsoft.com/office/drawing/2014/main" id="{E296D107-EF95-4B5C-924B-78B12C63CCB4}"/>
              </a:ext>
            </a:extLst>
          </p:cNvPr>
          <p:cNvSpPr>
            <a:spLocks xmlns:a="http://schemas.openxmlformats.org/drawingml/2006/main" noGrp="1"/>
          </p:cNvSpPr>
          <p:nvPr/>
        </p:nvSpPr>
        <p:spPr>
          <a:xfrm xmlns:a="http://schemas.openxmlformats.org/drawingml/2006/main">
            <a:off x="609600" y="3076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S11</a:t>
            </a:r>
          </a:p>
        </p:txBody>
      </p:sp>
      <p:sp>
        <p:nvSpPr>
          <p:cNvPr id="13" name="Repository 작업은 Codex에서 시작한다">
            <a:extLst xmlns:a="http://schemas.openxmlformats.org/drawingml/2006/main">
              <a:ext uri="{FF2B5EF4-FFF2-40B4-BE49-F238E27FC236}">
                <a16:creationId xmlns:a16="http://schemas.microsoft.com/office/drawing/2014/main" id="{11123C5B-E3D9-468D-B80D-162D82BCB6A5}"/>
              </a:ext>
            </a:extLst>
          </p:cNvPr>
          <p:cNvSpPr>
            <a:spLocks xmlns:a="http://schemas.openxmlformats.org/drawingml/2006/main" noGrp="1"/>
          </p:cNvSpPr>
          <p:nvPr/>
        </p:nvSpPr>
        <p:spPr>
          <a:xfrm xmlns:a="http://schemas.openxmlformats.org/drawingml/2006/main">
            <a:off x="1714500" y="307657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Repository 작업은 Codex에서 시작한다</a:t>
            </a:r>
          </a:p>
        </p:txBody>
      </p:sp>
      <p:sp>
        <p:nvSpPr>
          <p:cNvPr id="14" name="Legacy module connection">
            <a:extLst xmlns:a="http://schemas.openxmlformats.org/drawingml/2006/main">
              <a:ext uri="{FF2B5EF4-FFF2-40B4-BE49-F238E27FC236}">
                <a16:creationId xmlns:a16="http://schemas.microsoft.com/office/drawing/2014/main" id="{3B500070-9019-4BC8-862D-B8C052E8D47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1682481215"/>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5D6B22E2-24F9-4F17-8AF2-24E8F26520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4">
            <a:extLst xmlns:a="http://schemas.openxmlformats.org/drawingml/2006/main">
              <a:ext uri="{FF2B5EF4-FFF2-40B4-BE49-F238E27FC236}">
                <a16:creationId xmlns:a16="http://schemas.microsoft.com/office/drawing/2014/main" id="{B589A268-7BFB-43A2-BB1D-AD50D6C6484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Repository를 보면 내가 원하는 것까지 알까?">
            <a:extLst xmlns:a="http://schemas.openxmlformats.org/drawingml/2006/main">
              <a:ext uri="{FF2B5EF4-FFF2-40B4-BE49-F238E27FC236}">
                <a16:creationId xmlns:a16="http://schemas.microsoft.com/office/drawing/2014/main" id="{A34C94DA-71B8-4237-A83A-CDFEB22A25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D4A2DF35-7AAE-496D-86E0-5C86BA437C6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1D64A87C-5D4E-4877-AD45-281B5AABA25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194C13B6-5684-4796-AF7E-0F3639081C6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5FF78641-AFCA-4E97-B897-A0F1493D186C}"/>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5A8D8FD9-A589-4E7C-840B-098C7075DECD}"/>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550DEFAF-56ED-4967-AE7B-9DEFBB3B13B1}"/>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A4EFAFA5-0163-4DFC-94AA-E303C5C756A8}"/>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5B7A3123-F756-4475-9539-EDFF0B9DC1B4}"/>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73C4717C-D7BD-4B9B-A4BF-5DD4E186849A}"/>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D3392BA1-5F74-42F6-88F5-B17BA5C04E42}"/>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05A5E42-0311-4F2F-9F7B-8042E9B3984E}"/>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471A8C81-B8AE-47F0-A4D5-6D81B1BB5A27}"/>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32E4F35C-0717-418D-9F09-F982EF12E888}"/>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20A7EDCF-767D-4135-AFA1-CC937BB8FBF1}"/>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7BC0B8E0-0025-4B3B-B648-016B86D2D991}"/>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C161A288-F16D-4A6C-849E-D4A6207AFB8A}"/>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76E7A75B-6910-4E74-9012-58987EDC7B01}"/>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A0BF8BCB-2734-4A7B-904D-9FB8A2B276F4}"/>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5319072F-91D5-4186-BE94-D81264990AD5}"/>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02F86FE1-4A17-4E9D-8824-069F3A14B02C}"/>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0EBE0B6B-0D01-4EA9-A392-4E3B037A2F2F}"/>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F319950E-D029-4807-8A33-F4B3B1C65875}"/>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AEDAFABF-571F-4089-A89A-845F5430B5C9}"/>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45D8BA30-7D91-4C64-8A7F-EAC5FA83E76E}"/>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74598B7C-C61B-488B-998F-067C6B41E066}"/>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07E7A0E8-64AA-4885-954A-4A6B48819DD6}"/>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A9FC9B26-89AB-41B5-8942-CF89CC56AE50}"/>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7BDFD239-2FD2-4C89-BF0B-CF797C361088}"/>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D71A489D-E26B-4863-951F-C0D5FD1E86FC}"/>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85C8D409-1FF5-4A15-A6B3-84B675F32F37}"/>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F27CE79E-44BE-4F1F-B2C9-89FCBA92B9E3}"/>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B76D9237-71FC-4490-A5F4-4744D5062B62}"/>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E3A75F62-18F4-4E25-B7C8-78134EAB9FDC}"/>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4C8D54D7-330F-4B93-92DF-4A0CDAF62B4B}"/>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2F6283B2-5285-447B-BC94-101FCA151AF2}"/>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43B84DE1-06BE-4714-B246-232D47C327F8}"/>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BA45D6BA-F2D9-4B4F-8FBF-7350FEFBD164}"/>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8BC6AFAD-ABE1-4544-9C6A-414C5F418EDD}"/>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ABA810CE-A033-48A3-9B9A-29FF6D33F3C1}"/>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D9FDC47D-BE76-4DED-B7A2-4243BBB35FD6}"/>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51E84265-C897-45B8-8DE5-5A902DE0456C}"/>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CE3845D4-707B-4FA6-9BDB-483BAF2F961C}"/>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A2DFCCA0-E6E7-4866-90D4-66F935DE41C0}"/>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8EA10709-BE80-493B-80F6-3A6C210CECEF}"/>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27897C93-CCF1-4532-BF22-A4C3112C6306}"/>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5AA8A9CE-E1F9-44A0-9F1F-D3C6E1DAA042}"/>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4858EEA4-54EF-4B00-AEBE-3E64A32C00EB}"/>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68EEFDE4-F2E0-4B2C-84DD-5E2DDC38E20A}"/>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D2986FDF-4EBE-48EA-9C52-E1F38C1270B8}"/>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BEB34180-77F5-4A5B-B90F-BEF6CE16FD28}"/>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7C2C06D9-873C-4520-8CD8-CF1D389C7078}"/>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25463C26-6BD6-4CD0-A664-C40ABB034BAB}"/>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D803F3DD-13CE-4CC5-97E9-B35CD3100101}"/>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E1C6C39E-0B4A-45F5-972F-250AB0E26253}"/>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0328F9AF-193A-4754-837D-80FA1AC1A33E}"/>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772D5299-BF53-4B7F-8D22-8D70C9CE21B3}"/>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A787246D-2BA5-467A-9C2A-2499AFA54897}"/>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0D822503-6A75-4324-9E52-4F4266A15DE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90473806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2026-10-25T08:39:04.0230000Z</dcterms:created>
  <dcterms:modified xsi:type="dcterms:W3CDTF">2026-10-25T08:39:04.0230000Z</dcterms:modified>
</coreProperties>
</file>