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d8dd23117754a3d" /><Relationship Type="http://schemas.openxmlformats.org/officeDocument/2006/relationships/extended-properties" Target="/docProps/app.xml" Id="Rd13aaf2189674566" /><Relationship Type="http://schemas.openxmlformats.org/officeDocument/2006/relationships/officeDocument" Target="/ppt/presentation.xml" Id="Ra1a91fe65fca4cd2" /></Relationships>
</file>

<file path=ppt/presentation.xml><?xml version="1.0" encoding="utf-8"?>
<p:presentation xmlns:p="http://schemas.openxmlformats.org/presentationml/2006/main">
  <p:sldMasterIdLst>
    <p:sldMasterId xmlns:r="http://schemas.openxmlformats.org/officeDocument/2006/relationships" id="2147483648" r:id="Reae6a1a0dea048cc"/>
  </p:sldMasterIdLst>
  <p:notesMasterIdLst>
    <p:notesMasterId xmlns:r="http://schemas.openxmlformats.org/officeDocument/2006/relationships" r:id="Re2fac6b91a104a2a"/>
  </p:notesMasterIdLst>
  <p:sldIdLst>
    <p:sldId xmlns:r="http://schemas.openxmlformats.org/officeDocument/2006/relationships" id="256" r:id="Reb003505b9f9481e"/>
    <p:sldId xmlns:r="http://schemas.openxmlformats.org/officeDocument/2006/relationships" id="257" r:id="R7be9ed5150734bb2"/>
    <p:sldId xmlns:r="http://schemas.openxmlformats.org/officeDocument/2006/relationships" id="258" r:id="R9504f1f9bf9348de"/>
    <p:sldId xmlns:r="http://schemas.openxmlformats.org/officeDocument/2006/relationships" id="259" r:id="R6cc20fe6f19f4a88"/>
    <p:sldId xmlns:r="http://schemas.openxmlformats.org/officeDocument/2006/relationships" id="260" r:id="R424984c7e5794c83"/>
    <p:sldId xmlns:r="http://schemas.openxmlformats.org/officeDocument/2006/relationships" id="261" r:id="Rfc5dba7eec1044f2"/>
    <p:sldId xmlns:r="http://schemas.openxmlformats.org/officeDocument/2006/relationships" id="262" r:id="Ra3a508327df34b3e"/>
    <p:sldId xmlns:r="http://schemas.openxmlformats.org/officeDocument/2006/relationships" id="263" r:id="Rbc6d101d06f946c4"/>
    <p:sldId xmlns:r="http://schemas.openxmlformats.org/officeDocument/2006/relationships" id="264" r:id="R4ff3360be24c4c35"/>
    <p:sldId xmlns:r="http://schemas.openxmlformats.org/officeDocument/2006/relationships" id="265" r:id="Rf1f1cb8d2cc944a4"/>
    <p:sldId xmlns:r="http://schemas.openxmlformats.org/officeDocument/2006/relationships" id="266" r:id="R54a1a43b94ce4499"/>
    <p:sldId xmlns:r="http://schemas.openxmlformats.org/officeDocument/2006/relationships" id="267" r:id="Rffea4f922c8e4b61"/>
    <p:sldId xmlns:r="http://schemas.openxmlformats.org/officeDocument/2006/relationships" id="268" r:id="R600bec172b484f0c"/>
    <p:sldId xmlns:r="http://schemas.openxmlformats.org/officeDocument/2006/relationships" id="269" r:id="R022f7e62aff7452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4e84c770d324fd6" /><Relationship Type="http://schemas.openxmlformats.org/officeDocument/2006/relationships/slideMaster" Target="/ppt/slideMasters/slideMaster1.xml" Id="Reae6a1a0dea048cc" /><Relationship Type="http://schemas.openxmlformats.org/officeDocument/2006/relationships/notesMaster" Target="/ppt/notesMasters/notesMaster1.xml" Id="Re2fac6b91a104a2a" /><Relationship Type="http://schemas.openxmlformats.org/officeDocument/2006/relationships/presProps" Target="/ppt/presProps.xml" Id="R1e1c60c779974d7c" /><Relationship Type="http://schemas.openxmlformats.org/officeDocument/2006/relationships/tableStyles" Target="/ppt/tableStyles.xml" Id="Rdc13b86da0c74118" /><Relationship Type="http://schemas.openxmlformats.org/officeDocument/2006/relationships/slide" Target="/ppt/slides/slide1.xml" Id="Reb003505b9f9481e" /><Relationship Type="http://schemas.openxmlformats.org/officeDocument/2006/relationships/slide" Target="/ppt/slides/slide2.xml" Id="R7be9ed5150734bb2" /><Relationship Type="http://schemas.openxmlformats.org/officeDocument/2006/relationships/slide" Target="/ppt/slides/slide3.xml" Id="R9504f1f9bf9348de" /><Relationship Type="http://schemas.openxmlformats.org/officeDocument/2006/relationships/slide" Target="/ppt/slides/slide4.xml" Id="R6cc20fe6f19f4a88" /><Relationship Type="http://schemas.openxmlformats.org/officeDocument/2006/relationships/slide" Target="/ppt/slides/slide5.xml" Id="R424984c7e5794c83" /><Relationship Type="http://schemas.openxmlformats.org/officeDocument/2006/relationships/slide" Target="/ppt/slides/slide6.xml" Id="Rfc5dba7eec1044f2" /><Relationship Type="http://schemas.openxmlformats.org/officeDocument/2006/relationships/slide" Target="/ppt/slides/slide7.xml" Id="Ra3a508327df34b3e" /><Relationship Type="http://schemas.openxmlformats.org/officeDocument/2006/relationships/slide" Target="/ppt/slides/slide8.xml" Id="Rbc6d101d06f946c4" /><Relationship Type="http://schemas.openxmlformats.org/officeDocument/2006/relationships/slide" Target="/ppt/slides/slide9.xml" Id="R4ff3360be24c4c35" /><Relationship Type="http://schemas.openxmlformats.org/officeDocument/2006/relationships/slide" Target="/ppt/slides/slide10.xml" Id="Rf1f1cb8d2cc944a4" /><Relationship Type="http://schemas.openxmlformats.org/officeDocument/2006/relationships/slide" Target="/ppt/slides/slide11.xml" Id="R54a1a43b94ce4499" /><Relationship Type="http://schemas.openxmlformats.org/officeDocument/2006/relationships/slide" Target="/ppt/slides/slide12.xml" Id="Rffea4f922c8e4b61" /><Relationship Type="http://schemas.openxmlformats.org/officeDocument/2006/relationships/slide" Target="/ppt/slides/slide13.xml" Id="R600bec172b484f0c" /><Relationship Type="http://schemas.openxmlformats.org/officeDocument/2006/relationships/slide" Target="/ppt/slides/slide14.xml" Id="R022f7e62aff7452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ebed2ddc55347d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f19bae82adb4517" /><Relationship Type="http://schemas.openxmlformats.org/officeDocument/2006/relationships/notesMaster" Target="/ppt/notesMasters/notesMaster1.xml" Id="Rc976855618ba4394" /></Relationships>
</file>

<file path=ppt/notesSlides/_rels/notesSlide2.xml.rels>&#65279;<?xml version="1.0" encoding="utf-8"?><Relationships xmlns="http://schemas.openxmlformats.org/package/2006/relationships"><Relationship Type="http://schemas.openxmlformats.org/officeDocument/2006/relationships/slide" Target="/ppt/slides/slide2.xml" Id="Rf83dfbb78055420e" /><Relationship Type="http://schemas.openxmlformats.org/officeDocument/2006/relationships/notesMaster" Target="/ppt/notesMasters/notesMaster1.xml" Id="R6c738554845c4c24" /></Relationships>
</file>

<file path=ppt/notesSlides/_rels/notesSlide3.xml.rels>&#65279;<?xml version="1.0" encoding="utf-8"?><Relationships xmlns="http://schemas.openxmlformats.org/package/2006/relationships"><Relationship Type="http://schemas.openxmlformats.org/officeDocument/2006/relationships/slide" Target="/ppt/slides/slide3.xml" Id="Rbd4f930ac71e4fb6" /><Relationship Type="http://schemas.openxmlformats.org/officeDocument/2006/relationships/notesMaster" Target="/ppt/notesMasters/notesMaster1.xml" Id="R832e7bc124c84f85" /></Relationships>
</file>

<file path=ppt/notesSlides/_rels/notesSlide4.xml.rels>&#65279;<?xml version="1.0" encoding="utf-8"?><Relationships xmlns="http://schemas.openxmlformats.org/package/2006/relationships"><Relationship Type="http://schemas.openxmlformats.org/officeDocument/2006/relationships/slide" Target="/ppt/slides/slide4.xml" Id="R822e88b89d2e48af" /><Relationship Type="http://schemas.openxmlformats.org/officeDocument/2006/relationships/notesMaster" Target="/ppt/notesMasters/notesMaster1.xml" Id="Rd2cba418d47840b7" /></Relationships>
</file>

<file path=ppt/notesSlides/_rels/notesSlide5.xml.rels>&#65279;<?xml version="1.0" encoding="utf-8"?><Relationships xmlns="http://schemas.openxmlformats.org/package/2006/relationships"><Relationship Type="http://schemas.openxmlformats.org/officeDocument/2006/relationships/slide" Target="/ppt/slides/slide5.xml" Id="R5e9dee9c0f144d21" /><Relationship Type="http://schemas.openxmlformats.org/officeDocument/2006/relationships/notesMaster" Target="/ppt/notesMasters/notesMaster1.xml" Id="R1c8d50d031434bcd" /></Relationships>
</file>

<file path=ppt/notesSlides/_rels/notesSlide6.xml.rels>&#65279;<?xml version="1.0" encoding="utf-8"?><Relationships xmlns="http://schemas.openxmlformats.org/package/2006/relationships"><Relationship Type="http://schemas.openxmlformats.org/officeDocument/2006/relationships/slide" Target="/ppt/slides/slide6.xml" Id="Rafbc17f137a849c3" /><Relationship Type="http://schemas.openxmlformats.org/officeDocument/2006/relationships/notesMaster" Target="/ppt/notesMasters/notesMaster1.xml" Id="R3ca8b67e33984b99" /></Relationships>
</file>

<file path=ppt/notesSlides/_rels/notesSlide7.xml.rels>&#65279;<?xml version="1.0" encoding="utf-8"?><Relationships xmlns="http://schemas.openxmlformats.org/package/2006/relationships"><Relationship Type="http://schemas.openxmlformats.org/officeDocument/2006/relationships/slide" Target="/ppt/slides/slide7.xml" Id="R390dc0c617aa44d3" /><Relationship Type="http://schemas.openxmlformats.org/officeDocument/2006/relationships/notesMaster" Target="/ppt/notesMasters/notesMaster1.xml" Id="Rcdb5785e765c442c" /></Relationships>
</file>

<file path=ppt/notesSlides/_rels/notesSlide8.xml.rels>&#65279;<?xml version="1.0" encoding="utf-8"?><Relationships xmlns="http://schemas.openxmlformats.org/package/2006/relationships"><Relationship Type="http://schemas.openxmlformats.org/officeDocument/2006/relationships/slide" Target="/ppt/slides/slide8.xml" Id="R9f2c319c1e8a45d2" /><Relationship Type="http://schemas.openxmlformats.org/officeDocument/2006/relationships/notesMaster" Target="/ppt/notesMasters/notesMaster1.xml" Id="R2c52fc5aaac546c1" /></Relationships>
</file>

<file path=ppt/notesSlides/_rels/notesSlide9.xml.rels>&#65279;<?xml version="1.0" encoding="utf-8"?><Relationships xmlns="http://schemas.openxmlformats.org/package/2006/relationships"><Relationship Type="http://schemas.openxmlformats.org/officeDocument/2006/relationships/slide" Target="/ppt/slides/slide9.xml" Id="R396f7d99f6d640da" /><Relationship Type="http://schemas.openxmlformats.org/officeDocument/2006/relationships/notesMaster" Target="/ppt/notesMasters/notesMaster1.xml" Id="R62d6ed349b2a4e3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664c4f9e6c74e84" /><Relationship Type="http://schemas.openxmlformats.org/officeDocument/2006/relationships/notesMaster" Target="/ppt/notesMasters/notesMaster1.xml" Id="R287467f24c9247c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df90c6209434ff2" /><Relationship Type="http://schemas.openxmlformats.org/officeDocument/2006/relationships/notesMaster" Target="/ppt/notesMasters/notesMaster1.xml" Id="R99c2fbc09e4f4af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d766befc6d544d2" /><Relationship Type="http://schemas.openxmlformats.org/officeDocument/2006/relationships/notesMaster" Target="/ppt/notesMasters/notesMaster1.xml" Id="R6e3b9b9a2f4c4a7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c556ad179d04eab" /><Relationship Type="http://schemas.openxmlformats.org/officeDocument/2006/relationships/notesMaster" Target="/ppt/notesMasters/notesMaster1.xml" Id="R39592e897ede4ba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0e7069acfef48d4" /><Relationship Type="http://schemas.openxmlformats.org/officeDocument/2006/relationships/notesMaster" Target="/ppt/notesMasters/notesMaster1.xml" Id="R45f0de467f474f8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AI를 Repository로 데려가기</a:t>
            </a:r>
          </a:p>
          <a:p xmlns:a="http://schemas.openxmlformats.org/drawingml/2006/main">
            <a:r>
              <a:t/>
            </a:r>
          </a:p>
          <a:p xmlns:a="http://schemas.openxmlformats.org/drawingml/2006/main">
            <a:r>
              <a:t>**Slide ID:**</a:t>
            </a:r>
          </a:p>
          <a:p xmlns:a="http://schemas.openxmlformats.org/drawingml/2006/main">
            <a:r>
              <a:t>S01</a:t>
            </a:r>
          </a:p>
          <a:p xmlns:a="http://schemas.openxmlformats.org/drawingml/2006/main">
            <a:r>
              <a:t/>
            </a:r>
          </a:p>
          <a:p xmlns:a="http://schemas.openxmlformats.org/drawingml/2006/main">
            <a:r>
              <a:t>**Working Title:**</a:t>
            </a:r>
          </a:p>
          <a:p xmlns:a="http://schemas.openxmlformats.org/drawingml/2006/main">
            <a:r>
              <a:t>AI를 Repository로 데려가기</a:t>
            </a:r>
          </a:p>
          <a:p xmlns:a="http://schemas.openxmlformats.org/drawingml/2006/main">
            <a:r>
              <a:t/>
            </a:r>
          </a:p>
          <a:p xmlns:a="http://schemas.openxmlformats.org/drawingml/2006/main">
            <a:r>
              <a:t>**ACT / Section:**</a:t>
            </a:r>
          </a:p>
          <a:p xmlns:a="http://schemas.openxmlformats.org/drawingml/2006/main">
            <a:r>
              <a:t>ACT 0 / 0A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AI를 Repository로 데려가기 — Chatbot → Repository Agent</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0의 제목 “AI를 Repository로 데려가기”을 가리키며 구간을 연다.</a:t>
            </a:r>
          </a:p>
          <a:p xmlns:a="http://schemas.openxmlformats.org/drawingml/2006/main">
            <a:r>
              <a:t>2. (0:20–0:40 / Transition) 부제 “Chatbot → Repository Agent”는 이번 구간의 관점만 안내한다. 구체적 기능·해결 방법·결과는 앞서 설명하지 않는다.</a:t>
            </a:r>
          </a:p>
          <a:p xmlns:a="http://schemas.openxmlformats.org/drawingml/2006/main">
            <a:r>
              <a:t>3. (0:40–1:00 / Transition) S02의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S02 — AI에게 지금 무엇을 맡기고 있는가?로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0 총43분, 전체402분이다. 제목·부제만 안내하고1분에 S02로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production/preview/full/S01.png 또는 production/ACT_0.pptx의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AI에게 지금 무엇을 맡기고 있는가?</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S03로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작은 질문에는 Chatbot이 유용하다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S04으로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S04에서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S04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질문이 커지면 Context를 모으는 일이 생긴다</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S05의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S05의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S05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`production/preview/full/S04.png` 또는 `production/preview/act0/S04.png`의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파일명을 주지 않으면 Agent는 어디부터 볼까?</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S06–S07에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S06–S07로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S06–S07에서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S05–S08–S09의 정적 발표다. S05에서는 좌측 실제 요청의 재구성, 우측 가상 GoogleTest UI의 경계, 세 관찰 대상을 설명하고 S06–S07로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S06/S06에4분씩 나뉘며 S08/S08은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S06–S07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S05 또는 `production/preview/act0/S05.png`. 이번 수정본과 PNG의 일치 여부는 제작 단계에서 확인한다. 화면 사용이 불가능하면 실제 요청의 조건과 세 관찰 항목을 말로 제시하고 S06–S07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Crop은 기대한 폭보다 한 열을 더 포함했다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S05에서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S07에서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S03의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S06 / production/preview/act0/S06.png.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테스트·명세·구현을 연결해 원인을 설명했다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S06의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S08로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S07 / production/preview/act0/S07.png.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S08 / production/preview/act0/S08.png.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S10로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S09 / production/preview/act0/S09.png.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Chatbot에 이 자료를 직접 전달한다면?</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S09의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S11에서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S09의 같은 다섯 자료 이름·색을 왼쪽에 유지하고 사람의 찾기/선택/전달을 거쳐 교육용 대화창으로 들어가는 흐름으로 보여준다. 누락된 자료를 도구 능력 부족으로 표현하지 않는다. 정적 경로 production/ACT_0.pptx의 S10 / production/preview/act0/S10.png. 실제 실행 Screenshot이나 새 Live 결과로 표시하지 않는다. S06/S06만 Demo 각4분이며 S08/S08은 Case, S10/S10은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Agent가 자료를 직접 찾아 연결했다</a:t>
            </a:r>
          </a:p>
          <a:p xmlns:a="http://schemas.openxmlformats.org/drawingml/2006/main">
            <a:r>
              <a:t/>
            </a:r>
          </a:p>
          <a:p xmlns:a="http://schemas.openxmlformats.org/drawingml/2006/main">
            <a:r>
              <a:t>**Slide ID:**</a:t>
            </a:r>
          </a:p>
          <a:p xmlns:a="http://schemas.openxmlformats.org/drawingml/2006/main">
            <a:r>
              <a:t>S11</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S10의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S12의 기존 Codex 진입 안내를 연다. Task 의도와 접근의 차이는 S13에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S10와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S11 / production/preview/act0/S11.png. 실제 실행 Screenshot이나 새 Live 결과로 표시하지 않는다. S06/S06만 Demo 각4분이며 S08/S08은 Case, S10/S10은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production/preview/full/S11.png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작업은 Codex에서 시작한다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S05의 조사 태도를 회수한다. “들어가는 곳을 알았으니, 무엇을 볼 수 있고 누가 최종 결정할지 나눠 보겠습니다”라며 S13로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S13에 간다.</a:t>
            </a:r>
          </a:p>
          <a:p xmlns:a="http://schemas.openxmlformats.org/drawingml/2006/main">
            <a:r>
              <a:t/>
            </a:r>
          </a:p>
          <a:p xmlns:a="http://schemas.openxmlformats.org/drawingml/2006/main">
            <a:r>
              <a:t>**Time Management:**</a:t>
            </a:r>
          </a:p>
          <a:p xmlns:a="http://schemas.openxmlformats.org/drawingml/2006/main">
            <a:r>
              <a:t>Lecture 1분. 메뉴 위치 15초, Codex 선택 15초, 허용 폴더 15초, 조사 요청·S13 연결 15초다. 이 장의1분은 보존한다. 현재 ACT0 43분·전체402분·Lecture160분이며 마지막 팁 찾아보기3분은 ACT5의 별도 배정이다. 설정 tutorial을 추가하지 않는다. 제목6장의 Transition6분은 각 ACT의 별도 배정이다.</a:t>
            </a:r>
          </a:p>
          <a:p xmlns:a="http://schemas.openxmlformats.org/drawingml/2006/main">
            <a:r>
              <a:t/>
            </a:r>
          </a:p>
          <a:p xmlns:a="http://schemas.openxmlformats.org/drawingml/2006/main">
            <a:r>
              <a:t>Fallback: 제작 완료 후 production/preview/act0/S12.png 또는 production/preview/full/S12.png의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S13로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 접근과 Task 의도는 별개다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S12은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S14 질문으로 이동하며 ACT 1의 요청 구조는 미리 설명하지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S14의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정리·S14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S14으로 간다. Agent의 제안 가능성을 부정하지 않는다. 정적 경로는 production/preview/act0/S13.png 및 production/preview/full/S13.png이며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Repository를 보면 내가 원하는 것까지 알까?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1. **CALLBACK (0:00–0:25 / Transition):** S13에서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S16의 모호한 요청에 연결한다.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a:t>
            </a:r>
          </a:p>
          <a:p xmlns:a="http://schemas.openxmlformats.org/drawingml/2006/main">
            <a:r>
              <a:t>“방금 떠올린 원하는 결과를 작업 요청으로 전달하려면 무엇이 더 필요할까요?”라는 질문으로 `Chatbot → Prompt`를 handoff한다. ACT 1의 내부 구조는 소개하지 않는다.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S14 또는 production/preview/act0/S14.png의 동일 도식을 사용한다. 질문이 없으면 판정의 ?와 두 질문을 남긴 채 기존 Transition으로 S16에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84f7e390a5341c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ec6d99c69b340e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2862d196b5f4b2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92b0d6d68584fb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ff5d9536209490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93d3280103f40d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E5D6CEC-6ADF-4DD3-83D9-939953BC9E8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B8BC07B-283D-44F3-8A81-8879BDEBF9D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F711EE2-1484-457E-9A7F-A529EE19A1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D8CF1F3-CB81-41FF-A9F6-ADB7B4FE8A8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D31F6C4-6DCC-4EC7-B58D-A0C25A1769C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BD9C6C2-94FF-4F89-B864-D884F2535A0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4B2EF97-7F75-4A00-BEFC-46E6C09F8D3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934AEEC-E8C6-4441-8618-B2177EA6CAE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7D6C940-9813-4C23-9F55-E0C8CE2E4E7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6BF04D7-5970-4781-A6F7-8829CA4CE3A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995b317d6e7419c" /><Relationship Type="http://schemas.openxmlformats.org/officeDocument/2006/relationships/slideLayout" Target="/ppt/slideLayouts/slideLayout1.xml" Id="R84923af0cfc74606" /><Relationship Type="http://schemas.openxmlformats.org/officeDocument/2006/relationships/slideLayout" Target="/ppt/slideLayouts/slideLayout2.xml" Id="R8955de7701a74b8c" /><Relationship Type="http://schemas.openxmlformats.org/officeDocument/2006/relationships/slideLayout" Target="/ppt/slideLayouts/slideLayout3.xml" Id="Ra14896b21cf740f0" /><Relationship Type="http://schemas.openxmlformats.org/officeDocument/2006/relationships/slideLayout" Target="/ppt/slideLayouts/slideLayout4.xml" Id="Red6217490b7c450a" /><Relationship Type="http://schemas.openxmlformats.org/officeDocument/2006/relationships/slideLayout" Target="/ppt/slideLayouts/slideLayout5.xml" Id="R3232b617683842a5" /><Relationship Type="http://schemas.openxmlformats.org/officeDocument/2006/relationships/slideLayout" Target="/ppt/slideLayouts/slideLayout6.xml" Id="R36849cbf57c9479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4923af0cfc74606"/>
    <p:sldLayoutId xmlns:r="http://schemas.openxmlformats.org/officeDocument/2006/relationships" id="2147483650" r:id="R8955de7701a74b8c"/>
    <p:sldLayoutId xmlns:r="http://schemas.openxmlformats.org/officeDocument/2006/relationships" id="2147483651" r:id="Ra14896b21cf740f0"/>
    <p:sldLayoutId xmlns:r="http://schemas.openxmlformats.org/officeDocument/2006/relationships" id="2147483652" r:id="Red6217490b7c450a"/>
    <p:sldLayoutId xmlns:r="http://schemas.openxmlformats.org/officeDocument/2006/relationships" id="2147483653" r:id="R3232b617683842a5"/>
    <p:sldLayoutId xmlns:r="http://schemas.openxmlformats.org/officeDocument/2006/relationships" id="2147483654" r:id="R36849cbf57c9479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9ea577538874345" /><Relationship Type="http://schemas.openxmlformats.org/officeDocument/2006/relationships/notesSlide" Target="/ppt/notesSlides/notesSlide1.xml" Id="Rcfcc7b926ca5400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1fff432e8f44f30" /><Relationship Type="http://schemas.openxmlformats.org/officeDocument/2006/relationships/image" Target="/ppt/media/image.png" Id="Rc8c7949582d24e6f" /><Relationship Type="http://schemas.openxmlformats.org/officeDocument/2006/relationships/notesSlide" Target="/ppt/notesSlides/notesSlide2.xml" Id="Re23e82bfefd5469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73098d19f024715" /><Relationship Type="http://schemas.openxmlformats.org/officeDocument/2006/relationships/notesSlide" Target="/ppt/notesSlides/notesSlide3.xml" Id="Rf8e557f515f24f4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e8cbe520e60470a" /><Relationship Type="http://schemas.openxmlformats.org/officeDocument/2006/relationships/notesSlide" Target="/ppt/notesSlides/notesSlide4.xml" Id="R59244ce9c453455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41bad961142456b" /><Relationship Type="http://schemas.openxmlformats.org/officeDocument/2006/relationships/image" Target="/ppt/media/image2.png" Id="R2ca1fdeb37904bd5" /><Relationship Type="http://schemas.openxmlformats.org/officeDocument/2006/relationships/notesSlide" Target="/ppt/notesSlides/notesSlide5.xml" Id="Rdf27db839dba4e0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47da3609d1243be" /><Relationship Type="http://schemas.openxmlformats.org/officeDocument/2006/relationships/notesSlide" Target="/ppt/notesSlides/notesSlide6.xml" Id="R50aeadcfddbe483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05aee5dccfb4df1" /><Relationship Type="http://schemas.openxmlformats.org/officeDocument/2006/relationships/notesSlide" Target="/ppt/notesSlides/notesSlide7.xml" Id="R156430fdfe7542b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9afa75c98264d4c" /><Relationship Type="http://schemas.openxmlformats.org/officeDocument/2006/relationships/notesSlide" Target="/ppt/notesSlides/notesSlide8.xml" Id="R1d7b800b92354c3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6c8af0d3f184f0c" /><Relationship Type="http://schemas.openxmlformats.org/officeDocument/2006/relationships/notesSlide" Target="/ppt/notesSlides/notesSlide9.xml" Id="R259de08ce5fa479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ab92a061116426d" /><Relationship Type="http://schemas.openxmlformats.org/officeDocument/2006/relationships/image" Target="/ppt/media/image3.png" Id="Rcfe7c881e16b4b1d" /><Relationship Type="http://schemas.openxmlformats.org/officeDocument/2006/relationships/notesSlide" Target="/ppt/notesSlides/notesSlide10.xml" Id="R24c3832920634f7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3c9c56ac17f4aed" /><Relationship Type="http://schemas.openxmlformats.org/officeDocument/2006/relationships/image" Target="/ppt/media/image4.png" Id="R15a2185bfad044d9" /><Relationship Type="http://schemas.openxmlformats.org/officeDocument/2006/relationships/notesSlide" Target="/ppt/notesSlides/notesSlide11.xml" Id="R8b89831d409c460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c6b27b4266846f6" /><Relationship Type="http://schemas.openxmlformats.org/officeDocument/2006/relationships/notesSlide" Target="/ppt/notesSlides/notesSlide12.xml" Id="Ra460a281f424433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63f667ba5884be1" /><Relationship Type="http://schemas.openxmlformats.org/officeDocument/2006/relationships/image" Target="/ppt/media/image5.png" Id="Reb0831590a654936" /><Relationship Type="http://schemas.openxmlformats.org/officeDocument/2006/relationships/image" Target="/ppt/media/image6.png" Id="Re7ada058474740b0" /><Relationship Type="http://schemas.openxmlformats.org/officeDocument/2006/relationships/image" Target="/ppt/media/image7.png" Id="R833db29ad05d4b7a" /><Relationship Type="http://schemas.openxmlformats.org/officeDocument/2006/relationships/notesSlide" Target="/ppt/notesSlides/notesSlide13.xml" Id="R91e74ed1d595482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d70f0fcf9494aed" /><Relationship Type="http://schemas.openxmlformats.org/officeDocument/2006/relationships/notesSlide" Target="/ppt/notesSlides/notesSlide14.xml" Id="R0ab11806a8cc4f63"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87CCC6B-0787-4E7C-B288-E7A0E9712EB6}"/>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0F831FED-2546-4189-BA5C-9CC613F3E2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7BC64456-1092-4BE2-8B60-BC5813DC1A4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09C220FE-24D5-418E-AFAA-14D5151103A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1CA36DE8-A8D3-4FD6-936D-B12ACA9A80E2}"/>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0AB53157-7EA3-4EAA-9280-113145F557E2}"/>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74BFAD5C-C2A8-42CD-98F1-276AA8E403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38115175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C2DD7821-0E8D-4A40-B86D-7AE1F916B4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3A53EE07-3A9B-4D3D-88FE-61A78F770B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C9CF243B-4845-4F95-862E-FAA2A891FA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80DB9E17-2176-4DD6-B4B6-68C70ABB48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95C1770E-1CE7-4F7C-89CA-F88807A1E1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4C712532-B4D3-4E94-A95D-BD5F2A1377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3F492681-2D48-431B-883D-A956E6C8ADBD}"/>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4AF0E1DD-71E9-4038-A0C3-AE3C2202BDEC}"/>
              </a:ext>
            </a:extLst>
          </p:cNvPr>
          <p:cNvPicPr>
            <a:picLocks xmlns:a="http://schemas.openxmlformats.org/drawingml/2006/main" noChangeAspect="1"/>
          </p:cNvPicPr>
          <p:nvPr/>
        </p:nvPicPr>
        <p:blipFill>
          <a:blip xmlns:r="http://schemas.openxmlformats.org/officeDocument/2006/relationships" xmlns:a="http://schemas.openxmlformats.org/drawingml/2006/main" r:embed="Rc8c7949582d24e6f"/>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F108C705-09AB-4846-900B-6B0E6E8B59EB}"/>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7B191C51-D2EF-4A49-97CA-16BFAAE8B7A5}"/>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82853361-868E-4813-B442-866FB3FCFE12}"/>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789A4A50-760E-486F-B49D-3CFD70DA08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70156827"/>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F276D802-B5D7-4A05-9411-476473DB46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9B219A14-20E4-4A67-AE49-FF0B648E17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FD5B671B-E24D-49AD-9724-E9D3852A54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F674E465-E1AD-406E-8010-6E7E933DCA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61DA9A3F-A815-4497-B328-8F84FC0AB4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FFAEBF2C-DF30-470D-ACE7-C7974428B5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A4AF1EE8-CA99-4AEF-BFB3-DC94895F34E4}"/>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513A0F1E-7965-426A-B17B-88B62994875F}"/>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DC4D9437-FBE7-48F1-BBAB-0B4BB9B94300}"/>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2A56693B-F35D-47A8-B498-BB57E19896B5}"/>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6A6B6B0-0F80-4E8C-A4A0-409F59C22CD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A432AEAE-0793-4A37-A330-41737CC21882}"/>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934A4DD3-360C-490C-817C-F5C3B1476137}"/>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C4198259-E640-4AC9-A505-B31A33D1B70A}"/>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8E111309-44CD-42EC-8E31-D6AC064A244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E1DDEC03-56BC-4488-8D3E-B22ADB416D23}"/>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26C97285-FBBA-4125-859B-473D65F14BD4}"/>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7DA1F482-4AF3-44C1-B95D-8959D21DFB33}"/>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FE4F1E34-9E3A-47FB-8E05-6C77BD58EE0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6DF059E5-9F08-434E-9D0E-11184B40CD20}"/>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906551E8-6184-4D15-990B-01BDDA3E228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2229A8C8-A51D-4BA9-BFC9-9FB018AE4A01}"/>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6D05A97B-AAE8-4B53-92A1-73497B7BC9DF}"/>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A211F24A-E1C5-455B-ACCE-3B8B57A780F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127ACEE7-FB65-4538-AAE1-D8F9BF4DEAF4}"/>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3CDC7B68-1E53-43B4-AA67-F038C352F383}"/>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EED0E4D1-8578-4629-9073-CC92F07F88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58EAB0D3-0429-493B-B310-0AE35E9B3E1D}"/>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30D8378-5395-474D-A6FF-F5FF27D7B90D}"/>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7632F7A2-F652-496A-8C5F-B749B4E39277}"/>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CA198618-F44A-41DD-A67E-4B228245840F}"/>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955643E2-1C9F-4133-8068-24CE6D0B3B3E}"/>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1E34D579-1991-4576-BC90-75C3BBEA348A}"/>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B9068B68-3D2C-4F17-8E38-650512DA4C53}"/>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49560449-5F06-448B-9AF0-759A586843A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35635CFA-F563-4428-AEA8-BB4BDA1386E5}"/>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05ECC446-9619-4A5B-9E58-9EDD5D4DAB1D}"/>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8D6D8DB-8B03-40AF-ADCC-F22C0733DC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88502182"/>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7EB52FD2-A94D-405A-815F-572EB31C69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4084F7B3-CB87-4883-B2FC-723D12EC1C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질문이 커지면 Context를 모으는 일이 생긴다">
            <a:extLst xmlns:a="http://schemas.openxmlformats.org/drawingml/2006/main">
              <a:ext uri="{FF2B5EF4-FFF2-40B4-BE49-F238E27FC236}">
                <a16:creationId xmlns:a16="http://schemas.microsoft.com/office/drawing/2014/main" id="{4996788A-E414-40B8-8662-7275E018544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C9A84568-E5C6-4604-9738-8C3A904698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C73367CD-957F-4D83-93D6-48AB5A6CCE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49CFB630-9744-42F8-A6DB-261A961C46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6DFB6E81-7CA5-452A-AB63-7E4339B9D976}"/>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ECA72678-3C9B-484E-9D21-EFBB2D2F1289}"/>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EDC558A2-6187-456C-985E-887AA78409AB}"/>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B8D187FD-F828-4863-8D4B-3C19E04F384B}"/>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106B1B9A-0F03-4F94-8189-175D738C391C}"/>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E2925ED5-03E0-4965-8857-8E291200E62B}"/>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94705E69-BE8B-4756-A32F-E300A21C68FC}"/>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2D5A2C88-10BE-4B87-96BE-36335E846EAD}"/>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CD1D34E9-5F53-443B-B73A-E05A29513718}"/>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F8010EE5-E5FB-4AA7-B6CC-6293574D4295}"/>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EA6F99D-A928-4316-9B32-8CE5ED780B88}"/>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8BECECDA-1E95-4934-9951-75A5640440B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066A775F-CA08-4D5E-925E-C12DBD30BDE0}"/>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EA4CFDF2-1550-42A0-A15D-A8487FA8106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22A7CF3A-2A22-413E-B949-F4C9AAAFF991}"/>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A360B075-21FA-4C31-A462-CE4C8713DF19}"/>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1BCBA179-A840-4069-9250-5801407BEEDE}"/>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1167CB22-991E-440F-9260-296A82CCF389}"/>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856ACBDC-0B3C-43E7-B67E-3F423942FA3C}"/>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B84423CE-CD24-444E-909B-F01FCE90B334}"/>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31A965CA-FB62-4153-A7FF-77385798E6D3}"/>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4C8D92D6-CAC2-4B5C-91FD-7BBDF2701E3F}"/>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BE9A9225-6485-4080-AF33-E6E882DE29CF}"/>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6EFE4307-A8F8-4052-9FC5-F63D70A80237}"/>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77D184A5-30C5-4A89-85A3-0EAEDE55CBDF}"/>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763E1E4D-8799-4E31-AD95-E787ABAC8166}"/>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44CC512C-96E2-4DAE-9501-75C5EBB00F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6264714"/>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E105CE6D-54BA-4BCA-934C-ADF0B0AEC04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CAC7E8A6-7474-496D-BD36-8FFEE1E504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파일명을 주지 않으면 Agent는 어디부터 볼까?">
            <a:extLst xmlns:a="http://schemas.openxmlformats.org/drawingml/2006/main">
              <a:ext uri="{FF2B5EF4-FFF2-40B4-BE49-F238E27FC236}">
                <a16:creationId xmlns:a16="http://schemas.microsoft.com/office/drawing/2014/main" id="{57E03889-E6D5-484D-95F9-130CDB9103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3626BD4C-1E72-474B-9712-D6FC771335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FCF6D23A-60CF-4D6A-BBAF-E97CB7E2C8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A9A8DFEA-8089-4E30-B14E-37B7896827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C14900A5-4E11-4888-9199-D19C2C249174}"/>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ACB4363-FE3A-4CDC-B763-ACC5AF331E0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EB08AE84-281A-4CD4-B5BB-B40A67CA739F}"/>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C5F2391D-111F-40D3-B4EE-BB8336C65B2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F25C0A1-1A08-40B1-9DC4-C4637F23516B}"/>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2B9E18C7-30F6-46BA-B51E-D16912A582DD}"/>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5D51C455-1469-4F26-BFD3-24F737D1472E}"/>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7D7B01BB-08B4-4E74-8A29-13748B79879C}"/>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0A4D53CD-5E7A-486C-A7CC-C2AFAABA1C60}"/>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E3492A7-FF03-4E9C-88D9-2F518DBEAE65}"/>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7C9BA1D4-9E59-41F0-AF88-2E51C56D78BC}"/>
              </a:ext>
            </a:extLst>
          </p:cNvPr>
          <p:cNvPicPr>
            <a:picLocks xmlns:a="http://schemas.openxmlformats.org/drawingml/2006/main" noChangeAspect="1"/>
          </p:cNvPicPr>
          <p:nvPr/>
        </p:nvPicPr>
        <p:blipFill>
          <a:blip xmlns:r="http://schemas.openxmlformats.org/officeDocument/2006/relationships" xmlns:a="http://schemas.openxmlformats.org/drawingml/2006/main" r:embed="R2ca1fdeb37904bd5"/>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B25BBD51-A562-4134-857B-32B8F9360E25}"/>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4FA32E3A-1F67-4E98-A524-794678A574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84186484"/>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BF56D290-B18D-4D0E-9CEC-AF991D2F28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C7FF40DA-85BA-4327-8CD1-3B418FF2FB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Crop은 기대한 폭보다 한 열을 더 포함했다">
            <a:extLst xmlns:a="http://schemas.openxmlformats.org/drawingml/2006/main">
              <a:ext uri="{FF2B5EF4-FFF2-40B4-BE49-F238E27FC236}">
                <a16:creationId xmlns:a16="http://schemas.microsoft.com/office/drawing/2014/main" id="{DFF03C4E-3C52-4722-8559-484EF2FD36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4E96F2E0-A477-47F2-B2FC-7E66378595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43AFA4DB-6DA5-4C87-ADBA-BE38592937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E6E4123F-CF1E-4086-BA43-BC8E4524F5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2E64E0EE-E44E-477D-A710-2D29DBB85F8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6D7FFA37-D11B-4750-88E7-28F2AEF36C6E}"/>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1A3D5FB-4A50-4DDD-A21A-83BCC4D6072D}"/>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785B1510-9AAB-43C4-8B47-7B5B96EA88C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1C9A5E65-FB4E-49D1-B0AE-4F0EDD1C638E}"/>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871968AC-EA47-4763-9595-5CC86D32CC7B}"/>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528929FF-1170-45B4-B026-07DF3917681D}"/>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49428C36-91AF-4F54-B95F-6722B7601407}"/>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29D62DB6-607F-4D71-A44F-7C870729BBAA}"/>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CDCF2CE6-8B4C-47FF-B6D0-D6CDE8846F2E}"/>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846C6FDE-0381-496D-8851-74168A6AE4C6}"/>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179DA8C8-36AE-42EC-8433-79D832AA259C}"/>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07E523C9-1B97-4106-B953-1ACE960F89DC}"/>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FA9A1B42-95DB-44AA-BA89-F6B155401CC6}"/>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B7C03CF7-27DE-48F7-BDBF-BF2A41FA9546}"/>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CB36AB30-EE45-4ADC-A3D9-3C83FB16430F}"/>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E3A826AA-4657-4367-90C5-8741CB7D5825}"/>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A3A8A6BA-53B9-4B57-961D-D564AF4CF84E}"/>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53FF7BA6-44F5-490A-96AD-0BBB1166081C}"/>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FDAFC43A-D777-4A17-8D6B-22B62B426E50}"/>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B1B9B764-6DED-43BE-A62F-4D3461702CFC}"/>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B62F7618-3D24-4D0F-A6E4-8E1158A1B8B0}"/>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A2D2C073-B0C1-4154-B3AD-A617C1421E04}"/>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0EA6AD46-B328-4BBB-B33A-AD9FF72147F8}"/>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94AD1EC1-B34E-43C5-90E9-EEEFBAE85CB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EA6672B6-7E7C-4514-8E17-CDB919BC3573}"/>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35FBF6C0-A453-40E9-AD75-939EC5F254D0}"/>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22486427-A96A-42AA-8A39-10F96BFE90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59768555"/>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1CB96D4B-2CD7-4784-91BC-13267D6500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D462D93B-C383-475C-A906-FBA2805012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테스트·명세·구현을 연결해 원인을 설명했다">
            <a:extLst xmlns:a="http://schemas.openxmlformats.org/drawingml/2006/main">
              <a:ext uri="{FF2B5EF4-FFF2-40B4-BE49-F238E27FC236}">
                <a16:creationId xmlns:a16="http://schemas.microsoft.com/office/drawing/2014/main" id="{E0B56F49-24B7-497C-8097-7EDFE432FF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523F10CF-F043-4340-8FA3-D55FF362E6A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BD97BFC3-1B23-4D58-AF35-2A2DBA4FCD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588D227F-15DF-4897-AEB0-1F859B58AA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BAE7BD5E-A34C-49A7-819B-2AEACEFC9DEB}"/>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DF0F4CDA-00F9-4D45-BE19-95C5B7DAB61E}"/>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8A700911-429A-4566-82E8-944183039A3D}"/>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47807239-8A3E-456D-840D-163299D2AF9F}"/>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C4DCA346-DD14-4C53-8D6E-6078455CB2E4}"/>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9DAE932A-4B06-494B-B493-3245306BDF44}"/>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80BDEE06-91D5-472B-9B1D-81FD2E713617}"/>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7C98DA70-E001-49EC-ABE6-BDF51BA8D8AA}"/>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5ABAA7CF-8E39-426B-8AA1-6725B92675DB}"/>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923CE328-E965-46D5-9F7A-5AC001C20E33}"/>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AC9AD240-07BE-440B-A05D-E7E2EEC041C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07A3A742-04D9-4F49-A18D-824758E52DAC}"/>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4BA6FD4A-9C82-45E2-BEAF-78199E8B13B9}"/>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82E4A8BC-1A34-4B5B-9511-83354DE3E3D2}"/>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F6718D0A-9349-4455-9DBC-9360836E8C9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EB1219B4-5AD1-44DB-9FE8-59E53C8DDE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17054814"/>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F9399008-6317-4BC1-B341-DD74D1D0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8986476D-5BA5-4F38-9E28-E5539ACA68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FB777FA7-2A7C-464D-A0BA-DC844D3817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ED1FB27D-0AEA-45B7-9DB2-FB91DE6910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1E3AC2A3-543C-45D4-B6E3-92C33B02CA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E90471D6-D04A-4FE8-9E53-C332832D83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FDA8C09-9A22-40E3-B4E4-9C61EF30EB3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ED3A6B5C-6687-47AA-8616-66C6BC03FD3C}"/>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96276B0-19C9-4FDA-A324-8CED394A1C52}"/>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98F12DCA-AD49-46D1-8BA0-513BCCE67B1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4D479BAE-D559-4944-8296-38EF27FB22CC}"/>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24F25486-DD7C-4552-8088-CB9B6FBB239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65A87375-7538-4F95-BE91-EC2DB3C90AC8}"/>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E4520A6E-5732-4D5C-810F-34FDD535F9C2}"/>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49B8A113-F5A7-45B6-8169-89D75F215DA0}"/>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72B11481-E514-42A5-9AF1-ADBEC81752BB}"/>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EBB68C08-331A-4200-8C9D-9BDDA23FC66E}"/>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5CD0696D-50AF-4738-9953-A0BBC35E879A}"/>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9AD58EF1-C850-4A87-AF8B-B8682A231C2D}"/>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7DF9D4B4-126F-43F9-A15B-8C9F1E7A9F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90057392"/>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0D0D0FB6-03E4-4DCE-B588-23A35FA157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73D77994-7D1D-4558-AA35-35E54D344A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47CD19FB-03EE-4A7F-BDE7-42BBA0C96D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76A92E27-AA4D-4DAC-9A2A-F0D0B8399E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4A26F4FF-E43C-444E-A8E3-D1C781BE35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B7C144E8-A747-4186-A0E1-2F5ECE2CB6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92BEA1E3-0F83-47EB-B7D0-1CAB2833A510}"/>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98F2C46F-6C31-436E-B4DE-62CA79053DDF}"/>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10FC4461-8A95-4646-8A7D-1E30BBF54BD6}"/>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E4B79AFB-0E53-400D-97DB-E6993B724276}"/>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0D6A89A-AC97-466B-8E5D-8E144441928B}"/>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3FBA51F6-28B1-4F9A-A0CA-5597079D0E3D}"/>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FC8E5261-FF85-498A-AF41-11745A4CD8CC}"/>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41969BB-20AE-4A1A-B992-13B5B8169DB9}"/>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C11C71A8-E72E-4BE7-9461-2F56A6783CC2}"/>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C3CD74E3-EC66-4944-9A40-375F00FF3486}"/>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35A97E-0E65-4D68-8CFB-3774B888883E}"/>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13BFDA64-4DDD-46BF-A201-AE521117E750}"/>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059E1092-B80E-4D44-9EA3-C5496EE268CE}"/>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F9A95DB5-84CE-48DD-A22F-63138747ECE8}"/>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ECD072A0-D5C0-489F-8F28-7835F44DB7CF}"/>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0254E8DA-D67D-4723-866E-1CC32F6DF64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278C5F46-12E3-4116-9E51-FAF0460A817D}"/>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309D5AC8-2BA5-4969-AB89-24BDD6A2E779}"/>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86A738C7-0E1A-4209-8402-57ACAD09FF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5319604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79C015A8-7D33-401B-9C06-1E165E8BE9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82717E2B-1343-4A6C-B811-5CFEC82B91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Chatbot에 이 자료를 직접 전달한다면?">
            <a:extLst xmlns:a="http://schemas.openxmlformats.org/drawingml/2006/main">
              <a:ext uri="{FF2B5EF4-FFF2-40B4-BE49-F238E27FC236}">
                <a16:creationId xmlns:a16="http://schemas.microsoft.com/office/drawing/2014/main" id="{5AB28ADA-ACC9-410D-8EC6-3A9770F419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F36B5DD-2B56-4CA3-8CC2-612356BFDD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B7EAECA4-0626-431D-B488-32730125E5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75F1BBF6-FB23-47C6-AED6-B0C5850AC4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F7F19870-8044-4ED6-B1A4-AD1A0AC15F9E}"/>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34C8F08E-F5CC-469F-88F2-F4AB7E8F77AA}"/>
              </a:ext>
            </a:extLst>
          </p:cNvPr>
          <p:cNvPicPr>
            <a:picLocks xmlns:a="http://schemas.openxmlformats.org/drawingml/2006/main" noChangeAspect="1"/>
          </p:cNvPicPr>
          <p:nvPr/>
        </p:nvPicPr>
        <p:blipFill>
          <a:blip xmlns:r="http://schemas.openxmlformats.org/officeDocument/2006/relationships" xmlns:a="http://schemas.openxmlformats.org/drawingml/2006/main" r:embed="Rcfe7c881e16b4b1d"/>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890ECC9-FAB5-4ECA-A5F8-3E2452018422}"/>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34B38CD0-036F-4894-A04D-4748EE794EA5}"/>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6CAC9F79-FBDE-4634-B67E-F9FEB7834929}"/>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37E06C8D-12B2-4E9C-BF7A-2214BA28A817}"/>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49FCD4C0-57E3-4DF9-A942-8C578730B866}"/>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A28B945-4EB4-40B7-ADE2-77F2888B5366}"/>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26EEF38F-6AD1-44D3-AEF4-A1E94482128C}"/>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27D87BF4-C3E2-4C2A-91DC-128C5978666F}"/>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E219C067-2E98-4DA4-AC42-6AB401DED4DB}"/>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846D344C-C224-4FC2-ACDD-74D40E0DF6E3}"/>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B2BC96EF-9506-4E46-A665-12F26E8EFCFD}"/>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564CCA1A-28F4-4963-94A1-D19F9EBA5ED5}"/>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579100C0-8352-4D46-8F45-C9EBA67C3A18}"/>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E5C3A8D7-6627-4410-9CF4-69B4E02A2B59}"/>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CD98FA99-F493-4B03-8B76-D2A3D7819260}"/>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DA6D9885-EC55-42DF-8B6F-D8683CA49DF1}"/>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4AA8F60E-5A63-4E21-BE3B-C7C71C72F7FF}"/>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55641E26-E7B9-4B00-AAFD-940BD6F059EA}"/>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CB840375-6A4C-4D03-9138-2DD4855CDBDF}"/>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170BC910-B024-4882-AC1F-5A8A2CA14C08}"/>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33DF7927-6068-456A-AD7E-8FA5E6F74187}"/>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6EF48155-D0C9-4321-B2BB-A122D5B3714F}"/>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6D2B668F-E2D5-4946-AF98-1351DAC40CBC}"/>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318935CF-6056-4D6C-9864-CD364C861BFE}"/>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ACD982B4-E0C2-4022-9374-500626771F0E}"/>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33F866F7-9C1E-4097-B8EF-8FF0EE0D67F6}"/>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74ABF3F6-D5C9-4CA1-853B-821B8B7A85C3}"/>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DC56DCA9-E3C7-474C-AE6E-CE756CE598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5129998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505BEE94-6B67-40D1-87EB-471A69AA80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B29461A4-B6BD-4582-9281-622E705788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Agent가 자료를 직접 찾아 연결했다">
            <a:extLst xmlns:a="http://schemas.openxmlformats.org/drawingml/2006/main">
              <a:ext uri="{FF2B5EF4-FFF2-40B4-BE49-F238E27FC236}">
                <a16:creationId xmlns:a16="http://schemas.microsoft.com/office/drawing/2014/main" id="{89EABBBF-B7C4-40A4-AF03-3F8BD30814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07A22BC8-B513-403D-BEA8-DD7F43E339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076AC6FE-5D17-4250-8190-F5917A93F7A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47DC9EAD-991B-499D-8A93-EEF8F9C692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3C176D57-461C-4A1C-811B-727AAEEFA5D0}"/>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D72CD8FC-91A6-4054-AE82-6AEC71FC4328}"/>
              </a:ext>
            </a:extLst>
          </p:cNvPr>
          <p:cNvPicPr>
            <a:picLocks xmlns:a="http://schemas.openxmlformats.org/drawingml/2006/main" noChangeAspect="1"/>
          </p:cNvPicPr>
          <p:nvPr/>
        </p:nvPicPr>
        <p:blipFill>
          <a:blip xmlns:r="http://schemas.openxmlformats.org/officeDocument/2006/relationships" xmlns:a="http://schemas.openxmlformats.org/drawingml/2006/main" r:embed="R15a2185bfad044d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49F4AC08-E1B0-441F-8409-069D7441473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2494CCA8-2D5A-4394-966D-5574C76C98AD}"/>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B48E766-10D8-4C87-BFBF-11BA1DBE27AD}"/>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13754765-5514-49F5-8418-7FAFF8380B21}"/>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D5FAD9EF-EC5F-4819-92BD-804745527756}"/>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F0FB1A60-9894-4196-9EB5-92A61F442265}"/>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9679FA0E-3AC3-403A-9BAD-1498EB8F8EB5}"/>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505079D5-488D-4C28-AC60-F3F1D30A27A4}"/>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B43372FC-DD7D-4BAB-B94C-F41415ABDDA1}"/>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A378EBBF-9F41-4985-9EA9-B3AE2A8417C7}"/>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ED39ACDD-6E82-49B0-8916-2EC2B331C5DC}"/>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48F586FF-6503-4982-B318-B003BB770201}"/>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535BFE72-FD8B-47CD-A1A9-D30002297302}"/>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16FC241C-A5E9-4EE2-8C25-C0CAADBD512F}"/>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04249177-606B-4301-A8B4-A30570E6DA77}"/>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9F480856-BF6E-4DC5-AD83-41D934956F1D}"/>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CF140F84-5315-493F-94D0-6B10ACC7A2B0}"/>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1101C38E-7998-4849-86DB-86A8F707228A}"/>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CBF102A3-D5BA-4E2B-934E-A7BA3CB4F723}"/>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A6147546-63CB-4843-A24A-5F160494E035}"/>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D41AA98F-D57A-4C58-B6E7-94DFCB8C7303}"/>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6A20482C-BD57-4A29-8EB8-C9886E2DCEA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93601F3D-339E-47CB-9EC2-B149B033FABD}"/>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6BF2C3E5-035D-495A-B083-5759BC8E894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788EE44A-78E1-4292-865B-5A4587DC2F6E}"/>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F6E87935-3851-4CAB-AAF6-A29B2B3A76F2}"/>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DD170427-B733-44FD-9ECD-AAA9069BBF3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4104416-86F8-4D7E-83B1-98F429817D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16518620"/>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35F1D7B2-8DC4-438F-8C7A-C27EA669C8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A5E16152-2EA0-4602-B468-A7C6F175F6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작업은 Codex에서 시작한다">
            <a:extLst xmlns:a="http://schemas.openxmlformats.org/drawingml/2006/main">
              <a:ext uri="{FF2B5EF4-FFF2-40B4-BE49-F238E27FC236}">
                <a16:creationId xmlns:a16="http://schemas.microsoft.com/office/drawing/2014/main" id="{912B1442-323B-4C81-AEDA-033A0EEFB0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34F90347-130C-431E-BD13-0DE5661E81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844FB2E5-DC22-4A82-A973-80070F37DE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C657C53F-75E9-44D1-A684-E5338CE5C5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F714F86C-0840-4DE4-9B5C-07295685AFCF}"/>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F5AE6205-DF51-471E-981E-547B7EE08C86}"/>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4FBF87CC-4325-4946-9111-6009AC2FB40D}"/>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4CCA57A-32F3-4964-A26B-B34D0E6BACC1}"/>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6795E39-84C1-4C52-9DDD-1876359F1670}"/>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00324B77-EDDD-471C-A09E-055C91B53CD0}"/>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A4774B6F-9474-45EF-A6BB-642D9A8B10BA}"/>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84815BAE-B260-48ED-BA8F-AFB2034B9F69}"/>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A2BA8D4-E10D-47C6-9219-3506AACD5E9B}"/>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C3926A2A-EF36-4D8B-AEFC-F7620BAAA9C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5F4DEDF8-1F6F-4791-AFDB-3F047EB5E5B1}"/>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23D5337-6B9D-4662-B6DC-187038E85CC6}"/>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13C47D43-5AE4-46A8-B43A-E48E70426574}"/>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F7B3557E-C6C1-4700-A110-D7C98C67B469}"/>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DEEDAA4C-C729-4BE9-9D9B-023B0B1404B4}"/>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FAFC211B-5943-48EB-BCD0-A4FF30179C61}"/>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F7662BE0-2142-48E8-B87D-B50BE7A6A7CB}"/>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26CF70C8-02D2-47D8-83CC-E87893FED53C}"/>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10BC7274-D6E6-437F-91A2-09B32F4DA9DF}"/>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705DB37B-1076-403E-9F2F-2AFBC2D86E09}"/>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C1EC77E1-09DA-413D-84A7-42F36BE7DA5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12431049-729D-43A5-857B-4AE281772BB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31D5468F-DED9-4C62-8DDE-FE50A9B72A2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AE2C4189-9EBA-4AB5-9D76-52131A4EF4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87514024"/>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A636E0E-F02D-470A-AA8C-D76D9FBE18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19A32E9E-4A80-417C-A834-B4A70E0915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접근과 Task 의도는 별개다">
            <a:extLst xmlns:a="http://schemas.openxmlformats.org/drawingml/2006/main">
              <a:ext uri="{FF2B5EF4-FFF2-40B4-BE49-F238E27FC236}">
                <a16:creationId xmlns:a16="http://schemas.microsoft.com/office/drawing/2014/main" id="{32A21627-9F8C-4F27-82A1-B3F465A56B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40E55906-EF39-4177-B8D1-7577602900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7F05EC38-9066-42F2-A1C0-9F08AB3912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AB8F9D3E-FE47-40D1-A198-42D5AA81B0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ECD51994-6448-4345-B031-8AD5EDBA456A}"/>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1E52D3D8-1243-4353-BA9B-7B039CBE9451}"/>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7A2FBBA1-E8F3-449F-B0DB-3C810C56B632}"/>
              </a:ext>
            </a:extLst>
          </p:cNvPr>
          <p:cNvPicPr>
            <a:picLocks xmlns:a="http://schemas.openxmlformats.org/drawingml/2006/main" noChangeAspect="1"/>
          </p:cNvPicPr>
          <p:nvPr/>
        </p:nvPicPr>
        <p:blipFill>
          <a:blip xmlns:r="http://schemas.openxmlformats.org/officeDocument/2006/relationships" xmlns:a="http://schemas.openxmlformats.org/drawingml/2006/main" r:embed="Reb0831590a654936"/>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A4610A80-C3EF-4A90-9D29-504B6763293C}"/>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67C3AE27-A7A2-44C7-AE76-27C3D85F01FB}"/>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959AC0C8-8230-401A-8C69-9E2D3A272BF4}"/>
              </a:ext>
            </a:extLst>
          </p:cNvPr>
          <p:cNvPicPr>
            <a:picLocks xmlns:a="http://schemas.openxmlformats.org/drawingml/2006/main" noChangeAspect="1"/>
          </p:cNvPicPr>
          <p:nvPr/>
        </p:nvPicPr>
        <p:blipFill>
          <a:blip xmlns:r="http://schemas.openxmlformats.org/officeDocument/2006/relationships" xmlns:a="http://schemas.openxmlformats.org/drawingml/2006/main" r:embed="Re7ada058474740b0"/>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482DBDF3-35E2-4266-B0E2-98A85CA26C21}"/>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A897C400-E62A-4934-B863-BFF36EC4C9F2}"/>
              </a:ext>
            </a:extLst>
          </p:cNvPr>
          <p:cNvPicPr>
            <a:picLocks xmlns:a="http://schemas.openxmlformats.org/drawingml/2006/main" noChangeAspect="1"/>
          </p:cNvPicPr>
          <p:nvPr/>
        </p:nvPicPr>
        <p:blipFill>
          <a:blip xmlns:r="http://schemas.openxmlformats.org/officeDocument/2006/relationships" xmlns:a="http://schemas.openxmlformats.org/drawingml/2006/main" r:embed="R833db29ad05d4b7a"/>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87C4E27B-D384-4E79-9B5C-B63EC76044B8}"/>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A9397531-28B5-4C9D-9BFA-6EC1EA52B6DB}"/>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6ABA75E8-EC68-4E54-92A9-7EC9ADF6088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434C97EB-09D8-4CB8-A631-970BC87C8CBC}"/>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E8E15948-21D0-4430-8682-09F79BF7C6DE}"/>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34881D55-EAB8-433A-A8BB-E7EB9B765D69}"/>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E501143C-D1F9-4024-9840-E97ABF29ACF3}"/>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A2461EA4-24FE-4C86-BE49-751DEF3674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463797549"/>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A4ABA1D2-1B03-4B1A-8FF0-32A230AC43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C3F49971-8924-43AF-947D-4B9F00717E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를 보면 내가 원하는 것까지 알까?">
            <a:extLst xmlns:a="http://schemas.openxmlformats.org/drawingml/2006/main">
              <a:ext uri="{FF2B5EF4-FFF2-40B4-BE49-F238E27FC236}">
                <a16:creationId xmlns:a16="http://schemas.microsoft.com/office/drawing/2014/main" id="{1BBC6146-6F2D-4684-9D56-69F87FE47E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826E7394-C294-4112-8F2F-14D2E4370A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0B3009AF-51C2-4DB9-B196-5F09B509E6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CC131210-B87A-4F7B-9865-3219B93CC3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0C48592B-38A8-4501-BCE2-EB0EDA7E9D9E}"/>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4770EDAE-E609-4097-93E8-68E283BCBF2C}"/>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8EFF8099-5F00-4BFA-BBFF-BF0F6B07CB99}"/>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8C25F379-3A77-4D6E-B161-EFA13BE07B48}"/>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CF7D2393-900B-451E-A435-40C4139C0F91}"/>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BAF5AFB3-7D08-4F60-BDCE-EBBC738C18FB}"/>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E99431A4-3240-459A-917C-DC02019FB7CB}"/>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AF28B55-3C74-4719-92DB-A43081391AED}"/>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A3C4E187-2270-4D1C-8267-2F0A4562077A}"/>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12BAFA76-6005-4E74-9A09-017A4D930E1C}"/>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8E140C8D-5E7F-4644-B864-3C79484710A4}"/>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D3F9478F-5A8E-4B2E-AC9A-003093D905ED}"/>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C08B13D-F817-448F-B690-33A1297AB5A0}"/>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E109EBD6-6461-4507-A7E3-38E4BDF77ED2}"/>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9E9B48AF-275B-4F25-97DB-085F91632F06}"/>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1187F8C6-C60D-42CA-B2AD-5EC618A1112C}"/>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7793A827-3BEA-4DE3-B234-2A93FD9435C7}"/>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5D2E426B-CA51-43AF-8902-C3D1FCBCE6DA}"/>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1078329F-1143-4908-A462-C923812FBB85}"/>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CF2AD4B4-EBE7-43A5-BFA9-F29811E62B6A}"/>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C33AC5FB-0FE9-4CBD-89F6-591E58CF1177}"/>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43E7E0D7-2E27-403C-B963-A0169106E2EF}"/>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0787B21D-1B94-4072-A4E4-D8E275845B3B}"/>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C1D87383-9659-465C-9ADE-528780B7BAC9}"/>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492878FA-A9E4-4BF3-B3D5-23A7C1D460A6}"/>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9714D801-AA94-488C-A914-AF29D829B35E}"/>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C4346C08-15DB-468A-B106-9E03FB39AAB7}"/>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33A31D63-E2A9-402F-91F3-EA26B50E778C}"/>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482FBE9C-DC67-4FF5-8F2D-8B72C48018F8}"/>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807AF839-42E9-4B2D-85CC-EFFB45713DDE}"/>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FCB8AC08-AA69-436F-8627-728A63CD5D1C}"/>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3951CC90-A55B-4C57-88DD-613B674BD819}"/>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C3A6A2F4-6A8F-477E-97E7-9B458819DACE}"/>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2A5C46A0-6EB4-48DE-B9E2-B8937774AED8}"/>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45047B5C-648F-47F3-A187-2D429EB2066C}"/>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0AEDC32D-2FBF-47F0-9377-E9BCD5E2976F}"/>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3A72BEBE-3EA8-4485-8070-6B26E3EEA19F}"/>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3B3477FC-29E8-49CF-874A-96EE396A8E6F}"/>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162E7388-4EA0-4C0B-82B6-DB2E95C3E856}"/>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CAA7B1DE-65B4-4F82-A34B-7C77B6830C7F}"/>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2248AC35-640B-451A-B656-04A6DE1A0D44}"/>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A63288D8-2819-4846-8DFE-941933EC9CF9}"/>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16BD3BCA-0F4C-4A75-BECA-62005457CB41}"/>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64126CAE-5E16-4415-952A-BB963C5F5632}"/>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987C1486-BD26-4013-92DE-BB703B92C4BD}"/>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8386B21D-1134-4CF6-B3C3-CA44EE42EBE9}"/>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2CFB89DA-B8DF-4BBA-A421-261F0A5EDEA4}"/>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F613FFA3-0E5B-4C3A-8527-4D75F9A2EA49}"/>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0659876A-CC97-4DFF-AD28-1E6EDA6B775B}"/>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F80D0F43-55E1-4DED-B945-AB6D2B9E550B}"/>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F4B86AF5-3CA7-45C2-AE21-E8438E25D688}"/>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DFCE7B98-4A8A-4865-805A-0181535F6026}"/>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4197C7B6-5A61-437D-8DE0-EBD299035FEE}"/>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EF8921A0-2A61-43B9-A37B-57BAEAD05F91}"/>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CE14BAF9-09F3-4583-9F74-DF733436BF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5319672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2026-10-25T10:22:40.1760000Z</dcterms:created>
  <dcterms:modified xsi:type="dcterms:W3CDTF">2026-10-25T10:22:40.1760000Z</dcterms:modified>
</coreProperties>
</file>