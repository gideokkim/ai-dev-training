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0d5618be2714d75" /><Relationship Type="http://schemas.openxmlformats.org/officeDocument/2006/relationships/extended-properties" Target="/docProps/app.xml" Id="Rb8c37978ef11497a" /><Relationship Type="http://schemas.openxmlformats.org/officeDocument/2006/relationships/officeDocument" Target="/ppt/presentation.xml" Id="Rcbf0eba996b74ad6" /></Relationships>
</file>

<file path=ppt/presentation.xml><?xml version="1.0" encoding="utf-8"?>
<p:presentation xmlns:p="http://schemas.openxmlformats.org/presentationml/2006/main">
  <p:sldMasterIdLst>
    <p:sldMasterId xmlns:r="http://schemas.openxmlformats.org/officeDocument/2006/relationships" id="2147483648" r:id="Rcfd6545bab244fac"/>
  </p:sldMasterIdLst>
  <p:notesMasterIdLst>
    <p:notesMasterId xmlns:r="http://schemas.openxmlformats.org/officeDocument/2006/relationships" r:id="R350057a401cd4097"/>
  </p:notesMasterIdLst>
  <p:sldIdLst>
    <p:sldId xmlns:r="http://schemas.openxmlformats.org/officeDocument/2006/relationships" id="256" r:id="R8aa5610ce38e47a7"/>
    <p:sldId xmlns:r="http://schemas.openxmlformats.org/officeDocument/2006/relationships" id="257" r:id="Rc8664a6622f84cc2"/>
    <p:sldId xmlns:r="http://schemas.openxmlformats.org/officeDocument/2006/relationships" id="258" r:id="R3307bd078a3b4b3d"/>
    <p:sldId xmlns:r="http://schemas.openxmlformats.org/officeDocument/2006/relationships" id="259" r:id="R2742a3743ca94081"/>
    <p:sldId xmlns:r="http://schemas.openxmlformats.org/officeDocument/2006/relationships" id="260" r:id="Rf6b8b11adf524050"/>
    <p:sldId xmlns:r="http://schemas.openxmlformats.org/officeDocument/2006/relationships" id="261" r:id="R02b04352c9514a53"/>
    <p:sldId xmlns:r="http://schemas.openxmlformats.org/officeDocument/2006/relationships" id="262" r:id="R88fd7c0275744020"/>
    <p:sldId xmlns:r="http://schemas.openxmlformats.org/officeDocument/2006/relationships" id="263" r:id="R720eb58830fb4207"/>
    <p:sldId xmlns:r="http://schemas.openxmlformats.org/officeDocument/2006/relationships" id="264" r:id="Rd0f438ce06e842f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b93cb80727a4345" /><Relationship Type="http://schemas.openxmlformats.org/officeDocument/2006/relationships/slideMaster" Target="/ppt/slideMasters/slideMaster1.xml" Id="Rcfd6545bab244fac" /><Relationship Type="http://schemas.openxmlformats.org/officeDocument/2006/relationships/notesMaster" Target="/ppt/notesMasters/notesMaster1.xml" Id="R350057a401cd4097" /><Relationship Type="http://schemas.openxmlformats.org/officeDocument/2006/relationships/presProps" Target="/ppt/presProps.xml" Id="Radc9d5e6b1c742f1" /><Relationship Type="http://schemas.openxmlformats.org/officeDocument/2006/relationships/tableStyles" Target="/ppt/tableStyles.xml" Id="Rb5928c3ab42e4ea2" /><Relationship Type="http://schemas.openxmlformats.org/officeDocument/2006/relationships/slide" Target="/ppt/slides/slide1.xml" Id="R8aa5610ce38e47a7" /><Relationship Type="http://schemas.openxmlformats.org/officeDocument/2006/relationships/slide" Target="/ppt/slides/slide2.xml" Id="Rc8664a6622f84cc2" /><Relationship Type="http://schemas.openxmlformats.org/officeDocument/2006/relationships/slide" Target="/ppt/slides/slide3.xml" Id="R3307bd078a3b4b3d" /><Relationship Type="http://schemas.openxmlformats.org/officeDocument/2006/relationships/slide" Target="/ppt/slides/slide4.xml" Id="R2742a3743ca94081" /><Relationship Type="http://schemas.openxmlformats.org/officeDocument/2006/relationships/slide" Target="/ppt/slides/slide5.xml" Id="Rf6b8b11adf524050" /><Relationship Type="http://schemas.openxmlformats.org/officeDocument/2006/relationships/slide" Target="/ppt/slides/slide6.xml" Id="R02b04352c9514a53" /><Relationship Type="http://schemas.openxmlformats.org/officeDocument/2006/relationships/slide" Target="/ppt/slides/slide7.xml" Id="R88fd7c0275744020" /><Relationship Type="http://schemas.openxmlformats.org/officeDocument/2006/relationships/slide" Target="/ppt/slides/slide8.xml" Id="R720eb58830fb4207" /><Relationship Type="http://schemas.openxmlformats.org/officeDocument/2006/relationships/slide" Target="/ppt/slides/slide9.xml" Id="Rd0f438ce06e842f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77751ffd6e14e5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ca2205d33c6456a" /><Relationship Type="http://schemas.openxmlformats.org/officeDocument/2006/relationships/notesMaster" Target="/ppt/notesMasters/notesMaster1.xml" Id="R971735fb4d974c3b" /></Relationships>
</file>

<file path=ppt/notesSlides/_rels/notesSlide2.xml.rels>&#65279;<?xml version="1.0" encoding="utf-8"?><Relationships xmlns="http://schemas.openxmlformats.org/package/2006/relationships"><Relationship Type="http://schemas.openxmlformats.org/officeDocument/2006/relationships/slide" Target="/ppt/slides/slide2.xml" Id="Rc389e2b628c64745" /><Relationship Type="http://schemas.openxmlformats.org/officeDocument/2006/relationships/notesMaster" Target="/ppt/notesMasters/notesMaster1.xml" Id="R2506b4394cdf4d58" /></Relationships>
</file>

<file path=ppt/notesSlides/_rels/notesSlide3.xml.rels>&#65279;<?xml version="1.0" encoding="utf-8"?><Relationships xmlns="http://schemas.openxmlformats.org/package/2006/relationships"><Relationship Type="http://schemas.openxmlformats.org/officeDocument/2006/relationships/slide" Target="/ppt/slides/slide3.xml" Id="Rc476ff763277444e" /><Relationship Type="http://schemas.openxmlformats.org/officeDocument/2006/relationships/notesMaster" Target="/ppt/notesMasters/notesMaster1.xml" Id="R8dfa693eef5547a4" /></Relationships>
</file>

<file path=ppt/notesSlides/_rels/notesSlide4.xml.rels>&#65279;<?xml version="1.0" encoding="utf-8"?><Relationships xmlns="http://schemas.openxmlformats.org/package/2006/relationships"><Relationship Type="http://schemas.openxmlformats.org/officeDocument/2006/relationships/slide" Target="/ppt/slides/slide4.xml" Id="Ra10105a413c644b4" /><Relationship Type="http://schemas.openxmlformats.org/officeDocument/2006/relationships/notesMaster" Target="/ppt/notesMasters/notesMaster1.xml" Id="R363be48b53fa415a" /></Relationships>
</file>

<file path=ppt/notesSlides/_rels/notesSlide5.xml.rels>&#65279;<?xml version="1.0" encoding="utf-8"?><Relationships xmlns="http://schemas.openxmlformats.org/package/2006/relationships"><Relationship Type="http://schemas.openxmlformats.org/officeDocument/2006/relationships/slide" Target="/ppt/slides/slide5.xml" Id="R4e1d87fdeed54caa" /><Relationship Type="http://schemas.openxmlformats.org/officeDocument/2006/relationships/notesMaster" Target="/ppt/notesMasters/notesMaster1.xml" Id="Rad214fe34d90483c" /></Relationships>
</file>

<file path=ppt/notesSlides/_rels/notesSlide6.xml.rels>&#65279;<?xml version="1.0" encoding="utf-8"?><Relationships xmlns="http://schemas.openxmlformats.org/package/2006/relationships"><Relationship Type="http://schemas.openxmlformats.org/officeDocument/2006/relationships/slide" Target="/ppt/slides/slide6.xml" Id="Rc6790ae83fd84f98" /><Relationship Type="http://schemas.openxmlformats.org/officeDocument/2006/relationships/notesMaster" Target="/ppt/notesMasters/notesMaster1.xml" Id="R42f1aaf2c19144d8" /></Relationships>
</file>

<file path=ppt/notesSlides/_rels/notesSlide7.xml.rels>&#65279;<?xml version="1.0" encoding="utf-8"?><Relationships xmlns="http://schemas.openxmlformats.org/package/2006/relationships"><Relationship Type="http://schemas.openxmlformats.org/officeDocument/2006/relationships/slide" Target="/ppt/slides/slide7.xml" Id="Rab3d6906a5604ee6" /><Relationship Type="http://schemas.openxmlformats.org/officeDocument/2006/relationships/notesMaster" Target="/ppt/notesMasters/notesMaster1.xml" Id="Ref020dc15a7544b7" /></Relationships>
</file>

<file path=ppt/notesSlides/_rels/notesSlide8.xml.rels>&#65279;<?xml version="1.0" encoding="utf-8"?><Relationships xmlns="http://schemas.openxmlformats.org/package/2006/relationships"><Relationship Type="http://schemas.openxmlformats.org/officeDocument/2006/relationships/slide" Target="/ppt/slides/slide8.xml" Id="R4e607ac514924b0c" /><Relationship Type="http://schemas.openxmlformats.org/officeDocument/2006/relationships/notesMaster" Target="/ppt/notesMasters/notesMaster1.xml" Id="R377b931faabf4cdf" /></Relationships>
</file>

<file path=ppt/notesSlides/_rels/notesSlide9.xml.rels>&#65279;<?xml version="1.0" encoding="utf-8"?><Relationships xmlns="http://schemas.openxmlformats.org/package/2006/relationships"><Relationship Type="http://schemas.openxmlformats.org/officeDocument/2006/relationships/slide" Target="/ppt/slides/slide9.xml" Id="R60f9f57d39eb4403" /><Relationship Type="http://schemas.openxmlformats.org/officeDocument/2006/relationships/notesMaster" Target="/ppt/notesMasters/notesMaster1.xml" Id="Rf035be650e2d4f5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질문을 읽고 사용 수준을 평가하는 자리가 아니라고 말한다. 최근 맡겼던 일 하나만 떠올리면 충분하다.</a:t>
            </a:r>
          </a:p>
          <a:p xmlns:a="http://schemas.openxmlformats.org/drawingml/2006/main">
            <a:r>
              <a:t>2. **REFLECTION (1:00–5:00):** 오류 설명, 코드 조사, 결과 확인 중 익숙한 경험을 조용히 떠올리게 한다. 오른쪽 업무 범위는 생각을 돕는 예시일 뿐 순위가 아니다. 응답이나 비교를 요구하지 않는다.</a:t>
            </a:r>
          </a:p>
          <a:p xmlns:a="http://schemas.openxmlformats.org/drawingml/2006/main">
            <a:r>
              <a:t/>
            </a:r>
          </a:p>
          <a:p xmlns:a="http://schemas.openxmlformats.org/drawingml/2006/main">
            <a:r>
              <a:t>Evidence / Source: BEAT-001, CLM-0001, CLM-0002. TEACHING_MODEL.</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Reflection은 개인적인 생각 시간이다. 답변·공유·실천 약속을 요구하지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후 4분간 침묵을 허용한다. 발표자가 예시를 길게 들거나 참석자에게 순서대로 묻지 않는다.</a:t>
            </a:r>
          </a:p>
          <a:p xmlns:a="http://schemas.openxmlformats.org/drawingml/2006/main">
            <a:r>
              <a:t/>
            </a:r>
          </a:p>
          <a:p xmlns:a="http://schemas.openxmlformats.org/drawingml/2006/main">
            <a:r>
              <a:t>Fallback: 청중 반응이 없어도 기다린 뒤 다음 장으로 간다. 개인 경험을 말하게 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“코드 일부나 오류를 ChatGPT에 물어본 적이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두 줄 slice 예시를 보여 준다. 실제 ChatGPT 대화가 아니라 작은 코드 질문을 설명하기 위한 예시라고 알린다.</a:t>
            </a:r>
          </a:p>
          <a:p xmlns:a="http://schemas.openxmlformats.org/drawingml/2006/main">
            <a:r>
              <a:t>2. **EXPLAIN (1:00–3:30):** `row[1:3]`에서 index 1과 2의 값 `[2, 3]`을 짚고, 코드·오류 → 복사 → 질문 → 답 확인 → IDE 복귀 순서를 따라간다. 이처럼 필요한 Context를 사람이 골라 전달하는 방식을 인정한다.</a:t>
            </a:r>
          </a:p>
          <a:p xmlns:a="http://schemas.openxmlformats.org/drawingml/2006/main">
            <a:r>
              <a:t>3. **INTERPRET (3:30–5:00):** 작은 코드 조각의 뜻을 이해하는 데 유용할 수 있음을 말한다. 여러 파일을 가로지르는 질문으로 범위가 커질 때의 문제를 S03에 남긴다.</a:t>
            </a:r>
          </a:p>
          <a:p xmlns:a="http://schemas.openxmlformats.org/drawingml/2006/main">
            <a:r>
              <a:t/>
            </a:r>
          </a:p>
          <a:p xmlns:a="http://schemas.openxmlformats.org/drawingml/2006/main">
            <a:r>
              <a:t>Evidence / Source: BEAT-001, CLM-0001, CLM-0002. TEACHING_MODEL / CONCEPTUAL. `row = [1, 2, 3, 4]`, `row[1:3]` → `[2, 3]`는 화면 설명용 코드 예시이며 실제 ChatGPT 응답이나 새 Trial 기록이 아니다.</a:t>
            </a:r>
          </a:p>
          <a:p xmlns:a="http://schemas.openxmlformats.org/drawingml/2006/main">
            <a:r>
              <a:t/>
            </a:r>
          </a:p>
          <a:p xmlns:a="http://schemas.openxmlformats.org/drawingml/2006/main">
            <a:r>
              <a:t>Claim Boundary: 일반적인 예시이며 특정 제품 기능, 정확도, 성능 또는 다른 방식보다 우월하다는 주장으로 말하지 않는다.</a:t>
            </a:r>
          </a:p>
          <a:p xmlns:a="http://schemas.openxmlformats.org/drawingml/2006/main">
            <a:r>
              <a:t/>
            </a:r>
          </a:p>
          <a:p xmlns:a="http://schemas.openxmlformats.org/drawingml/2006/main">
            <a:r>
              <a:t>Beginner Explanation: 오류나 작은 코드 조각을 함께 보여 주고 설명을 받는 것은 자연스러운 시작점이다.</a:t>
            </a:r>
          </a:p>
          <a:p xmlns:a="http://schemas.openxmlformats.org/drawingml/2006/main">
            <a:r>
              <a:t/>
            </a:r>
          </a:p>
          <a:p xmlns:a="http://schemas.openxmlformats.org/drawingml/2006/main">
            <a:r>
              <a:t>Advanced Insight: 흐름에 필요한 Context를 개발자가 직접 선택해 복사한다. 여기서는 그 수고가 항상 문제라고 단정하지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Opening question은 생각을 여는 질문이다. 손들기나 경험 발표를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다섯 단계의 순서를 짚고 작은 질문에서의 장점을 먼저 말한다. 상세 Prompt 작성법은 다음 ACT에서 다룰 문제이므로 설명하지 않는다.</a:t>
            </a:r>
          </a:p>
          <a:p xmlns:a="http://schemas.openxmlformats.org/drawingml/2006/main">
            <a:r>
              <a:t/>
            </a:r>
          </a:p>
          <a:p xmlns:a="http://schemas.openxmlformats.org/drawingml/2006/main">
            <a:r>
              <a:t>Fallback: 정적 코드 예시와 다섯 단계 흐름을 설명한다. 실제 ChatGPT 대화나 즉석 제품 화면으로 대체하지 않는다. 새 제작본의 PNG 경로는 `production/preview/act0/S02.png`; 통합 렌더 검토 후 사용한다.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테스트와 계약을 찾아 대화에 옮기는 일이 생길 수 있다.</a:t>
            </a:r>
          </a:p>
          <a:p xmlns:a="http://schemas.openxmlformats.org/drawingml/2006/main">
            <a:r>
              <a:t/>
            </a:r>
          </a:p>
          <a:p xmlns:a="http://schemas.openxmlformats.org/drawingml/2006/main">
            <a:r>
              <a:t>Opening Question: “여러 파일에 걸친 질문을 하려면 무엇을 먼저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“CLI 결과가 기대와 다른데 어디서부터 볼까?”라는 개념 사례로 질문의 범위를 넓힌다.</a:t>
            </a:r>
          </a:p>
          <a:p xmlns:a="http://schemas.openxmlformats.org/drawingml/2006/main">
            <a:r>
              <a:t>2. **SHOW (1:00–2:30):** CLI → 처리 흐름 → 이미지 연산 관계를 따라간 뒤 아래의 테스트와 계약 질문을 짚는다. 실제 제품 호출 기록을 그대로 그린 화면이라고 하지 않는다.</a:t>
            </a:r>
          </a:p>
          <a:p xmlns:a="http://schemas.openxmlformats.org/drawingml/2006/main">
            <a:r>
              <a:t>3. **INTERPRET (2:30–4:00):** 개발자가 관련 파일과 조건을 찾아 대화로 옮겨야 할 수 있음을 설명한다. 아직 Agent가 이를 대신한다는 답을 제시하지 않고 S04의 관찰 질문으로 이동한다.</a:t>
            </a:r>
          </a:p>
          <a:p xmlns:a="http://schemas.openxmlformats.org/drawingml/2006/main">
            <a:r>
              <a:t/>
            </a:r>
          </a:p>
          <a:p xmlns:a="http://schemas.openxmlformats.org/drawingml/2006/main">
            <a:r>
              <a:t>Evidence / Source: BEAT-002, CLM-0004, CLM-0009. TEACHING_MODEL / CONCEPTUAL.</a:t>
            </a:r>
          </a:p>
          <a:p xmlns:a="http://schemas.openxmlformats.org/drawingml/2006/main">
            <a:r>
              <a:t/>
            </a:r>
          </a:p>
          <a:p xmlns:a="http://schemas.openxmlformats.org/drawingml/2006/main">
            <a:r>
              <a:t>Claim Boundary: 이 상황은 ACT 0의 문제 모델이다. 특정 Trial의 실제 실패나 모든 Repository 업무에서 반복되는 비용으로 주장하지 않는다.</a:t>
            </a:r>
          </a:p>
          <a:p xmlns:a="http://schemas.openxmlformats.org/drawingml/2006/main">
            <a:r>
              <a:t/>
            </a:r>
          </a:p>
          <a:p xmlns:a="http://schemas.openxmlformats.org/drawingml/2006/main">
            <a:r>
              <a:t>Beginner Explanation: 질문이 커질수록 관련 파일과 테스트를 찾는 일이 먼저 생길 수 있다.</a:t>
            </a:r>
          </a:p>
          <a:p xmlns:a="http://schemas.openxmlformats.org/drawingml/2006/main">
            <a:r>
              <a:t/>
            </a:r>
          </a:p>
          <a:p xmlns:a="http://schemas.openxmlformats.org/drawingml/2006/main">
            <a:r>
              <a:t>Advanced Insight: 여러 파일 간 계약과 호출 경로를 Context로 모으는 일이 코드 생성 전의 별도 부담이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문제를 세 개 이내의 관계로 설명한다. 파일 목록을 늘리거나 해결책을 먼저 공개하지 않는다.</a:t>
            </a:r>
          </a:p>
          <a:p xmlns:a="http://schemas.openxmlformats.org/drawingml/2006/main">
            <a:r>
              <a:t/>
            </a:r>
          </a:p>
          <a:p xmlns:a="http://schemas.openxmlformats.org/drawingml/2006/main">
            <a:r>
              <a:t>Fallback: 도식이 보이지 않으면 CLI 입력, 처리 흐름, 연산 구현의 세 관계와 테스트·계약 질문을 말로 연결한다. 이 사례를 특정 Trial의 실제 실패로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화면의 실제 TRIAL-001 요청 발췌에서 파일명을 지정하지 않았고 코드를 수정하지 말라고 한 점을 짚는다.</a:t>
            </a:r>
          </a:p>
          <a:p xmlns:a="http://schemas.openxmlformats.org/drawingml/2006/main">
            <a:r>
              <a:t>2. **SET WATCH FOR (0:30–1:30):** 실패 테스트, 관련 구현, 제품 호출 경로의 세 관찰 대상을 차례로 가리킨다. 결과를 미리 알려 주지 않는다.</a:t>
            </a:r>
          </a:p>
          <a:p xmlns:a="http://schemas.openxmlformats.org/drawingml/2006/main">
            <a:r>
              <a:t>3. **SCOPE (1:30–2:00):** Codex CLI 0.154.0의 과거 읽기 전용 기록을 볼 것이라고 알린 뒤 S05로 넘긴다.</a:t>
            </a:r>
          </a:p>
          <a:p xmlns:a="http://schemas.openxmlformats.org/drawingml/2006/main">
            <a:r>
              <a:t/>
            </a:r>
          </a:p>
          <a:p xmlns:a="http://schemas.openxmlformats.org/drawingml/2006/main">
            <a:r>
              <a:t>Evidence / Source: DEMO-01, STATE-00, TRIAL-001, BEAT-003, OQ-003, OQ-005. 이 장은 Trial setup이며 관찰 결과를 아직 공개하지 않는다.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 교육 계정 또는 현재 제품 동작을 입증하지 않는다.</a:t>
            </a:r>
          </a:p>
          <a:p xmlns:a="http://schemas.openxmlformats.org/drawingml/2006/main">
            <a:r>
              <a:t/>
            </a:r>
          </a:p>
          <a:p xmlns:a="http://schemas.openxmlformats.org/drawingml/2006/main">
            <a:r>
              <a:t>Beginner Explanation: 결과를 보기 전에 무엇을 관찰할지 정하면 단순히 답만 읽는 것보다 Demo를 따라가기 쉽다.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WATCH. 기본 경로는 `production/ACT_0.pptx` S04–S06의 정적 발표다. S04에서 실제 요청 발췌와 세 관찰 대상을 설명하고 S05로 이동한다. PNG는 PPT의 재구성 도식 렌더이며 CLI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2분 안에 질문과 세 Watch For를 제시하고 Trial 환경의 범위를 한 문장으로 제한한다.</a:t>
            </a:r>
          </a:p>
          <a:p xmlns:a="http://schemas.openxmlformats.org/drawingml/2006/main">
            <a:r>
              <a:t/>
            </a:r>
          </a:p>
          <a:p xmlns:a="http://schemas.openxmlformats.org/drawingml/2006/main">
            <a:r>
              <a:t>Fallback: 정적 기본 경로 — `production/ACT_0.pptx` S04 또는 `production/preview/act0/S04.png`. 새 제작본 렌더 검토는 통합 단계에서 수행한다. 화면 사용이 불가능하면 세 관찰 항목을 말로 제시하고 S05 기록 설명으로 이동한다. Live CLI/Desktop을 즉석에서 열지 않는다. Windows·발표 PC·교육장 표시는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TRIAL-001 기록과 STATE-00 테스트를 재구성한 화면임을 밝힌다. 입력의 숫자는 픽셀 값이며 색은 영역 구분용이다.</a:t>
            </a:r>
          </a:p>
          <a:p xmlns:a="http://schemas.openxmlformats.org/drawingml/2006/main">
            <a:r>
              <a:t>2. (1:00–3:00) `crop(image, 1, 3)`의 끝 좌표 제외 계약을 짚고 입력, 기대 두 열, 구현에 포함된 세 번째 열을 차례로 가리킨다. 결과 tuple은 원본 소스에 근거한 정적 재구성이다.</a:t>
            </a:r>
          </a:p>
          <a:p xmlns:a="http://schemas.openxmlformats.org/drawingml/2006/main">
            <a:r>
              <a:t>3. (3:00–5:00) 실패 테스트명과 `cli.main → pipeline.process_image → transform.crop` 호출 경로를 연결한다. 오른쪽 01–03은 설명 순서이며 Agent의 실제 파일 접근 시각 순서가 아니다.</a:t>
            </a:r>
          </a:p>
          <a:p xmlns:a="http://schemas.openxmlformats.org/drawingml/2006/main">
            <a:r>
              <a:t>4. (5:00–7:00) `row[x_start : x_end + 1]`에서 끝 좌표를 포함하게 되는 지점을 짚는다. 코드를 고치거나 새 Test를 실행하지 않는다.</a:t>
            </a:r>
          </a:p>
          <a:p xmlns:a="http://schemas.openxmlformats.org/drawingml/2006/main">
            <a:r>
              <a:t>5. (7:00–8:00) 읽기 전용 단일 CLI 조사 범위를 확인하고 S06의 관찰과 환경 한계 분리로 넘어간다.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입력 ((1,2,3,4),(5,6,7,8)); 기대 ((2,3),(6,7)); 코드에 따른 결과 ((2,3,4),(6,7,8)). 마지막 배열은 새 실행 기록이 아닌 정적 재구성이다.</a:t>
            </a:r>
          </a:p>
          <a:p xmlns:a="http://schemas.openxmlformats.org/drawingml/2006/main">
            <a:r>
              <a:t/>
            </a:r>
          </a:p>
          <a:p xmlns:a="http://schemas.openxmlformats.org/drawingml/2006/main">
            <a:r>
              <a:t>Claim Boundary: Codex CLI 0.154.0의 단일 읽기 전용 조사. 코드 수정 없음. 테스트 배열·구현에 따른 도식이며 screenshot이 아니다. 호출 화살표는 제품 호출 관계이고 Agent 접근 순서가 아니다. README에 기존 결함 안내가 있으므로 아무 힌트 없이 독자 발견했다고 말하지 않는다. 현재 Desktop, 계정, 반복 재현성과 보편적 탐색 능력은 미검증이다.</a:t>
            </a:r>
          </a:p>
          <a:p xmlns:a="http://schemas.openxmlformats.org/drawingml/2006/main">
            <a:r>
              <a:t/>
            </a:r>
          </a:p>
          <a:p xmlns:a="http://schemas.openxmlformats.org/drawingml/2006/main">
            <a:r>
              <a:t>Beginner Explanation: 파일명을 미리 주지 않은 한 번의 조사에서 실패 Test와 관련 구현·호출 경로가 찾아졌다.</a:t>
            </a:r>
          </a:p>
          <a:p xmlns:a="http://schemas.openxmlformats.org/drawingml/2006/main">
            <a:r>
              <a:t/>
            </a:r>
          </a:p>
          <a:p xmlns:a="http://schemas.openxmlformats.org/drawingml/2006/main">
            <a:r>
              <a:t>Advanced Insight: 찾은 경로와 설명은 그 run에서 확인된 범위다. 설명과 수정, 검증은 다른 단계이며 이 Trial에서는 코드를 바꾸지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자료만 사용한다. `production/ACT_0.pptx` S05 / `production/preview/act0/S05.png`의 입력 → 기대/구현 결과 → 실패 Test/호출 경로/구현 순서로 가리킨다. Live/HYBRID는 비활성. 기존 DEMO-01 원본 기록은 `demos/runbooks/demo-01.md` 및 `plan/DEMO_MATRIX.md`. 마지막 1분에는 S06 handoff로 이동한다.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발견 사실을 다음 장에서 Repository 관찰과 실행 환경 제한으로 나눈다.</a:t>
            </a:r>
          </a:p>
          <a:p xmlns:a="http://schemas.openxmlformats.org/drawingml/2006/main">
            <a:r>
              <a:t/>
            </a:r>
          </a:p>
          <a:p xmlns:a="http://schemas.openxmlformats.org/drawingml/2006/main">
            <a:r>
              <a:t>Time Management: Demo 8분 유지. 1분 출처, 2분 배열, 2분 Test/호출 경로, 2분 구현 차이, 1분 범위와 전환. 초과 시 파일 경로 반복 설명을 줄인다. 새 실행 또는 수정은 하지 않는다.</a:t>
            </a:r>
          </a:p>
          <a:p xmlns:a="http://schemas.openxmlformats.org/drawingml/2006/main">
            <a:r>
              <a:t/>
            </a:r>
          </a:p>
          <a:p xmlns:a="http://schemas.openxmlformats.org/drawingml/2006/main">
            <a:r>
              <a:t>Fallback: 승인된 정적 도식 — `production/ACT_0.pptx` S05와 `production/preview/act0/S05.png`를 사용한다. 새 제작본 삽입·렌더 대조는 통합 단계에서 수행한다. 원본 Trial 캡처나 Live 결과로 표현하지 않는다. 발표용 시각 방향은 사용자 승인 완료이며 Windows·교육장·실제 운영 검증은 별도다.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“어떤 결과가 Repository 관찰이고, 어떤 결과가 실행 환경 제한인가?”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왼쪽 “코드에서 확인한 문제”와 오른쪽 “실행 환경에서 생긴 제한”을 서로 다른 원인으로 읽는다.</a:t>
            </a:r>
          </a:p>
          <a:p xmlns:a="http://schemas.openxmlformats.org/drawingml/2006/main">
            <a:r>
              <a:t>2. **SHOW (0:45–2:15):** 왼쪽에서 한 열이 더 포함된 crop 동작과 테스트·호출 경로·계약의 연결을 짚는다. 조사 결과이며 코드는 그대로였음을 말한다.</a:t>
            </a:r>
          </a:p>
          <a:p xmlns:a="http://schemas.openxmlformats.org/drawingml/2006/main">
            <a:r>
              <a:t>3. **SHOW (2:15–3:30):** 오른쪽에서 읽기 전용 권한으로 임시 디렉터리 생성이 막힌 세 오류를 설명한다. crop 결함의 세 추가 증거가 아니다.</a:t>
            </a:r>
          </a:p>
          <a:p xmlns:a="http://schemas.openxmlformats.org/drawingml/2006/main">
            <a:r>
              <a:t>4. **INTERPRET / TRANSFER (3:30–5:00):** 아래의 전체 기록 7개 통과 + crop 실패 + 환경 오류 3건을 확인하고 관찰 사실과 실행 조건을 분리하는 판단으로 마무리한다.</a:t>
            </a:r>
          </a:p>
          <a:p xmlns:a="http://schemas.openxmlformats.org/drawingml/2006/main">
            <a:r>
              <a:t/>
            </a:r>
          </a:p>
          <a:p xmlns:a="http://schemas.openxmlformats.org/drawingml/2006/main">
            <a:r>
              <a:t>Evidence / Source: TRIAL-001의 full suite 기록: 7 passing tests, 기대한 crop failure, 임시 디렉터리를 만들 수 없어 발생한 3 errors. Focused command 기록: 2 passing tests와 같은 crop failure. Working tree는 변경되지 않았다.</a:t>
            </a:r>
          </a:p>
          <a:p xmlns:a="http://schemas.openxmlformats.org/drawingml/2006/main">
            <a:r>
              <a:t/>
            </a:r>
          </a:p>
          <a:p xmlns:a="http://schemas.openxmlformats.org/drawingml/2006/main">
            <a:r>
              <a:t>Claim Boundary: 세 errors는 read-only 환경의 temp-directory 제한이며 crop bug의 근거가 아니다. TRIAL-001은 코드 수정을 수행하지 않았다. Trial 범위 밖의 테스트 결과, 제품 동작 또는 반복성을 추론하지 않는다.</a:t>
            </a:r>
          </a:p>
          <a:p xmlns:a="http://schemas.openxmlformats.org/drawingml/2006/main">
            <a:r>
              <a:t/>
            </a:r>
          </a:p>
          <a:p xmlns:a="http://schemas.openxmlformats.org/drawingml/2006/main">
            <a:r>
              <a:t>Beginner Explanation: 기능의 관찰 결과와 실행 환경의 제한을 서로 다른 원인으로 적는다.</a:t>
            </a:r>
          </a:p>
          <a:p xmlns:a="http://schemas.openxmlformats.org/drawingml/2006/main">
            <a:r>
              <a:t/>
            </a:r>
          </a:p>
          <a:p xmlns:a="http://schemas.openxmlformats.org/drawingml/2006/main">
            <a:r>
              <a:t>Advanced Insight: 실제 결함 징후, 권한·환경 오류, 미측정 사항을 분류해 후속 판단이 잘못된 원인에 고정되지 않게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S06의 흰 관찰 영역과 amber 환경 제한 영역을 순서대로 설명한다. 0:00–0:45 구분, 0:45–2:15 crop 관찰, 2:15–3:30 환경, 3:30–5:00 기록의 범위와 전환이다. 새 테스트나 제품 실행은 하지 않는다.</a:t>
            </a:r>
          </a:p>
          <a:p xmlns:a="http://schemas.openxmlformats.org/drawingml/2006/main">
            <a:r>
              <a:t/>
            </a:r>
          </a:p>
          <a:p xmlns:a="http://schemas.openxmlformats.org/drawingml/2006/main">
            <a:r>
              <a:t>Audience Interaction: 질문은 결과 해석을 위한 Case cue다. 응답을 받거나 환경 오류를 해결하게 하지 않는다.</a:t>
            </a:r>
          </a:p>
          <a:p xmlns:a="http://schemas.openxmlformats.org/drawingml/2006/main">
            <a:r>
              <a:t/>
            </a:r>
          </a:p>
          <a:p xmlns:a="http://schemas.openxmlformats.org/drawingml/2006/main">
            <a:r>
              <a:t>Transition: “Context를 찾는 주체가 바뀌면 무엇이 달라질까요?”라는 질문으로 S07에 연결한다.</a:t>
            </a:r>
          </a:p>
          <a:p xmlns:a="http://schemas.openxmlformats.org/drawingml/2006/main">
            <a:r>
              <a:t/>
            </a:r>
          </a:p>
          <a:p xmlns:a="http://schemas.openxmlformats.org/drawingml/2006/main">
            <a:r>
              <a:t>Time Management: Repo observation과 environment limitation에 시간을 나눠 쓴다. 원인 경계를 줄여 말하더라도 3 errors를 crop 결함으로 부르지 않는다.</a:t>
            </a:r>
          </a:p>
          <a:p xmlns:a="http://schemas.openxmlformats.org/drawingml/2006/main">
            <a:r>
              <a:t/>
            </a:r>
          </a:p>
          <a:p xmlns:a="http://schemas.openxmlformats.org/drawingml/2006/main">
            <a:r>
              <a:t>Fallback: 정적 기본 경로 — `production/ACT_0.pptx` S06 또는 `production/preview/act0/S06.png`. 새 제작본 렌더 검토는 통합 단계에서 수행한다. 화면을 사용할 수 없으면 기록된 숫자와 코드 문제/환경 제한 두 범주만 말로 설명한다. S05에서 이어지는 복귀 cue: “기록된 결과에서, 코드 문제와 실행 제한을 나눠 보겠습니다.” 운영 시간·Windows·room visibility는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(0:00–0:45):** 왼쪽 Repository → 개발자 선택·복사 → AI 관계로 S02를 짧게 회수한다.</a:t>
            </a:r>
          </a:p>
          <a:p xmlns:a="http://schemas.openxmlformats.org/drawingml/2006/main">
            <a:r>
              <a:t>2. **TRANSFER (0:45–2:00):** 오른쪽 개발자 조사 요청 → Agent ↔ Repository로 시선을 옮긴다. 바뀌는 것은 Context를 찾는 주체의 일부이며 목표와 검증 책임을 전부 넘긴다는 뜻이 아니다.</a:t>
            </a:r>
          </a:p>
          <a:p xmlns:a="http://schemas.openxmlformats.org/drawingml/2006/main">
            <a:r>
              <a:t>3. **TRANSFER / TRANSITION (2:00–3:00):** 필요하면 큰 C++ 저장소에서도 모듈·테스트·계약을 찾는 상황을 한 문장으로 연결한다. Repository 접근이 원하는 Task를 정하지는 않는다는 S08 질문으로 이동한다.</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접근과 Task 의도는 같은가?”라고 물으며 S08에 간다.</a:t>
            </a:r>
          </a:p>
          <a:p xmlns:a="http://schemas.openxmlformats.org/drawingml/2006/main">
            <a:r>
              <a:t/>
            </a:r>
          </a:p>
          <a:p xmlns:a="http://schemas.openxmlformats.org/drawingml/2006/main">
            <a:r>
              <a:t>Time Management: 좌·우 관계의 변화에 집중한다. Trial 상세와 수치를 반복하지 않는다. C++ 연결은 선택적인 한 문장이며 3분 안에 S08로 이동한다.</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접근과 Task 의도는 별개다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왼쪽 “볼 수 있는 것”과 오른쪽 “정해야 하는 것”을 분리한다.</a:t>
            </a:r>
          </a:p>
          <a:p xmlns:a="http://schemas.openxmlformats.org/drawingml/2006/main">
            <a:r>
              <a:t>2. **EXPLAIN (0:30–1:30):** 파일·구현·테스트가 보여도 원하는 변화, 허용 범위, 완료 판단은 별도로 전달해야 한다는 구분만 설명한다.</a:t>
            </a:r>
          </a:p>
          <a:p xmlns:a="http://schemas.openxmlformats.org/drawingml/2006/main">
            <a:r>
              <a:t>3. **TRANSFER (1:30–2:00):** 가운데 ≠를 짚고 “코드가 보여도 원하는 일은 따로 전달해야 한다”로 마친다. ACT 1의 구체적인 요청 구조는 아직 소개하지 않는다.</a:t>
            </a:r>
          </a:p>
          <a:p xmlns:a="http://schemas.openxmlformats.org/drawingml/2006/main">
            <a:r>
              <a:t/>
            </a:r>
          </a:p>
          <a:p xmlns:a="http://schemas.openxmlformats.org/drawingml/2006/main">
            <a:r>
              <a:t>Evidence / Source: BEAT-003 next friction, DEMO-01 callback, TRIAL-001; CLM-0002, CLM-0009. TEACHING_MODEL.</a:t>
            </a:r>
          </a:p>
          <a:p xmlns:a="http://schemas.openxmlformats.org/drawingml/2006/main">
            <a:r>
              <a:t/>
            </a:r>
          </a:p>
          <a:p xmlns:a="http://schemas.openxmlformats.org/drawingml/2006/main">
            <a:r>
              <a:t>Claim Boundary: Mental Model이며 모든 제품·환경의 기능 설명이 아니다. Prompt 구조나 완료 조건의 구체 항목은 ACT 1에서 미리 설명하지 않는다.</a:t>
            </a:r>
          </a:p>
          <a:p xmlns:a="http://schemas.openxmlformats.org/drawingml/2006/main">
            <a:r>
              <a:t/>
            </a:r>
          </a:p>
          <a:p xmlns:a="http://schemas.openxmlformats.org/drawingml/2006/main">
            <a:r>
              <a:t>Beginner Explanation: Agent가 Repository를 읽을 수 있어도 원하는 결과는 개발자가 말해야 한다.</a:t>
            </a:r>
          </a:p>
          <a:p xmlns:a="http://schemas.openxmlformats.org/drawingml/2006/main">
            <a:r>
              <a:t/>
            </a:r>
          </a:p>
          <a:p xmlns:a="http://schemas.openxmlformats.org/drawingml/2006/main">
            <a:r>
              <a:t>Advanced Insight: Context access와 objective/acceptance responsibility는 별도 경계다.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“그렇다면 Repository를 보면 내가 원하는 것까지 알까요?”라고 S09의 논의 질문을 연다.</a:t>
            </a:r>
          </a:p>
          <a:p xmlns:a="http://schemas.openxmlformats.org/drawingml/2006/main">
            <a:r>
              <a:t/>
            </a:r>
          </a:p>
          <a:p xmlns:a="http://schemas.openxmlformats.org/drawingml/2006/main">
            <a:r>
              <a:t>Time Management: Access와 Intent 두 축만 설명하고 ACT 1의 구조나 목록은 소개하지 않는다.</a:t>
            </a:r>
          </a:p>
          <a:p xmlns:a="http://schemas.openxmlformats.org/drawingml/2006/main">
            <a:r>
              <a:t/>
            </a:r>
          </a:p>
          <a:p xmlns:a="http://schemas.openxmlformats.org/drawingml/2006/main">
            <a:r>
              <a:t>Fallback: 화면 도식이 보이지 않으면 두 책임의 차이를 말로 한 번 설명하고 S09로 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Repository를 보면 내가 원하는 것까지 알까?</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“Repository를 볼 수 있으면 내가 원하는 것까지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“지금 이 저장소에 어떤 일을 맡기고 싶은가?”와 “그 원하는 결과까지 코드에 적혀 있는가?”를 차례로 읽는다.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`Chatbot → Prompt`로 다음 ACT에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75339aac3d3468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e18828fb4d042d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b8b59cd3ef34d6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48a45f2137e419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d7aca1e3fa8498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341a8ad0f9c417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4110EEA-940A-4AD2-BBE7-968E0EF2436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FA1BB11-8B66-49D0-BE34-290F1A19EFD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B2C153A-C5DF-40FF-8852-848EDDCBEFF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F7D2F4B-5F3F-4C2E-8BD9-81D76AD7834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DA97300-1F49-4EA0-AE6B-264659C21BD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AFD4979-0372-49B7-A350-B633B5F693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6E7BFDC-6B98-4669-9567-B7C8FDE753A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36A8AF9-84CB-4594-8BEE-60A04A7591C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DC08E22-0AEB-43A5-A962-53D304376F3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50C57F3-BD06-4430-BC23-7BFAC09ACB1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22f88d164c24ab6" /><Relationship Type="http://schemas.openxmlformats.org/officeDocument/2006/relationships/slideLayout" Target="/ppt/slideLayouts/slideLayout1.xml" Id="Rb752b259b5e24bff" /><Relationship Type="http://schemas.openxmlformats.org/officeDocument/2006/relationships/slideLayout" Target="/ppt/slideLayouts/slideLayout2.xml" Id="R0705ceca7eac4600" /><Relationship Type="http://schemas.openxmlformats.org/officeDocument/2006/relationships/slideLayout" Target="/ppt/slideLayouts/slideLayout3.xml" Id="Rb61348a9444347e0" /><Relationship Type="http://schemas.openxmlformats.org/officeDocument/2006/relationships/slideLayout" Target="/ppt/slideLayouts/slideLayout4.xml" Id="Rb80442465c9846ba" /><Relationship Type="http://schemas.openxmlformats.org/officeDocument/2006/relationships/slideLayout" Target="/ppt/slideLayouts/slideLayout5.xml" Id="R1e1f8b93462c4dd7" /><Relationship Type="http://schemas.openxmlformats.org/officeDocument/2006/relationships/slideLayout" Target="/ppt/slideLayouts/slideLayout6.xml" Id="R0dc66cb90aed4f2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752b259b5e24bff"/>
    <p:sldLayoutId xmlns:r="http://schemas.openxmlformats.org/officeDocument/2006/relationships" id="2147483650" r:id="R0705ceca7eac4600"/>
    <p:sldLayoutId xmlns:r="http://schemas.openxmlformats.org/officeDocument/2006/relationships" id="2147483651" r:id="Rb61348a9444347e0"/>
    <p:sldLayoutId xmlns:r="http://schemas.openxmlformats.org/officeDocument/2006/relationships" id="2147483652" r:id="Rb80442465c9846ba"/>
    <p:sldLayoutId xmlns:r="http://schemas.openxmlformats.org/officeDocument/2006/relationships" id="2147483653" r:id="R1e1f8b93462c4dd7"/>
    <p:sldLayoutId xmlns:r="http://schemas.openxmlformats.org/officeDocument/2006/relationships" id="2147483654" r:id="R0dc66cb90aed4f2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0bd0c214ca54665" /><Relationship Type="http://schemas.openxmlformats.org/officeDocument/2006/relationships/notesSlide" Target="/ppt/notesSlides/notesSlide1.xml" Id="Rbb66df788cb245d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2163f1599be4201" /><Relationship Type="http://schemas.openxmlformats.org/officeDocument/2006/relationships/notesSlide" Target="/ppt/notesSlides/notesSlide2.xml" Id="Raf0ab252fbfc474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d5c0c487e09491f" /><Relationship Type="http://schemas.openxmlformats.org/officeDocument/2006/relationships/notesSlide" Target="/ppt/notesSlides/notesSlide3.xml" Id="Rb07199e0de8c4b0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b47cc24c61f43cb" /><Relationship Type="http://schemas.openxmlformats.org/officeDocument/2006/relationships/notesSlide" Target="/ppt/notesSlides/notesSlide4.xml" Id="R142b4c124e604ab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dfad40a0a3341de" /><Relationship Type="http://schemas.openxmlformats.org/officeDocument/2006/relationships/notesSlide" Target="/ppt/notesSlides/notesSlide5.xml" Id="R4b2036c9dc5f468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737c4e95de646cf" /><Relationship Type="http://schemas.openxmlformats.org/officeDocument/2006/relationships/notesSlide" Target="/ppt/notesSlides/notesSlide6.xml" Id="R82d6d2006fe4450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4773e58b6b046b8" /><Relationship Type="http://schemas.openxmlformats.org/officeDocument/2006/relationships/image" Target="/ppt/media/image.png" Id="R869af1ec4cca4bc7" /><Relationship Type="http://schemas.openxmlformats.org/officeDocument/2006/relationships/notesSlide" Target="/ppt/notesSlides/notesSlide7.xml" Id="R3d1537fc4a454fe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81b32a235d24364" /><Relationship Type="http://schemas.openxmlformats.org/officeDocument/2006/relationships/notesSlide" Target="/ppt/notesSlides/notesSlide8.xml" Id="Rc0f888f37221403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789588fa91849df" /><Relationship Type="http://schemas.openxmlformats.org/officeDocument/2006/relationships/notesSlide" Target="/ppt/notesSlides/notesSlide9.xml" Id="R01a61fbd426349b1"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익숙한 사용에서 시작하기">
            <a:extLst xmlns:a="http://schemas.openxmlformats.org/drawingml/2006/main">
              <a:ext uri="{FF2B5EF4-FFF2-40B4-BE49-F238E27FC236}">
                <a16:creationId xmlns:a16="http://schemas.microsoft.com/office/drawing/2014/main" id="{794B5716-827F-4FDA-9F7C-ECF6CE7733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시작하기</a:t>
            </a:r>
          </a:p>
        </p:txBody>
      </p:sp>
      <p:sp>
        <p:nvSpPr>
          <p:cNvPr id="2" name="S01">
            <a:extLst xmlns:a="http://schemas.openxmlformats.org/drawingml/2006/main">
              <a:ext uri="{FF2B5EF4-FFF2-40B4-BE49-F238E27FC236}">
                <a16:creationId xmlns:a16="http://schemas.microsoft.com/office/drawing/2014/main" id="{2330EF03-A4D6-4625-A968-C24E56F042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97302C9F-50E4-4822-AC83-CB89C34980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31B379DF-65B3-40B9-8EB3-D094F89FEC8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B60C50D0-DC58-4AF3-A952-C6494D58A60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581A929F-54A3-438F-B150-6F2F1C17348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가장 최근에 AI에게 맡긴 일 하나">
            <a:extLst xmlns:a="http://schemas.openxmlformats.org/drawingml/2006/main">
              <a:ext uri="{FF2B5EF4-FFF2-40B4-BE49-F238E27FC236}">
                <a16:creationId xmlns:a16="http://schemas.microsoft.com/office/drawing/2014/main" id="{51B5D4AC-28A6-4A21-A0B6-E744F7F3E040}"/>
              </a:ext>
            </a:extLst>
          </p:cNvPr>
          <p:cNvSpPr>
            <a:spLocks xmlns:a="http://schemas.openxmlformats.org/drawingml/2006/main" noGrp="1"/>
          </p:cNvSpPr>
          <p:nvPr/>
        </p:nvSpPr>
        <p:spPr>
          <a:xfrm xmlns:a="http://schemas.openxmlformats.org/drawingml/2006/main">
            <a:off x="609600" y="226695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가장 최근에 AI에게 맡긴 일 하나</a:t>
            </a:r>
          </a:p>
        </p:txBody>
      </p:sp>
      <p:sp>
        <p:nvSpPr>
          <p:cNvPr id="8" name="오류 설명을 들었나요?&#10;관련 코드를 조사하게 했나요?&#10;수정한 결과까지 확인하게 했나요?">
            <a:extLst xmlns:a="http://schemas.openxmlformats.org/drawingml/2006/main">
              <a:ext uri="{FF2B5EF4-FFF2-40B4-BE49-F238E27FC236}">
                <a16:creationId xmlns:a16="http://schemas.microsoft.com/office/drawing/2014/main" id="{79C38499-9C13-4711-AF29-3AF8CD9166AB}"/>
              </a:ext>
            </a:extLst>
          </p:cNvPr>
          <p:cNvSpPr>
            <a:spLocks xmlns:a="http://schemas.openxmlformats.org/drawingml/2006/main" noGrp="1"/>
          </p:cNvSpPr>
          <p:nvPr/>
        </p:nvSpPr>
        <p:spPr>
          <a:xfrm xmlns:a="http://schemas.openxmlformats.org/drawingml/2006/main">
            <a:off x="609600" y="3086100"/>
            <a:ext cx="7048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오류 설명을 들었나요?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관련 코드를 조사하게 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수정한 결과까지 확인하게 했나요?</a:t>
            </a:r>
          </a:p>
        </p:txBody>
      </p:sp>
      <p:sp>
        <p:nvSpPr>
          <p:cNvPr id="9" name="">
            <a:extLst xmlns:a="http://schemas.openxmlformats.org/drawingml/2006/main">
              <a:ext uri="{FF2B5EF4-FFF2-40B4-BE49-F238E27FC236}">
                <a16:creationId xmlns:a16="http://schemas.microsoft.com/office/drawing/2014/main" id="{7FFA8CE1-DF2E-4C54-BBF0-E731A658DA0B}"/>
              </a:ext>
            </a:extLst>
          </p:cNvPr>
          <p:cNvSpPr>
            <a:spLocks xmlns:a="http://schemas.openxmlformats.org/drawingml/2006/main" noGrp="1"/>
          </p:cNvSpPr>
          <p:nvPr/>
        </p:nvSpPr>
        <p:spPr>
          <a:xfrm xmlns:a="http://schemas.openxmlformats.org/drawingml/2006/main">
            <a:off x="8334375" y="2400300"/>
            <a:ext cx="3248025"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질문 · 생성&#10;조사 · 변경&#10;검증 · 작업 방식 개선">
            <a:extLst xmlns:a="http://schemas.openxmlformats.org/drawingml/2006/main">
              <a:ext uri="{FF2B5EF4-FFF2-40B4-BE49-F238E27FC236}">
                <a16:creationId xmlns:a16="http://schemas.microsoft.com/office/drawing/2014/main" id="{8E5FD42F-9A0D-4175-A752-3EC9BAEDC141}"/>
              </a:ext>
            </a:extLst>
          </p:cNvPr>
          <p:cNvSpPr>
            <a:spLocks xmlns:a="http://schemas.openxmlformats.org/drawingml/2006/main" noGrp="1"/>
          </p:cNvSpPr>
          <p:nvPr/>
        </p:nvSpPr>
        <p:spPr>
          <a:xfrm xmlns:a="http://schemas.openxmlformats.org/drawingml/2006/main">
            <a:off x="8334375" y="2790825"/>
            <a:ext cx="3248025"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질문 · 생성</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조사 · 변경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검증 · 작업 방식 개선</a:t>
            </a:r>
          </a:p>
        </p:txBody>
      </p:sp>
      <p:sp>
        <p:nvSpPr>
          <p:cNvPr id="11" name="익숙한 방식에서 출발해도 괜찮습니다.">
            <a:extLst xmlns:a="http://schemas.openxmlformats.org/drawingml/2006/main">
              <a:ext uri="{FF2B5EF4-FFF2-40B4-BE49-F238E27FC236}">
                <a16:creationId xmlns:a16="http://schemas.microsoft.com/office/drawing/2014/main" id="{2DC890F4-E3B1-4B31-90EA-6763310B9F5C}"/>
              </a:ext>
            </a:extLst>
          </p:cNvPr>
          <p:cNvSpPr>
            <a:spLocks xmlns:a="http://schemas.openxmlformats.org/drawingml/2006/main" noGrp="1"/>
          </p:cNvSpPr>
          <p:nvPr/>
        </p:nvSpPr>
        <p:spPr>
          <a:xfrm xmlns:a="http://schemas.openxmlformats.org/drawingml/2006/main">
            <a:off x="609600" y="5172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익숙한 방식에서 출발해도 괜찮습니다.</a:t>
            </a:r>
          </a:p>
        </p:txBody>
      </p:sp>
    </p:spTree>
    <p:extLst>
      <p:ext uri="{BB962C8B-B14F-4D97-AF65-F5344CB8AC3E}">
        <p14:creationId xmlns:p14="http://schemas.microsoft.com/office/powerpoint/2010/main" val="290401250"/>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작은 코드 질문">
            <a:extLst xmlns:a="http://schemas.openxmlformats.org/drawingml/2006/main">
              <a:ext uri="{FF2B5EF4-FFF2-40B4-BE49-F238E27FC236}">
                <a16:creationId xmlns:a16="http://schemas.microsoft.com/office/drawing/2014/main" id="{55A384A2-849B-4D39-9B4D-D609DC4714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작은 코드 질문</a:t>
            </a:r>
          </a:p>
        </p:txBody>
      </p:sp>
      <p:sp>
        <p:nvSpPr>
          <p:cNvPr id="2" name="S02">
            <a:extLst xmlns:a="http://schemas.openxmlformats.org/drawingml/2006/main">
              <a:ext uri="{FF2B5EF4-FFF2-40B4-BE49-F238E27FC236}">
                <a16:creationId xmlns:a16="http://schemas.microsoft.com/office/drawing/2014/main" id="{28F0E739-6A89-4667-A373-FEA4D4C27D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B8F20E60-BFC1-4F07-B6B5-2A10CDD043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60077921-AFDD-4307-8D19-2408BC8A294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예시 · 실제 ChatGPT 대화 캡처가 아님">
            <a:extLst xmlns:a="http://schemas.openxmlformats.org/drawingml/2006/main">
              <a:ext uri="{FF2B5EF4-FFF2-40B4-BE49-F238E27FC236}">
                <a16:creationId xmlns:a16="http://schemas.microsoft.com/office/drawing/2014/main" id="{A89D04C8-B19C-40B8-B0FB-99D659A29C5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예시 · 실제 ChatGPT 대화 캡처가 아님</a:t>
            </a:r>
          </a:p>
        </p:txBody>
      </p:sp>
      <p:sp>
        <p:nvSpPr>
          <p:cNvPr id="6" name="일반적인 질문 흐름을 설명하며 특정 제품의 정확도나 우월성을 주장하지 않습니다.">
            <a:extLst xmlns:a="http://schemas.openxmlformats.org/drawingml/2006/main">
              <a:ext uri="{FF2B5EF4-FFF2-40B4-BE49-F238E27FC236}">
                <a16:creationId xmlns:a16="http://schemas.microsoft.com/office/drawing/2014/main" id="{0D7D3CB7-9180-4ACF-A35E-B1AC5982B5F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일반적인 질문 흐름을 설명하며 특정 제품의 정확도나 우월성을 주장하지 않습니다.</a:t>
            </a:r>
          </a:p>
        </p:txBody>
      </p:sp>
      <p:sp>
        <p:nvSpPr>
          <p:cNvPr id="7" name="“이 코드에서 무엇이 남을까?”">
            <a:extLst xmlns:a="http://schemas.openxmlformats.org/drawingml/2006/main">
              <a:ext uri="{FF2B5EF4-FFF2-40B4-BE49-F238E27FC236}">
                <a16:creationId xmlns:a16="http://schemas.microsoft.com/office/drawing/2014/main" id="{6BA89199-33BE-4A2A-AC25-D055D0D67900}"/>
              </a:ext>
            </a:extLst>
          </p:cNvPr>
          <p:cNvSpPr>
            <a:spLocks xmlns:a="http://schemas.openxmlformats.org/drawingml/2006/main" noGrp="1"/>
          </p:cNvSpPr>
          <p:nvPr/>
        </p:nvSpPr>
        <p:spPr>
          <a:xfrm xmlns:a="http://schemas.openxmlformats.org/drawingml/2006/main">
            <a:off x="609600" y="2219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코드에서 무엇이 남을까?”</a:t>
            </a:r>
          </a:p>
        </p:txBody>
      </p:sp>
      <p:sp>
        <p:nvSpPr>
          <p:cNvPr id="8" name="">
            <a:extLst xmlns:a="http://schemas.openxmlformats.org/drawingml/2006/main">
              <a:ext uri="{FF2B5EF4-FFF2-40B4-BE49-F238E27FC236}">
                <a16:creationId xmlns:a16="http://schemas.microsoft.com/office/drawing/2014/main" id="{40C40B88-24A0-4D1C-8F90-8A4DB51FB187}"/>
              </a:ext>
            </a:extLst>
          </p:cNvPr>
          <p:cNvSpPr>
            <a:spLocks xmlns:a="http://schemas.openxmlformats.org/drawingml/2006/main" noGrp="1"/>
          </p:cNvSpPr>
          <p:nvPr/>
        </p:nvSpPr>
        <p:spPr>
          <a:xfrm xmlns:a="http://schemas.openxmlformats.org/drawingml/2006/main">
            <a:off x="609600" y="2933700"/>
            <a:ext cx="4895850" cy="142875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row = [1, 2, 3, 4]&#10;row[1:3]">
            <a:extLst xmlns:a="http://schemas.openxmlformats.org/drawingml/2006/main">
              <a:ext uri="{FF2B5EF4-FFF2-40B4-BE49-F238E27FC236}">
                <a16:creationId xmlns:a16="http://schemas.microsoft.com/office/drawing/2014/main" id="{DF82A4D6-4358-4B10-ABFC-B82CF68A5AA2}"/>
              </a:ext>
            </a:extLst>
          </p:cNvPr>
          <p:cNvSpPr>
            <a:spLocks xmlns:a="http://schemas.openxmlformats.org/drawingml/2006/main" noGrp="1"/>
          </p:cNvSpPr>
          <p:nvPr/>
        </p:nvSpPr>
        <p:spPr>
          <a:xfrm xmlns:a="http://schemas.openxmlformats.org/drawingml/2006/main">
            <a:off x="838200" y="3086100"/>
            <a:ext cx="44386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FFFFFF"/>
                </a:solidFill>
                <a:latin typeface="Consolas"/>
                <a:ea typeface="Consolas"/>
                <a:cs typeface="Consolas"/>
              </a:defRPr>
            </a:defPPr>
            <a:lvl1pPr algn="l">
              <a:defRPr sz="2400" b="0">
                <a:solidFill>
                  <a:srgbClr val="FFFFFF"/>
                </a:solidFill>
                <a:latin typeface="Consolas"/>
                <a:ea typeface="Consolas"/>
                <a:cs typeface="Consolas"/>
              </a:defRPr>
            </a:lvl1pPr>
            <a:lvl2pPr algn="l">
              <a:defRPr sz="2400" b="0">
                <a:solidFill>
                  <a:srgbClr val="FFFFFF"/>
                </a:solidFill>
                <a:latin typeface="Consolas"/>
                <a:ea typeface="Consolas"/>
                <a:cs typeface="Consolas"/>
              </a:defRPr>
            </a:lvl2pPr>
            <a:lvl3pPr algn="l">
              <a:defRPr sz="2400" b="0">
                <a:solidFill>
                  <a:srgbClr val="FFFFFF"/>
                </a:solidFill>
                <a:latin typeface="Consolas"/>
                <a:ea typeface="Consolas"/>
                <a:cs typeface="Consolas"/>
              </a:defRPr>
            </a:lvl3pPr>
            <a:lvl4pPr algn="l">
              <a:defRPr sz="2400" b="0">
                <a:solidFill>
                  <a:srgbClr val="FFFFFF"/>
                </a:solidFill>
                <a:latin typeface="Consolas"/>
                <a:ea typeface="Consolas"/>
                <a:cs typeface="Consolas"/>
              </a:defRPr>
            </a:lvl4pPr>
            <a:lvl5pPr algn="l">
              <a:defRPr sz="2400" b="0">
                <a:solidFill>
                  <a:srgbClr val="FFFFFF"/>
                </a:solidFill>
                <a:latin typeface="Consolas"/>
                <a:ea typeface="Consolas"/>
                <a:cs typeface="Consolas"/>
              </a:defRPr>
            </a:lvl5pPr>
            <a:lvl6pPr algn="l">
              <a:defRPr sz="2400" b="0">
                <a:solidFill>
                  <a:srgbClr val="FFFFFF"/>
                </a:solidFill>
                <a:latin typeface="Consolas"/>
                <a:ea typeface="Consolas"/>
                <a:cs typeface="Consolas"/>
              </a:defRPr>
            </a:lvl6pPr>
            <a:lvl7pPr algn="l">
              <a:defRPr sz="2400" b="0">
                <a:solidFill>
                  <a:srgbClr val="FFFFFF"/>
                </a:solidFill>
                <a:latin typeface="Consolas"/>
                <a:ea typeface="Consolas"/>
                <a:cs typeface="Consolas"/>
              </a:defRPr>
            </a:lvl7pPr>
            <a:lvl8pPr algn="l">
              <a:defRPr sz="2400" b="0">
                <a:solidFill>
                  <a:srgbClr val="FFFFFF"/>
                </a:solidFill>
                <a:latin typeface="Consolas"/>
                <a:ea typeface="Consolas"/>
                <a:cs typeface="Consolas"/>
              </a:defRPr>
            </a:lvl8pPr>
            <a:lvl9pPr algn="l">
              <a:defRPr sz="2400" b="0">
                <a:solidFill>
                  <a:srgbClr val="FFFFFF"/>
                </a:solidFill>
                <a:latin typeface="Consolas"/>
                <a:ea typeface="Consolas"/>
                <a:cs typeface="Consolas"/>
              </a:defRPr>
            </a:lvl9pPr>
          </a:lstStyle>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 = [1, 2, 3, 4]</a:t>
            </a:r>
          </a:p>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row[1:3]</a:t>
            </a:r>
          </a:p>
        </p:txBody>
      </p:sp>
      <p:sp>
        <p:nvSpPr>
          <p:cNvPr id="10" name="">
            <a:extLst xmlns:a="http://schemas.openxmlformats.org/drawingml/2006/main">
              <a:ext uri="{FF2B5EF4-FFF2-40B4-BE49-F238E27FC236}">
                <a16:creationId xmlns:a16="http://schemas.microsoft.com/office/drawing/2014/main" id="{A10D5A97-2A13-4A4D-B763-9EAB7B80B770}"/>
              </a:ext>
            </a:extLst>
          </p:cNvPr>
          <p:cNvSpPr>
            <a:spLocks xmlns:a="http://schemas.openxmlformats.org/drawingml/2006/main" noGrp="1"/>
          </p:cNvSpPr>
          <p:nvPr/>
        </p:nvSpPr>
        <p:spPr>
          <a:xfrm xmlns:a="http://schemas.openxmlformats.org/drawingml/2006/main">
            <a:off x="5743575" y="3467100"/>
            <a:ext cx="457200" cy="2857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2, 3]">
            <a:extLst xmlns:a="http://schemas.openxmlformats.org/drawingml/2006/main">
              <a:ext uri="{FF2B5EF4-FFF2-40B4-BE49-F238E27FC236}">
                <a16:creationId xmlns:a16="http://schemas.microsoft.com/office/drawing/2014/main" id="{B6D3240D-7C45-4554-9EF2-D5919991F953}"/>
              </a:ext>
            </a:extLst>
          </p:cNvPr>
          <p:cNvSpPr>
            <a:spLocks xmlns:a="http://schemas.openxmlformats.org/drawingml/2006/main" noGrp="1"/>
          </p:cNvSpPr>
          <p:nvPr/>
        </p:nvSpPr>
        <p:spPr>
          <a:xfrm xmlns:a="http://schemas.openxmlformats.org/drawingml/2006/main">
            <a:off x="6715125" y="300990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900" b="1">
                <a:solidFill>
                  <a:srgbClr val="17212B"/>
                </a:solidFill>
                <a:latin typeface="Consolas"/>
                <a:ea typeface="Consolas"/>
                <a:cs typeface="Consolas"/>
              </a:defRPr>
            </a:defPPr>
            <a:lvl1pPr algn="l">
              <a:defRPr sz="3900" b="1">
                <a:solidFill>
                  <a:srgbClr val="17212B"/>
                </a:solidFill>
                <a:latin typeface="Consolas"/>
                <a:ea typeface="Consolas"/>
                <a:cs typeface="Consolas"/>
              </a:defRPr>
            </a:lvl1pPr>
            <a:lvl2pPr algn="l">
              <a:defRPr sz="3900" b="1">
                <a:solidFill>
                  <a:srgbClr val="17212B"/>
                </a:solidFill>
                <a:latin typeface="Consolas"/>
                <a:ea typeface="Consolas"/>
                <a:cs typeface="Consolas"/>
              </a:defRPr>
            </a:lvl2pPr>
            <a:lvl3pPr algn="l">
              <a:defRPr sz="3900" b="1">
                <a:solidFill>
                  <a:srgbClr val="17212B"/>
                </a:solidFill>
                <a:latin typeface="Consolas"/>
                <a:ea typeface="Consolas"/>
                <a:cs typeface="Consolas"/>
              </a:defRPr>
            </a:lvl3pPr>
            <a:lvl4pPr algn="l">
              <a:defRPr sz="3900" b="1">
                <a:solidFill>
                  <a:srgbClr val="17212B"/>
                </a:solidFill>
                <a:latin typeface="Consolas"/>
                <a:ea typeface="Consolas"/>
                <a:cs typeface="Consolas"/>
              </a:defRPr>
            </a:lvl4pPr>
            <a:lvl5pPr algn="l">
              <a:defRPr sz="3900" b="1">
                <a:solidFill>
                  <a:srgbClr val="17212B"/>
                </a:solidFill>
                <a:latin typeface="Consolas"/>
                <a:ea typeface="Consolas"/>
                <a:cs typeface="Consolas"/>
              </a:defRPr>
            </a:lvl5pPr>
            <a:lvl6pPr algn="l">
              <a:defRPr sz="3900" b="1">
                <a:solidFill>
                  <a:srgbClr val="17212B"/>
                </a:solidFill>
                <a:latin typeface="Consolas"/>
                <a:ea typeface="Consolas"/>
                <a:cs typeface="Consolas"/>
              </a:defRPr>
            </a:lvl6pPr>
            <a:lvl7pPr algn="l">
              <a:defRPr sz="3900" b="1">
                <a:solidFill>
                  <a:srgbClr val="17212B"/>
                </a:solidFill>
                <a:latin typeface="Consolas"/>
                <a:ea typeface="Consolas"/>
                <a:cs typeface="Consolas"/>
              </a:defRPr>
            </a:lvl7pPr>
            <a:lvl8pPr algn="l">
              <a:defRPr sz="3900" b="1">
                <a:solidFill>
                  <a:srgbClr val="17212B"/>
                </a:solidFill>
                <a:latin typeface="Consolas"/>
                <a:ea typeface="Consolas"/>
                <a:cs typeface="Consolas"/>
              </a:defRPr>
            </a:lvl8pPr>
            <a:lvl9pPr algn="l">
              <a:defRPr sz="3900" b="1">
                <a:solidFill>
                  <a:srgbClr val="17212B"/>
                </a:solidFill>
                <a:latin typeface="Consolas"/>
                <a:ea typeface="Consolas"/>
                <a:cs typeface="Consolas"/>
              </a:defRPr>
            </a:lvl9pPr>
          </a:lstStyle>
          <a:p xmlns:a="http://schemas.openxmlformats.org/drawingml/2006/main">
            <a:pPr algn="l">
              <a:defRPr sz="3900" b="1">
                <a:solidFill>
                  <a:srgbClr val="17212B"/>
                </a:solidFill>
                <a:latin typeface="Consolas"/>
                <a:ea typeface="Consolas"/>
                <a:cs typeface="Consolas"/>
              </a:defRPr>
            </a:pPr>
            <a:r>
              <a:rPr sz="3900" b="1">
                <a:solidFill>
                  <a:srgbClr val="17212B"/>
                </a:solidFill>
                <a:latin typeface="Consolas"/>
                <a:ea typeface="Consolas"/>
                <a:cs typeface="Consolas"/>
              </a:rPr>
              <a:t>[2, 3]</a:t>
            </a:r>
          </a:p>
        </p:txBody>
      </p:sp>
      <p:sp>
        <p:nvSpPr>
          <p:cNvPr id="12" name="끝 index 3은 포함하지 않습니다.">
            <a:extLst xmlns:a="http://schemas.openxmlformats.org/drawingml/2006/main">
              <a:ext uri="{FF2B5EF4-FFF2-40B4-BE49-F238E27FC236}">
                <a16:creationId xmlns:a16="http://schemas.microsoft.com/office/drawing/2014/main" id="{D14B5AF2-D564-4C9B-A3FA-92250A79EF8C}"/>
              </a:ext>
            </a:extLst>
          </p:cNvPr>
          <p:cNvSpPr>
            <a:spLocks xmlns:a="http://schemas.openxmlformats.org/drawingml/2006/main" noGrp="1"/>
          </p:cNvSpPr>
          <p:nvPr/>
        </p:nvSpPr>
        <p:spPr>
          <a:xfrm xmlns:a="http://schemas.openxmlformats.org/drawingml/2006/main">
            <a:off x="6715125" y="3733800"/>
            <a:ext cx="4667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끝 index 3은 포함하지 않습니다.</a:t>
            </a:r>
          </a:p>
        </p:txBody>
      </p:sp>
      <p:sp>
        <p:nvSpPr>
          <p:cNvPr id="13" name="코드·오류">
            <a:extLst xmlns:a="http://schemas.openxmlformats.org/drawingml/2006/main">
              <a:ext uri="{FF2B5EF4-FFF2-40B4-BE49-F238E27FC236}">
                <a16:creationId xmlns:a16="http://schemas.microsoft.com/office/drawing/2014/main" id="{4A9F775C-7F12-4773-8AFF-911AA6FF2EF7}"/>
              </a:ext>
            </a:extLst>
          </p:cNvPr>
          <p:cNvSpPr>
            <a:spLocks xmlns:a="http://schemas.openxmlformats.org/drawingml/2006/main" noGrp="1"/>
          </p:cNvSpPr>
          <p:nvPr/>
        </p:nvSpPr>
        <p:spPr>
          <a:xfrm xmlns:a="http://schemas.openxmlformats.org/drawingml/2006/main">
            <a:off x="6096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코드·오류</a:t>
            </a:r>
          </a:p>
        </p:txBody>
      </p:sp>
      <p:sp>
        <p:nvSpPr>
          <p:cNvPr id="14" name="">
            <a:extLst xmlns:a="http://schemas.openxmlformats.org/drawingml/2006/main">
              <a:ext uri="{FF2B5EF4-FFF2-40B4-BE49-F238E27FC236}">
                <a16:creationId xmlns:a16="http://schemas.microsoft.com/office/drawing/2014/main" id="{B9E4DD11-52B4-4868-BB8B-49AEC113667A}"/>
              </a:ext>
            </a:extLst>
          </p:cNvPr>
          <p:cNvSpPr>
            <a:spLocks xmlns:a="http://schemas.openxmlformats.org/drawingml/2006/main" noGrp="1"/>
          </p:cNvSpPr>
          <p:nvPr/>
        </p:nvSpPr>
        <p:spPr>
          <a:xfrm xmlns:a="http://schemas.openxmlformats.org/drawingml/2006/main">
            <a:off x="25717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복사">
            <a:extLst xmlns:a="http://schemas.openxmlformats.org/drawingml/2006/main">
              <a:ext uri="{FF2B5EF4-FFF2-40B4-BE49-F238E27FC236}">
                <a16:creationId xmlns:a16="http://schemas.microsoft.com/office/drawing/2014/main" id="{2D64D5A7-B267-425A-B017-EA76F4F2B37C}"/>
              </a:ext>
            </a:extLst>
          </p:cNvPr>
          <p:cNvSpPr>
            <a:spLocks xmlns:a="http://schemas.openxmlformats.org/drawingml/2006/main" noGrp="1"/>
          </p:cNvSpPr>
          <p:nvPr/>
        </p:nvSpPr>
        <p:spPr>
          <a:xfrm xmlns:a="http://schemas.openxmlformats.org/drawingml/2006/main">
            <a:off x="28765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복사</a:t>
            </a:r>
          </a:p>
        </p:txBody>
      </p:sp>
      <p:sp>
        <p:nvSpPr>
          <p:cNvPr id="16" name="">
            <a:extLst xmlns:a="http://schemas.openxmlformats.org/drawingml/2006/main">
              <a:ext uri="{FF2B5EF4-FFF2-40B4-BE49-F238E27FC236}">
                <a16:creationId xmlns:a16="http://schemas.microsoft.com/office/drawing/2014/main" id="{551080FC-4440-483F-A120-81F1FD82F825}"/>
              </a:ext>
            </a:extLst>
          </p:cNvPr>
          <p:cNvSpPr>
            <a:spLocks xmlns:a="http://schemas.openxmlformats.org/drawingml/2006/main" noGrp="1"/>
          </p:cNvSpPr>
          <p:nvPr/>
        </p:nvSpPr>
        <p:spPr>
          <a:xfrm xmlns:a="http://schemas.openxmlformats.org/drawingml/2006/main">
            <a:off x="48387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질문">
            <a:extLst xmlns:a="http://schemas.openxmlformats.org/drawingml/2006/main">
              <a:ext uri="{FF2B5EF4-FFF2-40B4-BE49-F238E27FC236}">
                <a16:creationId xmlns:a16="http://schemas.microsoft.com/office/drawing/2014/main" id="{6531BE24-4005-48B4-9464-E4B7195C1605}"/>
              </a:ext>
            </a:extLst>
          </p:cNvPr>
          <p:cNvSpPr>
            <a:spLocks xmlns:a="http://schemas.openxmlformats.org/drawingml/2006/main" noGrp="1"/>
          </p:cNvSpPr>
          <p:nvPr/>
        </p:nvSpPr>
        <p:spPr>
          <a:xfrm xmlns:a="http://schemas.openxmlformats.org/drawingml/2006/main">
            <a:off x="51435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질문</a:t>
            </a:r>
          </a:p>
        </p:txBody>
      </p:sp>
      <p:sp>
        <p:nvSpPr>
          <p:cNvPr id="18" name="">
            <a:extLst xmlns:a="http://schemas.openxmlformats.org/drawingml/2006/main">
              <a:ext uri="{FF2B5EF4-FFF2-40B4-BE49-F238E27FC236}">
                <a16:creationId xmlns:a16="http://schemas.microsoft.com/office/drawing/2014/main" id="{F9AA33F4-7ED8-4BE1-A09C-125560393EE3}"/>
              </a:ext>
            </a:extLst>
          </p:cNvPr>
          <p:cNvSpPr>
            <a:spLocks xmlns:a="http://schemas.openxmlformats.org/drawingml/2006/main" noGrp="1"/>
          </p:cNvSpPr>
          <p:nvPr/>
        </p:nvSpPr>
        <p:spPr>
          <a:xfrm xmlns:a="http://schemas.openxmlformats.org/drawingml/2006/main">
            <a:off x="71056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답 확인">
            <a:extLst xmlns:a="http://schemas.openxmlformats.org/drawingml/2006/main">
              <a:ext uri="{FF2B5EF4-FFF2-40B4-BE49-F238E27FC236}">
                <a16:creationId xmlns:a16="http://schemas.microsoft.com/office/drawing/2014/main" id="{50F9C3C0-90FB-4D54-9396-550C408B278B}"/>
              </a:ext>
            </a:extLst>
          </p:cNvPr>
          <p:cNvSpPr>
            <a:spLocks xmlns:a="http://schemas.openxmlformats.org/drawingml/2006/main" noGrp="1"/>
          </p:cNvSpPr>
          <p:nvPr/>
        </p:nvSpPr>
        <p:spPr>
          <a:xfrm xmlns:a="http://schemas.openxmlformats.org/drawingml/2006/main">
            <a:off x="74104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답 확인</a:t>
            </a:r>
          </a:p>
        </p:txBody>
      </p:sp>
      <p:sp>
        <p:nvSpPr>
          <p:cNvPr id="20" name="">
            <a:extLst xmlns:a="http://schemas.openxmlformats.org/drawingml/2006/main">
              <a:ext uri="{FF2B5EF4-FFF2-40B4-BE49-F238E27FC236}">
                <a16:creationId xmlns:a16="http://schemas.microsoft.com/office/drawing/2014/main" id="{1D78FEF0-DC4C-48D6-AE0C-155FA355F85B}"/>
              </a:ext>
            </a:extLst>
          </p:cNvPr>
          <p:cNvSpPr>
            <a:spLocks xmlns:a="http://schemas.openxmlformats.org/drawingml/2006/main" noGrp="1"/>
          </p:cNvSpPr>
          <p:nvPr/>
        </p:nvSpPr>
        <p:spPr>
          <a:xfrm xmlns:a="http://schemas.openxmlformats.org/drawingml/2006/main">
            <a:off x="93726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IDE로 복귀">
            <a:extLst xmlns:a="http://schemas.openxmlformats.org/drawingml/2006/main">
              <a:ext uri="{FF2B5EF4-FFF2-40B4-BE49-F238E27FC236}">
                <a16:creationId xmlns:a16="http://schemas.microsoft.com/office/drawing/2014/main" id="{D1457468-9A74-4A54-8EFF-336E645FEFBA}"/>
              </a:ext>
            </a:extLst>
          </p:cNvPr>
          <p:cNvSpPr>
            <a:spLocks xmlns:a="http://schemas.openxmlformats.org/drawingml/2006/main" noGrp="1"/>
          </p:cNvSpPr>
          <p:nvPr/>
        </p:nvSpPr>
        <p:spPr>
          <a:xfrm xmlns:a="http://schemas.openxmlformats.org/drawingml/2006/main">
            <a:off x="96774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IDE로 복귀</a:t>
            </a:r>
          </a:p>
        </p:txBody>
      </p:sp>
      <p:sp>
        <p:nvSpPr>
          <p:cNvPr id="22" name="">
            <a:extLst xmlns:a="http://schemas.openxmlformats.org/drawingml/2006/main">
              <a:ext uri="{FF2B5EF4-FFF2-40B4-BE49-F238E27FC236}">
                <a16:creationId xmlns:a16="http://schemas.microsoft.com/office/drawing/2014/main" id="{31A1B519-7DDA-4D1B-8F45-C8384A666540}"/>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Tree>
    <p:extLst>
      <p:ext uri="{BB962C8B-B14F-4D97-AF65-F5344CB8AC3E}">
        <p14:creationId xmlns:p14="http://schemas.microsoft.com/office/powerpoint/2010/main" val="75978775"/>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0 · 여러 파일을 가로지르는 질문">
            <a:extLst xmlns:a="http://schemas.openxmlformats.org/drawingml/2006/main">
              <a:ext uri="{FF2B5EF4-FFF2-40B4-BE49-F238E27FC236}">
                <a16:creationId xmlns:a16="http://schemas.microsoft.com/office/drawing/2014/main" id="{6EF967D4-6E49-4D0B-894B-1C696D2560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여러 파일을 가로지르는 질문</a:t>
            </a:r>
          </a:p>
        </p:txBody>
      </p:sp>
      <p:sp>
        <p:nvSpPr>
          <p:cNvPr id="2" name="S03">
            <a:extLst xmlns:a="http://schemas.openxmlformats.org/drawingml/2006/main">
              <a:ext uri="{FF2B5EF4-FFF2-40B4-BE49-F238E27FC236}">
                <a16:creationId xmlns:a16="http://schemas.microsoft.com/office/drawing/2014/main" id="{F735BAD6-3051-4CDA-BEC7-1303F9995D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4803C8E1-FBA3-4300-87B7-DDDCA44A62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E75CC2B1-A7CB-4B07-BDA8-D72076B620E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개념 사례 · Repository 수준의 질문을 설명하는 관계도">
            <a:extLst xmlns:a="http://schemas.openxmlformats.org/drawingml/2006/main">
              <a:ext uri="{FF2B5EF4-FFF2-40B4-BE49-F238E27FC236}">
                <a16:creationId xmlns:a16="http://schemas.microsoft.com/office/drawing/2014/main" id="{70BC8169-016A-4181-883C-BC235264E45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개념 사례 · Repository 수준의 질문을 설명하는 관계도</a:t>
            </a:r>
          </a:p>
        </p:txBody>
      </p:sp>
      <p:sp>
        <p:nvSpPr>
          <p:cNvPr id="6" name="특정 Trial에서 실제로 발생한 비용이나 실패를 뜻하지 않습니다.">
            <a:extLst xmlns:a="http://schemas.openxmlformats.org/drawingml/2006/main">
              <a:ext uri="{FF2B5EF4-FFF2-40B4-BE49-F238E27FC236}">
                <a16:creationId xmlns:a16="http://schemas.microsoft.com/office/drawing/2014/main" id="{7DEB3097-D1D6-4215-9D13-25B0C6F7D75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Trial에서 실제로 발생한 비용이나 실패를 뜻하지 않습니다.</a:t>
            </a:r>
          </a:p>
        </p:txBody>
      </p:sp>
      <p:sp>
        <p:nvSpPr>
          <p:cNvPr id="7" name="“CLI 결과가 기대와 다른데, 어디서부터 봐야 할까?”">
            <a:extLst xmlns:a="http://schemas.openxmlformats.org/drawingml/2006/main">
              <a:ext uri="{FF2B5EF4-FFF2-40B4-BE49-F238E27FC236}">
                <a16:creationId xmlns:a16="http://schemas.microsoft.com/office/drawing/2014/main" id="{B3EDA43F-4CC6-4CF3-8922-961C91359502}"/>
              </a:ext>
            </a:extLst>
          </p:cNvPr>
          <p:cNvSpPr>
            <a:spLocks xmlns:a="http://schemas.openxmlformats.org/drawingml/2006/main" noGrp="1"/>
          </p:cNvSpPr>
          <p:nvPr/>
        </p:nvSpPr>
        <p:spPr>
          <a:xfrm xmlns:a="http://schemas.openxmlformats.org/drawingml/2006/main">
            <a:off x="609600" y="2152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“CLI 결과가 기대와 다른데, 어디서부터 봐야 할까?”</a:t>
            </a:r>
          </a:p>
        </p:txBody>
      </p:sp>
      <p:sp>
        <p:nvSpPr>
          <p:cNvPr id="8" name="">
            <a:extLst xmlns:a="http://schemas.openxmlformats.org/drawingml/2006/main">
              <a:ext uri="{FF2B5EF4-FFF2-40B4-BE49-F238E27FC236}">
                <a16:creationId xmlns:a16="http://schemas.microsoft.com/office/drawing/2014/main" id="{4C381C7E-110E-4F96-A6F7-1615A4D5B8C3}"/>
              </a:ext>
            </a:extLst>
          </p:cNvPr>
          <p:cNvSpPr>
            <a:spLocks xmlns:a="http://schemas.openxmlformats.org/drawingml/2006/main" noGrp="1"/>
          </p:cNvSpPr>
          <p:nvPr/>
        </p:nvSpPr>
        <p:spPr>
          <a:xfrm xmlns:a="http://schemas.openxmlformats.org/drawingml/2006/main">
            <a:off x="609600" y="2981325"/>
            <a:ext cx="34290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CLI">
            <a:extLst xmlns:a="http://schemas.openxmlformats.org/drawingml/2006/main">
              <a:ext uri="{FF2B5EF4-FFF2-40B4-BE49-F238E27FC236}">
                <a16:creationId xmlns:a16="http://schemas.microsoft.com/office/drawing/2014/main" id="{AE2B4DE8-2D4D-45C1-9EB1-F3C8C6318351}"/>
              </a:ext>
            </a:extLst>
          </p:cNvPr>
          <p:cNvSpPr>
            <a:spLocks xmlns:a="http://schemas.openxmlformats.org/drawingml/2006/main" noGrp="1"/>
          </p:cNvSpPr>
          <p:nvPr/>
        </p:nvSpPr>
        <p:spPr>
          <a:xfrm xmlns:a="http://schemas.openxmlformats.org/drawingml/2006/main">
            <a:off x="838200" y="3133725"/>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CLI</a:t>
            </a:r>
          </a:p>
        </p:txBody>
      </p:sp>
      <p:sp>
        <p:nvSpPr>
          <p:cNvPr id="10" name="입력은 어떻게 받나?">
            <a:extLst xmlns:a="http://schemas.openxmlformats.org/drawingml/2006/main">
              <a:ext uri="{FF2B5EF4-FFF2-40B4-BE49-F238E27FC236}">
                <a16:creationId xmlns:a16="http://schemas.microsoft.com/office/drawing/2014/main" id="{F2EB3C2F-3ED9-4815-9928-56598E1C87F2}"/>
              </a:ext>
            </a:extLst>
          </p:cNvPr>
          <p:cNvSpPr>
            <a:spLocks xmlns:a="http://schemas.openxmlformats.org/drawingml/2006/main" noGrp="1"/>
          </p:cNvSpPr>
          <p:nvPr/>
        </p:nvSpPr>
        <p:spPr>
          <a:xfrm xmlns:a="http://schemas.openxmlformats.org/drawingml/2006/main">
            <a:off x="838200" y="3648075"/>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입력은 어떻게 받나?</a:t>
            </a:r>
          </a:p>
        </p:txBody>
      </p:sp>
      <p:sp>
        <p:nvSpPr>
          <p:cNvPr id="11" name="">
            <a:extLst xmlns:a="http://schemas.openxmlformats.org/drawingml/2006/main">
              <a:ext uri="{FF2B5EF4-FFF2-40B4-BE49-F238E27FC236}">
                <a16:creationId xmlns:a16="http://schemas.microsoft.com/office/drawing/2014/main" id="{DD165A6B-0CBE-40B2-A3CF-00C0C285173D}"/>
              </a:ext>
            </a:extLst>
          </p:cNvPr>
          <p:cNvSpPr>
            <a:spLocks xmlns:a="http://schemas.openxmlformats.org/drawingml/2006/main" noGrp="1"/>
          </p:cNvSpPr>
          <p:nvPr/>
        </p:nvSpPr>
        <p:spPr>
          <a:xfrm xmlns:a="http://schemas.openxmlformats.org/drawingml/2006/main">
            <a:off x="4105275" y="3448050"/>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D63E960-787B-4993-B5AB-C133C8CB6DE3}"/>
              </a:ext>
            </a:extLst>
          </p:cNvPr>
          <p:cNvSpPr>
            <a:spLocks xmlns:a="http://schemas.openxmlformats.org/drawingml/2006/main" noGrp="1"/>
          </p:cNvSpPr>
          <p:nvPr/>
        </p:nvSpPr>
        <p:spPr>
          <a:xfrm xmlns:a="http://schemas.openxmlformats.org/drawingml/2006/main">
            <a:off x="4381500" y="2981325"/>
            <a:ext cx="34290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처리 흐름">
            <a:extLst xmlns:a="http://schemas.openxmlformats.org/drawingml/2006/main">
              <a:ext uri="{FF2B5EF4-FFF2-40B4-BE49-F238E27FC236}">
                <a16:creationId xmlns:a16="http://schemas.microsoft.com/office/drawing/2014/main" id="{CBD3D4F9-F692-42D1-BB9B-18ABC532F4DB}"/>
              </a:ext>
            </a:extLst>
          </p:cNvPr>
          <p:cNvSpPr>
            <a:spLocks xmlns:a="http://schemas.openxmlformats.org/drawingml/2006/main" noGrp="1"/>
          </p:cNvSpPr>
          <p:nvPr/>
        </p:nvSpPr>
        <p:spPr>
          <a:xfrm xmlns:a="http://schemas.openxmlformats.org/drawingml/2006/main">
            <a:off x="4610100" y="3133725"/>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처리 흐름</a:t>
            </a:r>
          </a:p>
        </p:txBody>
      </p:sp>
      <p:sp>
        <p:nvSpPr>
          <p:cNvPr id="14" name="어떤 연산을 호출하나?">
            <a:extLst xmlns:a="http://schemas.openxmlformats.org/drawingml/2006/main">
              <a:ext uri="{FF2B5EF4-FFF2-40B4-BE49-F238E27FC236}">
                <a16:creationId xmlns:a16="http://schemas.microsoft.com/office/drawing/2014/main" id="{58B50DFE-C171-4EAA-9240-5CB7BA403ECE}"/>
              </a:ext>
            </a:extLst>
          </p:cNvPr>
          <p:cNvSpPr>
            <a:spLocks xmlns:a="http://schemas.openxmlformats.org/drawingml/2006/main" noGrp="1"/>
          </p:cNvSpPr>
          <p:nvPr/>
        </p:nvSpPr>
        <p:spPr>
          <a:xfrm xmlns:a="http://schemas.openxmlformats.org/drawingml/2006/main">
            <a:off x="4610100" y="3648075"/>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어떤 연산을 호출하나?</a:t>
            </a:r>
          </a:p>
        </p:txBody>
      </p:sp>
      <p:sp>
        <p:nvSpPr>
          <p:cNvPr id="15" name="">
            <a:extLst xmlns:a="http://schemas.openxmlformats.org/drawingml/2006/main">
              <a:ext uri="{FF2B5EF4-FFF2-40B4-BE49-F238E27FC236}">
                <a16:creationId xmlns:a16="http://schemas.microsoft.com/office/drawing/2014/main" id="{0F7F459F-01C0-4876-AA36-2EDAADC229CA}"/>
              </a:ext>
            </a:extLst>
          </p:cNvPr>
          <p:cNvSpPr>
            <a:spLocks xmlns:a="http://schemas.openxmlformats.org/drawingml/2006/main" noGrp="1"/>
          </p:cNvSpPr>
          <p:nvPr/>
        </p:nvSpPr>
        <p:spPr>
          <a:xfrm xmlns:a="http://schemas.openxmlformats.org/drawingml/2006/main">
            <a:off x="7877175" y="3448050"/>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DB830D5-0934-4335-BD02-2BBABB1E27C9}"/>
              </a:ext>
            </a:extLst>
          </p:cNvPr>
          <p:cNvSpPr>
            <a:spLocks xmlns:a="http://schemas.openxmlformats.org/drawingml/2006/main" noGrp="1"/>
          </p:cNvSpPr>
          <p:nvPr/>
        </p:nvSpPr>
        <p:spPr>
          <a:xfrm xmlns:a="http://schemas.openxmlformats.org/drawingml/2006/main">
            <a:off x="8153400" y="2981325"/>
            <a:ext cx="3429000" cy="1200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이미지 연산">
            <a:extLst xmlns:a="http://schemas.openxmlformats.org/drawingml/2006/main">
              <a:ext uri="{FF2B5EF4-FFF2-40B4-BE49-F238E27FC236}">
                <a16:creationId xmlns:a16="http://schemas.microsoft.com/office/drawing/2014/main" id="{0A6C6DA3-5BBD-4D0E-A798-62F0384106A9}"/>
              </a:ext>
            </a:extLst>
          </p:cNvPr>
          <p:cNvSpPr>
            <a:spLocks xmlns:a="http://schemas.openxmlformats.org/drawingml/2006/main" noGrp="1"/>
          </p:cNvSpPr>
          <p:nvPr/>
        </p:nvSpPr>
        <p:spPr>
          <a:xfrm xmlns:a="http://schemas.openxmlformats.org/drawingml/2006/main">
            <a:off x="8382000" y="3133725"/>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이미지 연산</a:t>
            </a:r>
          </a:p>
        </p:txBody>
      </p:sp>
      <p:sp>
        <p:nvSpPr>
          <p:cNvPr id="18" name="구현은 어떻게 생겼나?">
            <a:extLst xmlns:a="http://schemas.openxmlformats.org/drawingml/2006/main">
              <a:ext uri="{FF2B5EF4-FFF2-40B4-BE49-F238E27FC236}">
                <a16:creationId xmlns:a16="http://schemas.microsoft.com/office/drawing/2014/main" id="{95E7D3E8-ED4C-4849-8E5A-47088D52C280}"/>
              </a:ext>
            </a:extLst>
          </p:cNvPr>
          <p:cNvSpPr>
            <a:spLocks xmlns:a="http://schemas.openxmlformats.org/drawingml/2006/main" noGrp="1"/>
          </p:cNvSpPr>
          <p:nvPr/>
        </p:nvSpPr>
        <p:spPr>
          <a:xfrm xmlns:a="http://schemas.openxmlformats.org/drawingml/2006/main">
            <a:off x="8382000" y="3648075"/>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구현은 어떻게 생겼나?</a:t>
            </a:r>
          </a:p>
        </p:txBody>
      </p:sp>
      <p:sp>
        <p:nvSpPr>
          <p:cNvPr id="19" name="">
            <a:extLst xmlns:a="http://schemas.openxmlformats.org/drawingml/2006/main">
              <a:ext uri="{FF2B5EF4-FFF2-40B4-BE49-F238E27FC236}">
                <a16:creationId xmlns:a16="http://schemas.microsoft.com/office/drawing/2014/main" id="{7782C34F-9AB7-4B8E-8D4A-CBF7A2345B82}"/>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테스트">
            <a:extLst xmlns:a="http://schemas.openxmlformats.org/drawingml/2006/main">
              <a:ext uri="{FF2B5EF4-FFF2-40B4-BE49-F238E27FC236}">
                <a16:creationId xmlns:a16="http://schemas.microsoft.com/office/drawing/2014/main" id="{934D07B6-4F69-424F-A939-04B3D6DD893B}"/>
              </a:ext>
            </a:extLst>
          </p:cNvPr>
          <p:cNvSpPr>
            <a:spLocks xmlns:a="http://schemas.openxmlformats.org/drawingml/2006/main" noGrp="1"/>
          </p:cNvSpPr>
          <p:nvPr/>
        </p:nvSpPr>
        <p:spPr>
          <a:xfrm xmlns:a="http://schemas.openxmlformats.org/drawingml/2006/main">
            <a:off x="609600" y="48768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테스트</a:t>
            </a:r>
          </a:p>
        </p:txBody>
      </p:sp>
      <p:sp>
        <p:nvSpPr>
          <p:cNvPr id="21" name="어떤 조건에서 실패했나?">
            <a:extLst xmlns:a="http://schemas.openxmlformats.org/drawingml/2006/main">
              <a:ext uri="{FF2B5EF4-FFF2-40B4-BE49-F238E27FC236}">
                <a16:creationId xmlns:a16="http://schemas.microsoft.com/office/drawing/2014/main" id="{5A3D9022-B80D-4BB4-86A8-8B2903D84FBB}"/>
              </a:ext>
            </a:extLst>
          </p:cNvPr>
          <p:cNvSpPr>
            <a:spLocks xmlns:a="http://schemas.openxmlformats.org/drawingml/2006/main" noGrp="1"/>
          </p:cNvSpPr>
          <p:nvPr/>
        </p:nvSpPr>
        <p:spPr>
          <a:xfrm xmlns:a="http://schemas.openxmlformats.org/drawingml/2006/main">
            <a:off x="2181225" y="4876800"/>
            <a:ext cx="3962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어떤 조건에서 실패했나?</a:t>
            </a:r>
          </a:p>
        </p:txBody>
      </p:sp>
      <p:sp>
        <p:nvSpPr>
          <p:cNvPr id="22" name="계약">
            <a:extLst xmlns:a="http://schemas.openxmlformats.org/drawingml/2006/main">
              <a:ext uri="{FF2B5EF4-FFF2-40B4-BE49-F238E27FC236}">
                <a16:creationId xmlns:a16="http://schemas.microsoft.com/office/drawing/2014/main" id="{EAF5AB63-9B7B-4E84-AA84-2BCDA14872F4}"/>
              </a:ext>
            </a:extLst>
          </p:cNvPr>
          <p:cNvSpPr>
            <a:spLocks xmlns:a="http://schemas.openxmlformats.org/drawingml/2006/main" noGrp="1"/>
          </p:cNvSpPr>
          <p:nvPr/>
        </p:nvSpPr>
        <p:spPr>
          <a:xfrm xmlns:a="http://schemas.openxmlformats.org/drawingml/2006/main">
            <a:off x="6705600" y="4876800"/>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계약</a:t>
            </a:r>
          </a:p>
        </p:txBody>
      </p:sp>
      <p:sp>
        <p:nvSpPr>
          <p:cNvPr id="23" name="원래 기대한 동작은?">
            <a:extLst xmlns:a="http://schemas.openxmlformats.org/drawingml/2006/main">
              <a:ext uri="{FF2B5EF4-FFF2-40B4-BE49-F238E27FC236}">
                <a16:creationId xmlns:a16="http://schemas.microsoft.com/office/drawing/2014/main" id="{DA242F5F-855A-4097-A095-30B68471B7EF}"/>
              </a:ext>
            </a:extLst>
          </p:cNvPr>
          <p:cNvSpPr>
            <a:spLocks xmlns:a="http://schemas.openxmlformats.org/drawingml/2006/main" noGrp="1"/>
          </p:cNvSpPr>
          <p:nvPr/>
        </p:nvSpPr>
        <p:spPr>
          <a:xfrm xmlns:a="http://schemas.openxmlformats.org/drawingml/2006/main">
            <a:off x="7867650" y="48768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원래 기대한 동작은?</a:t>
            </a:r>
          </a:p>
        </p:txBody>
      </p:sp>
    </p:spTree>
    <p:extLst>
      <p:ext uri="{BB962C8B-B14F-4D97-AF65-F5344CB8AC3E}">
        <p14:creationId xmlns:p14="http://schemas.microsoft.com/office/powerpoint/2010/main" val="482290962"/>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Repository 조사 관찰">
            <a:extLst xmlns:a="http://schemas.openxmlformats.org/drawingml/2006/main">
              <a:ext uri="{FF2B5EF4-FFF2-40B4-BE49-F238E27FC236}">
                <a16:creationId xmlns:a16="http://schemas.microsoft.com/office/drawing/2014/main" id="{870E97A9-6A78-4471-B1FF-2ADED3AD83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83CE539E-0BC0-4534-B11A-CF82D43DE9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BA7AC396-982B-4F91-90E7-DFC0267987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D6857545-9336-49B1-8216-2EFB585705A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실제 요청 발췌 · Codex CLI 0.154.0 · macOS · 읽기 전용">
            <a:extLst xmlns:a="http://schemas.openxmlformats.org/drawingml/2006/main">
              <a:ext uri="{FF2B5EF4-FFF2-40B4-BE49-F238E27FC236}">
                <a16:creationId xmlns:a16="http://schemas.microsoft.com/office/drawing/2014/main" id="{09294517-2C43-4042-954E-86F78C7028A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실제 요청 발췌 · Codex CLI 0.154.0 · macOS · 읽기 전용</a:t>
            </a:r>
          </a:p>
        </p:txBody>
      </p:sp>
      <p:sp>
        <p:nvSpPr>
          <p:cNvPr id="6" name="과거 단일 실행의 기록을 살펴봅니다. 현재 Desktop 동작은 미검증입니다.">
            <a:extLst xmlns:a="http://schemas.openxmlformats.org/drawingml/2006/main">
              <a:ext uri="{FF2B5EF4-FFF2-40B4-BE49-F238E27FC236}">
                <a16:creationId xmlns:a16="http://schemas.microsoft.com/office/drawing/2014/main" id="{3CED6BA1-E533-4104-A973-702A261D920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단일 실행의 기록을 살펴봅니다. 현재 Desktop 동작은 미검증입니다.</a:t>
            </a:r>
          </a:p>
        </p:txBody>
      </p:sp>
      <p:sp>
        <p:nvSpPr>
          <p:cNvPr id="7" name="“현재 이 저장소에서 테스트 하나가 실패하고 있다.&#10;실패 원인을 조사해줘. 관련 구현과 호출 경로,&#10;실패하는">
            <a:extLst xmlns:a="http://schemas.openxmlformats.org/drawingml/2006/main">
              <a:ext uri="{FF2B5EF4-FFF2-40B4-BE49-F238E27FC236}">
                <a16:creationId xmlns:a16="http://schemas.microsoft.com/office/drawing/2014/main" id="{C0030077-35DC-43EC-8416-3914313C8CF4}"/>
              </a:ext>
            </a:extLst>
          </p:cNvPr>
          <p:cNvSpPr>
            <a:spLocks xmlns:a="http://schemas.openxmlformats.org/drawingml/2006/main" noGrp="1"/>
          </p:cNvSpPr>
          <p:nvPr/>
        </p:nvSpPr>
        <p:spPr>
          <a:xfrm xmlns:a="http://schemas.openxmlformats.org/drawingml/2006/main">
            <a:off x="609600" y="2114550"/>
            <a:ext cx="109728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“현재 이 저장소에서 테스트 하나가 실패하고 있다.</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 원인을 조사해줘. 관련 구현과 호출 경로,</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실패하는 테스트를 확인해서 왜 실패하는지 설명해줘.</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아직 코드는 수정하지 마.”</a:t>
            </a:r>
          </a:p>
        </p:txBody>
      </p:sp>
      <p:sp>
        <p:nvSpPr>
          <p:cNvPr id="8" name="">
            <a:extLst xmlns:a="http://schemas.openxmlformats.org/drawingml/2006/main">
              <a:ext uri="{FF2B5EF4-FFF2-40B4-BE49-F238E27FC236}">
                <a16:creationId xmlns:a16="http://schemas.microsoft.com/office/drawing/2014/main" id="{CC8BED9E-11D6-479E-833A-E0EF9D8D1B7F}"/>
              </a:ext>
            </a:extLst>
          </p:cNvPr>
          <p:cNvSpPr>
            <a:spLocks xmlns:a="http://schemas.openxmlformats.org/drawingml/2006/main" noGrp="1"/>
          </p:cNvSpPr>
          <p:nvPr/>
        </p:nvSpPr>
        <p:spPr>
          <a:xfrm xmlns:a="http://schemas.openxmlformats.org/drawingml/2006/main">
            <a:off x="609600" y="4029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찾았는지 확인할 세 가지">
            <a:extLst xmlns:a="http://schemas.openxmlformats.org/drawingml/2006/main">
              <a:ext uri="{FF2B5EF4-FFF2-40B4-BE49-F238E27FC236}">
                <a16:creationId xmlns:a16="http://schemas.microsoft.com/office/drawing/2014/main" id="{0FC283F8-73C6-451C-93D6-506327AF6FC5}"/>
              </a:ext>
            </a:extLst>
          </p:cNvPr>
          <p:cNvSpPr>
            <a:spLocks xmlns:a="http://schemas.openxmlformats.org/drawingml/2006/main" noGrp="1"/>
          </p:cNvSpPr>
          <p:nvPr/>
        </p:nvSpPr>
        <p:spPr>
          <a:xfrm xmlns:a="http://schemas.openxmlformats.org/drawingml/2006/main">
            <a:off x="609600" y="42767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찾았는지 확인할 세 가지</a:t>
            </a:r>
          </a:p>
        </p:txBody>
      </p:sp>
      <p:sp>
        <p:nvSpPr>
          <p:cNvPr id="10" name="01  실패하는 테스트">
            <a:extLst xmlns:a="http://schemas.openxmlformats.org/drawingml/2006/main">
              <a:ext uri="{FF2B5EF4-FFF2-40B4-BE49-F238E27FC236}">
                <a16:creationId xmlns:a16="http://schemas.microsoft.com/office/drawing/2014/main" id="{71936572-BB34-4ED8-989A-E5D57FD6446D}"/>
              </a:ext>
            </a:extLst>
          </p:cNvPr>
          <p:cNvSpPr>
            <a:spLocks xmlns:a="http://schemas.openxmlformats.org/drawingml/2006/main" noGrp="1"/>
          </p:cNvSpPr>
          <p:nvPr/>
        </p:nvSpPr>
        <p:spPr>
          <a:xfrm xmlns:a="http://schemas.openxmlformats.org/drawingml/2006/main">
            <a:off x="6096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01  실패하는 테스트</a:t>
            </a:r>
          </a:p>
        </p:txBody>
      </p:sp>
      <p:sp>
        <p:nvSpPr>
          <p:cNvPr id="11" name="02  관련 구현">
            <a:extLst xmlns:a="http://schemas.openxmlformats.org/drawingml/2006/main">
              <a:ext uri="{FF2B5EF4-FFF2-40B4-BE49-F238E27FC236}">
                <a16:creationId xmlns:a16="http://schemas.microsoft.com/office/drawing/2014/main" id="{8499124B-9CD3-44B8-8B24-C28767814088}"/>
              </a:ext>
            </a:extLst>
          </p:cNvPr>
          <p:cNvSpPr>
            <a:spLocks xmlns:a="http://schemas.openxmlformats.org/drawingml/2006/main" noGrp="1"/>
          </p:cNvSpPr>
          <p:nvPr/>
        </p:nvSpPr>
        <p:spPr>
          <a:xfrm xmlns:a="http://schemas.openxmlformats.org/drawingml/2006/main">
            <a:off x="43815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02  관련 구현</a:t>
            </a:r>
          </a:p>
        </p:txBody>
      </p:sp>
      <p:sp>
        <p:nvSpPr>
          <p:cNvPr id="12" name="03  제품의 호출 경로">
            <a:extLst xmlns:a="http://schemas.openxmlformats.org/drawingml/2006/main">
              <a:ext uri="{FF2B5EF4-FFF2-40B4-BE49-F238E27FC236}">
                <a16:creationId xmlns:a16="http://schemas.microsoft.com/office/drawing/2014/main" id="{02D41078-7CBC-4858-AB59-7004CA088818}"/>
              </a:ext>
            </a:extLst>
          </p:cNvPr>
          <p:cNvSpPr>
            <a:spLocks xmlns:a="http://schemas.openxmlformats.org/drawingml/2006/main" noGrp="1"/>
          </p:cNvSpPr>
          <p:nvPr/>
        </p:nvSpPr>
        <p:spPr>
          <a:xfrm xmlns:a="http://schemas.openxmlformats.org/drawingml/2006/main">
            <a:off x="81534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03  제품의 호출 경로</a:t>
            </a:r>
          </a:p>
        </p:txBody>
      </p:sp>
    </p:spTree>
    <p:extLst>
      <p:ext uri="{BB962C8B-B14F-4D97-AF65-F5344CB8AC3E}">
        <p14:creationId xmlns:p14="http://schemas.microsoft.com/office/powerpoint/2010/main" val="127313783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3" name="ACT 0  ·  Repository 탐색">
            <a:extLst xmlns:a="http://schemas.openxmlformats.org/drawingml/2006/main">
              <a:ext uri="{FF2B5EF4-FFF2-40B4-BE49-F238E27FC236}">
                <a16:creationId xmlns:a16="http://schemas.microsoft.com/office/drawing/2014/main" id="{8518F184-3E73-43DA-88BD-143CF3885C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5DCCF0F2-4CD9-4B37-8D91-7D66157934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A011AC77-0E82-4CE1-A15A-4D14E261FF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053CCAAD-E6D9-46E3-8A8A-0238D746A43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8909BD09-9120-4284-8BB0-318E9F80FBA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736FAF93-8F1F-4383-8E24-BD9708564BD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crop(image, 1, 3)">
            <a:extLst xmlns:a="http://schemas.openxmlformats.org/drawingml/2006/main">
              <a:ext uri="{FF2B5EF4-FFF2-40B4-BE49-F238E27FC236}">
                <a16:creationId xmlns:a16="http://schemas.microsoft.com/office/drawing/2014/main" id="{88D63B04-C9FF-43ED-A023-6370965471FE}"/>
              </a:ext>
            </a:extLst>
          </p:cNvPr>
          <p:cNvSpPr>
            <a:spLocks xmlns:a="http://schemas.openxmlformats.org/drawingml/2006/main" noGrp="1"/>
          </p:cNvSpPr>
          <p:nvPr/>
        </p:nvSpPr>
        <p:spPr>
          <a:xfrm xmlns:a="http://schemas.openxmlformats.org/drawingml/2006/main">
            <a:off x="609600" y="1571625"/>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Consolas"/>
                <a:ea typeface="Consolas"/>
                <a:cs typeface="Consolas"/>
              </a:defRPr>
            </a:defPPr>
            <a:lvl1pPr algn="l">
              <a:defRPr sz="2550" b="1">
                <a:solidFill>
                  <a:srgbClr val="0B6172"/>
                </a:solidFill>
                <a:latin typeface="Consolas"/>
                <a:ea typeface="Consolas"/>
                <a:cs typeface="Consolas"/>
              </a:defRPr>
            </a:lvl1pPr>
            <a:lvl2pPr algn="l">
              <a:defRPr sz="2550" b="1">
                <a:solidFill>
                  <a:srgbClr val="0B6172"/>
                </a:solidFill>
                <a:latin typeface="Consolas"/>
                <a:ea typeface="Consolas"/>
                <a:cs typeface="Consolas"/>
              </a:defRPr>
            </a:lvl2pPr>
            <a:lvl3pPr algn="l">
              <a:defRPr sz="2550" b="1">
                <a:solidFill>
                  <a:srgbClr val="0B6172"/>
                </a:solidFill>
                <a:latin typeface="Consolas"/>
                <a:ea typeface="Consolas"/>
                <a:cs typeface="Consolas"/>
              </a:defRPr>
            </a:lvl3pPr>
            <a:lvl4pPr algn="l">
              <a:defRPr sz="2550" b="1">
                <a:solidFill>
                  <a:srgbClr val="0B6172"/>
                </a:solidFill>
                <a:latin typeface="Consolas"/>
                <a:ea typeface="Consolas"/>
                <a:cs typeface="Consolas"/>
              </a:defRPr>
            </a:lvl4pPr>
            <a:lvl5pPr algn="l">
              <a:defRPr sz="2550" b="1">
                <a:solidFill>
                  <a:srgbClr val="0B6172"/>
                </a:solidFill>
                <a:latin typeface="Consolas"/>
                <a:ea typeface="Consolas"/>
                <a:cs typeface="Consolas"/>
              </a:defRPr>
            </a:lvl5pPr>
            <a:lvl6pPr algn="l">
              <a:defRPr sz="2550" b="1">
                <a:solidFill>
                  <a:srgbClr val="0B6172"/>
                </a:solidFill>
                <a:latin typeface="Consolas"/>
                <a:ea typeface="Consolas"/>
                <a:cs typeface="Consolas"/>
              </a:defRPr>
            </a:lvl6pPr>
            <a:lvl7pPr algn="l">
              <a:defRPr sz="2550" b="1">
                <a:solidFill>
                  <a:srgbClr val="0B6172"/>
                </a:solidFill>
                <a:latin typeface="Consolas"/>
                <a:ea typeface="Consolas"/>
                <a:cs typeface="Consolas"/>
              </a:defRPr>
            </a:lvl7pPr>
            <a:lvl8pPr algn="l">
              <a:defRPr sz="2550" b="1">
                <a:solidFill>
                  <a:srgbClr val="0B6172"/>
                </a:solidFill>
                <a:latin typeface="Consolas"/>
                <a:ea typeface="Consolas"/>
                <a:cs typeface="Consolas"/>
              </a:defRPr>
            </a:lvl8pPr>
            <a:lvl9pPr algn="l">
              <a:defRPr sz="2550" b="1">
                <a:solidFill>
                  <a:srgbClr val="0B6172"/>
                </a:solidFill>
                <a:latin typeface="Consolas"/>
                <a:ea typeface="Consolas"/>
                <a:cs typeface="Consolas"/>
              </a:defRPr>
            </a:lvl9pPr>
          </a:lstStyle>
          <a:p xmlns:a="http://schemas.openxmlformats.org/drawingml/2006/main">
            <a:pPr algn="l">
              <a:defRPr sz="2550" b="1">
                <a:solidFill>
                  <a:srgbClr val="0B6172"/>
                </a:solidFill>
                <a:latin typeface="Consolas"/>
                <a:ea typeface="Consolas"/>
                <a:cs typeface="Consolas"/>
              </a:defRPr>
            </a:pPr>
            <a:r>
              <a:rPr sz="2550" b="1">
                <a:solidFill>
                  <a:srgbClr val="0B6172"/>
                </a:solidFill>
                <a:latin typeface="Consolas"/>
                <a:ea typeface="Consolas"/>
                <a:cs typeface="Consolas"/>
              </a:rPr>
              <a:t>crop(image, 1, 3)</a:t>
            </a:r>
          </a:p>
        </p:txBody>
      </p:sp>
      <p:sp>
        <p:nvSpPr>
          <p:cNvPr id="8" name="끝 좌표 3은 포함하지 않는 계약">
            <a:extLst xmlns:a="http://schemas.openxmlformats.org/drawingml/2006/main">
              <a:ext uri="{FF2B5EF4-FFF2-40B4-BE49-F238E27FC236}">
                <a16:creationId xmlns:a16="http://schemas.microsoft.com/office/drawing/2014/main" id="{2D677F69-3CAC-48E8-A486-D261FFDB1E76}"/>
              </a:ext>
            </a:extLst>
          </p:cNvPr>
          <p:cNvSpPr>
            <a:spLocks xmlns:a="http://schemas.openxmlformats.org/drawingml/2006/main" noGrp="1"/>
          </p:cNvSpPr>
          <p:nvPr/>
        </p:nvSpPr>
        <p:spPr>
          <a:xfrm xmlns:a="http://schemas.openxmlformats.org/drawingml/2006/main">
            <a:off x="609600" y="20193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3은 포함하지 않는 계약</a:t>
            </a:r>
          </a:p>
        </p:txBody>
      </p:sp>
      <p:sp>
        <p:nvSpPr>
          <p:cNvPr id="9" name="입력">
            <a:extLst xmlns:a="http://schemas.openxmlformats.org/drawingml/2006/main">
              <a:ext uri="{FF2B5EF4-FFF2-40B4-BE49-F238E27FC236}">
                <a16:creationId xmlns:a16="http://schemas.microsoft.com/office/drawing/2014/main" id="{0B41E804-D694-4B0E-86E7-BFC516A096B7}"/>
              </a:ext>
            </a:extLst>
          </p:cNvPr>
          <p:cNvSpPr>
            <a:spLocks xmlns:a="http://schemas.openxmlformats.org/drawingml/2006/main" noGrp="1"/>
          </p:cNvSpPr>
          <p:nvPr/>
        </p:nvSpPr>
        <p:spPr>
          <a:xfrm xmlns:a="http://schemas.openxmlformats.org/drawingml/2006/main">
            <a:off x="609600" y="2571750"/>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0" name="0">
            <a:extLst xmlns:a="http://schemas.openxmlformats.org/drawingml/2006/main">
              <a:ext uri="{FF2B5EF4-FFF2-40B4-BE49-F238E27FC236}">
                <a16:creationId xmlns:a16="http://schemas.microsoft.com/office/drawing/2014/main" id="{D53B8266-F181-4DFA-A396-B90925895EF2}"/>
              </a:ext>
            </a:extLst>
          </p:cNvPr>
          <p:cNvSpPr>
            <a:spLocks xmlns:a="http://schemas.openxmlformats.org/drawingml/2006/main" noGrp="1"/>
          </p:cNvSpPr>
          <p:nvPr/>
        </p:nvSpPr>
        <p:spPr>
          <a:xfrm xmlns:a="http://schemas.openxmlformats.org/drawingml/2006/main">
            <a:off x="14859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1" name="1">
            <a:extLst xmlns:a="http://schemas.openxmlformats.org/drawingml/2006/main">
              <a:ext uri="{FF2B5EF4-FFF2-40B4-BE49-F238E27FC236}">
                <a16:creationId xmlns:a16="http://schemas.microsoft.com/office/drawing/2014/main" id="{507702EC-5944-421C-BDB8-E2776D6C7909}"/>
              </a:ext>
            </a:extLst>
          </p:cNvPr>
          <p:cNvSpPr>
            <a:spLocks xmlns:a="http://schemas.openxmlformats.org/drawingml/2006/main" noGrp="1"/>
          </p:cNvSpPr>
          <p:nvPr/>
        </p:nvSpPr>
        <p:spPr>
          <a:xfrm xmlns:a="http://schemas.openxmlformats.org/drawingml/2006/main">
            <a:off x="21526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2" name="2">
            <a:extLst xmlns:a="http://schemas.openxmlformats.org/drawingml/2006/main">
              <a:ext uri="{FF2B5EF4-FFF2-40B4-BE49-F238E27FC236}">
                <a16:creationId xmlns:a16="http://schemas.microsoft.com/office/drawing/2014/main" id="{BD907127-30BF-410A-B4B2-6E8953470AAF}"/>
              </a:ext>
            </a:extLst>
          </p:cNvPr>
          <p:cNvSpPr>
            <a:spLocks xmlns:a="http://schemas.openxmlformats.org/drawingml/2006/main" noGrp="1"/>
          </p:cNvSpPr>
          <p:nvPr/>
        </p:nvSpPr>
        <p:spPr>
          <a:xfrm xmlns:a="http://schemas.openxmlformats.org/drawingml/2006/main">
            <a:off x="28194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3" name="3">
            <a:extLst xmlns:a="http://schemas.openxmlformats.org/drawingml/2006/main">
              <a:ext uri="{FF2B5EF4-FFF2-40B4-BE49-F238E27FC236}">
                <a16:creationId xmlns:a16="http://schemas.microsoft.com/office/drawing/2014/main" id="{D6B6F232-6B81-467D-ACE8-8AE17EBF32DE}"/>
              </a:ext>
            </a:extLst>
          </p:cNvPr>
          <p:cNvSpPr>
            <a:spLocks xmlns:a="http://schemas.openxmlformats.org/drawingml/2006/main" noGrp="1"/>
          </p:cNvSpPr>
          <p:nvPr/>
        </p:nvSpPr>
        <p:spPr>
          <a:xfrm xmlns:a="http://schemas.openxmlformats.org/drawingml/2006/main">
            <a:off x="34861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4" name="">
            <a:extLst xmlns:a="http://schemas.openxmlformats.org/drawingml/2006/main">
              <a:ext uri="{FF2B5EF4-FFF2-40B4-BE49-F238E27FC236}">
                <a16:creationId xmlns:a16="http://schemas.microsoft.com/office/drawing/2014/main" id="{887C240B-E5BD-4E5F-8F73-426ED04D8302}"/>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1">
            <a:extLst xmlns:a="http://schemas.openxmlformats.org/drawingml/2006/main">
              <a:ext uri="{FF2B5EF4-FFF2-40B4-BE49-F238E27FC236}">
                <a16:creationId xmlns:a16="http://schemas.microsoft.com/office/drawing/2014/main" id="{C4CDABD1-70F5-4F8D-B15E-252732857E29}"/>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6" name="">
            <a:extLst xmlns:a="http://schemas.openxmlformats.org/drawingml/2006/main">
              <a:ext uri="{FF2B5EF4-FFF2-40B4-BE49-F238E27FC236}">
                <a16:creationId xmlns:a16="http://schemas.microsoft.com/office/drawing/2014/main" id="{E9853536-03AF-421D-9175-8D9B03014043}"/>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2">
            <a:extLst xmlns:a="http://schemas.openxmlformats.org/drawingml/2006/main">
              <a:ext uri="{FF2B5EF4-FFF2-40B4-BE49-F238E27FC236}">
                <a16:creationId xmlns:a16="http://schemas.microsoft.com/office/drawing/2014/main" id="{C56C962D-F0ED-4A2C-9CBB-5AC8080171B6}"/>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8" name="">
            <a:extLst xmlns:a="http://schemas.openxmlformats.org/drawingml/2006/main">
              <a:ext uri="{FF2B5EF4-FFF2-40B4-BE49-F238E27FC236}">
                <a16:creationId xmlns:a16="http://schemas.microsoft.com/office/drawing/2014/main" id="{AF01D817-2B67-48CD-BC99-655B56BBC24D}"/>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3">
            <a:extLst xmlns:a="http://schemas.openxmlformats.org/drawingml/2006/main">
              <a:ext uri="{FF2B5EF4-FFF2-40B4-BE49-F238E27FC236}">
                <a16:creationId xmlns:a16="http://schemas.microsoft.com/office/drawing/2014/main" id="{6F1472AA-1F5A-4775-A0B1-31A5B838AB7D}"/>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0" name="">
            <a:extLst xmlns:a="http://schemas.openxmlformats.org/drawingml/2006/main">
              <a:ext uri="{FF2B5EF4-FFF2-40B4-BE49-F238E27FC236}">
                <a16:creationId xmlns:a16="http://schemas.microsoft.com/office/drawing/2014/main" id="{980EDBBC-4B84-45E0-8197-C1D77A240A56}"/>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4">
            <a:extLst xmlns:a="http://schemas.openxmlformats.org/drawingml/2006/main">
              <a:ext uri="{FF2B5EF4-FFF2-40B4-BE49-F238E27FC236}">
                <a16:creationId xmlns:a16="http://schemas.microsoft.com/office/drawing/2014/main" id="{9EAC9726-E74B-4DD6-A8C7-181EC88A7782}"/>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2" name="">
            <a:extLst xmlns:a="http://schemas.openxmlformats.org/drawingml/2006/main">
              <a:ext uri="{FF2B5EF4-FFF2-40B4-BE49-F238E27FC236}">
                <a16:creationId xmlns:a16="http://schemas.microsoft.com/office/drawing/2014/main" id="{6CBA4ECA-7CBC-4AA0-9A37-A86F169B1733}"/>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5">
            <a:extLst xmlns:a="http://schemas.openxmlformats.org/drawingml/2006/main">
              <a:ext uri="{FF2B5EF4-FFF2-40B4-BE49-F238E27FC236}">
                <a16:creationId xmlns:a16="http://schemas.microsoft.com/office/drawing/2014/main" id="{09A51057-F701-4ED1-B2BE-7A129845B9E6}"/>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5</a:t>
            </a:r>
          </a:p>
        </p:txBody>
      </p:sp>
      <p:sp>
        <p:nvSpPr>
          <p:cNvPr id="24" name="">
            <a:extLst xmlns:a="http://schemas.openxmlformats.org/drawingml/2006/main">
              <a:ext uri="{FF2B5EF4-FFF2-40B4-BE49-F238E27FC236}">
                <a16:creationId xmlns:a16="http://schemas.microsoft.com/office/drawing/2014/main" id="{9811364F-E849-4DFC-8A9E-264B96839C02}"/>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5" name="6">
            <a:extLst xmlns:a="http://schemas.openxmlformats.org/drawingml/2006/main">
              <a:ext uri="{FF2B5EF4-FFF2-40B4-BE49-F238E27FC236}">
                <a16:creationId xmlns:a16="http://schemas.microsoft.com/office/drawing/2014/main" id="{D120C28E-B3EB-4291-9D16-2C99067243F5}"/>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26" name="">
            <a:extLst xmlns:a="http://schemas.openxmlformats.org/drawingml/2006/main">
              <a:ext uri="{FF2B5EF4-FFF2-40B4-BE49-F238E27FC236}">
                <a16:creationId xmlns:a16="http://schemas.microsoft.com/office/drawing/2014/main" id="{65A69F10-9287-41B5-8306-9361E506ACA5}"/>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7">
            <a:extLst xmlns:a="http://schemas.openxmlformats.org/drawingml/2006/main">
              <a:ext uri="{FF2B5EF4-FFF2-40B4-BE49-F238E27FC236}">
                <a16:creationId xmlns:a16="http://schemas.microsoft.com/office/drawing/2014/main" id="{1338A769-7105-46C1-9792-8AA5E8D9144B}"/>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28" name="">
            <a:extLst xmlns:a="http://schemas.openxmlformats.org/drawingml/2006/main">
              <a:ext uri="{FF2B5EF4-FFF2-40B4-BE49-F238E27FC236}">
                <a16:creationId xmlns:a16="http://schemas.microsoft.com/office/drawing/2014/main" id="{F924E3FE-4227-4995-B94A-1A4407E4C673}"/>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8">
            <a:extLst xmlns:a="http://schemas.openxmlformats.org/drawingml/2006/main">
              <a:ext uri="{FF2B5EF4-FFF2-40B4-BE49-F238E27FC236}">
                <a16:creationId xmlns:a16="http://schemas.microsoft.com/office/drawing/2014/main" id="{D494C8EC-9321-45F9-AFDD-354C3428D4BA}"/>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30" name="열 index">
            <a:extLst xmlns:a="http://schemas.openxmlformats.org/drawingml/2006/main">
              <a:ext uri="{FF2B5EF4-FFF2-40B4-BE49-F238E27FC236}">
                <a16:creationId xmlns:a16="http://schemas.microsoft.com/office/drawing/2014/main" id="{C10D3F5A-178D-431D-A326-C73D0835FC37}"/>
              </a:ext>
            </a:extLst>
          </p:cNvPr>
          <p:cNvSpPr>
            <a:spLocks xmlns:a="http://schemas.openxmlformats.org/drawingml/2006/main" noGrp="1"/>
          </p:cNvSpPr>
          <p:nvPr/>
        </p:nvSpPr>
        <p:spPr>
          <a:xfrm xmlns:a="http://schemas.openxmlformats.org/drawingml/2006/main">
            <a:off x="4248150" y="242887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열 index</a:t>
            </a:r>
          </a:p>
        </p:txBody>
      </p:sp>
      <p:sp>
        <p:nvSpPr>
          <p:cNvPr id="31" name="기대">
            <a:extLst xmlns:a="http://schemas.openxmlformats.org/drawingml/2006/main">
              <a:ext uri="{FF2B5EF4-FFF2-40B4-BE49-F238E27FC236}">
                <a16:creationId xmlns:a16="http://schemas.microsoft.com/office/drawing/2014/main" id="{FAA145FD-57DF-4F69-AD0B-3170054C5CD2}"/>
              </a:ext>
            </a:extLst>
          </p:cNvPr>
          <p:cNvSpPr>
            <a:spLocks xmlns:a="http://schemas.openxmlformats.org/drawingml/2006/main" noGrp="1"/>
          </p:cNvSpPr>
          <p:nvPr/>
        </p:nvSpPr>
        <p:spPr>
          <a:xfrm xmlns:a="http://schemas.openxmlformats.org/drawingml/2006/main">
            <a:off x="6096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기대</a:t>
            </a:r>
          </a:p>
        </p:txBody>
      </p:sp>
      <p:sp>
        <p:nvSpPr>
          <p:cNvPr id="32" name="">
            <a:extLst xmlns:a="http://schemas.openxmlformats.org/drawingml/2006/main">
              <a:ext uri="{FF2B5EF4-FFF2-40B4-BE49-F238E27FC236}">
                <a16:creationId xmlns:a16="http://schemas.microsoft.com/office/drawing/2014/main" id="{05C8A3D9-A103-4DE3-AB48-32F77364B67B}"/>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2">
            <a:extLst xmlns:a="http://schemas.openxmlformats.org/drawingml/2006/main">
              <a:ext uri="{FF2B5EF4-FFF2-40B4-BE49-F238E27FC236}">
                <a16:creationId xmlns:a16="http://schemas.microsoft.com/office/drawing/2014/main" id="{D8F04A78-9CB8-4E73-BF07-EB8555166235}"/>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4" name="">
            <a:extLst xmlns:a="http://schemas.openxmlformats.org/drawingml/2006/main">
              <a:ext uri="{FF2B5EF4-FFF2-40B4-BE49-F238E27FC236}">
                <a16:creationId xmlns:a16="http://schemas.microsoft.com/office/drawing/2014/main" id="{01F9C932-CF4C-4405-8B76-236B6260F7B0}"/>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5" name="3">
            <a:extLst xmlns:a="http://schemas.openxmlformats.org/drawingml/2006/main">
              <a:ext uri="{FF2B5EF4-FFF2-40B4-BE49-F238E27FC236}">
                <a16:creationId xmlns:a16="http://schemas.microsoft.com/office/drawing/2014/main" id="{53C04F83-C59E-42CE-A15F-6F7D9C7837FE}"/>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6" name="">
            <a:extLst xmlns:a="http://schemas.openxmlformats.org/drawingml/2006/main">
              <a:ext uri="{FF2B5EF4-FFF2-40B4-BE49-F238E27FC236}">
                <a16:creationId xmlns:a16="http://schemas.microsoft.com/office/drawing/2014/main" id="{E50278CC-5072-4236-8CC3-0DA27DF1EBF8}"/>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7" name="6">
            <a:extLst xmlns:a="http://schemas.openxmlformats.org/drawingml/2006/main">
              <a:ext uri="{FF2B5EF4-FFF2-40B4-BE49-F238E27FC236}">
                <a16:creationId xmlns:a16="http://schemas.microsoft.com/office/drawing/2014/main" id="{B340A21E-B368-49A0-9A7E-9E198DF61667}"/>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38" name="">
            <a:extLst xmlns:a="http://schemas.openxmlformats.org/drawingml/2006/main">
              <a:ext uri="{FF2B5EF4-FFF2-40B4-BE49-F238E27FC236}">
                <a16:creationId xmlns:a16="http://schemas.microsoft.com/office/drawing/2014/main" id="{8F42283F-50A1-4B2A-AE41-95321A9ABCCE}"/>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9" name="7">
            <a:extLst xmlns:a="http://schemas.openxmlformats.org/drawingml/2006/main">
              <a:ext uri="{FF2B5EF4-FFF2-40B4-BE49-F238E27FC236}">
                <a16:creationId xmlns:a16="http://schemas.microsoft.com/office/drawing/2014/main" id="{D640C229-6D45-4D19-A3B6-A8868A072AF7}"/>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40" name="구현 결과">
            <a:extLst xmlns:a="http://schemas.openxmlformats.org/drawingml/2006/main">
              <a:ext uri="{FF2B5EF4-FFF2-40B4-BE49-F238E27FC236}">
                <a16:creationId xmlns:a16="http://schemas.microsoft.com/office/drawing/2014/main" id="{B1160814-1D9F-428A-973B-F39C07F19A3D}"/>
              </a:ext>
            </a:extLst>
          </p:cNvPr>
          <p:cNvSpPr>
            <a:spLocks xmlns:a="http://schemas.openxmlformats.org/drawingml/2006/main" noGrp="1"/>
          </p:cNvSpPr>
          <p:nvPr/>
        </p:nvSpPr>
        <p:spPr>
          <a:xfrm xmlns:a="http://schemas.openxmlformats.org/drawingml/2006/main">
            <a:off x="3048000" y="44100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B42318"/>
                </a:solidFill>
                <a:latin typeface="Malgun Gothic"/>
                <a:ea typeface="Malgun Gothic"/>
                <a:cs typeface="Malgun Gothic"/>
              </a:defRPr>
            </a:defPPr>
            <a:lvl1pPr algn="l">
              <a:defRPr sz="1800" b="1">
                <a:solidFill>
                  <a:srgbClr val="B42318"/>
                </a:solidFill>
                <a:latin typeface="Malgun Gothic"/>
                <a:ea typeface="Malgun Gothic"/>
                <a:cs typeface="Malgun Gothic"/>
              </a:defRPr>
            </a:lvl1pPr>
            <a:lvl2pPr algn="l">
              <a:defRPr sz="1800" b="1">
                <a:solidFill>
                  <a:srgbClr val="B42318"/>
                </a:solidFill>
                <a:latin typeface="Malgun Gothic"/>
                <a:ea typeface="Malgun Gothic"/>
                <a:cs typeface="Malgun Gothic"/>
              </a:defRPr>
            </a:lvl2pPr>
            <a:lvl3pPr algn="l">
              <a:defRPr sz="1800" b="1">
                <a:solidFill>
                  <a:srgbClr val="B42318"/>
                </a:solidFill>
                <a:latin typeface="Malgun Gothic"/>
                <a:ea typeface="Malgun Gothic"/>
                <a:cs typeface="Malgun Gothic"/>
              </a:defRPr>
            </a:lvl3pPr>
            <a:lvl4pPr algn="l">
              <a:defRPr sz="1800" b="1">
                <a:solidFill>
                  <a:srgbClr val="B42318"/>
                </a:solidFill>
                <a:latin typeface="Malgun Gothic"/>
                <a:ea typeface="Malgun Gothic"/>
                <a:cs typeface="Malgun Gothic"/>
              </a:defRPr>
            </a:lvl4pPr>
            <a:lvl5pPr algn="l">
              <a:defRPr sz="1800" b="1">
                <a:solidFill>
                  <a:srgbClr val="B42318"/>
                </a:solidFill>
                <a:latin typeface="Malgun Gothic"/>
                <a:ea typeface="Malgun Gothic"/>
                <a:cs typeface="Malgun Gothic"/>
              </a:defRPr>
            </a:lvl5pPr>
            <a:lvl6pPr algn="l">
              <a:defRPr sz="1800" b="1">
                <a:solidFill>
                  <a:srgbClr val="B42318"/>
                </a:solidFill>
                <a:latin typeface="Malgun Gothic"/>
                <a:ea typeface="Malgun Gothic"/>
                <a:cs typeface="Malgun Gothic"/>
              </a:defRPr>
            </a:lvl6pPr>
            <a:lvl7pPr algn="l">
              <a:defRPr sz="1800" b="1">
                <a:solidFill>
                  <a:srgbClr val="B42318"/>
                </a:solidFill>
                <a:latin typeface="Malgun Gothic"/>
                <a:ea typeface="Malgun Gothic"/>
                <a:cs typeface="Malgun Gothic"/>
              </a:defRPr>
            </a:lvl7pPr>
            <a:lvl8pPr algn="l">
              <a:defRPr sz="1800" b="1">
                <a:solidFill>
                  <a:srgbClr val="B42318"/>
                </a:solidFill>
                <a:latin typeface="Malgun Gothic"/>
                <a:ea typeface="Malgun Gothic"/>
                <a:cs typeface="Malgun Gothic"/>
              </a:defRPr>
            </a:lvl8pPr>
            <a:lvl9pPr algn="l">
              <a:defRPr sz="1800" b="1">
                <a:solidFill>
                  <a:srgbClr val="B42318"/>
                </a:solidFill>
                <a:latin typeface="Malgun Gothic"/>
                <a:ea typeface="Malgun Gothic"/>
                <a:cs typeface="Malgun Gothic"/>
              </a:defRPr>
            </a:lvl9pPr>
          </a:lstStyle>
          <a:p xmlns:a="http://schemas.openxmlformats.org/drawingml/2006/main">
            <a:pPr algn="l">
              <a:defRPr sz="1800" b="1">
                <a:solidFill>
                  <a:srgbClr val="B42318"/>
                </a:solidFill>
                <a:latin typeface="Malgun Gothic"/>
                <a:ea typeface="Malgun Gothic"/>
                <a:cs typeface="Malgun Gothic"/>
              </a:defRPr>
            </a:pPr>
            <a:r>
              <a:rPr sz="1800" b="1">
                <a:solidFill>
                  <a:srgbClr val="B42318"/>
                </a:solidFill>
                <a:latin typeface="Malgun Gothic"/>
                <a:ea typeface="Malgun Gothic"/>
                <a:cs typeface="Malgun Gothic"/>
              </a:rPr>
              <a:t>구현 결과</a:t>
            </a:r>
          </a:p>
        </p:txBody>
      </p:sp>
      <p:sp>
        <p:nvSpPr>
          <p:cNvPr id="41" name="">
            <a:extLst xmlns:a="http://schemas.openxmlformats.org/drawingml/2006/main">
              <a:ext uri="{FF2B5EF4-FFF2-40B4-BE49-F238E27FC236}">
                <a16:creationId xmlns:a16="http://schemas.microsoft.com/office/drawing/2014/main" id="{F40404C2-8686-4AC4-96DD-088314B1138F}"/>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2" name="2">
            <a:extLst xmlns:a="http://schemas.openxmlformats.org/drawingml/2006/main">
              <a:ext uri="{FF2B5EF4-FFF2-40B4-BE49-F238E27FC236}">
                <a16:creationId xmlns:a16="http://schemas.microsoft.com/office/drawing/2014/main" id="{933262DC-D8D7-4AE8-8CDF-0A7A6037337C}"/>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43" name="">
            <a:extLst xmlns:a="http://schemas.openxmlformats.org/drawingml/2006/main">
              <a:ext uri="{FF2B5EF4-FFF2-40B4-BE49-F238E27FC236}">
                <a16:creationId xmlns:a16="http://schemas.microsoft.com/office/drawing/2014/main" id="{116C401B-937F-4584-9175-B39A65946217}"/>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4" name="3">
            <a:extLst xmlns:a="http://schemas.openxmlformats.org/drawingml/2006/main">
              <a:ext uri="{FF2B5EF4-FFF2-40B4-BE49-F238E27FC236}">
                <a16:creationId xmlns:a16="http://schemas.microsoft.com/office/drawing/2014/main" id="{9A276D30-D3EC-4611-8EA0-9A56AF98924F}"/>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45" name="">
            <a:extLst xmlns:a="http://schemas.openxmlformats.org/drawingml/2006/main">
              <a:ext uri="{FF2B5EF4-FFF2-40B4-BE49-F238E27FC236}">
                <a16:creationId xmlns:a16="http://schemas.microsoft.com/office/drawing/2014/main" id="{45690614-BF26-4F43-BF6F-7FCE5CBF93FE}"/>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46" name="4">
            <a:extLst xmlns:a="http://schemas.openxmlformats.org/drawingml/2006/main">
              <a:ext uri="{FF2B5EF4-FFF2-40B4-BE49-F238E27FC236}">
                <a16:creationId xmlns:a16="http://schemas.microsoft.com/office/drawing/2014/main" id="{6C24387B-EA59-4B0B-9903-2EC01CCA5040}"/>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47" name="">
            <a:extLst xmlns:a="http://schemas.openxmlformats.org/drawingml/2006/main">
              <a:ext uri="{FF2B5EF4-FFF2-40B4-BE49-F238E27FC236}">
                <a16:creationId xmlns:a16="http://schemas.microsoft.com/office/drawing/2014/main" id="{3904D452-B58A-4F19-A275-A846E98F828F}"/>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6">
            <a:extLst xmlns:a="http://schemas.openxmlformats.org/drawingml/2006/main">
              <a:ext uri="{FF2B5EF4-FFF2-40B4-BE49-F238E27FC236}">
                <a16:creationId xmlns:a16="http://schemas.microsoft.com/office/drawing/2014/main" id="{06F88A1B-FE47-472F-9889-C71F99CECAD7}"/>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49" name="">
            <a:extLst xmlns:a="http://schemas.openxmlformats.org/drawingml/2006/main">
              <a:ext uri="{FF2B5EF4-FFF2-40B4-BE49-F238E27FC236}">
                <a16:creationId xmlns:a16="http://schemas.microsoft.com/office/drawing/2014/main" id="{104392A5-4430-4DFD-95C7-ADB065146F26}"/>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50" name="7">
            <a:extLst xmlns:a="http://schemas.openxmlformats.org/drawingml/2006/main">
              <a:ext uri="{FF2B5EF4-FFF2-40B4-BE49-F238E27FC236}">
                <a16:creationId xmlns:a16="http://schemas.microsoft.com/office/drawing/2014/main" id="{E7004BD7-64BB-4992-BB55-A5D213132CCA}"/>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51" name="">
            <a:extLst xmlns:a="http://schemas.openxmlformats.org/drawingml/2006/main">
              <a:ext uri="{FF2B5EF4-FFF2-40B4-BE49-F238E27FC236}">
                <a16:creationId xmlns:a16="http://schemas.microsoft.com/office/drawing/2014/main" id="{DCC959C9-BB83-4D07-9950-C7740DACDC96}"/>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52" name="8">
            <a:extLst xmlns:a="http://schemas.openxmlformats.org/drawingml/2006/main">
              <a:ext uri="{FF2B5EF4-FFF2-40B4-BE49-F238E27FC236}">
                <a16:creationId xmlns:a16="http://schemas.microsoft.com/office/drawing/2014/main" id="{4B97DAF4-AA31-4B73-89BD-1181DBD649ED}"/>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53" name="한 열이 더 포함됨">
            <a:extLst xmlns:a="http://schemas.openxmlformats.org/drawingml/2006/main">
              <a:ext uri="{FF2B5EF4-FFF2-40B4-BE49-F238E27FC236}">
                <a16:creationId xmlns:a16="http://schemas.microsoft.com/office/drawing/2014/main" id="{E27BC1FF-D7E8-464C-A80F-B951B829030F}"/>
              </a:ext>
            </a:extLst>
          </p:cNvPr>
          <p:cNvSpPr>
            <a:spLocks xmlns:a="http://schemas.openxmlformats.org/drawingml/2006/main" noGrp="1"/>
          </p:cNvSpPr>
          <p:nvPr/>
        </p:nvSpPr>
        <p:spPr>
          <a:xfrm xmlns:a="http://schemas.openxmlformats.org/drawingml/2006/main">
            <a:off x="4391025" y="5429250"/>
            <a:ext cx="1952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B42318"/>
                </a:solidFill>
                <a:latin typeface="Malgun Gothic"/>
                <a:ea typeface="Malgun Gothic"/>
                <a:cs typeface="Malgun Gothic"/>
              </a:defRPr>
            </a:defPPr>
            <a:lvl1pPr algn="l">
              <a:defRPr sz="1650" b="1">
                <a:solidFill>
                  <a:srgbClr val="B42318"/>
                </a:solidFill>
                <a:latin typeface="Malgun Gothic"/>
                <a:ea typeface="Malgun Gothic"/>
                <a:cs typeface="Malgun Gothic"/>
              </a:defRPr>
            </a:lvl1pPr>
            <a:lvl2pPr algn="l">
              <a:defRPr sz="1650" b="1">
                <a:solidFill>
                  <a:srgbClr val="B42318"/>
                </a:solidFill>
                <a:latin typeface="Malgun Gothic"/>
                <a:ea typeface="Malgun Gothic"/>
                <a:cs typeface="Malgun Gothic"/>
              </a:defRPr>
            </a:lvl2pPr>
            <a:lvl3pPr algn="l">
              <a:defRPr sz="1650" b="1">
                <a:solidFill>
                  <a:srgbClr val="B42318"/>
                </a:solidFill>
                <a:latin typeface="Malgun Gothic"/>
                <a:ea typeface="Malgun Gothic"/>
                <a:cs typeface="Malgun Gothic"/>
              </a:defRPr>
            </a:lvl3pPr>
            <a:lvl4pPr algn="l">
              <a:defRPr sz="1650" b="1">
                <a:solidFill>
                  <a:srgbClr val="B42318"/>
                </a:solidFill>
                <a:latin typeface="Malgun Gothic"/>
                <a:ea typeface="Malgun Gothic"/>
                <a:cs typeface="Malgun Gothic"/>
              </a:defRPr>
            </a:lvl4pPr>
            <a:lvl5pPr algn="l">
              <a:defRPr sz="1650" b="1">
                <a:solidFill>
                  <a:srgbClr val="B42318"/>
                </a:solidFill>
                <a:latin typeface="Malgun Gothic"/>
                <a:ea typeface="Malgun Gothic"/>
                <a:cs typeface="Malgun Gothic"/>
              </a:defRPr>
            </a:lvl5pPr>
            <a:lvl6pPr algn="l">
              <a:defRPr sz="1650" b="1">
                <a:solidFill>
                  <a:srgbClr val="B42318"/>
                </a:solidFill>
                <a:latin typeface="Malgun Gothic"/>
                <a:ea typeface="Malgun Gothic"/>
                <a:cs typeface="Malgun Gothic"/>
              </a:defRPr>
            </a:lvl6pPr>
            <a:lvl7pPr algn="l">
              <a:defRPr sz="1650" b="1">
                <a:solidFill>
                  <a:srgbClr val="B42318"/>
                </a:solidFill>
                <a:latin typeface="Malgun Gothic"/>
                <a:ea typeface="Malgun Gothic"/>
                <a:cs typeface="Malgun Gothic"/>
              </a:defRPr>
            </a:lvl7pPr>
            <a:lvl8pPr algn="l">
              <a:defRPr sz="1650" b="1">
                <a:solidFill>
                  <a:srgbClr val="B42318"/>
                </a:solidFill>
                <a:latin typeface="Malgun Gothic"/>
                <a:ea typeface="Malgun Gothic"/>
                <a:cs typeface="Malgun Gothic"/>
              </a:defRPr>
            </a:lvl8pPr>
            <a:lvl9pPr algn="l">
              <a:defRPr sz="1650" b="1">
                <a:solidFill>
                  <a:srgbClr val="B42318"/>
                </a:solidFill>
                <a:latin typeface="Malgun Gothic"/>
                <a:ea typeface="Malgun Gothic"/>
                <a:cs typeface="Malgun Gothic"/>
              </a:defRPr>
            </a:lvl9pPr>
          </a:lstStyle>
          <a:p xmlns:a="http://schemas.openxmlformats.org/drawingml/2006/main">
            <a:pPr algn="l">
              <a:defRPr sz="1650" b="1">
                <a:solidFill>
                  <a:srgbClr val="B42318"/>
                </a:solidFill>
                <a:latin typeface="Malgun Gothic"/>
                <a:ea typeface="Malgun Gothic"/>
                <a:cs typeface="Malgun Gothic"/>
              </a:defRPr>
            </a:pPr>
            <a:r>
              <a:rPr sz="1650" b="1">
                <a:solidFill>
                  <a:srgbClr val="B42318"/>
                </a:solidFill>
                <a:latin typeface="Malgun Gothic"/>
                <a:ea typeface="Malgun Gothic"/>
                <a:cs typeface="Malgun Gothic"/>
              </a:rPr>
              <a:t>한 열이 더 포함됨</a:t>
            </a:r>
          </a:p>
        </p:txBody>
      </p:sp>
      <p:sp>
        <p:nvSpPr>
          <p:cNvPr id="54" name="">
            <a:extLst xmlns:a="http://schemas.openxmlformats.org/drawingml/2006/main">
              <a:ext uri="{FF2B5EF4-FFF2-40B4-BE49-F238E27FC236}">
                <a16:creationId xmlns:a16="http://schemas.microsoft.com/office/drawing/2014/main" id="{9EDB1D1A-86C6-48A0-B366-470B94189752}"/>
              </a:ext>
            </a:extLst>
          </p:cNvPr>
          <p:cNvSpPr>
            <a:spLocks xmlns:a="http://schemas.openxmlformats.org/drawingml/2006/main" noGrp="1"/>
          </p:cNvSpPr>
          <p:nvPr/>
        </p:nvSpPr>
        <p:spPr>
          <a:xfrm xmlns:a="http://schemas.openxmlformats.org/drawingml/2006/main">
            <a:off x="6743700" y="1638300"/>
            <a:ext cx="19050" cy="3962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55" name="조사에서 연결한 근거">
            <a:extLst xmlns:a="http://schemas.openxmlformats.org/drawingml/2006/main">
              <a:ext uri="{FF2B5EF4-FFF2-40B4-BE49-F238E27FC236}">
                <a16:creationId xmlns:a16="http://schemas.microsoft.com/office/drawing/2014/main" id="{B7883911-6A00-4DE3-9A81-3B5A2F033CD9}"/>
              </a:ext>
            </a:extLst>
          </p:cNvPr>
          <p:cNvSpPr>
            <a:spLocks xmlns:a="http://schemas.openxmlformats.org/drawingml/2006/main" noGrp="1"/>
          </p:cNvSpPr>
          <p:nvPr/>
        </p:nvSpPr>
        <p:spPr>
          <a:xfrm xmlns:a="http://schemas.openxmlformats.org/drawingml/2006/main">
            <a:off x="7162800" y="1638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56" name="01  실패 테스트">
            <a:extLst xmlns:a="http://schemas.openxmlformats.org/drawingml/2006/main">
              <a:ext uri="{FF2B5EF4-FFF2-40B4-BE49-F238E27FC236}">
                <a16:creationId xmlns:a16="http://schemas.microsoft.com/office/drawing/2014/main" id="{99F822DD-99DC-4DFE-A19E-6C82E0A495FF}"/>
              </a:ext>
            </a:extLst>
          </p:cNvPr>
          <p:cNvSpPr>
            <a:spLocks xmlns:a="http://schemas.openxmlformats.org/drawingml/2006/main" noGrp="1"/>
          </p:cNvSpPr>
          <p:nvPr/>
        </p:nvSpPr>
        <p:spPr>
          <a:xfrm xmlns:a="http://schemas.openxmlformats.org/drawingml/2006/main">
            <a:off x="7162800" y="224790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57" name="test_crop_excludes_&#10;end_coordinate">
            <a:extLst xmlns:a="http://schemas.openxmlformats.org/drawingml/2006/main">
              <a:ext uri="{FF2B5EF4-FFF2-40B4-BE49-F238E27FC236}">
                <a16:creationId xmlns:a16="http://schemas.microsoft.com/office/drawing/2014/main" id="{3DEA5A3D-922A-48EE-9772-834BF3AFE22B}"/>
              </a:ext>
            </a:extLst>
          </p:cNvPr>
          <p:cNvSpPr>
            <a:spLocks xmlns:a="http://schemas.openxmlformats.org/drawingml/2006/main" noGrp="1"/>
          </p:cNvSpPr>
          <p:nvPr/>
        </p:nvSpPr>
        <p:spPr>
          <a:xfrm xmlns:a="http://schemas.openxmlformats.org/drawingml/2006/main">
            <a:off x="7162800" y="260032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58" name="02  제품의 호출 경로">
            <a:extLst xmlns:a="http://schemas.openxmlformats.org/drawingml/2006/main">
              <a:ext uri="{FF2B5EF4-FFF2-40B4-BE49-F238E27FC236}">
                <a16:creationId xmlns:a16="http://schemas.microsoft.com/office/drawing/2014/main" id="{280132EC-5F58-48C7-BDB9-5BF2F60C1D81}"/>
              </a:ext>
            </a:extLst>
          </p:cNvPr>
          <p:cNvSpPr>
            <a:spLocks xmlns:a="http://schemas.openxmlformats.org/drawingml/2006/main" noGrp="1"/>
          </p:cNvSpPr>
          <p:nvPr/>
        </p:nvSpPr>
        <p:spPr>
          <a:xfrm xmlns:a="http://schemas.openxmlformats.org/drawingml/2006/main">
            <a:off x="7162800" y="34004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59" name="cli.main → process_image → crop">
            <a:extLst xmlns:a="http://schemas.openxmlformats.org/drawingml/2006/main">
              <a:ext uri="{FF2B5EF4-FFF2-40B4-BE49-F238E27FC236}">
                <a16:creationId xmlns:a16="http://schemas.microsoft.com/office/drawing/2014/main" id="{F49729DB-294A-472F-9312-601049F1B592}"/>
              </a:ext>
            </a:extLst>
          </p:cNvPr>
          <p:cNvSpPr>
            <a:spLocks xmlns:a="http://schemas.openxmlformats.org/drawingml/2006/main" noGrp="1"/>
          </p:cNvSpPr>
          <p:nvPr/>
        </p:nvSpPr>
        <p:spPr>
          <a:xfrm xmlns:a="http://schemas.openxmlformats.org/drawingml/2006/main">
            <a:off x="7162800" y="378142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60" name="03  계약과 다른 구현">
            <a:extLst xmlns:a="http://schemas.openxmlformats.org/drawingml/2006/main">
              <a:ext uri="{FF2B5EF4-FFF2-40B4-BE49-F238E27FC236}">
                <a16:creationId xmlns:a16="http://schemas.microsoft.com/office/drawing/2014/main" id="{40CD9D22-3169-43DA-89C1-9B78DFD53A3A}"/>
              </a:ext>
            </a:extLst>
          </p:cNvPr>
          <p:cNvSpPr>
            <a:spLocks xmlns:a="http://schemas.openxmlformats.org/drawingml/2006/main" noGrp="1"/>
          </p:cNvSpPr>
          <p:nvPr/>
        </p:nvSpPr>
        <p:spPr>
          <a:xfrm xmlns:a="http://schemas.openxmlformats.org/drawingml/2006/main">
            <a:off x="7162800" y="43529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계약과 다른 구현</a:t>
            </a:r>
          </a:p>
        </p:txBody>
      </p:sp>
      <p:sp>
        <p:nvSpPr>
          <p:cNvPr id="61" name="row[x_start : x_end + 1]">
            <a:extLst xmlns:a="http://schemas.openxmlformats.org/drawingml/2006/main">
              <a:ext uri="{FF2B5EF4-FFF2-40B4-BE49-F238E27FC236}">
                <a16:creationId xmlns:a16="http://schemas.microsoft.com/office/drawing/2014/main" id="{7EF1B601-F658-4C30-BE0C-297894BECEC3}"/>
              </a:ext>
            </a:extLst>
          </p:cNvPr>
          <p:cNvSpPr>
            <a:spLocks xmlns:a="http://schemas.openxmlformats.org/drawingml/2006/main" noGrp="1"/>
          </p:cNvSpPr>
          <p:nvPr/>
        </p:nvSpPr>
        <p:spPr>
          <a:xfrm xmlns:a="http://schemas.openxmlformats.org/drawingml/2006/main">
            <a:off x="7162800" y="4743450"/>
            <a:ext cx="4419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62" name="계약: [x_start, x_end)">
            <a:extLst xmlns:a="http://schemas.openxmlformats.org/drawingml/2006/main">
              <a:ext uri="{FF2B5EF4-FFF2-40B4-BE49-F238E27FC236}">
                <a16:creationId xmlns:a16="http://schemas.microsoft.com/office/drawing/2014/main" id="{B56B41A5-F04C-4F46-B35E-2E6C78AB3218}"/>
              </a:ext>
            </a:extLst>
          </p:cNvPr>
          <p:cNvSpPr>
            <a:spLocks xmlns:a="http://schemas.openxmlformats.org/drawingml/2006/main" noGrp="1"/>
          </p:cNvSpPr>
          <p:nvPr/>
        </p:nvSpPr>
        <p:spPr>
          <a:xfrm xmlns:a="http://schemas.openxmlformats.org/drawingml/2006/main">
            <a:off x="7162800" y="5210175"/>
            <a:ext cx="441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Consolas"/>
                <a:ea typeface="Consolas"/>
                <a:cs typeface="Consolas"/>
              </a:defRPr>
            </a:defPPr>
            <a:lvl1pPr algn="l">
              <a:defRPr sz="1950" b="0">
                <a:solidFill>
                  <a:srgbClr val="4D5A68"/>
                </a:solidFill>
                <a:latin typeface="Consolas"/>
                <a:ea typeface="Consolas"/>
                <a:cs typeface="Consolas"/>
              </a:defRPr>
            </a:lvl1pPr>
            <a:lvl2pPr algn="l">
              <a:defRPr sz="1950" b="0">
                <a:solidFill>
                  <a:srgbClr val="4D5A68"/>
                </a:solidFill>
                <a:latin typeface="Consolas"/>
                <a:ea typeface="Consolas"/>
                <a:cs typeface="Consolas"/>
              </a:defRPr>
            </a:lvl2pPr>
            <a:lvl3pPr algn="l">
              <a:defRPr sz="1950" b="0">
                <a:solidFill>
                  <a:srgbClr val="4D5A68"/>
                </a:solidFill>
                <a:latin typeface="Consolas"/>
                <a:ea typeface="Consolas"/>
                <a:cs typeface="Consolas"/>
              </a:defRPr>
            </a:lvl3pPr>
            <a:lvl4pPr algn="l">
              <a:defRPr sz="1950" b="0">
                <a:solidFill>
                  <a:srgbClr val="4D5A68"/>
                </a:solidFill>
                <a:latin typeface="Consolas"/>
                <a:ea typeface="Consolas"/>
                <a:cs typeface="Consolas"/>
              </a:defRPr>
            </a:lvl4pPr>
            <a:lvl5pPr algn="l">
              <a:defRPr sz="1950" b="0">
                <a:solidFill>
                  <a:srgbClr val="4D5A68"/>
                </a:solidFill>
                <a:latin typeface="Consolas"/>
                <a:ea typeface="Consolas"/>
                <a:cs typeface="Consolas"/>
              </a:defRPr>
            </a:lvl5pPr>
            <a:lvl6pPr algn="l">
              <a:defRPr sz="1950" b="0">
                <a:solidFill>
                  <a:srgbClr val="4D5A68"/>
                </a:solidFill>
                <a:latin typeface="Consolas"/>
                <a:ea typeface="Consolas"/>
                <a:cs typeface="Consolas"/>
              </a:defRPr>
            </a:lvl6pPr>
            <a:lvl7pPr algn="l">
              <a:defRPr sz="1950" b="0">
                <a:solidFill>
                  <a:srgbClr val="4D5A68"/>
                </a:solidFill>
                <a:latin typeface="Consolas"/>
                <a:ea typeface="Consolas"/>
                <a:cs typeface="Consolas"/>
              </a:defRPr>
            </a:lvl7pPr>
            <a:lvl8pPr algn="l">
              <a:defRPr sz="1950" b="0">
                <a:solidFill>
                  <a:srgbClr val="4D5A68"/>
                </a:solidFill>
                <a:latin typeface="Consolas"/>
                <a:ea typeface="Consolas"/>
                <a:cs typeface="Consolas"/>
              </a:defRPr>
            </a:lvl8pPr>
            <a:lvl9pPr algn="l">
              <a:defRPr sz="1950" b="0">
                <a:solidFill>
                  <a:srgbClr val="4D5A68"/>
                </a:solidFill>
                <a:latin typeface="Consolas"/>
                <a:ea typeface="Consolas"/>
                <a:cs typeface="Consolas"/>
              </a:defRPr>
            </a:lvl9pPr>
          </a:lstStyle>
          <a:p xmlns:a="http://schemas.openxmlformats.org/drawingml/2006/main">
            <a:pPr algn="l">
              <a:defRPr sz="1950" b="0">
                <a:solidFill>
                  <a:srgbClr val="4D5A68"/>
                </a:solidFill>
                <a:latin typeface="Consolas"/>
                <a:ea typeface="Consolas"/>
                <a:cs typeface="Consolas"/>
              </a:defRPr>
            </a:pPr>
            <a:r>
              <a:rPr sz="1950" b="0">
                <a:solidFill>
                  <a:srgbClr val="4D5A68"/>
                </a:solidFill>
                <a:latin typeface="Consolas"/>
                <a:ea typeface="Consolas"/>
                <a:cs typeface="Consolas"/>
              </a:rPr>
              <a:t>계약: [x_start, x_end)</a:t>
            </a:r>
          </a:p>
        </p:txBody>
      </p:sp>
    </p:spTree>
    <p:extLst>
      <p:ext uri="{BB962C8B-B14F-4D97-AF65-F5344CB8AC3E}">
        <p14:creationId xmlns:p14="http://schemas.microsoft.com/office/powerpoint/2010/main" val="14855187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0 · 조사 결과 읽기">
            <a:extLst xmlns:a="http://schemas.openxmlformats.org/drawingml/2006/main">
              <a:ext uri="{FF2B5EF4-FFF2-40B4-BE49-F238E27FC236}">
                <a16:creationId xmlns:a16="http://schemas.microsoft.com/office/drawing/2014/main" id="{9CB89B9A-3E07-4942-A5AF-9CD7678E51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 결과 읽기</a:t>
            </a:r>
          </a:p>
        </p:txBody>
      </p:sp>
      <p:sp>
        <p:nvSpPr>
          <p:cNvPr id="2" name="S06">
            <a:extLst xmlns:a="http://schemas.openxmlformats.org/drawingml/2006/main">
              <a:ext uri="{FF2B5EF4-FFF2-40B4-BE49-F238E27FC236}">
                <a16:creationId xmlns:a16="http://schemas.microsoft.com/office/drawing/2014/main" id="{2673C32F-E530-4C52-9D97-99614F22CA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93E87592-96B5-4118-9669-4AD934C8E4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41A0E2F7-A08A-4C4D-BADF-43972C5DE4A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 재구성 · Codex CLI 0.154.0 · 단일 읽기 전용 조사">
            <a:extLst xmlns:a="http://schemas.openxmlformats.org/drawingml/2006/main">
              <a:ext uri="{FF2B5EF4-FFF2-40B4-BE49-F238E27FC236}">
                <a16:creationId xmlns:a16="http://schemas.microsoft.com/office/drawing/2014/main" id="{323208BF-3A17-4FE2-AF9C-BF34077A09F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 재구성 · Codex CLI 0.154.0 · 단일 읽기 전용 조사</a:t>
            </a:r>
          </a:p>
        </p:txBody>
      </p:sp>
      <p:sp>
        <p:nvSpPr>
          <p:cNvPr id="6" name="환경 오류 3건은 crop 결함의 증거가 아닙니다. 이 조사에서 코드는 수정하지 않았습니다.">
            <a:extLst xmlns:a="http://schemas.openxmlformats.org/drawingml/2006/main">
              <a:ext uri="{FF2B5EF4-FFF2-40B4-BE49-F238E27FC236}">
                <a16:creationId xmlns:a16="http://schemas.microsoft.com/office/drawing/2014/main" id="{A66FF0D7-C3A7-49EC-9C9B-5130DA1D349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환경 오류 3건은 crop 결함의 증거가 아닙니다. 이 조사에서 코드는 수정하지 않았습니다.</a:t>
            </a:r>
          </a:p>
        </p:txBody>
      </p:sp>
      <p:sp>
        <p:nvSpPr>
          <p:cNvPr id="7" name="코드에서 확인한 문제">
            <a:extLst xmlns:a="http://schemas.openxmlformats.org/drawingml/2006/main">
              <a:ext uri="{FF2B5EF4-FFF2-40B4-BE49-F238E27FC236}">
                <a16:creationId xmlns:a16="http://schemas.microsoft.com/office/drawing/2014/main" id="{E2A9F7F7-B20D-41BC-B32F-E68A419107AA}"/>
              </a:ext>
            </a:extLst>
          </p:cNvPr>
          <p:cNvSpPr>
            <a:spLocks xmlns:a="http://schemas.openxmlformats.org/drawingml/2006/main" noGrp="1"/>
          </p:cNvSpPr>
          <p:nvPr/>
        </p:nvSpPr>
        <p:spPr>
          <a:xfrm xmlns:a="http://schemas.openxmlformats.org/drawingml/2006/main">
            <a:off x="609600" y="2266950"/>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코드에서 확인한 문제</a:t>
            </a:r>
          </a:p>
        </p:txBody>
      </p:sp>
      <p:sp>
        <p:nvSpPr>
          <p:cNvPr id="8" name="실행 환경에서 생긴 제한">
            <a:extLst xmlns:a="http://schemas.openxmlformats.org/drawingml/2006/main">
              <a:ext uri="{FF2B5EF4-FFF2-40B4-BE49-F238E27FC236}">
                <a16:creationId xmlns:a16="http://schemas.microsoft.com/office/drawing/2014/main" id="{A226862D-9AB1-475E-AC93-9A2F0CBD1E25}"/>
              </a:ext>
            </a:extLst>
          </p:cNvPr>
          <p:cNvSpPr>
            <a:spLocks xmlns:a="http://schemas.openxmlformats.org/drawingml/2006/main" noGrp="1"/>
          </p:cNvSpPr>
          <p:nvPr/>
        </p:nvSpPr>
        <p:spPr>
          <a:xfrm xmlns:a="http://schemas.openxmlformats.org/drawingml/2006/main">
            <a:off x="6667500" y="2266950"/>
            <a:ext cx="4914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실행 환경에서 생긴 제한</a:t>
            </a:r>
          </a:p>
        </p:txBody>
      </p:sp>
      <p:sp>
        <p:nvSpPr>
          <p:cNvPr id="9" name="">
            <a:extLst xmlns:a="http://schemas.openxmlformats.org/drawingml/2006/main">
              <a:ext uri="{FF2B5EF4-FFF2-40B4-BE49-F238E27FC236}">
                <a16:creationId xmlns:a16="http://schemas.microsoft.com/office/drawing/2014/main" id="{F3C1701F-F204-471E-81FF-D860D1FEAF38}"/>
              </a:ext>
            </a:extLst>
          </p:cNvPr>
          <p:cNvSpPr>
            <a:spLocks xmlns:a="http://schemas.openxmlformats.org/drawingml/2006/main" noGrp="1"/>
          </p:cNvSpPr>
          <p:nvPr/>
        </p:nvSpPr>
        <p:spPr>
          <a:xfrm xmlns:a="http://schemas.openxmlformats.org/drawingml/2006/main">
            <a:off x="609600" y="2924175"/>
            <a:ext cx="516255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05047DB2-A099-4369-B679-198FF856A984}"/>
              </a:ext>
            </a:extLst>
          </p:cNvPr>
          <p:cNvSpPr>
            <a:spLocks xmlns:a="http://schemas.openxmlformats.org/drawingml/2006/main" noGrp="1"/>
          </p:cNvSpPr>
          <p:nvPr/>
        </p:nvSpPr>
        <p:spPr>
          <a:xfrm xmlns:a="http://schemas.openxmlformats.org/drawingml/2006/main">
            <a:off x="6667500" y="2924175"/>
            <a:ext cx="4914900" cy="20097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1" name="crop에 한 열이 더 포함됨">
            <a:extLst xmlns:a="http://schemas.openxmlformats.org/drawingml/2006/main">
              <a:ext uri="{FF2B5EF4-FFF2-40B4-BE49-F238E27FC236}">
                <a16:creationId xmlns:a16="http://schemas.microsoft.com/office/drawing/2014/main" id="{224AF0A5-DA88-4A9A-93A5-3DE6010776CB}"/>
              </a:ext>
            </a:extLst>
          </p:cNvPr>
          <p:cNvSpPr>
            <a:spLocks xmlns:a="http://schemas.openxmlformats.org/drawingml/2006/main" noGrp="1"/>
          </p:cNvSpPr>
          <p:nvPr/>
        </p:nvSpPr>
        <p:spPr>
          <a:xfrm xmlns:a="http://schemas.openxmlformats.org/drawingml/2006/main">
            <a:off x="838200" y="3133725"/>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crop에 한 열이 더 포함됨</a:t>
            </a:r>
          </a:p>
        </p:txBody>
      </p:sp>
      <p:sp>
        <p:nvSpPr>
          <p:cNvPr id="12" name="테스트·호출 경로·계약 연결&#10;원인 설명 / 코드 수정 없음">
            <a:extLst xmlns:a="http://schemas.openxmlformats.org/drawingml/2006/main">
              <a:ext uri="{FF2B5EF4-FFF2-40B4-BE49-F238E27FC236}">
                <a16:creationId xmlns:a16="http://schemas.microsoft.com/office/drawing/2014/main" id="{B83FD470-C275-4684-9872-400182C0265A}"/>
              </a:ext>
            </a:extLst>
          </p:cNvPr>
          <p:cNvSpPr>
            <a:spLocks xmlns:a="http://schemas.openxmlformats.org/drawingml/2006/main" noGrp="1"/>
          </p:cNvSpPr>
          <p:nvPr/>
        </p:nvSpPr>
        <p:spPr>
          <a:xfrm xmlns:a="http://schemas.openxmlformats.org/drawingml/2006/main">
            <a:off x="838200" y="3867150"/>
            <a:ext cx="4705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테스트·호출 경로·계약 연결</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원인 설명 / 코드 수정 없음</a:t>
            </a:r>
          </a:p>
        </p:txBody>
      </p:sp>
      <p:sp>
        <p:nvSpPr>
          <p:cNvPr id="13" name="임시 디렉터리를 만들 수 없음">
            <a:extLst xmlns:a="http://schemas.openxmlformats.org/drawingml/2006/main">
              <a:ext uri="{FF2B5EF4-FFF2-40B4-BE49-F238E27FC236}">
                <a16:creationId xmlns:a16="http://schemas.microsoft.com/office/drawing/2014/main" id="{77FEFDDF-35B0-4234-B7DA-F09D4E9571DB}"/>
              </a:ext>
            </a:extLst>
          </p:cNvPr>
          <p:cNvSpPr>
            <a:spLocks xmlns:a="http://schemas.openxmlformats.org/drawingml/2006/main" noGrp="1"/>
          </p:cNvSpPr>
          <p:nvPr/>
        </p:nvSpPr>
        <p:spPr>
          <a:xfrm xmlns:a="http://schemas.openxmlformats.org/drawingml/2006/main">
            <a:off x="6896100" y="3133725"/>
            <a:ext cx="4457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임시 디렉터리를 만들 수 없음</a:t>
            </a:r>
          </a:p>
        </p:txBody>
      </p:sp>
      <p:sp>
        <p:nvSpPr>
          <p:cNvPr id="14" name="읽기 전용 권한 때문에&#10;서로 다른 테스트 3건이 오류">
            <a:extLst xmlns:a="http://schemas.openxmlformats.org/drawingml/2006/main">
              <a:ext uri="{FF2B5EF4-FFF2-40B4-BE49-F238E27FC236}">
                <a16:creationId xmlns:a16="http://schemas.microsoft.com/office/drawing/2014/main" id="{50E122C1-4388-4FC8-AB52-8988E8D78503}"/>
              </a:ext>
            </a:extLst>
          </p:cNvPr>
          <p:cNvSpPr>
            <a:spLocks xmlns:a="http://schemas.openxmlformats.org/drawingml/2006/main" noGrp="1"/>
          </p:cNvSpPr>
          <p:nvPr/>
        </p:nvSpPr>
        <p:spPr>
          <a:xfrm xmlns:a="http://schemas.openxmlformats.org/drawingml/2006/main">
            <a:off x="6896100" y="3867150"/>
            <a:ext cx="44577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읽기 전용 권한 때문에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서로 다른 테스트 3건이 오류</a:t>
            </a:r>
          </a:p>
        </p:txBody>
      </p:sp>
      <p:sp>
        <p:nvSpPr>
          <p:cNvPr id="15" name="">
            <a:extLst xmlns:a="http://schemas.openxmlformats.org/drawingml/2006/main">
              <a:ext uri="{FF2B5EF4-FFF2-40B4-BE49-F238E27FC236}">
                <a16:creationId xmlns:a16="http://schemas.microsoft.com/office/drawing/2014/main" id="{C90765A1-8207-473D-9482-786A36DD9BFD}"/>
              </a:ext>
            </a:extLst>
          </p:cNvPr>
          <p:cNvSpPr>
            <a:spLocks xmlns:a="http://schemas.openxmlformats.org/drawingml/2006/main" noGrp="1"/>
          </p:cNvSpPr>
          <p:nvPr/>
        </p:nvSpPr>
        <p:spPr>
          <a:xfrm xmlns:a="http://schemas.openxmlformats.org/drawingml/2006/main">
            <a:off x="609600" y="5200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전체 실행 기록: 7개 통과 + crop 실패 + 환경 오류 3건">
            <a:extLst xmlns:a="http://schemas.openxmlformats.org/drawingml/2006/main">
              <a:ext uri="{FF2B5EF4-FFF2-40B4-BE49-F238E27FC236}">
                <a16:creationId xmlns:a16="http://schemas.microsoft.com/office/drawing/2014/main" id="{EF9E5F0C-08D2-44C2-A469-574D5BD8790D}"/>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실행 기록: 7개 통과 + crop 실패 + 환경 오류 3건</a:t>
            </a:r>
          </a:p>
        </p:txBody>
      </p:sp>
    </p:spTree>
    <p:extLst>
      <p:ext uri="{BB962C8B-B14F-4D97-AF65-F5344CB8AC3E}">
        <p14:creationId xmlns:p14="http://schemas.microsoft.com/office/powerpoint/2010/main" val="1556357695"/>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Context를 찾는 주체">
            <a:extLst xmlns:a="http://schemas.openxmlformats.org/drawingml/2006/main">
              <a:ext uri="{FF2B5EF4-FFF2-40B4-BE49-F238E27FC236}">
                <a16:creationId xmlns:a16="http://schemas.microsoft.com/office/drawing/2014/main" id="{13FC8076-79D0-4DEC-8993-FB44772D92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01BFBD3C-6B4D-4C79-957B-4184617EC3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A3AD61F3-891E-4E58-BD98-F9F8FCD2DF3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93102F3E-CBA5-41F4-AED7-389C6F2655F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5AA366D2-9468-4C99-B214-C34BF10A13C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641C2680-2797-4E78-ABBB-9C9A7FDA3ED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73FB7380-49C3-4AE4-BF00-B26AEF41747D}"/>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40B489DA-5337-44CC-AB7B-982D2CB47FBD}"/>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867EA41E-7698-4507-A11F-84E39FFB02E2}"/>
              </a:ext>
            </a:extLst>
          </p:cNvPr>
          <p:cNvPicPr>
            <a:picLocks xmlns:a="http://schemas.openxmlformats.org/drawingml/2006/main" noChangeAspect="1"/>
          </p:cNvPicPr>
          <p:nvPr/>
        </p:nvPicPr>
        <p:blipFill>
          <a:blip xmlns:r="http://schemas.openxmlformats.org/officeDocument/2006/relationships" xmlns:a="http://schemas.openxmlformats.org/drawingml/2006/main" r:embed="R869af1ec4cca4bc7"/>
          <a:srcRect xmlns:a="http://schemas.openxmlformats.org/drawingml/2006/main" l="0" t="18000" r="0" b="15000"/>
          <a:stretch xmlns:a="http://schemas.openxmlformats.org/drawingml/2006/main"/>
        </p:blipFill>
        <p:spPr>
          <a:xfrm xmlns:a="http://schemas.openxmlformats.org/drawingml/2006/main">
            <a:off x="1562100" y="2343150"/>
            <a:ext cx="9067800" cy="3038475"/>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46B9CBEB-295E-43ED-95C1-E83C0153656A}"/>
              </a:ext>
            </a:extLst>
          </p:cNvPr>
          <p:cNvSpPr>
            <a:spLocks xmlns:a="http://schemas.openxmlformats.org/drawingml/2006/main" noGrp="1"/>
          </p:cNvSpPr>
          <p:nvPr/>
        </p:nvSpPr>
        <p:spPr>
          <a:xfrm xmlns:a="http://schemas.openxmlformats.org/drawingml/2006/main">
            <a:off x="609600" y="5314950"/>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0453DBC3-CA8B-472E-BD2F-49F6F610491D}"/>
              </a:ext>
            </a:extLst>
          </p:cNvPr>
          <p:cNvSpPr>
            <a:spLocks xmlns:a="http://schemas.openxmlformats.org/drawingml/2006/main" noGrp="1"/>
          </p:cNvSpPr>
          <p:nvPr/>
        </p:nvSpPr>
        <p:spPr>
          <a:xfrm xmlns:a="http://schemas.openxmlformats.org/drawingml/2006/main">
            <a:off x="6381750" y="5314950"/>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Tree>
    <p:extLst>
      <p:ext uri="{BB962C8B-B14F-4D97-AF65-F5344CB8AC3E}">
        <p14:creationId xmlns:p14="http://schemas.microsoft.com/office/powerpoint/2010/main" val="80195378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0 · 접근할 정보와 정할 목표">
            <a:extLst xmlns:a="http://schemas.openxmlformats.org/drawingml/2006/main">
              <a:ext uri="{FF2B5EF4-FFF2-40B4-BE49-F238E27FC236}">
                <a16:creationId xmlns:a16="http://schemas.microsoft.com/office/drawing/2014/main" id="{736312E8-09FD-4AA7-97B4-EF62BE1E00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접근할 정보와 정할 목표</a:t>
            </a:r>
          </a:p>
        </p:txBody>
      </p:sp>
      <p:sp>
        <p:nvSpPr>
          <p:cNvPr id="2" name="S08">
            <a:extLst xmlns:a="http://schemas.openxmlformats.org/drawingml/2006/main">
              <a:ext uri="{FF2B5EF4-FFF2-40B4-BE49-F238E27FC236}">
                <a16:creationId xmlns:a16="http://schemas.microsoft.com/office/drawing/2014/main" id="{B0714574-E7BB-4EB3-846B-C8E6322E95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접근과 Task 의도는 별개다">
            <a:extLst xmlns:a="http://schemas.openxmlformats.org/drawingml/2006/main">
              <a:ext uri="{FF2B5EF4-FFF2-40B4-BE49-F238E27FC236}">
                <a16:creationId xmlns:a16="http://schemas.microsoft.com/office/drawing/2014/main" id="{2317D594-8238-4154-B9B2-BF209B3E5B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B6DF42F4-B249-4BFC-8269-9DD558281AC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Repository 접근과 작업 의도의 관계">
            <a:extLst xmlns:a="http://schemas.openxmlformats.org/drawingml/2006/main">
              <a:ext uri="{FF2B5EF4-FFF2-40B4-BE49-F238E27FC236}">
                <a16:creationId xmlns:a16="http://schemas.microsoft.com/office/drawing/2014/main" id="{86655B16-5A10-4071-9E6E-17A4EA41980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Repository 접근과 작업 의도의 관계</a:t>
            </a:r>
          </a:p>
        </p:txBody>
      </p:sp>
      <p:sp>
        <p:nvSpPr>
          <p:cNvPr id="6" name="모든 제품이나 환경의 기능을 설명하는 공식 분류가 아닙니다.">
            <a:extLst xmlns:a="http://schemas.openxmlformats.org/drawingml/2006/main">
              <a:ext uri="{FF2B5EF4-FFF2-40B4-BE49-F238E27FC236}">
                <a16:creationId xmlns:a16="http://schemas.microsoft.com/office/drawing/2014/main" id="{B6966F82-C238-495D-A45E-384E6CC283D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제품이나 환경의 기능을 설명하는 공식 분류가 아닙니다.</a:t>
            </a:r>
          </a:p>
        </p:txBody>
      </p:sp>
      <p:sp>
        <p:nvSpPr>
          <p:cNvPr id="7" name="볼 수 있는 것">
            <a:extLst xmlns:a="http://schemas.openxmlformats.org/drawingml/2006/main">
              <a:ext uri="{FF2B5EF4-FFF2-40B4-BE49-F238E27FC236}">
                <a16:creationId xmlns:a16="http://schemas.microsoft.com/office/drawing/2014/main" id="{075735BF-D4F9-41AF-BB15-3E6F48ECED2F}"/>
              </a:ext>
            </a:extLst>
          </p:cNvPr>
          <p:cNvSpPr>
            <a:spLocks xmlns:a="http://schemas.openxmlformats.org/drawingml/2006/main" noGrp="1"/>
          </p:cNvSpPr>
          <p:nvPr/>
        </p:nvSpPr>
        <p:spPr>
          <a:xfrm xmlns:a="http://schemas.openxmlformats.org/drawingml/2006/main">
            <a:off x="609600" y="2352675"/>
            <a:ext cx="4838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4C9DDD8-55B1-4482-84CF-5A35EE6C9279}"/>
              </a:ext>
            </a:extLst>
          </p:cNvPr>
          <p:cNvSpPr>
            <a:spLocks xmlns:a="http://schemas.openxmlformats.org/drawingml/2006/main" noGrp="1"/>
          </p:cNvSpPr>
          <p:nvPr/>
        </p:nvSpPr>
        <p:spPr>
          <a:xfrm xmlns:a="http://schemas.openxmlformats.org/drawingml/2006/main">
            <a:off x="7181850" y="2352675"/>
            <a:ext cx="440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sp>
        <p:nvSpPr>
          <p:cNvPr id="9" name="">
            <a:extLst xmlns:a="http://schemas.openxmlformats.org/drawingml/2006/main">
              <a:ext uri="{FF2B5EF4-FFF2-40B4-BE49-F238E27FC236}">
                <a16:creationId xmlns:a16="http://schemas.microsoft.com/office/drawing/2014/main" id="{CE59D22A-4C11-4D74-BF38-6178BBC89D0E}"/>
              </a:ext>
            </a:extLst>
          </p:cNvPr>
          <p:cNvSpPr>
            <a:spLocks xmlns:a="http://schemas.openxmlformats.org/drawingml/2006/main" noGrp="1"/>
          </p:cNvSpPr>
          <p:nvPr/>
        </p:nvSpPr>
        <p:spPr>
          <a:xfrm xmlns:a="http://schemas.openxmlformats.org/drawingml/2006/main">
            <a:off x="609600" y="2981325"/>
            <a:ext cx="4838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DE6D561E-BE9D-4A8C-BD7D-3BAF4FE4CC14}"/>
              </a:ext>
            </a:extLst>
          </p:cNvPr>
          <p:cNvSpPr>
            <a:spLocks xmlns:a="http://schemas.openxmlformats.org/drawingml/2006/main" noGrp="1"/>
          </p:cNvSpPr>
          <p:nvPr/>
        </p:nvSpPr>
        <p:spPr>
          <a:xfrm xmlns:a="http://schemas.openxmlformats.org/drawingml/2006/main">
            <a:off x="7181850" y="2981325"/>
            <a:ext cx="4400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파일&#10;구현&#10;테스트">
            <a:extLst xmlns:a="http://schemas.openxmlformats.org/drawingml/2006/main">
              <a:ext uri="{FF2B5EF4-FFF2-40B4-BE49-F238E27FC236}">
                <a16:creationId xmlns:a16="http://schemas.microsoft.com/office/drawing/2014/main" id="{A4114561-53EF-4DE2-969E-826652E90CD4}"/>
              </a:ext>
            </a:extLst>
          </p:cNvPr>
          <p:cNvSpPr>
            <a:spLocks xmlns:a="http://schemas.openxmlformats.org/drawingml/2006/main" noGrp="1"/>
          </p:cNvSpPr>
          <p:nvPr/>
        </p:nvSpPr>
        <p:spPr>
          <a:xfrm xmlns:a="http://schemas.openxmlformats.org/drawingml/2006/main">
            <a:off x="609600" y="3295650"/>
            <a:ext cx="48387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파일</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구현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테스트</a:t>
            </a:r>
          </a:p>
        </p:txBody>
      </p:sp>
      <p:sp>
        <p:nvSpPr>
          <p:cNvPr id="12" name="원하는 변화&#10;허용할 범위&#10;완료 판단">
            <a:extLst xmlns:a="http://schemas.openxmlformats.org/drawingml/2006/main">
              <a:ext uri="{FF2B5EF4-FFF2-40B4-BE49-F238E27FC236}">
                <a16:creationId xmlns:a16="http://schemas.microsoft.com/office/drawing/2014/main" id="{8F58E778-6CCF-4601-AAFF-26EABE3EE8D9}"/>
              </a:ext>
            </a:extLst>
          </p:cNvPr>
          <p:cNvSpPr>
            <a:spLocks xmlns:a="http://schemas.openxmlformats.org/drawingml/2006/main" noGrp="1"/>
          </p:cNvSpPr>
          <p:nvPr/>
        </p:nvSpPr>
        <p:spPr>
          <a:xfrm xmlns:a="http://schemas.openxmlformats.org/drawingml/2006/main">
            <a:off x="7181850" y="3295650"/>
            <a:ext cx="44005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원하는 변화</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허용할 범위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완료 판단</a:t>
            </a:r>
          </a:p>
        </p:txBody>
      </p:sp>
      <p:sp>
        <p:nvSpPr>
          <p:cNvPr id="13" name="≠">
            <a:extLst xmlns:a="http://schemas.openxmlformats.org/drawingml/2006/main">
              <a:ext uri="{FF2B5EF4-FFF2-40B4-BE49-F238E27FC236}">
                <a16:creationId xmlns:a16="http://schemas.microsoft.com/office/drawing/2014/main" id="{2EF81E67-F72A-41A1-BAF8-17CA10D941AA}"/>
              </a:ext>
            </a:extLst>
          </p:cNvPr>
          <p:cNvSpPr>
            <a:spLocks xmlns:a="http://schemas.openxmlformats.org/drawingml/2006/main" noGrp="1"/>
          </p:cNvSpPr>
          <p:nvPr/>
        </p:nvSpPr>
        <p:spPr>
          <a:xfrm xmlns:a="http://schemas.openxmlformats.org/drawingml/2006/main">
            <a:off x="5810250" y="3514725"/>
            <a:ext cx="971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0B6172"/>
                </a:solidFill>
                <a:latin typeface="Malgun Gothic"/>
                <a:ea typeface="Malgun Gothic"/>
                <a:cs typeface="Malgun Gothic"/>
              </a:defRPr>
            </a:defPPr>
            <a:lvl1pPr algn="l">
              <a:defRPr sz="4800" b="1">
                <a:solidFill>
                  <a:srgbClr val="0B6172"/>
                </a:solidFill>
                <a:latin typeface="Malgun Gothic"/>
                <a:ea typeface="Malgun Gothic"/>
                <a:cs typeface="Malgun Gothic"/>
              </a:defRPr>
            </a:lvl1pPr>
            <a:lvl2pPr algn="l">
              <a:defRPr sz="4800" b="1">
                <a:solidFill>
                  <a:srgbClr val="0B6172"/>
                </a:solidFill>
                <a:latin typeface="Malgun Gothic"/>
                <a:ea typeface="Malgun Gothic"/>
                <a:cs typeface="Malgun Gothic"/>
              </a:defRPr>
            </a:lvl2pPr>
            <a:lvl3pPr algn="l">
              <a:defRPr sz="4800" b="1">
                <a:solidFill>
                  <a:srgbClr val="0B6172"/>
                </a:solidFill>
                <a:latin typeface="Malgun Gothic"/>
                <a:ea typeface="Malgun Gothic"/>
                <a:cs typeface="Malgun Gothic"/>
              </a:defRPr>
            </a:lvl3pPr>
            <a:lvl4pPr algn="l">
              <a:defRPr sz="4800" b="1">
                <a:solidFill>
                  <a:srgbClr val="0B6172"/>
                </a:solidFill>
                <a:latin typeface="Malgun Gothic"/>
                <a:ea typeface="Malgun Gothic"/>
                <a:cs typeface="Malgun Gothic"/>
              </a:defRPr>
            </a:lvl4pPr>
            <a:lvl5pPr algn="l">
              <a:defRPr sz="4800" b="1">
                <a:solidFill>
                  <a:srgbClr val="0B6172"/>
                </a:solidFill>
                <a:latin typeface="Malgun Gothic"/>
                <a:ea typeface="Malgun Gothic"/>
                <a:cs typeface="Malgun Gothic"/>
              </a:defRPr>
            </a:lvl5pPr>
            <a:lvl6pPr algn="l">
              <a:defRPr sz="4800" b="1">
                <a:solidFill>
                  <a:srgbClr val="0B6172"/>
                </a:solidFill>
                <a:latin typeface="Malgun Gothic"/>
                <a:ea typeface="Malgun Gothic"/>
                <a:cs typeface="Malgun Gothic"/>
              </a:defRPr>
            </a:lvl6pPr>
            <a:lvl7pPr algn="l">
              <a:defRPr sz="4800" b="1">
                <a:solidFill>
                  <a:srgbClr val="0B6172"/>
                </a:solidFill>
                <a:latin typeface="Malgun Gothic"/>
                <a:ea typeface="Malgun Gothic"/>
                <a:cs typeface="Malgun Gothic"/>
              </a:defRPr>
            </a:lvl7pPr>
            <a:lvl8pPr algn="l">
              <a:defRPr sz="4800" b="1">
                <a:solidFill>
                  <a:srgbClr val="0B6172"/>
                </a:solidFill>
                <a:latin typeface="Malgun Gothic"/>
                <a:ea typeface="Malgun Gothic"/>
                <a:cs typeface="Malgun Gothic"/>
              </a:defRPr>
            </a:lvl8pPr>
            <a:lvl9pPr algn="l">
              <a:defRPr sz="4800" b="1">
                <a:solidFill>
                  <a:srgbClr val="0B6172"/>
                </a:solidFill>
                <a:latin typeface="Malgun Gothic"/>
                <a:ea typeface="Malgun Gothic"/>
                <a:cs typeface="Malgun Gothic"/>
              </a:defRPr>
            </a:lvl9pPr>
          </a:lstStyle>
          <a:p xmlns:a="http://schemas.openxmlformats.org/drawingml/2006/main">
            <a:pPr algn="l">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14" name="코드가 보여도, 원하는 일은 따로 전달해야 한다.">
            <a:extLst xmlns:a="http://schemas.openxmlformats.org/drawingml/2006/main">
              <a:ext uri="{FF2B5EF4-FFF2-40B4-BE49-F238E27FC236}">
                <a16:creationId xmlns:a16="http://schemas.microsoft.com/office/drawing/2014/main" id="{3FA6128A-CB7F-424B-A75C-51433F7CEDFB}"/>
              </a:ext>
            </a:extLst>
          </p:cNvPr>
          <p:cNvSpPr>
            <a:spLocks xmlns:a="http://schemas.openxmlformats.org/drawingml/2006/main" noGrp="1"/>
          </p:cNvSpPr>
          <p:nvPr/>
        </p:nvSpPr>
        <p:spPr>
          <a:xfrm xmlns:a="http://schemas.openxmlformats.org/drawingml/2006/main">
            <a:off x="609600" y="524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코드가 보여도, 원하는 일은 따로 전달해야 한다.</a:t>
            </a:r>
          </a:p>
        </p:txBody>
      </p:sp>
    </p:spTree>
    <p:extLst>
      <p:ext uri="{BB962C8B-B14F-4D97-AF65-F5344CB8AC3E}">
        <p14:creationId xmlns:p14="http://schemas.microsoft.com/office/powerpoint/2010/main" val="103197532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0 · 다음 질문">
            <a:extLst xmlns:a="http://schemas.openxmlformats.org/drawingml/2006/main">
              <a:ext uri="{FF2B5EF4-FFF2-40B4-BE49-F238E27FC236}">
                <a16:creationId xmlns:a16="http://schemas.microsoft.com/office/drawing/2014/main" id="{4110378D-0819-4B6A-AD54-411BA2F37E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다음 질문</a:t>
            </a:r>
          </a:p>
        </p:txBody>
      </p:sp>
      <p:sp>
        <p:nvSpPr>
          <p:cNvPr id="2" name="S09">
            <a:extLst xmlns:a="http://schemas.openxmlformats.org/drawingml/2006/main">
              <a:ext uri="{FF2B5EF4-FFF2-40B4-BE49-F238E27FC236}">
                <a16:creationId xmlns:a16="http://schemas.microsoft.com/office/drawing/2014/main" id="{6F410E56-9FBA-48D4-B4D3-DBFC65C205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를 보면 내가 원하는 것까지 알까?">
            <a:extLst xmlns:a="http://schemas.openxmlformats.org/drawingml/2006/main">
              <a:ext uri="{FF2B5EF4-FFF2-40B4-BE49-F238E27FC236}">
                <a16:creationId xmlns:a16="http://schemas.microsoft.com/office/drawing/2014/main" id="{0EE21C5F-1F68-40FE-B709-6C3C1C7640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9E8D6EA4-A8E9-4004-B97E-E3C48686C75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38F2D000-33AD-4F1D-8C88-854667B5F97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FFFABE36-7EE0-4299-8791-3EACD886F95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E368DECD-EC4B-476F-A27D-46EFACB2F518}"/>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3C1A6E4F-B4A2-4DC8-9DD2-187E546ED4D8}"/>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FE6ECC70-592E-4656-BA0C-A0668993086A}"/>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13518D1C-7D8B-424E-BB0E-3080084A0DF0}"/>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Tree>
    <p:extLst>
      <p:ext uri="{BB962C8B-B14F-4D97-AF65-F5344CB8AC3E}">
        <p14:creationId xmlns:p14="http://schemas.microsoft.com/office/powerpoint/2010/main" val="75450457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2026-10-18T14:27:42.7890000Z</dcterms:created>
  <dcterms:modified xsi:type="dcterms:W3CDTF">2026-10-18T14:27:42.7890000Z</dcterms:modified>
</coreProperties>
</file>