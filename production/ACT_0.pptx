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7bccf2b35314bb4" /><Relationship Type="http://schemas.openxmlformats.org/officeDocument/2006/relationships/extended-properties" Target="/docProps/app.xml" Id="Rf3f8e1fbc3ae4ddb" /><Relationship Type="http://schemas.openxmlformats.org/officeDocument/2006/relationships/officeDocument" Target="/ppt/presentation.xml" Id="Rc4a9891cd5144e5b" /></Relationships>
</file>

<file path=ppt/presentation.xml><?xml version="1.0" encoding="utf-8"?>
<p:presentation xmlns:p="http://schemas.openxmlformats.org/presentationml/2006/main">
  <p:sldMasterIdLst>
    <p:sldMasterId xmlns:r="http://schemas.openxmlformats.org/officeDocument/2006/relationships" id="2147483648" r:id="R1c712e04b8d64939"/>
  </p:sldMasterIdLst>
  <p:notesMasterIdLst>
    <p:notesMasterId xmlns:r="http://schemas.openxmlformats.org/officeDocument/2006/relationships" r:id="Rb98b7b4b146f4655"/>
  </p:notesMasterIdLst>
  <p:sldIdLst>
    <p:sldId xmlns:r="http://schemas.openxmlformats.org/officeDocument/2006/relationships" id="256" r:id="Rab3dfd4e78154774"/>
    <p:sldId xmlns:r="http://schemas.openxmlformats.org/officeDocument/2006/relationships" id="257" r:id="Rd67506d667e244af"/>
    <p:sldId xmlns:r="http://schemas.openxmlformats.org/officeDocument/2006/relationships" id="258" r:id="Re245cf3811994fca"/>
    <p:sldId xmlns:r="http://schemas.openxmlformats.org/officeDocument/2006/relationships" id="259" r:id="R2e5b1dbc438a4400"/>
    <p:sldId xmlns:r="http://schemas.openxmlformats.org/officeDocument/2006/relationships" id="260" r:id="R6daa024d09d8419a"/>
    <p:sldId xmlns:r="http://schemas.openxmlformats.org/officeDocument/2006/relationships" id="261" r:id="R0b743223a5174a43"/>
    <p:sldId xmlns:r="http://schemas.openxmlformats.org/officeDocument/2006/relationships" id="262" r:id="R7343ccda41334b81"/>
    <p:sldId xmlns:r="http://schemas.openxmlformats.org/officeDocument/2006/relationships" id="263" r:id="R15d7de5848734f7f"/>
    <p:sldId xmlns:r="http://schemas.openxmlformats.org/officeDocument/2006/relationships" id="264" r:id="R186a2f8e5e624f0c"/>
    <p:sldId xmlns:r="http://schemas.openxmlformats.org/officeDocument/2006/relationships" id="265" r:id="R49a2b78cbcb843f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422a3019664370" /><Relationship Type="http://schemas.openxmlformats.org/officeDocument/2006/relationships/slideMaster" Target="/ppt/slideMasters/slideMaster1.xml" Id="R1c712e04b8d64939" /><Relationship Type="http://schemas.openxmlformats.org/officeDocument/2006/relationships/notesMaster" Target="/ppt/notesMasters/notesMaster1.xml" Id="Rb98b7b4b146f4655" /><Relationship Type="http://schemas.openxmlformats.org/officeDocument/2006/relationships/presProps" Target="/ppt/presProps.xml" Id="R0073416100484751" /><Relationship Type="http://schemas.openxmlformats.org/officeDocument/2006/relationships/tableStyles" Target="/ppt/tableStyles.xml" Id="R6e4fda696bf54396" /><Relationship Type="http://schemas.openxmlformats.org/officeDocument/2006/relationships/slide" Target="/ppt/slides/slide1.xml" Id="Rab3dfd4e78154774" /><Relationship Type="http://schemas.openxmlformats.org/officeDocument/2006/relationships/slide" Target="/ppt/slides/slide2.xml" Id="Rd67506d667e244af" /><Relationship Type="http://schemas.openxmlformats.org/officeDocument/2006/relationships/slide" Target="/ppt/slides/slide3.xml" Id="Re245cf3811994fca" /><Relationship Type="http://schemas.openxmlformats.org/officeDocument/2006/relationships/slide" Target="/ppt/slides/slide4.xml" Id="R2e5b1dbc438a4400" /><Relationship Type="http://schemas.openxmlformats.org/officeDocument/2006/relationships/slide" Target="/ppt/slides/slide5.xml" Id="R6daa024d09d8419a" /><Relationship Type="http://schemas.openxmlformats.org/officeDocument/2006/relationships/slide" Target="/ppt/slides/slide6.xml" Id="R0b743223a5174a43" /><Relationship Type="http://schemas.openxmlformats.org/officeDocument/2006/relationships/slide" Target="/ppt/slides/slide7.xml" Id="R7343ccda41334b81" /><Relationship Type="http://schemas.openxmlformats.org/officeDocument/2006/relationships/slide" Target="/ppt/slides/slide8.xml" Id="R15d7de5848734f7f" /><Relationship Type="http://schemas.openxmlformats.org/officeDocument/2006/relationships/slide" Target="/ppt/slides/slide9.xml" Id="R186a2f8e5e624f0c" /><Relationship Type="http://schemas.openxmlformats.org/officeDocument/2006/relationships/slide" Target="/ppt/slides/slide10.xml" Id="R49a2b78cbcb843f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d46c9f925cb4a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2acce9256284bff" /><Relationship Type="http://schemas.openxmlformats.org/officeDocument/2006/relationships/notesMaster" Target="/ppt/notesMasters/notesMaster1.xml" Id="Reb2f6908aa704f2f"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acf965be024715" /><Relationship Type="http://schemas.openxmlformats.org/officeDocument/2006/relationships/notesMaster" Target="/ppt/notesMasters/notesMaster1.xml" Id="R9668660faaa048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46020cfbcc747be" /><Relationship Type="http://schemas.openxmlformats.org/officeDocument/2006/relationships/notesMaster" Target="/ppt/notesMasters/notesMaster1.xml" Id="R8049064a8adb434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25da0371a64abb" /><Relationship Type="http://schemas.openxmlformats.org/officeDocument/2006/relationships/notesMaster" Target="/ppt/notesMasters/notesMaster1.xml" Id="Rc1e22e8068fc4c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549d7cd57f4423" /><Relationship Type="http://schemas.openxmlformats.org/officeDocument/2006/relationships/notesMaster" Target="/ppt/notesMasters/notesMaster1.xml" Id="R60688c2690a84a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ec39317e4cfb4271" /><Relationship Type="http://schemas.openxmlformats.org/officeDocument/2006/relationships/notesMaster" Target="/ppt/notesMasters/notesMaster1.xml" Id="R9721874c62b748b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1b9f82e72f4382" /><Relationship Type="http://schemas.openxmlformats.org/officeDocument/2006/relationships/notesMaster" Target="/ppt/notesMasters/notesMaster1.xml" Id="R05833350294a47ab" /></Relationships>
</file>

<file path=ppt/notesSlides/_rels/notesSlide8.xml.rels>&#65279;<?xml version="1.0" encoding="utf-8"?><Relationships xmlns="http://schemas.openxmlformats.org/package/2006/relationships"><Relationship Type="http://schemas.openxmlformats.org/officeDocument/2006/relationships/slide" Target="/ppt/slides/slide8.xml" Id="R5f563b589d3643a2" /><Relationship Type="http://schemas.openxmlformats.org/officeDocument/2006/relationships/notesMaster" Target="/ppt/notesMasters/notesMaster1.xml" Id="Rdafa8436d28840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2f41f0663a4189" /><Relationship Type="http://schemas.openxmlformats.org/officeDocument/2006/relationships/notesMaster" Target="/ppt/notesMasters/notesMaster1.xml" Id="R8165bcd0b380461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f19c8fa6dcf4bbb" /><Relationship Type="http://schemas.openxmlformats.org/officeDocument/2006/relationships/notesMaster" Target="/ppt/notesMasters/notesMaster1.xml" Id="R95da468e9db947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S09의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7807712f3c481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384b4c3b2fe424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c16c00473cc460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8a5f6fb1abd4b9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e8fbdde544c405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cb127a956634e0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55E0AF-4DDF-4BEE-9F13-57680555F58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B8DAEDC-008A-459D-B2DB-E1AF8C0BE60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B0C661C-586F-4C1B-91B5-5AB25F3BEDA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C03B130-0F33-4B4A-A0C8-130AD78D8C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8DB088D-4268-4A77-B6E1-3313F9C9475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BBCA946-CA3C-4D61-B228-8AFD4A140E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FFBFABD-0FE1-4F21-84B9-4C25BDF8657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CD54D13-A46D-4BB8-B96C-606F34A7E83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715F6F-5AF0-4788-AC03-A02BCE88B33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4266DF9-CE06-4CBB-A049-97D821F3D91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9054d475684499" /><Relationship Type="http://schemas.openxmlformats.org/officeDocument/2006/relationships/slideLayout" Target="/ppt/slideLayouts/slideLayout1.xml" Id="R8dda593617b34775" /><Relationship Type="http://schemas.openxmlformats.org/officeDocument/2006/relationships/slideLayout" Target="/ppt/slideLayouts/slideLayout2.xml" Id="R636bca09ffab4cb1" /><Relationship Type="http://schemas.openxmlformats.org/officeDocument/2006/relationships/slideLayout" Target="/ppt/slideLayouts/slideLayout3.xml" Id="R584b31ef6b904700" /><Relationship Type="http://schemas.openxmlformats.org/officeDocument/2006/relationships/slideLayout" Target="/ppt/slideLayouts/slideLayout4.xml" Id="R51fbaadcb0344017" /><Relationship Type="http://schemas.openxmlformats.org/officeDocument/2006/relationships/slideLayout" Target="/ppt/slideLayouts/slideLayout5.xml" Id="R87966ff1da4a495c" /><Relationship Type="http://schemas.openxmlformats.org/officeDocument/2006/relationships/slideLayout" Target="/ppt/slideLayouts/slideLayout6.xml" Id="Ra50cdb5edd8b472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da593617b34775"/>
    <p:sldLayoutId xmlns:r="http://schemas.openxmlformats.org/officeDocument/2006/relationships" id="2147483650" r:id="R636bca09ffab4cb1"/>
    <p:sldLayoutId xmlns:r="http://schemas.openxmlformats.org/officeDocument/2006/relationships" id="2147483651" r:id="R584b31ef6b904700"/>
    <p:sldLayoutId xmlns:r="http://schemas.openxmlformats.org/officeDocument/2006/relationships" id="2147483652" r:id="R51fbaadcb0344017"/>
    <p:sldLayoutId xmlns:r="http://schemas.openxmlformats.org/officeDocument/2006/relationships" id="2147483653" r:id="R87966ff1da4a495c"/>
    <p:sldLayoutId xmlns:r="http://schemas.openxmlformats.org/officeDocument/2006/relationships" id="2147483654" r:id="Ra50cdb5edd8b47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3dab08a595a42e3" /><Relationship Type="http://schemas.openxmlformats.org/officeDocument/2006/relationships/image" Target="/ppt/media/image.png" Id="R807734244afe403d" /><Relationship Type="http://schemas.openxmlformats.org/officeDocument/2006/relationships/notesSlide" Target="/ppt/notesSlides/notesSlide1.xml" Id="Rba4a079b6d9348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042df108f4745da" /><Relationship Type="http://schemas.openxmlformats.org/officeDocument/2006/relationships/notesSlide" Target="/ppt/notesSlides/notesSlide2.xml" Id="Rb246c444d05446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8dc3fe806d546ec" /><Relationship Type="http://schemas.openxmlformats.org/officeDocument/2006/relationships/notesSlide" Target="/ppt/notesSlides/notesSlide3.xml" Id="R52b4cdc71a2349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6cfdb6a14bd4acc" /><Relationship Type="http://schemas.openxmlformats.org/officeDocument/2006/relationships/image" Target="/ppt/media/image2.png" Id="Rf6232fdb52d74d1e" /><Relationship Type="http://schemas.openxmlformats.org/officeDocument/2006/relationships/notesSlide" Target="/ppt/notesSlides/notesSlide4.xml" Id="R3b93aa08a48a40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cf6f38a21454609" /><Relationship Type="http://schemas.openxmlformats.org/officeDocument/2006/relationships/notesSlide" Target="/ppt/notesSlides/notesSlide5.xml" Id="Rf9c7200ff7a246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a7f4dac66a94727" /><Relationship Type="http://schemas.openxmlformats.org/officeDocument/2006/relationships/notesSlide" Target="/ppt/notesSlides/notesSlide6.xml" Id="R044647fe0cd04b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99791d34d674312" /><Relationship Type="http://schemas.openxmlformats.org/officeDocument/2006/relationships/image" Target="/ppt/media/image3.png" Id="R507c53e1cb624d17" /><Relationship Type="http://schemas.openxmlformats.org/officeDocument/2006/relationships/notesSlide" Target="/ppt/notesSlides/notesSlide7.xml" Id="R71f3472fcfa249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45064178abf4b6e" /><Relationship Type="http://schemas.openxmlformats.org/officeDocument/2006/relationships/notesSlide" Target="/ppt/notesSlides/notesSlide8.xml" Id="R9c42939253514a4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18a0bc603d54c0c" /><Relationship Type="http://schemas.openxmlformats.org/officeDocument/2006/relationships/image" Target="/ppt/media/image4.png" Id="Rd31943cd830f4bca" /><Relationship Type="http://schemas.openxmlformats.org/officeDocument/2006/relationships/image" Target="/ppt/media/image5.png" Id="Rb5d12a5669f04831" /><Relationship Type="http://schemas.openxmlformats.org/officeDocument/2006/relationships/image" Target="/ppt/media/image6.png" Id="R7fe06a6afb434d90" /><Relationship Type="http://schemas.openxmlformats.org/officeDocument/2006/relationships/notesSlide" Target="/ppt/notesSlides/notesSlide9.xml" Id="R418b286f3c0947f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bfa515ad3ce457b" /><Relationship Type="http://schemas.openxmlformats.org/officeDocument/2006/relationships/notesSlide" Target="/ppt/notesSlides/notesSlide10.xml" Id="Refa36aa12edc408f"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A89DD2C-0F10-4833-B0CF-C638CC29E2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34B2721C-10B9-4821-A62C-49CA0CAFDE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03372D10-88BF-4ADE-BFE3-9F7171363E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96A24E1E-A59D-48A9-8A98-9E32B69D25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5A75EFC1-072C-4D63-92DE-1B60B46CEC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E062C744-EDAB-46E6-910D-995F994AD0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16AD7C3C-2034-4DBE-A69F-F50DEE42DD58}"/>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EA7B434-9055-4503-808A-D3460C2CEE4E}"/>
              </a:ext>
            </a:extLst>
          </p:cNvPr>
          <p:cNvPicPr>
            <a:picLocks xmlns:a="http://schemas.openxmlformats.org/drawingml/2006/main" noChangeAspect="1"/>
          </p:cNvPicPr>
          <p:nvPr/>
        </p:nvPicPr>
        <p:blipFill>
          <a:blip xmlns:r="http://schemas.openxmlformats.org/officeDocument/2006/relationships" xmlns:a="http://schemas.openxmlformats.org/drawingml/2006/main" r:embed="R807734244afe403d"/>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61B93894-E66A-4782-9E70-BEB49F6C88FE}"/>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C9859056-90B6-4C1C-9560-8795E82A3C80}"/>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770B1BAE-CD62-4D72-8FEC-943E2754CC5E}"/>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59ABB3C3-D662-4E31-B387-9EBF6FB50B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03460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D7D8C0D-4B66-4D25-AFA0-9151CF4713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FACDD573-2EB7-48F8-BE93-57E7845B53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D6CA7B50-A41E-4603-8550-08CBECE43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155E2D5-6B80-4CF1-9A8D-2562F3BE9C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6B1A202F-7808-4AE3-A672-43FE6281EB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A91C9285-B26D-4F45-9A75-07A3DB99F0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02E12FC7-83DC-412A-85D2-13FA9035B42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EEE68591-CDC6-4B93-81E4-656A6FDE45E5}"/>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99A15E6-29FF-4F1F-B09D-1677249DF399}"/>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56C6825B-89AA-463A-A36A-2CF7982CC08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8B3B71E-A8F9-4004-B69E-49BB42341DE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A4BDF7A2-F9CB-422A-8D06-3D847204D540}"/>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6AC1DC93-9876-481E-BCC0-8E5F9B5F703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9C2C7929-4C43-46C8-9A73-4450A404F64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575D0456-7110-4BD1-8B97-2EDD5C4086F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DBA2E043-FACC-4B94-94FE-E5C39034D33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79F3D998-83CC-4716-8DBC-6B873131D37C}"/>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41AAFDAE-DF27-4CAC-8A93-26466DE5F129}"/>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BA09DEA8-BC7A-4D4A-82C5-6B290AD3CBC5}"/>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53DBED12-D96E-4008-B4AB-1B013E0200B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01B842D-0A8A-46C7-8F3C-1420CFFB089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09B1EDEA-3663-41DC-951A-991BD023C4E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3718CA18-5D71-4EC3-9FDE-B356945CE357}"/>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9D20C340-8DAA-400C-83A9-E5DAF227637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4688FF0-33F7-45E4-BD36-61AEB8E429AD}"/>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5BCD954-DEF0-4FB3-A518-58EA702E4C7F}"/>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B1AC07BB-4EF9-4022-9FE8-B25A89F4FAF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5CBCC9C7-C325-4DC1-85A3-BF97C989C45F}"/>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F34E466-E37A-44E9-AB78-47C7D8E953AD}"/>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8707B25-DB17-4502-8EC9-EF7C65E8969C}"/>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7B61A1CB-3CB0-4BEB-93ED-285DC82B9574}"/>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6D08B11E-FB89-4AAB-91A2-2B866249E5B9}"/>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15C027BB-2611-4D55-9EDB-009489305847}"/>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FD2410D9-BEAD-4B8A-9222-FD7919974251}"/>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0901E9C-4DC0-4587-89DC-754C10FC0F23}"/>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1CDBF49-105E-41CF-88A3-2D9B704C263A}"/>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1B5CAFB5-14B1-4F0D-9496-38BE2C1CAE2E}"/>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234A565-2F94-4E14-B195-AFC2109EA6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9316633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7096972C-5FED-4C64-B447-9D4ADB96AF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1CCC7CCA-CBE8-4FCD-9012-B5260A247B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A779DC40-3F95-4425-9068-2E7D30D12A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537E6432-848E-428C-8051-ADFAACEC6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5DCE98E5-DA82-482C-9C7C-5892239E63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26F8E23E-2680-4A88-BFE7-19681B9178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327E4239-8456-4BD7-9EEA-A9973CE34682}"/>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6E800FE-9258-4DE0-8045-FDCFD571F583}"/>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93072E69-81C9-40AB-B603-D0E9768A7258}"/>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60AE65B0-C5AE-4931-8E30-DD01777B1FB0}"/>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7150E85B-3E4D-4966-9DBD-298A0882A2DE}"/>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18242A52-7B14-4973-AA1A-13658D96E9A7}"/>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4CCEAC6-86C2-4B2D-8FB2-AE1EC791F491}"/>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0CF35FD9-5CEE-4A18-BD04-65B396B60404}"/>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49C12749-836C-4F62-AC07-453C46741FB9}"/>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68CD8662-1E1D-46DC-8C58-3AE7550ECACB}"/>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54B4C4DB-EFD0-4290-9E06-5EDB4D80F85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A6660977-DD2C-4177-A3DC-25E0E8147A0F}"/>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F3B8450E-297A-47DD-BE69-24A0D379ED02}"/>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01F2D4DB-D7B0-413D-B2D2-39CA534120E9}"/>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B6A94784-1202-4A31-A03A-6EBA981F71A6}"/>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BE57BECE-0889-4DAA-9305-9D2D33CAC54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59E67982-A1B6-4617-9177-A8149338A817}"/>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A8362056-331F-400B-97AF-7325EC437EA8}"/>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B4635911-F49B-4FD2-B2B9-45F30633CE9B}"/>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2FC8AEA1-E8E0-4A19-AB51-10B005A9281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9698BBA2-C529-4537-A849-AE8053F61E68}"/>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DAB26AE-37B6-4074-A440-F98EC8A3072F}"/>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7ABE47CB-519B-4167-8743-F801F6215BD1}"/>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56FE5E7F-1E32-4405-8EEE-173585E0CCE5}"/>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3C246A2E-8F64-4DFA-A920-49066AD179D1}"/>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17B07E1F-C816-474B-A6F8-B731C1728C2E}"/>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8C8102D7-58B4-4F88-88BE-1AB59B9F02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45064965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DCB146D9-17E0-4388-A4EB-A95F484CCD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73D0F7EC-D67A-4EB5-BACC-EB2EEEE504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FCEDE6BE-6A1A-4383-A575-24595A09B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2733EFBE-65BC-40B8-A943-DCDC243E1D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D026C3F0-8544-4F0C-BF64-EFE8882084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FE93313C-6B5B-462F-AC1A-CF9EEB1A57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160F0C36-A0F0-4117-99D7-B86AD6B14D5B}"/>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379DFE18-B826-48C7-91CB-77B9E32109C3}"/>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9094B35A-6D1A-4443-83E3-70060759DC6B}"/>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75164269-4DE3-4AA2-B9CA-1B10648C0D75}"/>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AE06FC2-E939-4D13-B0E9-26C88374646C}"/>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C2FCDA20-BA5E-40BC-8A79-C5466EAB1EC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3ECDCDD-0FEA-4C1C-8E9D-47F6A480A7B1}"/>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4C4B2A54-FE7C-496C-BF1F-D7DE5AF3B124}"/>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99CE4E8-92AB-47D0-82FF-A43C8C03E486}"/>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18CB643-A82B-4094-A695-C15865702554}"/>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4E40EA58-95CC-4872-B6D4-5574398B868F}"/>
              </a:ext>
            </a:extLst>
          </p:cNvPr>
          <p:cNvPicPr>
            <a:picLocks xmlns:a="http://schemas.openxmlformats.org/drawingml/2006/main" noChangeAspect="1"/>
          </p:cNvPicPr>
          <p:nvPr/>
        </p:nvPicPr>
        <p:blipFill>
          <a:blip xmlns:r="http://schemas.openxmlformats.org/officeDocument/2006/relationships" xmlns:a="http://schemas.openxmlformats.org/drawingml/2006/main" r:embed="Rf6232fdb52d74d1e"/>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39F57436-3B1D-4118-85AC-0925EC0CA171}"/>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C0082E97-2B63-40A3-A034-9438FB542C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0271636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C834C7A5-E362-4045-B8E6-C3C3E0D8CB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8BCFB7C9-C18F-4C78-AA74-077296C68C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DB1CFCBC-6BAE-4325-B10C-DC28F17CB6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52740299-EC8D-4E1D-99F3-ACB8ECDF88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94EB4392-AA9F-457D-AAC4-C6910A2559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B8940AC8-401B-430A-93F3-925C2016ED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57F96365-4F5C-46F0-A36D-114FCF95DE57}"/>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C4758CDB-F234-46FD-9C90-5D1F5CCC98B7}"/>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CBCB80CC-A3F1-4291-903C-111F25247294}"/>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08BFE2F4-30EF-45D6-8096-81D560B142CB}"/>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DAC667B4-48B7-4C87-8DAD-4F20E08EAAEE}"/>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BABB1379-32B6-48F6-BA5E-7D8EE5F77031}"/>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A57C8A7C-618D-4211-AA32-51F30C17CDBD}"/>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BFBA8208-767F-46E4-9296-6A8AB2FD52CD}"/>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CF78BC2F-98E6-4AD1-9B54-6243CA8A29F4}"/>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FFC458B6-6064-48BC-BE74-FCD77E16164A}"/>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CE053E59-DBB8-40CB-8D56-80868CF7207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2BE87B18-F4DD-4EB1-AF2B-B78B00EB0D6C}"/>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585E5E3C-1927-4F44-937C-709C1767D216}"/>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13AD42FC-9E1A-483C-90E0-CC99C2EFD2F4}"/>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FC3DF84A-1638-43C6-AC40-579FE22659B3}"/>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1232A90E-9934-44C8-BA0D-A393544C5E62}"/>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FC91A4D9-8885-4CB2-B25A-EA3D67831F51}"/>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BF77136E-70B4-45C3-ADE7-D37FFA6A2056}"/>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F5BE13EA-3783-4BF8-87D0-A7EB0F61065D}"/>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4AF06385-C433-46EE-88E5-6B560984BA77}"/>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EC63165C-3FF5-4F02-8983-2EC95A083788}"/>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EEB16387-D5AB-473A-9416-CED1FDF06DDE}"/>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6451D136-2FB9-4740-8200-98BD6F3C841E}"/>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A2BD72C0-C34A-408B-989D-6A795449492D}"/>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664988CD-B712-4B67-A4D2-3B9BA0180E01}"/>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E654034C-A5BF-470E-A9FB-7A7DF5216C52}"/>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898F3999-7D6F-4909-99A8-02802AD5259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7CD64B91-2680-43E3-BD9A-2CB69B4C519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826761C1-919A-4109-8950-DA1D55E76A4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28FDC395-88F0-4B55-91C0-B7D6196BE3E5}"/>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9218C785-6227-41DD-BC85-069AFA8FBE12}"/>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FC9778A8-C2E3-4D67-9B62-630A21FF8A0F}"/>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85F9322F-3B38-4B3F-B23A-4B3DC6C52C80}"/>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3A3152DF-EB04-4966-8B53-682AF1232B6F}"/>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C8722539-4707-446B-BAAB-0CFFD452E0EA}"/>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E610DB8C-B894-4AC2-953E-DF21F47D020B}"/>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9AA42457-15C6-49F0-AACF-35660F2442D6}"/>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FA40696C-A318-42DF-93ED-942421C4470D}"/>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C70F7B31-DA0A-487F-AF4F-A7910055C0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5352988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61210B62-88A5-4475-843F-C14BE4614C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DA2A759F-02F9-4BCA-882B-251ADB00C6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9E3C7B79-5D50-4842-9044-CABBCC007C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22B14B5E-B87B-4ABC-8259-7CD35B2961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356C8221-9D10-489F-8B85-965EA6526E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CDFD7823-FA3F-4C40-A47C-D88E0F337D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98C8FC19-DC6A-41D8-82B1-2936E7916AF8}"/>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721EEB54-6497-40CF-8B46-A9EF4AA174AC}"/>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7553CD86-7A7B-4161-AA57-21F893617C54}"/>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D568003E-31E4-4E50-9764-7665F1266B87}"/>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D2A00EB5-EEAA-41F0-96B6-7DCC5865AE32}"/>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6FD4FC48-E093-4C1F-B4D9-B248B72098FD}"/>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65416257-52ED-4A59-AD93-3E8BD2C1D19E}"/>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2F8956D7-53EB-4F58-A2B7-B4D833E8BBB7}"/>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95691776-D322-4772-B327-421D5CF7AF3A}"/>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96089296-9175-4000-8EAC-9B7C127F0D8E}"/>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33AD1FD7-0BFF-44A9-9ECC-1A6BEA77F29A}"/>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95A8220F-C511-4D99-85FE-EFA80190295F}"/>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F1A7B359-C72C-4E08-AF7D-FB8979579E85}"/>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1B9E1775-2074-4291-8D57-EEA96A189C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450986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673D54D8-C764-4D67-9065-8626CEC687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20001E67-4B7A-416F-86C2-3587ED308C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618D6391-F931-409E-BBFA-C4224D28EA3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AC09FF52-D581-48C2-A78B-B23A889838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45CEBC35-193D-492C-B73A-69F2498395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AEF5B256-4DF2-4AC0-98AA-3FF43E3609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2952CD63-5CE1-49F6-A1C8-C43E9D9481AB}"/>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F192B8B2-B829-4536-B42D-B0DB6947039D}"/>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738323D1-0ACA-4A81-A637-4F7A3B8B7668}"/>
              </a:ext>
            </a:extLst>
          </p:cNvPr>
          <p:cNvPicPr>
            <a:picLocks xmlns:a="http://schemas.openxmlformats.org/drawingml/2006/main" noChangeAspect="1"/>
          </p:cNvPicPr>
          <p:nvPr/>
        </p:nvPicPr>
        <p:blipFill>
          <a:blip xmlns:r="http://schemas.openxmlformats.org/officeDocument/2006/relationships" xmlns:a="http://schemas.openxmlformats.org/drawingml/2006/main" r:embed="R507c53e1cb624d17"/>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534787D-EE47-4DBF-84D0-CA8D5D4E3E37}"/>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4EB131E8-396B-424B-B867-CC3EA98F4E33}"/>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A75C6D63-4B69-4EED-8A8D-AB0F559C6D2F}"/>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1E85EEF9-268F-4639-A6EE-30C8759A8D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7518461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762B733B-1A1C-4C28-9001-7699908D21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8446BF62-BA33-4043-A9BB-7559474E69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8479D438-8731-4D77-9DF4-AEB7D3FC2C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1AFC6128-2B4F-41C3-8D71-CD67354682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F84FD1AE-E799-4C05-8CA1-0BCDDB5F03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30AE6759-2F2D-4D5C-A593-9D582F2589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FD3C5562-6085-46E5-A761-1D3E791B1D6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6AD61C2-9A57-4AA2-85A9-A3D5C3C27181}"/>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529AD402-DB2D-499F-A96E-4714588ADF8C}"/>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8AB9F70F-53CA-4D6C-AC06-D6B8B4ED8252}"/>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6F28C9EB-D3A9-4D9F-89AE-DF7829BF8647}"/>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6AB98D71-D04A-48A5-99E7-4D891E9A9EE5}"/>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5D4831F5-389E-45DD-8C35-7AB9C43374E2}"/>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A6AD44A9-04DB-4C33-B23F-81943BF511B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3C2C8777-9A9E-4442-A196-9A2A1DFD5593}"/>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28F95AE9-606D-4F95-8538-C2BD107B2181}"/>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D5206131-1069-415A-A2C2-E16440C9038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99CD691B-4E37-48AC-9338-44D42CBCFD97}"/>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96A9187E-1793-41AE-921D-4C626C8D9E9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F3D16662-B130-4A77-9BA3-632EEF259102}"/>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3BCC79F2-7FD7-477D-91A3-5CAECAB9CA61}"/>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93F86581-C5D7-42C0-9EC1-762182A5283A}"/>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C8EA555F-2736-46A0-822F-8D7FB1AD631B}"/>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B6AB92C1-CFE0-4563-B1B3-BD545B894A3F}"/>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937752BB-89CA-4A7E-979E-BA7CB607A8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CA2CEB17-CCB3-4E2E-9A61-DC7A3030EB68}"/>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8D13F0DB-5680-473A-A421-F438C639F3DE}"/>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AF27DD71-F360-41F6-AB26-B8012A5F9F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6452869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B7649B56-29E8-440B-997E-C6E2C23FDB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65F2EF51-2D98-42C4-831D-4F089C2A37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C0E0A743-0030-4E41-9E7F-272799C4E6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F1B8E70D-1F6D-4680-9B73-2E7D20ADB0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FED97B90-B4A2-4A9C-A406-90FF167D7E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79AB4C72-FCA6-4EE5-8692-DC63373499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87AF582A-DA5E-4980-AEAA-1E2130F17CC6}"/>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95FB1E23-BE97-4948-B953-FB1CBEC096E1}"/>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183630DF-575B-4F30-AD88-627FF66F050F}"/>
              </a:ext>
            </a:extLst>
          </p:cNvPr>
          <p:cNvPicPr>
            <a:picLocks xmlns:a="http://schemas.openxmlformats.org/drawingml/2006/main" noChangeAspect="1"/>
          </p:cNvPicPr>
          <p:nvPr/>
        </p:nvPicPr>
        <p:blipFill>
          <a:blip xmlns:r="http://schemas.openxmlformats.org/officeDocument/2006/relationships" xmlns:a="http://schemas.openxmlformats.org/drawingml/2006/main" r:embed="Rd31943cd830f4bca"/>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CE7F038C-A0C3-4736-BE71-652C2044C9CC}"/>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9B14A180-4B5E-4113-BF22-018A60B93249}"/>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55EDD7AC-0886-4931-9A44-48894A11910B}"/>
              </a:ext>
            </a:extLst>
          </p:cNvPr>
          <p:cNvPicPr>
            <a:picLocks xmlns:a="http://schemas.openxmlformats.org/drawingml/2006/main" noChangeAspect="1"/>
          </p:cNvPicPr>
          <p:nvPr/>
        </p:nvPicPr>
        <p:blipFill>
          <a:blip xmlns:r="http://schemas.openxmlformats.org/officeDocument/2006/relationships" xmlns:a="http://schemas.openxmlformats.org/drawingml/2006/main" r:embed="Rb5d12a5669f04831"/>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A9B66E49-D01E-43EA-A1F7-198445DEFF83}"/>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A8872E1C-13EE-42E1-BFF5-FDDD5694CD0E}"/>
              </a:ext>
            </a:extLst>
          </p:cNvPr>
          <p:cNvPicPr>
            <a:picLocks xmlns:a="http://schemas.openxmlformats.org/drawingml/2006/main" noChangeAspect="1"/>
          </p:cNvPicPr>
          <p:nvPr/>
        </p:nvPicPr>
        <p:blipFill>
          <a:blip xmlns:r="http://schemas.openxmlformats.org/officeDocument/2006/relationships" xmlns:a="http://schemas.openxmlformats.org/drawingml/2006/main" r:embed="R7fe06a6afb434d90"/>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B5064076-3FEC-45E7-AA1D-9F999665F69C}"/>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A6C01102-FE08-4B2F-BF59-746E0535DE66}"/>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9F4C7FFC-23DE-4E9C-8E04-EF140A6B18DF}"/>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AC7AF679-A88B-4397-9213-3AB2A67646C4}"/>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192002DD-C511-4BFF-B68B-B5DF9A4DCD4D}"/>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D58A1FA4-3D7B-49D4-AD24-38139B483A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FA3EB7DB-7082-4769-9347-97C358C576D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936D9511-1FD2-4630-899E-33A7FD1059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5909230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내 작업에 적용할 질문">
            <a:extLst xmlns:a="http://schemas.openxmlformats.org/drawingml/2006/main">
              <a:ext uri="{FF2B5EF4-FFF2-40B4-BE49-F238E27FC236}">
                <a16:creationId xmlns:a16="http://schemas.microsoft.com/office/drawing/2014/main" id="{58B01338-44B6-415D-9AEE-7B673E0D82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10">
            <a:extLst xmlns:a="http://schemas.openxmlformats.org/drawingml/2006/main">
              <a:ext uri="{FF2B5EF4-FFF2-40B4-BE49-F238E27FC236}">
                <a16:creationId xmlns:a16="http://schemas.microsoft.com/office/drawing/2014/main" id="{B1404B8D-2D7F-499C-8C01-DF73BD89E9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66F50F01-5881-41C0-9481-640106B3BA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E54623C6-F44E-4057-96DB-14687F9AC7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B0E03E03-8617-4E92-BB71-98EABBCD5F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E4CF2F2D-3F47-4011-9C52-A1D9EB959B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16BF375D-1293-4BCC-A46C-77BAAEA87096}"/>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F081431A-4BB7-432B-9623-1D79B7496202}"/>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43E8FFC6-04E4-4608-A535-A3AB805F73DE}"/>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F2813F95-3CA3-4D01-BB45-2BDC6226CFD7}"/>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
        <p:nvSpPr>
          <p:cNvPr id="11" name="Legacy module connection">
            <a:extLst xmlns:a="http://schemas.openxmlformats.org/drawingml/2006/main">
              <a:ext uri="{FF2B5EF4-FFF2-40B4-BE49-F238E27FC236}">
                <a16:creationId xmlns:a16="http://schemas.microsoft.com/office/drawing/2014/main" id="{85AA3855-2414-4E49-BD78-9E622E6895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475807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2026-10-21T12:23:55.8740000Z</dcterms:created>
  <dcterms:modified xsi:type="dcterms:W3CDTF">2026-10-21T12:23:55.8740000Z</dcterms:modified>
</coreProperties>
</file>