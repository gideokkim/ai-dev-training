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8c85f2be0e9414a" /><Relationship Type="http://schemas.openxmlformats.org/officeDocument/2006/relationships/extended-properties" Target="/docProps/app.xml" Id="Rb864a5800fb54773" /><Relationship Type="http://schemas.openxmlformats.org/officeDocument/2006/relationships/officeDocument" Target="/ppt/presentation.xml" Id="R6e3c4272f0114e42" /></Relationships>
</file>

<file path=ppt/presentation.xml><?xml version="1.0" encoding="utf-8"?>
<p:presentation xmlns:p="http://schemas.openxmlformats.org/presentationml/2006/main">
  <p:sldMasterIdLst>
    <p:sldMasterId xmlns:r="http://schemas.openxmlformats.org/officeDocument/2006/relationships" id="2147483648" r:id="R0006350e80584923"/>
  </p:sldMasterIdLst>
  <p:notesMasterIdLst>
    <p:notesMasterId xmlns:r="http://schemas.openxmlformats.org/officeDocument/2006/relationships" r:id="Rac2733a811f44619"/>
  </p:notesMasterIdLst>
  <p:sldIdLst>
    <p:sldId xmlns:r="http://schemas.openxmlformats.org/officeDocument/2006/relationships" id="256" r:id="Ra75efc88eb164bc1"/>
    <p:sldId xmlns:r="http://schemas.openxmlformats.org/officeDocument/2006/relationships" id="257" r:id="R308a1100439c4ef1"/>
    <p:sldId xmlns:r="http://schemas.openxmlformats.org/officeDocument/2006/relationships" id="258" r:id="R4485ad4f09004de6"/>
    <p:sldId xmlns:r="http://schemas.openxmlformats.org/officeDocument/2006/relationships" id="259" r:id="Rd30a477e21334bae"/>
    <p:sldId xmlns:r="http://schemas.openxmlformats.org/officeDocument/2006/relationships" id="260" r:id="R8f1a72716d3246b0"/>
    <p:sldId xmlns:r="http://schemas.openxmlformats.org/officeDocument/2006/relationships" id="261" r:id="R78a290c9ffbd4b6f"/>
    <p:sldId xmlns:r="http://schemas.openxmlformats.org/officeDocument/2006/relationships" id="262" r:id="Rdae2a47de4404f8b"/>
    <p:sldId xmlns:r="http://schemas.openxmlformats.org/officeDocument/2006/relationships" id="263" r:id="R92cc87ab002140e5"/>
    <p:sldId xmlns:r="http://schemas.openxmlformats.org/officeDocument/2006/relationships" id="264" r:id="R1c3df8e91b894f0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767ec22fb324717" /><Relationship Type="http://schemas.openxmlformats.org/officeDocument/2006/relationships/slideMaster" Target="/ppt/slideMasters/slideMaster1.xml" Id="R0006350e80584923" /><Relationship Type="http://schemas.openxmlformats.org/officeDocument/2006/relationships/notesMaster" Target="/ppt/notesMasters/notesMaster1.xml" Id="Rac2733a811f44619" /><Relationship Type="http://schemas.openxmlformats.org/officeDocument/2006/relationships/presProps" Target="/ppt/presProps.xml" Id="R32986e1b628a4ac4" /><Relationship Type="http://schemas.openxmlformats.org/officeDocument/2006/relationships/tableStyles" Target="/ppt/tableStyles.xml" Id="Rf5f0ff9136864a1e" /><Relationship Type="http://schemas.openxmlformats.org/officeDocument/2006/relationships/slide" Target="/ppt/slides/slide1.xml" Id="Ra75efc88eb164bc1" /><Relationship Type="http://schemas.openxmlformats.org/officeDocument/2006/relationships/slide" Target="/ppt/slides/slide2.xml" Id="R308a1100439c4ef1" /><Relationship Type="http://schemas.openxmlformats.org/officeDocument/2006/relationships/slide" Target="/ppt/slides/slide3.xml" Id="R4485ad4f09004de6" /><Relationship Type="http://schemas.openxmlformats.org/officeDocument/2006/relationships/slide" Target="/ppt/slides/slide4.xml" Id="Rd30a477e21334bae" /><Relationship Type="http://schemas.openxmlformats.org/officeDocument/2006/relationships/slide" Target="/ppt/slides/slide5.xml" Id="R8f1a72716d3246b0" /><Relationship Type="http://schemas.openxmlformats.org/officeDocument/2006/relationships/slide" Target="/ppt/slides/slide6.xml" Id="R78a290c9ffbd4b6f" /><Relationship Type="http://schemas.openxmlformats.org/officeDocument/2006/relationships/slide" Target="/ppt/slides/slide7.xml" Id="Rdae2a47de4404f8b" /><Relationship Type="http://schemas.openxmlformats.org/officeDocument/2006/relationships/slide" Target="/ppt/slides/slide8.xml" Id="R92cc87ab002140e5" /><Relationship Type="http://schemas.openxmlformats.org/officeDocument/2006/relationships/slide" Target="/ppt/slides/slide9.xml" Id="R1c3df8e91b894f0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3e75943e0de459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100f3415a0a4b88" /><Relationship Type="http://schemas.openxmlformats.org/officeDocument/2006/relationships/notesMaster" Target="/ppt/notesMasters/notesMaster1.xml" Id="R7f9483a429274586" /></Relationships>
</file>

<file path=ppt/notesSlides/_rels/notesSlide2.xml.rels>&#65279;<?xml version="1.0" encoding="utf-8"?><Relationships xmlns="http://schemas.openxmlformats.org/package/2006/relationships"><Relationship Type="http://schemas.openxmlformats.org/officeDocument/2006/relationships/slide" Target="/ppt/slides/slide2.xml" Id="R01592bb23bb841d9" /><Relationship Type="http://schemas.openxmlformats.org/officeDocument/2006/relationships/notesMaster" Target="/ppt/notesMasters/notesMaster1.xml" Id="R20e6ce6abe6c4918" /></Relationships>
</file>

<file path=ppt/notesSlides/_rels/notesSlide3.xml.rels>&#65279;<?xml version="1.0" encoding="utf-8"?><Relationships xmlns="http://schemas.openxmlformats.org/package/2006/relationships"><Relationship Type="http://schemas.openxmlformats.org/officeDocument/2006/relationships/slide" Target="/ppt/slides/slide3.xml" Id="R4fb5e18bc12847ec" /><Relationship Type="http://schemas.openxmlformats.org/officeDocument/2006/relationships/notesMaster" Target="/ppt/notesMasters/notesMaster1.xml" Id="R2e76e0659a344877" /></Relationships>
</file>

<file path=ppt/notesSlides/_rels/notesSlide4.xml.rels>&#65279;<?xml version="1.0" encoding="utf-8"?><Relationships xmlns="http://schemas.openxmlformats.org/package/2006/relationships"><Relationship Type="http://schemas.openxmlformats.org/officeDocument/2006/relationships/slide" Target="/ppt/slides/slide4.xml" Id="R027ba2a1418241d7" /><Relationship Type="http://schemas.openxmlformats.org/officeDocument/2006/relationships/notesMaster" Target="/ppt/notesMasters/notesMaster1.xml" Id="Rcac9e5a28b944515" /></Relationships>
</file>

<file path=ppt/notesSlides/_rels/notesSlide5.xml.rels>&#65279;<?xml version="1.0" encoding="utf-8"?><Relationships xmlns="http://schemas.openxmlformats.org/package/2006/relationships"><Relationship Type="http://schemas.openxmlformats.org/officeDocument/2006/relationships/slide" Target="/ppt/slides/slide5.xml" Id="R20c8858cf46a48e7" /><Relationship Type="http://schemas.openxmlformats.org/officeDocument/2006/relationships/notesMaster" Target="/ppt/notesMasters/notesMaster1.xml" Id="R4cc6d2c1d6f142d2" /></Relationships>
</file>

<file path=ppt/notesSlides/_rels/notesSlide6.xml.rels>&#65279;<?xml version="1.0" encoding="utf-8"?><Relationships xmlns="http://schemas.openxmlformats.org/package/2006/relationships"><Relationship Type="http://schemas.openxmlformats.org/officeDocument/2006/relationships/slide" Target="/ppt/slides/slide6.xml" Id="Rb055d5ef43f34a65" /><Relationship Type="http://schemas.openxmlformats.org/officeDocument/2006/relationships/notesMaster" Target="/ppt/notesMasters/notesMaster1.xml" Id="R8d94ff98fec5404f" /></Relationships>
</file>

<file path=ppt/notesSlides/_rels/notesSlide7.xml.rels>&#65279;<?xml version="1.0" encoding="utf-8"?><Relationships xmlns="http://schemas.openxmlformats.org/package/2006/relationships"><Relationship Type="http://schemas.openxmlformats.org/officeDocument/2006/relationships/slide" Target="/ppt/slides/slide7.xml" Id="R0e9b849a6471488e" /><Relationship Type="http://schemas.openxmlformats.org/officeDocument/2006/relationships/notesMaster" Target="/ppt/notesMasters/notesMaster1.xml" Id="Re8cf7d745672481b" /></Relationships>
</file>

<file path=ppt/notesSlides/_rels/notesSlide8.xml.rels>&#65279;<?xml version="1.0" encoding="utf-8"?><Relationships xmlns="http://schemas.openxmlformats.org/package/2006/relationships"><Relationship Type="http://schemas.openxmlformats.org/officeDocument/2006/relationships/slide" Target="/ppt/slides/slide8.xml" Id="Raa5085ef61ca4dc5" /><Relationship Type="http://schemas.openxmlformats.org/officeDocument/2006/relationships/notesMaster" Target="/ppt/notesMasters/notesMaster1.xml" Id="R49d96bc874a44d4a" /></Relationships>
</file>

<file path=ppt/notesSlides/_rels/notesSlide9.xml.rels>&#65279;<?xml version="1.0" encoding="utf-8"?><Relationships xmlns="http://schemas.openxmlformats.org/package/2006/relationships"><Relationship Type="http://schemas.openxmlformats.org/officeDocument/2006/relationships/slide" Target="/ppt/slides/slide9.xml" Id="R4162f97a79b94f1b" /><Relationship Type="http://schemas.openxmlformats.org/officeDocument/2006/relationships/notesMaster" Target="/ppt/notesMasters/notesMaster1.xml" Id="R4728d3c43e9c42b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(0:00–0:30):** 왼쪽 Repository → 개발자 선택·복사 → AI 관계로 S02를 짧게 회수한다.</a:t>
            </a:r>
          </a:p>
          <a:p xmlns:a="http://schemas.openxmlformats.org/drawingml/2006/main">
            <a:r>
              <a:t>2. **TRANSFER (0:30–1:30):** 오른쪽 개발자 조사 요청 → Agent ↔ Repository로 시선을 옮긴다. 바뀌는 것은 Context를 찾는 주체의 일부이며 목표와 검증 책임을 전부 넘긴다는 뜻이 아니다.</a:t>
            </a:r>
          </a:p>
          <a:p xmlns:a="http://schemas.openxmlformats.org/drawingml/2006/main">
            <a:r>
              <a:t>3. **ACCESS BOUNDARY (1:30–2:15):**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**TRANSFER / TRANSITION (2:15–3:00):** 필요하면 큰 C++ 저장소에서도 모듈·테스트·계약을 찾는 상황을 한 문장으로만 연결한다. Repository 접근이 원하는 Task를 정하지는 않는다는 S08 질문으로 이동한다.</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접근과 Task 의도는 같은가?”라고 물으며 S08에 간다.</a:t>
            </a:r>
          </a:p>
          <a:p xmlns:a="http://schemas.openxmlformats.org/drawingml/2006/main">
            <a:r>
              <a:t/>
            </a:r>
          </a:p>
          <a:p xmlns:a="http://schemas.openxmlformats.org/drawingml/2006/main">
            <a:r>
              <a:t>Time Management: 좌·우 관계의 변화에 집중한다. Trial 상세와 수치를 반복하지 않는다. 기존 관계 재설명과 선택적 C++ 해설을 줄여 접근 범위 확인 45초를 배치한다. C++ 연결은 선택적인 한 문장에 한정하고 Lecture 3분 안에 S08로 이동한다. 실제 시간 적합성은 리허설 전까지 UNVERIFIED다.</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REVIEWED — 사용자 승인 삽화를 전체 제작본에 반영했다. PPT/Notes/PNG 대조와 S72 잘림 재검토 결과는 production/evaluation/FULL_DECK_IMAGE_INTEGRATION.md에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접근과 Task 의도는 별개다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왼쪽 “볼 수 있는 것”과 오른쪽 “정해야 하는 것”을 분리한다.</a:t>
            </a:r>
          </a:p>
          <a:p xmlns:a="http://schemas.openxmlformats.org/drawingml/2006/main">
            <a:r>
              <a:t>2. **EXPLAIN (0:30–1:30):** 파일·구현·테스트가 보여도 원하는 변화, 허용 범위, 완료 판단은 별도로 전달해야 한다는 구분만 설명한다.</a:t>
            </a:r>
          </a:p>
          <a:p xmlns:a="http://schemas.openxmlformats.org/drawingml/2006/main">
            <a:r>
              <a:t>3. **TRANSFER (1:30–2:00):** 가운데 ≠를 짚고 “코드가 보여도 원하는 일은 따로 전달해야 한다”로 정리한다. 이어 이 구분을 각자가 맡기고 싶은 작업에 대입할 질문을 남긴다. ACT 1의 구체적인 요청 구조는 아직 소개하지 않는다.</a:t>
            </a:r>
          </a:p>
          <a:p xmlns:a="http://schemas.openxmlformats.org/drawingml/2006/main">
            <a:r>
              <a:t/>
            </a:r>
          </a:p>
          <a:p xmlns:a="http://schemas.openxmlformats.org/drawingml/2006/main">
            <a:r>
              <a:t>Evidence / Source: BEAT-003 next friction, DEMO-01 callback, TRIAL-001; CLM-0002, CLM-0009. TEACHING_MODEL.</a:t>
            </a:r>
          </a:p>
          <a:p xmlns:a="http://schemas.openxmlformats.org/drawingml/2006/main">
            <a:r>
              <a:t/>
            </a:r>
          </a:p>
          <a:p xmlns:a="http://schemas.openxmlformats.org/drawingml/2006/main">
            <a:r>
              <a:t>Claim Boundary: Mental Model이며 모든 제품·환경의 기능 설명이 아니다. Prompt 구조나 완료 조건의 구체 항목은 ACT 1에서 미리 설명하지 않는다.</a:t>
            </a:r>
          </a:p>
          <a:p xmlns:a="http://schemas.openxmlformats.org/drawingml/2006/main">
            <a:r>
              <a:t/>
            </a:r>
          </a:p>
          <a:p xmlns:a="http://schemas.openxmlformats.org/drawingml/2006/main">
            <a:r>
              <a:t>Beginner Explanation: Agent가 Repository를 읽을 수 있어도 원하는 결과는 개발자가 말해야 한다.</a:t>
            </a:r>
          </a:p>
          <a:p xmlns:a="http://schemas.openxmlformats.org/drawingml/2006/main">
            <a:r>
              <a:t/>
            </a:r>
          </a:p>
          <a:p xmlns:a="http://schemas.openxmlformats.org/drawingml/2006/main">
            <a:r>
              <a:t>Advanced Insight: Context access와 objective/acceptance responsibility는 별도 경계다.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S09의 개인 적용 질문을 연다.</a:t>
            </a:r>
          </a:p>
          <a:p xmlns:a="http://schemas.openxmlformats.org/drawingml/2006/main">
            <a:r>
              <a:t/>
            </a:r>
          </a:p>
          <a:p xmlns:a="http://schemas.openxmlformats.org/drawingml/2006/main">
            <a:r>
              <a:t>Time Management: Access와 Intent 두 축만 설명하고 ACT 1의 구조나 목록은 소개하지 않는다.</a:t>
            </a:r>
          </a:p>
          <a:p xmlns:a="http://schemas.openxmlformats.org/drawingml/2006/main">
            <a:r>
              <a:t/>
            </a:r>
          </a:p>
          <a:p xmlns:a="http://schemas.openxmlformats.org/drawingml/2006/main">
            <a:r>
              <a:t>Fallback: 화면 도식이 보이지 않으면 두 책임의 차이를 말로 한 번 설명하고 S09로 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Repository를 보면 내가 원하는 것까지 알까?</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“내가 지금 맡기고 싶은 일의 원하는 결과까지 코드에 적혀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**DISCUSS / TRANSITION (0:00–3:00):** 화면 상단의 “내 작업에 적용할 질문”을 짚고, 각자가 지금 맡기고 싶은 일 하나를 떠올리게 한다. “지금 이 저장소에 어떤 일을 맡기고 싶은가?”와 “그 원하는 결과까지 코드에 적혀 있는가?”를 차례로 읽는다. S08의 구분을 자기 작업에 대입하며 답이나 다음 단계의 체크리스트를 제시하지 않는다.</a:t>
            </a:r>
          </a:p>
          <a:p xmlns:a="http://schemas.openxmlformats.org/drawingml/2006/main">
            <a:r>
              <a:t>2. **Q&amp;A (3:00–6:00):** 자발적인 질문을 받는다. 질문이 없으면 두 질문을 그대로 남긴 뒤 ACT 1의 모호한 요청으로 이동한다.</a:t>
            </a:r>
          </a:p>
          <a:p xmlns:a="http://schemas.openxmlformats.org/drawingml/2006/main">
            <a:r>
              <a:t/>
            </a:r>
          </a:p>
          <a:p xmlns:a="http://schemas.openxmlformats.org/drawingml/2006/main">
            <a:r>
              <a:t>Evidence / Source: BEAT-003 → BEAT-004, TRANSITIONS.md의 승인된 ACT handoff, DEMO-01 callback, CLM-0002, CLM-0009. TEACHING_MODEL.</a:t>
            </a:r>
          </a:p>
          <a:p xmlns:a="http://schemas.openxmlformats.org/drawingml/2006/main">
            <a:r>
              <a:t/>
            </a:r>
          </a:p>
          <a:p xmlns:a="http://schemas.openxmlformats.org/drawingml/2006/main">
            <a:r>
              <a:t>Claim Boundary: 이 장은 다음 문제를 여는 Teaching Model이다. ACT 1의 다섯 Task Specification 책임이나 구체적 해답을 공개하지 않는다.</a:t>
            </a:r>
          </a:p>
          <a:p xmlns:a="http://schemas.openxmlformats.org/drawingml/2006/main">
            <a:r>
              <a:t/>
            </a:r>
          </a:p>
          <a:p xmlns:a="http://schemas.openxmlformats.org/drawingml/2006/main">
            <a:r>
              <a:t>Beginner Explanation: Repository 접근이 생긴 뒤에도 원하는 결과를 설명할 문제는 남아 있다.</a:t>
            </a:r>
          </a:p>
          <a:p xmlns:a="http://schemas.openxmlformats.org/drawingml/2006/main">
            <a:r>
              <a:t/>
            </a:r>
          </a:p>
          <a:p xmlns:a="http://schemas.openxmlformats.org/drawingml/2006/main">
            <a:r>
              <a:t>Advanced Insight: 관찰 가능한 Context와 개발자가 정해야 할 의도를 구분하며 다음 Story 단계로 이동한다.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신규 Demo 또는 제품 기능 설명은 없다.</a:t>
            </a:r>
          </a:p>
          <a:p xmlns:a="http://schemas.openxmlformats.org/drawingml/2006/main">
            <a:r>
              <a:t/>
            </a:r>
          </a:p>
          <a:p xmlns:a="http://schemas.openxmlformats.org/drawingml/2006/main">
            <a:r>
              <a:t>Audience Interaction: Q&amp;A 3분은 선택적 질문 시간이다. 답변이나 공유를 강제하지 않는다. 침묵은 정상적인 결과로 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Slide Map의 순서를 유지해 Transition 3분 뒤 Q&amp;A 3분을 둔다. Q&amp;A를 늘려 ACT 전체 시간을 옮기지 않는다.</a:t>
            </a:r>
          </a:p>
          <a:p xmlns:a="http://schemas.openxmlformats.org/drawingml/2006/main">
            <a:r>
              <a:t/>
            </a:r>
          </a:p>
          <a:p xmlns:a="http://schemas.openxmlformats.org/drawingml/2006/main">
            <a:r>
              <a:t>Fallback: 질문이 없으면 Opening Question을 그대로 남기고 종료 cue로 ACT 1에 넘긴다. 강사가 질문에 답을 보태지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1e4946db769468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74b3c4767ea461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ad942d40002487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ce01bddb44a4b0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b38f2393b8d451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66d5c51a92e4c5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933EAC9-7281-410C-AAEB-94FD6C42CF5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26FC804-3545-431E-AAAD-D7068D63E06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93D1C9B-49EB-4004-9675-7F6C4FFF3B9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EBBEF1F-1209-49D3-B126-C59FCEE97C5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ABBDC9B-D9B6-42F2-87B1-354492DB83D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E82BA32-AAF6-466A-8C48-26B83A54203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A18D02C-3349-4085-A406-AE519CC939B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7E5ACB9-1C58-4A83-8F05-28D8999632E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5A85298-1B5A-4D92-8055-9D6C07EE52D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EDD1C8F-7393-480F-9B42-FAD619D3FB7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f80279159984bb4" /><Relationship Type="http://schemas.openxmlformats.org/officeDocument/2006/relationships/slideLayout" Target="/ppt/slideLayouts/slideLayout1.xml" Id="R554fcec3636e45fb" /><Relationship Type="http://schemas.openxmlformats.org/officeDocument/2006/relationships/slideLayout" Target="/ppt/slideLayouts/slideLayout2.xml" Id="R941cf3754f9640ec" /><Relationship Type="http://schemas.openxmlformats.org/officeDocument/2006/relationships/slideLayout" Target="/ppt/slideLayouts/slideLayout3.xml" Id="R6e62641127b74b41" /><Relationship Type="http://schemas.openxmlformats.org/officeDocument/2006/relationships/slideLayout" Target="/ppt/slideLayouts/slideLayout4.xml" Id="R986633b992984469" /><Relationship Type="http://schemas.openxmlformats.org/officeDocument/2006/relationships/slideLayout" Target="/ppt/slideLayouts/slideLayout5.xml" Id="R36081cab6cef496b" /><Relationship Type="http://schemas.openxmlformats.org/officeDocument/2006/relationships/slideLayout" Target="/ppt/slideLayouts/slideLayout6.xml" Id="Rb396b8aa277a46b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54fcec3636e45fb"/>
    <p:sldLayoutId xmlns:r="http://schemas.openxmlformats.org/officeDocument/2006/relationships" id="2147483650" r:id="R941cf3754f9640ec"/>
    <p:sldLayoutId xmlns:r="http://schemas.openxmlformats.org/officeDocument/2006/relationships" id="2147483651" r:id="R6e62641127b74b41"/>
    <p:sldLayoutId xmlns:r="http://schemas.openxmlformats.org/officeDocument/2006/relationships" id="2147483652" r:id="R986633b992984469"/>
    <p:sldLayoutId xmlns:r="http://schemas.openxmlformats.org/officeDocument/2006/relationships" id="2147483653" r:id="R36081cab6cef496b"/>
    <p:sldLayoutId xmlns:r="http://schemas.openxmlformats.org/officeDocument/2006/relationships" id="2147483654" r:id="Rb396b8aa277a46b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86ded4e65074b22" /><Relationship Type="http://schemas.openxmlformats.org/officeDocument/2006/relationships/image" Target="/ppt/media/image.png" Id="R37e4031e3d134e67" /><Relationship Type="http://schemas.openxmlformats.org/officeDocument/2006/relationships/notesSlide" Target="/ppt/notesSlides/notesSlide1.xml" Id="Ra2104456319b4ba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857843b160c4af4" /><Relationship Type="http://schemas.openxmlformats.org/officeDocument/2006/relationships/notesSlide" Target="/ppt/notesSlides/notesSlide2.xml" Id="R7bb46ad4b8084f9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399bde034654c68" /><Relationship Type="http://schemas.openxmlformats.org/officeDocument/2006/relationships/notesSlide" Target="/ppt/notesSlides/notesSlide3.xml" Id="R6ea1cc369c264c7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0a04859a57e4568" /><Relationship Type="http://schemas.openxmlformats.org/officeDocument/2006/relationships/image" Target="/ppt/media/image2.png" Id="Rde476a5b2b284edf" /><Relationship Type="http://schemas.openxmlformats.org/officeDocument/2006/relationships/notesSlide" Target="/ppt/notesSlides/notesSlide4.xml" Id="Rd7b89777fa184d8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3539549be25451a" /><Relationship Type="http://schemas.openxmlformats.org/officeDocument/2006/relationships/notesSlide" Target="/ppt/notesSlides/notesSlide5.xml" Id="R7683df5f47d64ef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e4aa44164a64e8d" /><Relationship Type="http://schemas.openxmlformats.org/officeDocument/2006/relationships/notesSlide" Target="/ppt/notesSlides/notesSlide6.xml" Id="R1d4a2055e9bb4f3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64449864a974833" /><Relationship Type="http://schemas.openxmlformats.org/officeDocument/2006/relationships/image" Target="/ppt/media/image3.png" Id="Rc19865849f194c14" /><Relationship Type="http://schemas.openxmlformats.org/officeDocument/2006/relationships/notesSlide" Target="/ppt/notesSlides/notesSlide7.xml" Id="R60810488b7aa459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ba3817097024906" /><Relationship Type="http://schemas.openxmlformats.org/officeDocument/2006/relationships/notesSlide" Target="/ppt/notesSlides/notesSlide8.xml" Id="R7913577413c14a4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8ef3117da6b436b" /><Relationship Type="http://schemas.openxmlformats.org/officeDocument/2006/relationships/notesSlide" Target="/ppt/notesSlides/notesSlide9.xml" Id="Rafb144b544644feb"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3984D748-1F93-45C4-9F38-15B60BFCD8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6EF38F9F-D99F-4B46-B5F5-752C989269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81AD7F3B-9088-49F4-8AB9-2C5A974625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9956F10A-C733-417B-8E94-97B13CCF13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E713A9DF-C607-4CCC-A691-A8905EDE24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FC4B5237-3494-4633-959F-764391CE60E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B6DC5323-7235-4B39-9AC9-E158277FF060}"/>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1D708921-5F67-4872-9C06-88DCFFAEC8B7}"/>
              </a:ext>
            </a:extLst>
          </p:cNvPr>
          <p:cNvPicPr>
            <a:picLocks xmlns:a="http://schemas.openxmlformats.org/drawingml/2006/main" noChangeAspect="1"/>
          </p:cNvPicPr>
          <p:nvPr/>
        </p:nvPicPr>
        <p:blipFill>
          <a:blip xmlns:r="http://schemas.openxmlformats.org/officeDocument/2006/relationships" xmlns:a="http://schemas.openxmlformats.org/drawingml/2006/main" r:embed="R37e4031e3d134e67"/>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392369A7-75C7-4BB8-883C-66C47A2D4574}"/>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91293FC5-27CC-4BF4-B9D2-04F44C513726}"/>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E96FA58C-7E6A-44D7-B970-7154FD0230EF}"/>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8BEBB1D1-4CC2-4EDA-B1FA-B0428CB1E8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54391211"/>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49948178-BEE7-4727-BAF2-86140EFCC7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820ADE24-AF41-4329-9AEC-54CF179266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1D190064-5EAD-4CC1-9C68-775BD3E399D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FC1C1E94-F921-41BA-8F67-F061461467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38D65CED-B786-4301-8FB8-A4254EBF501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E93BC56A-FFAF-4726-8260-BE392DFAAE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7EAF42E4-3FE5-4D92-AF00-7EC2A902359E}"/>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86EAA020-D152-4D87-9939-C452EBA4A1FB}"/>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B979B36D-DAA8-4CD7-AF62-E27DC46819EB}"/>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0A200057-7FA7-4631-AF9F-0757FACF7DE0}"/>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B01B226-3299-4078-9065-CB1C09806366}"/>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81AA9D1C-E27A-44B7-BBDA-FF379D9CD71A}"/>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3C83AE81-4D90-4ADE-8290-F5FC9BE5246C}"/>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DDD728F1-FC03-4105-8A11-A17A1355B869}"/>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1D40629D-3C5D-418F-B626-74FC97BC541C}"/>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44885AC3-CA44-461D-B14E-F4D69E0E84E0}"/>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B33A6611-002F-4E1E-96EF-87718E4062D1}"/>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456D4E38-0840-47D0-95B1-7EFC8DD5CD60}"/>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48368637-C413-488A-8E5C-55C8FCC967AB}"/>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960E5209-80D3-44D2-9557-17A7C5166A88}"/>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49CD70B-FF85-4932-925E-AA2DA239B8AF}"/>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113CB842-E268-4B4B-9916-D29B5616B006}"/>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6DBACCDF-39A7-4E58-A5BB-A3CD92D72B4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6506E9A5-24F0-457A-8B45-52D804A6E9EA}"/>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CC35DF09-C92B-4E60-A8EF-E0CD9844367A}"/>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AE04542C-A7F4-4DC8-935D-6336840260F6}"/>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E85E83B4-6408-48D9-BC32-0271D06A4B69}"/>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2E43F827-D693-416C-AFFF-A70598D8DA6D}"/>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6DBD3352-0443-4208-A301-3A7CA915F966}"/>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B08B0B3D-C8FC-4183-88E0-46EBBD20B816}"/>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31FB3AA8-216C-4209-A24B-008E77EFD01A}"/>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02087D4B-26CF-44AE-A6C5-247139558EBB}"/>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0F9914DB-EC82-4E10-9370-9E67F2B44212}"/>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A56B7C8D-E3FB-4BC4-BCC3-C46204D9C167}"/>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AE1DFF6B-0EF2-4757-93A1-86515CE58CEE}"/>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A1BB1F1C-1FDB-48EA-9353-C884090EE74C}"/>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57FAFDC1-5B4C-448E-B689-7B9D5A51ADF3}"/>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61080872-55DD-4B51-A77D-4882CFAD5D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1369187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9DE228F8-A269-4E28-B70B-3CDD891D5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2FB59E02-F790-4CB8-8102-F187C0283F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6FB21F9A-83DA-488A-9249-69D6C75AC7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B4893C9C-3BA9-4E4C-A2F0-C8EED7546B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5576832C-F256-44B3-A54A-C6784912F5A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95515E08-F67E-4103-B391-1B37B2BDB7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8C130E9D-3021-4204-8E83-98F99BD60EC7}"/>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4E836679-BA7B-4F21-94CD-3771A05CEC7A}"/>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490F2575-CC81-4B8F-8C73-A0DB13FF0B7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29CA23CA-1434-4437-91A9-787987F6EA28}"/>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7948EEAB-C701-4D34-8E8F-9B4C5BE1B2F5}"/>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E1B81865-7A6A-4E61-971B-870B5E5487FB}"/>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1E7AD3CB-6128-4F4F-8439-47324D0A3A91}"/>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492874C6-7396-4368-B934-A54D03475E7A}"/>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D09AD326-1D4E-498C-A6CA-0F0691080540}"/>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0644506D-2EF3-462E-A4E3-94DF9E75AFB5}"/>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D2C12CF7-C819-4EE0-8165-4EEAECCB385F}"/>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2B353DD4-0C4C-48EE-B614-E362AB4E040D}"/>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532CEE7-3AC7-486F-BA57-2B982EB5E5C1}"/>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56674A25-46A8-4DDA-A81A-3678D03EBE50}"/>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DDD3FC55-86E5-4D16-A989-2A8E713CB67F}"/>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9E7B134B-A1A1-4AC1-8585-4D25FC38ECC7}"/>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2744C2A9-8BD1-4483-8FAC-5F743E120152}"/>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A7BA375D-4EE1-48E4-8C50-35EF64AF17A6}"/>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90FD975C-3D2D-4D50-A6E7-6E7FB7784A8E}"/>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135A08E5-76EB-44CB-B754-8C405767144D}"/>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C829DA70-7A61-468B-9B92-433F8C6102F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E0842B9C-8BA1-4A25-9E75-955F99E3A092}"/>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86A5E6B2-86E2-4133-A7A5-7C190A35EF4A}"/>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C384F134-82FE-4638-BF93-AF8ADDAE4256}"/>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696294A2-0909-4CBD-80ED-37D65C28BB93}"/>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90367078-4765-4E73-8C65-B65103F0FA16}"/>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A6371EF9-C307-4DD7-B1DA-4BE88A3FCB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81775076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0B66086F-6A8E-477F-820E-BDA6E989E3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8E7271B8-D55E-43EF-90C0-5F004B8A07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21906681-A17D-4342-A935-C9D24EC29D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D19B1330-1F3F-41EC-BED6-19A5B1AABB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21786DBF-6065-432B-A1A0-34CABB2D9E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ADAEBC53-A5D0-4A82-BB58-D289BD6C4D3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06A699CF-BB4E-421F-889F-84B6646F245A}"/>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F5CFAD83-65D1-48F9-AC36-89DD8C5E768E}"/>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0E77DEB9-0625-449A-8247-867DE8A7D403}"/>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60B1A413-CDA1-4634-8BDC-54920C497E26}"/>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A99FBB29-48A5-4B40-80E5-26ED0687010A}"/>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BCB1CA44-A79D-4952-91C3-946184B578D8}"/>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77813C39-740E-4845-96E9-C508582359BC}"/>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79CC94B-FC09-4658-B840-40BA93599E2B}"/>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1692CDFB-13D7-454B-89E5-7F8C38824449}"/>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D6DBF60-3116-4432-8F0B-E01C7B2DA3E0}"/>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C7BFB5FF-721F-4FB8-B606-9481F21C42D4}"/>
              </a:ext>
            </a:extLst>
          </p:cNvPr>
          <p:cNvPicPr>
            <a:picLocks xmlns:a="http://schemas.openxmlformats.org/drawingml/2006/main" noChangeAspect="1"/>
          </p:cNvPicPr>
          <p:nvPr/>
        </p:nvPicPr>
        <p:blipFill>
          <a:blip xmlns:r="http://schemas.openxmlformats.org/officeDocument/2006/relationships" xmlns:a="http://schemas.openxmlformats.org/drawingml/2006/main" r:embed="Rde476a5b2b284edf"/>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52D0E5A3-BC69-42F4-8F82-2530C3FFE7AA}"/>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7526C435-279A-4166-98F0-7F1E0B9E2B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05278549"/>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DC2BD79B-D9F3-4738-A38A-B03D400F8F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C19B4F78-4695-4D46-840A-C19A8B067E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59FAEAD4-D870-4247-B0A6-BE3106616A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306217B2-99E4-4C12-A8FC-1658D236DE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79DE35BE-295C-4EE8-9E28-1545BEE482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35E0A995-0106-4127-8F14-56C888EE13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E2D4030B-61C1-4FB8-91FA-D4AA32E30BCE}"/>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498981F4-6971-49D3-ACBE-6835F8FD247B}"/>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B63E3A7C-57C9-4843-859C-64AE8AE042BC}"/>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538C526A-D4A3-4C04-BABE-28263E82BD64}"/>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E782B33B-AF4C-4A12-8B58-700284B63761}"/>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3DD12F3D-142B-49D9-9484-126F218CD6CF}"/>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B24B656B-C929-409B-A04B-3BBB68C1F0FC}"/>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2E71482E-6EB2-4D57-8F7F-9DD47D1D1444}"/>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41778DFB-274B-45A9-BA2B-CF14509CD3F1}"/>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178EE6E5-272E-46F5-A060-57B55F16D7F5}"/>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C5F82D9E-3280-4ACD-A965-013A1419BE35}"/>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5C857C82-7B0C-4328-A945-3C8A8DAB0104}"/>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ADEBB662-A364-469E-AECD-0DD8AB7B43C0}"/>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C5F9DAEF-C969-4C18-B38C-AB8ACF9840FD}"/>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1E18949E-AD12-4FE1-8484-E7BB1295F7F9}"/>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26D8099E-5E90-4654-8C8C-FFD41B8128FD}"/>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3443AA58-37E2-4BDC-A872-71F5C46EB833}"/>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2C2C4B3C-2C22-4BAD-852D-00BB73C625AF}"/>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4EB5F597-62C6-48F6-8AED-DB075F1820DD}"/>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AC620F3F-1B1D-45BA-9880-C871E874BBCC}"/>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4AC235C5-7E3B-4D2A-9A3D-9E9400D5CDA6}"/>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2CCDEB61-7809-4971-9574-7D3805608225}"/>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F99720E5-0C9A-49F4-8294-CA423E65FEFE}"/>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311A3FC0-841D-4E8F-9089-2AF50A4742A2}"/>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8539A937-C5D8-43D6-B9E7-B71C49E84767}"/>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1DC7DC13-504F-4D2D-9F61-8597494C864C}"/>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866E578A-C212-4D2F-999C-ED66E546E76F}"/>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198BE7B3-0497-42A1-A0FD-972CD3DE8142}"/>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93E476CC-AF3B-418D-893A-A3145CB7DBD1}"/>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A531379E-0EF8-460A-B8CF-2DE3986206EC}"/>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E58C50D0-C930-42DA-8988-4AFCB155FFBB}"/>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2FBDC8C5-AF33-461E-80A7-7C323DDEF9BB}"/>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44FBF53B-E50F-4FE9-85E0-53CCB80D2B82}"/>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EA51D77A-B59E-4F97-A1DB-4D55515D8C6B}"/>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8C4BBD1B-5662-4408-B29C-15B1727B426B}"/>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671ECE44-AD9E-4C0C-8F42-0D47A300A72F}"/>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A3160976-531B-487E-8338-CA038AA5DD30}"/>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2AAC435E-7E47-4FE0-AF8D-BFA47598FC0C}"/>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DA0EF555-8486-4C65-944F-4344EA0EFC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40626971"/>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69866F0E-E51E-44E9-9A37-3BCEAF6D441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90DF5958-A4C1-441C-9EC6-7384845EFB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8611F30E-3F1D-4FAC-A56F-19CE90A14B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EC791289-02AC-4D8E-B161-BE506FBB4C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F4118E60-08BA-4532-98C5-AE1FDF7F963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18EB809A-A64E-421C-941C-EE4095C10C6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B456C658-A256-4CFB-B16B-B61654CB0B69}"/>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48D3655A-6360-45DA-ACFE-ACF988089D75}"/>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27E87465-2317-4C2F-93F9-6514F7D3CCB0}"/>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E5144E92-2596-46AA-80EA-723270D3979E}"/>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08C281FB-B487-4EFA-B819-329375CE52F8}"/>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044031DD-0B92-4B82-9378-DC2F1CC71707}"/>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DB6CB935-ADD0-4589-8F9F-FFB06C081B26}"/>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2DEB23CB-4AD8-4156-AD91-4976DC322B20}"/>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8019BB75-1D77-4F03-AA60-3588F4AFB847}"/>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4A6EBC87-D419-4E84-A972-B3E6165CD41A}"/>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ED595DAD-4C78-4056-8C37-7CFB17A6E341}"/>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685733C9-BF63-4DB1-894B-3023F8347859}"/>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2602E0F7-D64B-4AB0-9E44-CB1D7E0C1A29}"/>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7046A6A4-956B-4B47-9C6D-94012D1438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2957514"/>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EBB3C862-C000-4B27-AA3B-0727A413E9A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325AD7CD-10DC-4F9C-A110-3D5370A5F30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4EB894B6-BD05-4372-80B9-304CDB6CB86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EFB72C0B-6DE3-44E2-BAC1-EF94BD4E96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28C3C916-7FD5-4933-9878-32499274FB4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A1A6629A-8975-4349-A92E-856D60EA3F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A3165199-A1FF-4F33-A0C7-2519033309BD}"/>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A31784CB-3480-41DF-B87F-C21C157DDE43}"/>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01A52E1F-1786-4035-9E09-3154B0B35F69}"/>
              </a:ext>
            </a:extLst>
          </p:cNvPr>
          <p:cNvPicPr>
            <a:picLocks xmlns:a="http://schemas.openxmlformats.org/drawingml/2006/main" noChangeAspect="1"/>
          </p:cNvPicPr>
          <p:nvPr/>
        </p:nvPicPr>
        <p:blipFill>
          <a:blip xmlns:r="http://schemas.openxmlformats.org/officeDocument/2006/relationships" xmlns:a="http://schemas.openxmlformats.org/drawingml/2006/main" r:embed="Rc19865849f194c14"/>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400EC119-B907-4A0F-9658-B4731707986C}"/>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5130CE85-C226-4A85-8DC0-DBD369291034}"/>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7296F1C6-9B3D-4031-A3E6-F30DFE88A468}"/>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A699030A-C561-44C6-9DC8-40F2392884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51196116"/>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0 · 접근할 정보와 정할 목표">
            <a:extLst xmlns:a="http://schemas.openxmlformats.org/drawingml/2006/main">
              <a:ext uri="{FF2B5EF4-FFF2-40B4-BE49-F238E27FC236}">
                <a16:creationId xmlns:a16="http://schemas.microsoft.com/office/drawing/2014/main" id="{CE5BA19A-C8BF-48A7-958A-78D26ECCB99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접근할 정보와 정할 목표</a:t>
            </a:r>
          </a:p>
        </p:txBody>
      </p:sp>
      <p:sp>
        <p:nvSpPr>
          <p:cNvPr id="2" name="S08">
            <a:extLst xmlns:a="http://schemas.openxmlformats.org/drawingml/2006/main">
              <a:ext uri="{FF2B5EF4-FFF2-40B4-BE49-F238E27FC236}">
                <a16:creationId xmlns:a16="http://schemas.microsoft.com/office/drawing/2014/main" id="{881FFD40-AECD-43A9-81FC-E054A836A9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접근과 Task 의도는 별개다">
            <a:extLst xmlns:a="http://schemas.openxmlformats.org/drawingml/2006/main">
              <a:ext uri="{FF2B5EF4-FFF2-40B4-BE49-F238E27FC236}">
                <a16:creationId xmlns:a16="http://schemas.microsoft.com/office/drawing/2014/main" id="{EE696860-93E2-4E4C-91EF-B118F7E108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049486E2-C30B-4D13-A5A6-E6B560344A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Repository 접근과 작업 의도의 관계">
            <a:extLst xmlns:a="http://schemas.openxmlformats.org/drawingml/2006/main">
              <a:ext uri="{FF2B5EF4-FFF2-40B4-BE49-F238E27FC236}">
                <a16:creationId xmlns:a16="http://schemas.microsoft.com/office/drawing/2014/main" id="{8285B098-8E87-4468-BED4-A5C83F23C2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Repository 접근과 작업 의도의 관계</a:t>
            </a:r>
          </a:p>
        </p:txBody>
      </p:sp>
      <p:sp>
        <p:nvSpPr>
          <p:cNvPr id="6" name="모든 제품이나 환경의 기능을 설명하는 공식 분류가 아닙니다.">
            <a:extLst xmlns:a="http://schemas.openxmlformats.org/drawingml/2006/main">
              <a:ext uri="{FF2B5EF4-FFF2-40B4-BE49-F238E27FC236}">
                <a16:creationId xmlns:a16="http://schemas.microsoft.com/office/drawing/2014/main" id="{1B573DAE-E591-429E-BE41-900A819D9A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제품이나 환경의 기능을 설명하는 공식 분류가 아닙니다.</a:t>
            </a:r>
          </a:p>
        </p:txBody>
      </p:sp>
      <p:sp>
        <p:nvSpPr>
          <p:cNvPr id="7" name="볼 수 있는 것">
            <a:extLst xmlns:a="http://schemas.openxmlformats.org/drawingml/2006/main">
              <a:ext uri="{FF2B5EF4-FFF2-40B4-BE49-F238E27FC236}">
                <a16:creationId xmlns:a16="http://schemas.microsoft.com/office/drawing/2014/main" id="{FE017089-05A6-40AC-A2C3-DE3DB594D22B}"/>
              </a:ext>
            </a:extLst>
          </p:cNvPr>
          <p:cNvSpPr>
            <a:spLocks xmlns:a="http://schemas.openxmlformats.org/drawingml/2006/main" noGrp="1"/>
          </p:cNvSpPr>
          <p:nvPr/>
        </p:nvSpPr>
        <p:spPr>
          <a:xfrm xmlns:a="http://schemas.openxmlformats.org/drawingml/2006/main">
            <a:off x="609600" y="2352675"/>
            <a:ext cx="4838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79FC7A0B-8F42-4A18-9EB5-45AD1AE4A328}"/>
              </a:ext>
            </a:extLst>
          </p:cNvPr>
          <p:cNvSpPr>
            <a:spLocks xmlns:a="http://schemas.openxmlformats.org/drawingml/2006/main" noGrp="1"/>
          </p:cNvSpPr>
          <p:nvPr/>
        </p:nvSpPr>
        <p:spPr>
          <a:xfrm xmlns:a="http://schemas.openxmlformats.org/drawingml/2006/main">
            <a:off x="7181850" y="2352675"/>
            <a:ext cx="440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sp>
        <p:nvSpPr>
          <p:cNvPr id="9" name="">
            <a:extLst xmlns:a="http://schemas.openxmlformats.org/drawingml/2006/main">
              <a:ext uri="{FF2B5EF4-FFF2-40B4-BE49-F238E27FC236}">
                <a16:creationId xmlns:a16="http://schemas.microsoft.com/office/drawing/2014/main" id="{B0643450-1908-4D46-B432-035DA02BF711}"/>
              </a:ext>
            </a:extLst>
          </p:cNvPr>
          <p:cNvSpPr>
            <a:spLocks xmlns:a="http://schemas.openxmlformats.org/drawingml/2006/main" noGrp="1"/>
          </p:cNvSpPr>
          <p:nvPr/>
        </p:nvSpPr>
        <p:spPr>
          <a:xfrm xmlns:a="http://schemas.openxmlformats.org/drawingml/2006/main">
            <a:off x="609600" y="2981325"/>
            <a:ext cx="48387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D279EC18-2111-4A83-AADE-F0A4CB6CC7CF}"/>
              </a:ext>
            </a:extLst>
          </p:cNvPr>
          <p:cNvSpPr>
            <a:spLocks xmlns:a="http://schemas.openxmlformats.org/drawingml/2006/main" noGrp="1"/>
          </p:cNvSpPr>
          <p:nvPr/>
        </p:nvSpPr>
        <p:spPr>
          <a:xfrm xmlns:a="http://schemas.openxmlformats.org/drawingml/2006/main">
            <a:off x="7181850" y="2981325"/>
            <a:ext cx="4400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파일&#10;구현&#10;테스트">
            <a:extLst xmlns:a="http://schemas.openxmlformats.org/drawingml/2006/main">
              <a:ext uri="{FF2B5EF4-FFF2-40B4-BE49-F238E27FC236}">
                <a16:creationId xmlns:a16="http://schemas.microsoft.com/office/drawing/2014/main" id="{DA10C8B2-C404-4821-9A74-FFFF4ED9D697}"/>
              </a:ext>
            </a:extLst>
          </p:cNvPr>
          <p:cNvSpPr>
            <a:spLocks xmlns:a="http://schemas.openxmlformats.org/drawingml/2006/main" noGrp="1"/>
          </p:cNvSpPr>
          <p:nvPr/>
        </p:nvSpPr>
        <p:spPr>
          <a:xfrm xmlns:a="http://schemas.openxmlformats.org/drawingml/2006/main">
            <a:off x="609600" y="3295650"/>
            <a:ext cx="48387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파일</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구현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테스트</a:t>
            </a:r>
          </a:p>
        </p:txBody>
      </p:sp>
      <p:sp>
        <p:nvSpPr>
          <p:cNvPr id="12" name="원하는 변화&#10;허용할 범위&#10;완료 판단">
            <a:extLst xmlns:a="http://schemas.openxmlformats.org/drawingml/2006/main">
              <a:ext uri="{FF2B5EF4-FFF2-40B4-BE49-F238E27FC236}">
                <a16:creationId xmlns:a16="http://schemas.microsoft.com/office/drawing/2014/main" id="{9F9CD4A6-4859-4981-B0EF-986979741556}"/>
              </a:ext>
            </a:extLst>
          </p:cNvPr>
          <p:cNvSpPr>
            <a:spLocks xmlns:a="http://schemas.openxmlformats.org/drawingml/2006/main" noGrp="1"/>
          </p:cNvSpPr>
          <p:nvPr/>
        </p:nvSpPr>
        <p:spPr>
          <a:xfrm xmlns:a="http://schemas.openxmlformats.org/drawingml/2006/main">
            <a:off x="7181850" y="3295650"/>
            <a:ext cx="44005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원하는 변화</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허용할 범위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완료 판단</a:t>
            </a:r>
          </a:p>
        </p:txBody>
      </p:sp>
      <p:sp>
        <p:nvSpPr>
          <p:cNvPr id="13" name="≠">
            <a:extLst xmlns:a="http://schemas.openxmlformats.org/drawingml/2006/main">
              <a:ext uri="{FF2B5EF4-FFF2-40B4-BE49-F238E27FC236}">
                <a16:creationId xmlns:a16="http://schemas.microsoft.com/office/drawing/2014/main" id="{7C4AD710-23D2-4986-A20D-8AFFF8BA6114}"/>
              </a:ext>
            </a:extLst>
          </p:cNvPr>
          <p:cNvSpPr>
            <a:spLocks xmlns:a="http://schemas.openxmlformats.org/drawingml/2006/main" noGrp="1"/>
          </p:cNvSpPr>
          <p:nvPr/>
        </p:nvSpPr>
        <p:spPr>
          <a:xfrm xmlns:a="http://schemas.openxmlformats.org/drawingml/2006/main">
            <a:off x="5810250" y="3514725"/>
            <a:ext cx="9715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0B6172"/>
                </a:solidFill>
                <a:latin typeface="Malgun Gothic"/>
                <a:ea typeface="Malgun Gothic"/>
                <a:cs typeface="Malgun Gothic"/>
              </a:defRPr>
            </a:defPPr>
            <a:lvl1pPr algn="l">
              <a:defRPr sz="4800" b="1">
                <a:solidFill>
                  <a:srgbClr val="0B6172"/>
                </a:solidFill>
                <a:latin typeface="Malgun Gothic"/>
                <a:ea typeface="Malgun Gothic"/>
                <a:cs typeface="Malgun Gothic"/>
              </a:defRPr>
            </a:lvl1pPr>
            <a:lvl2pPr algn="l">
              <a:defRPr sz="4800" b="1">
                <a:solidFill>
                  <a:srgbClr val="0B6172"/>
                </a:solidFill>
                <a:latin typeface="Malgun Gothic"/>
                <a:ea typeface="Malgun Gothic"/>
                <a:cs typeface="Malgun Gothic"/>
              </a:defRPr>
            </a:lvl2pPr>
            <a:lvl3pPr algn="l">
              <a:defRPr sz="4800" b="1">
                <a:solidFill>
                  <a:srgbClr val="0B6172"/>
                </a:solidFill>
                <a:latin typeface="Malgun Gothic"/>
                <a:ea typeface="Malgun Gothic"/>
                <a:cs typeface="Malgun Gothic"/>
              </a:defRPr>
            </a:lvl3pPr>
            <a:lvl4pPr algn="l">
              <a:defRPr sz="4800" b="1">
                <a:solidFill>
                  <a:srgbClr val="0B6172"/>
                </a:solidFill>
                <a:latin typeface="Malgun Gothic"/>
                <a:ea typeface="Malgun Gothic"/>
                <a:cs typeface="Malgun Gothic"/>
              </a:defRPr>
            </a:lvl4pPr>
            <a:lvl5pPr algn="l">
              <a:defRPr sz="4800" b="1">
                <a:solidFill>
                  <a:srgbClr val="0B6172"/>
                </a:solidFill>
                <a:latin typeface="Malgun Gothic"/>
                <a:ea typeface="Malgun Gothic"/>
                <a:cs typeface="Malgun Gothic"/>
              </a:defRPr>
            </a:lvl5pPr>
            <a:lvl6pPr algn="l">
              <a:defRPr sz="4800" b="1">
                <a:solidFill>
                  <a:srgbClr val="0B6172"/>
                </a:solidFill>
                <a:latin typeface="Malgun Gothic"/>
                <a:ea typeface="Malgun Gothic"/>
                <a:cs typeface="Malgun Gothic"/>
              </a:defRPr>
            </a:lvl6pPr>
            <a:lvl7pPr algn="l">
              <a:defRPr sz="4800" b="1">
                <a:solidFill>
                  <a:srgbClr val="0B6172"/>
                </a:solidFill>
                <a:latin typeface="Malgun Gothic"/>
                <a:ea typeface="Malgun Gothic"/>
                <a:cs typeface="Malgun Gothic"/>
              </a:defRPr>
            </a:lvl7pPr>
            <a:lvl8pPr algn="l">
              <a:defRPr sz="4800" b="1">
                <a:solidFill>
                  <a:srgbClr val="0B6172"/>
                </a:solidFill>
                <a:latin typeface="Malgun Gothic"/>
                <a:ea typeface="Malgun Gothic"/>
                <a:cs typeface="Malgun Gothic"/>
              </a:defRPr>
            </a:lvl8pPr>
            <a:lvl9pPr algn="l">
              <a:defRPr sz="4800" b="1">
                <a:solidFill>
                  <a:srgbClr val="0B6172"/>
                </a:solidFill>
                <a:latin typeface="Malgun Gothic"/>
                <a:ea typeface="Malgun Gothic"/>
                <a:cs typeface="Malgun Gothic"/>
              </a:defRPr>
            </a:lvl9pPr>
          </a:lstStyle>
          <a:p xmlns:a="http://schemas.openxmlformats.org/drawingml/2006/main">
            <a:pPr algn="l">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14" name="코드가 보여도, 원하는 일은 따로 전달해야 한다.">
            <a:extLst xmlns:a="http://schemas.openxmlformats.org/drawingml/2006/main">
              <a:ext uri="{FF2B5EF4-FFF2-40B4-BE49-F238E27FC236}">
                <a16:creationId xmlns:a16="http://schemas.microsoft.com/office/drawing/2014/main" id="{99C3F7C8-59BA-4B1A-B983-9087E69A0B3D}"/>
              </a:ext>
            </a:extLst>
          </p:cNvPr>
          <p:cNvSpPr>
            <a:spLocks xmlns:a="http://schemas.openxmlformats.org/drawingml/2006/main" noGrp="1"/>
          </p:cNvSpPr>
          <p:nvPr/>
        </p:nvSpPr>
        <p:spPr>
          <a:xfrm xmlns:a="http://schemas.openxmlformats.org/drawingml/2006/main">
            <a:off x="609600" y="5248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코드가 보여도, 원하는 일은 따로 전달해야 한다.</a:t>
            </a:r>
          </a:p>
        </p:txBody>
      </p:sp>
      <p:sp>
        <p:nvSpPr>
          <p:cNvPr id="15" name="Legacy module connection">
            <a:extLst xmlns:a="http://schemas.openxmlformats.org/drawingml/2006/main">
              <a:ext uri="{FF2B5EF4-FFF2-40B4-BE49-F238E27FC236}">
                <a16:creationId xmlns:a16="http://schemas.microsoft.com/office/drawing/2014/main" id="{09A0233C-03F2-4E85-8F9B-58D10AB3DA3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208669752"/>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0 · 내 작업에 적용할 질문">
            <a:extLst xmlns:a="http://schemas.openxmlformats.org/drawingml/2006/main">
              <a:ext uri="{FF2B5EF4-FFF2-40B4-BE49-F238E27FC236}">
                <a16:creationId xmlns:a16="http://schemas.microsoft.com/office/drawing/2014/main" id="{200AC94C-FCBE-417E-9C6C-D2ED20FF23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내 작업에 적용할 질문</a:t>
            </a:r>
          </a:p>
        </p:txBody>
      </p:sp>
      <p:sp>
        <p:nvSpPr>
          <p:cNvPr id="2" name="S09">
            <a:extLst xmlns:a="http://schemas.openxmlformats.org/drawingml/2006/main">
              <a:ext uri="{FF2B5EF4-FFF2-40B4-BE49-F238E27FC236}">
                <a16:creationId xmlns:a16="http://schemas.microsoft.com/office/drawing/2014/main" id="{EEA0C075-B088-4A35-9130-837CBA133F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를 보면 내가 원하는 것까지 알까?">
            <a:extLst xmlns:a="http://schemas.openxmlformats.org/drawingml/2006/main">
              <a:ext uri="{FF2B5EF4-FFF2-40B4-BE49-F238E27FC236}">
                <a16:creationId xmlns:a16="http://schemas.microsoft.com/office/drawing/2014/main" id="{282708B6-4B39-4922-AE1C-591E0204A0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66120272-BC5F-4A7A-B63C-21B9928FDC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함께 생각해 보기 · 교육 모델">
            <a:extLst xmlns:a="http://schemas.openxmlformats.org/drawingml/2006/main">
              <a:ext uri="{FF2B5EF4-FFF2-40B4-BE49-F238E27FC236}">
                <a16:creationId xmlns:a16="http://schemas.microsoft.com/office/drawing/2014/main" id="{C649E945-761A-4436-AED3-ED8E718F06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함께 생각해 보기 · 교육 모델</a:t>
            </a:r>
          </a:p>
        </p:txBody>
      </p:sp>
      <p:sp>
        <p:nvSpPr>
          <p:cNvPr id="6" name="현재 맡기고 싶은 일을 떠올려 보세요. 질문과 경험 공유는 자발적으로 진행합니다.">
            <a:extLst xmlns:a="http://schemas.openxmlformats.org/drawingml/2006/main">
              <a:ext uri="{FF2B5EF4-FFF2-40B4-BE49-F238E27FC236}">
                <a16:creationId xmlns:a16="http://schemas.microsoft.com/office/drawing/2014/main" id="{F9D182D5-F956-4D03-923B-F468E3465E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맡기고 싶은 일을 떠올려 보세요. 질문과 경험 공유는 자발적으로 진행합니다.</a:t>
            </a:r>
          </a:p>
        </p:txBody>
      </p:sp>
      <p:sp>
        <p:nvSpPr>
          <p:cNvPr id="7" name="지금 이 저장소에&#10;어떤 일을 맡기고 싶으신가요?">
            <a:extLst xmlns:a="http://schemas.openxmlformats.org/drawingml/2006/main">
              <a:ext uri="{FF2B5EF4-FFF2-40B4-BE49-F238E27FC236}">
                <a16:creationId xmlns:a16="http://schemas.microsoft.com/office/drawing/2014/main" id="{C26A57B9-4488-4912-8CCC-A1758AF43451}"/>
              </a:ext>
            </a:extLst>
          </p:cNvPr>
          <p:cNvSpPr>
            <a:spLocks xmlns:a="http://schemas.openxmlformats.org/drawingml/2006/main" noGrp="1"/>
          </p:cNvSpPr>
          <p:nvPr/>
        </p:nvSpPr>
        <p:spPr>
          <a:xfrm xmlns:a="http://schemas.openxmlformats.org/drawingml/2006/main">
            <a:off x="609600" y="2333625"/>
            <a:ext cx="96202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75" b="1">
                <a:solidFill>
                  <a:srgbClr val="17212B"/>
                </a:solidFill>
                <a:latin typeface="Malgun Gothic"/>
                <a:ea typeface="Malgun Gothic"/>
                <a:cs typeface="Malgun Gothic"/>
              </a:defRPr>
            </a:defPPr>
            <a:lvl1pPr algn="l">
              <a:defRPr sz="3375" b="1">
                <a:solidFill>
                  <a:srgbClr val="17212B"/>
                </a:solidFill>
                <a:latin typeface="Malgun Gothic"/>
                <a:ea typeface="Malgun Gothic"/>
                <a:cs typeface="Malgun Gothic"/>
              </a:defRPr>
            </a:lvl1pPr>
            <a:lvl2pPr algn="l">
              <a:defRPr sz="3375" b="1">
                <a:solidFill>
                  <a:srgbClr val="17212B"/>
                </a:solidFill>
                <a:latin typeface="Malgun Gothic"/>
                <a:ea typeface="Malgun Gothic"/>
                <a:cs typeface="Malgun Gothic"/>
              </a:defRPr>
            </a:lvl2pPr>
            <a:lvl3pPr algn="l">
              <a:defRPr sz="3375" b="1">
                <a:solidFill>
                  <a:srgbClr val="17212B"/>
                </a:solidFill>
                <a:latin typeface="Malgun Gothic"/>
                <a:ea typeface="Malgun Gothic"/>
                <a:cs typeface="Malgun Gothic"/>
              </a:defRPr>
            </a:lvl3pPr>
            <a:lvl4pPr algn="l">
              <a:defRPr sz="3375" b="1">
                <a:solidFill>
                  <a:srgbClr val="17212B"/>
                </a:solidFill>
                <a:latin typeface="Malgun Gothic"/>
                <a:ea typeface="Malgun Gothic"/>
                <a:cs typeface="Malgun Gothic"/>
              </a:defRPr>
            </a:lvl4pPr>
            <a:lvl5pPr algn="l">
              <a:defRPr sz="3375" b="1">
                <a:solidFill>
                  <a:srgbClr val="17212B"/>
                </a:solidFill>
                <a:latin typeface="Malgun Gothic"/>
                <a:ea typeface="Malgun Gothic"/>
                <a:cs typeface="Malgun Gothic"/>
              </a:defRPr>
            </a:lvl5pPr>
            <a:lvl6pPr algn="l">
              <a:defRPr sz="3375" b="1">
                <a:solidFill>
                  <a:srgbClr val="17212B"/>
                </a:solidFill>
                <a:latin typeface="Malgun Gothic"/>
                <a:ea typeface="Malgun Gothic"/>
                <a:cs typeface="Malgun Gothic"/>
              </a:defRPr>
            </a:lvl6pPr>
            <a:lvl7pPr algn="l">
              <a:defRPr sz="3375" b="1">
                <a:solidFill>
                  <a:srgbClr val="17212B"/>
                </a:solidFill>
                <a:latin typeface="Malgun Gothic"/>
                <a:ea typeface="Malgun Gothic"/>
                <a:cs typeface="Malgun Gothic"/>
              </a:defRPr>
            </a:lvl7pPr>
            <a:lvl8pPr algn="l">
              <a:defRPr sz="3375" b="1">
                <a:solidFill>
                  <a:srgbClr val="17212B"/>
                </a:solidFill>
                <a:latin typeface="Malgun Gothic"/>
                <a:ea typeface="Malgun Gothic"/>
                <a:cs typeface="Malgun Gothic"/>
              </a:defRPr>
            </a:lvl8pPr>
            <a:lvl9pPr algn="l">
              <a:defRPr sz="3375" b="1">
                <a:solidFill>
                  <a:srgbClr val="17212B"/>
                </a:solidFill>
                <a:latin typeface="Malgun Gothic"/>
                <a:ea typeface="Malgun Gothic"/>
                <a:cs typeface="Malgun Gothic"/>
              </a:defRPr>
            </a:lvl9pPr>
          </a:lstStyle>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지금 이 저장소에</a:t>
            </a:r>
          </a:p>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어떤 일을 맡기고 싶으신가요?</a:t>
            </a:r>
          </a:p>
        </p:txBody>
      </p:sp>
      <p:sp>
        <p:nvSpPr>
          <p:cNvPr id="8" name="?">
            <a:extLst xmlns:a="http://schemas.openxmlformats.org/drawingml/2006/main">
              <a:ext uri="{FF2B5EF4-FFF2-40B4-BE49-F238E27FC236}">
                <a16:creationId xmlns:a16="http://schemas.microsoft.com/office/drawing/2014/main" id="{1F4F960A-0AFA-4F7D-997C-D1F16536E19A}"/>
              </a:ext>
            </a:extLst>
          </p:cNvPr>
          <p:cNvSpPr>
            <a:spLocks xmlns:a="http://schemas.openxmlformats.org/drawingml/2006/main" noGrp="1"/>
          </p:cNvSpPr>
          <p:nvPr/>
        </p:nvSpPr>
        <p:spPr>
          <a:xfrm xmlns:a="http://schemas.openxmlformats.org/drawingml/2006/main">
            <a:off x="10287000" y="2381250"/>
            <a:ext cx="1238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400" b="1">
                <a:solidFill>
                  <a:srgbClr val="0B6172"/>
                </a:solidFill>
                <a:latin typeface="Malgun Gothic"/>
                <a:ea typeface="Malgun Gothic"/>
                <a:cs typeface="Malgun Gothic"/>
              </a:defRPr>
            </a:defPPr>
            <a:lvl1pPr algn="l">
              <a:defRPr sz="8400" b="1">
                <a:solidFill>
                  <a:srgbClr val="0B6172"/>
                </a:solidFill>
                <a:latin typeface="Malgun Gothic"/>
                <a:ea typeface="Malgun Gothic"/>
                <a:cs typeface="Malgun Gothic"/>
              </a:defRPr>
            </a:lvl1pPr>
            <a:lvl2pPr algn="l">
              <a:defRPr sz="8400" b="1">
                <a:solidFill>
                  <a:srgbClr val="0B6172"/>
                </a:solidFill>
                <a:latin typeface="Malgun Gothic"/>
                <a:ea typeface="Malgun Gothic"/>
                <a:cs typeface="Malgun Gothic"/>
              </a:defRPr>
            </a:lvl2pPr>
            <a:lvl3pPr algn="l">
              <a:defRPr sz="8400" b="1">
                <a:solidFill>
                  <a:srgbClr val="0B6172"/>
                </a:solidFill>
                <a:latin typeface="Malgun Gothic"/>
                <a:ea typeface="Malgun Gothic"/>
                <a:cs typeface="Malgun Gothic"/>
              </a:defRPr>
            </a:lvl3pPr>
            <a:lvl4pPr algn="l">
              <a:defRPr sz="8400" b="1">
                <a:solidFill>
                  <a:srgbClr val="0B6172"/>
                </a:solidFill>
                <a:latin typeface="Malgun Gothic"/>
                <a:ea typeface="Malgun Gothic"/>
                <a:cs typeface="Malgun Gothic"/>
              </a:defRPr>
            </a:lvl4pPr>
            <a:lvl5pPr algn="l">
              <a:defRPr sz="8400" b="1">
                <a:solidFill>
                  <a:srgbClr val="0B6172"/>
                </a:solidFill>
                <a:latin typeface="Malgun Gothic"/>
                <a:ea typeface="Malgun Gothic"/>
                <a:cs typeface="Malgun Gothic"/>
              </a:defRPr>
            </a:lvl5pPr>
            <a:lvl6pPr algn="l">
              <a:defRPr sz="8400" b="1">
                <a:solidFill>
                  <a:srgbClr val="0B6172"/>
                </a:solidFill>
                <a:latin typeface="Malgun Gothic"/>
                <a:ea typeface="Malgun Gothic"/>
                <a:cs typeface="Malgun Gothic"/>
              </a:defRPr>
            </a:lvl6pPr>
            <a:lvl7pPr algn="l">
              <a:defRPr sz="8400" b="1">
                <a:solidFill>
                  <a:srgbClr val="0B6172"/>
                </a:solidFill>
                <a:latin typeface="Malgun Gothic"/>
                <a:ea typeface="Malgun Gothic"/>
                <a:cs typeface="Malgun Gothic"/>
              </a:defRPr>
            </a:lvl7pPr>
            <a:lvl8pPr algn="l">
              <a:defRPr sz="8400" b="1">
                <a:solidFill>
                  <a:srgbClr val="0B6172"/>
                </a:solidFill>
                <a:latin typeface="Malgun Gothic"/>
                <a:ea typeface="Malgun Gothic"/>
                <a:cs typeface="Malgun Gothic"/>
              </a:defRPr>
            </a:lvl8pPr>
            <a:lvl9pPr algn="l">
              <a:defRPr sz="8400" b="1">
                <a:solidFill>
                  <a:srgbClr val="0B6172"/>
                </a:solidFill>
                <a:latin typeface="Malgun Gothic"/>
                <a:ea typeface="Malgun Gothic"/>
                <a:cs typeface="Malgun Gothic"/>
              </a:defRPr>
            </a:lvl9pPr>
          </a:lstStyle>
          <a:p xmlns:a="http://schemas.openxmlformats.org/drawingml/2006/main">
            <a:pPr algn="l">
              <a:defRPr sz="8400" b="1">
                <a:solidFill>
                  <a:srgbClr val="0B6172"/>
                </a:solidFill>
                <a:latin typeface="Malgun Gothic"/>
                <a:ea typeface="Malgun Gothic"/>
                <a:cs typeface="Malgun Gothic"/>
              </a:defRPr>
            </a:pPr>
            <a:r>
              <a:rPr sz="8400" b="1">
                <a:solidFill>
                  <a:srgbClr val="0B6172"/>
                </a:solidFill>
                <a:latin typeface="Malgun Gothic"/>
                <a:ea typeface="Malgun Gothic"/>
                <a:cs typeface="Malgun Gothic"/>
              </a:rPr>
              <a:t>?</a:t>
            </a:r>
          </a:p>
        </p:txBody>
      </p:sp>
      <p:sp>
        <p:nvSpPr>
          <p:cNvPr id="9" name="">
            <a:extLst xmlns:a="http://schemas.openxmlformats.org/drawingml/2006/main">
              <a:ext uri="{FF2B5EF4-FFF2-40B4-BE49-F238E27FC236}">
                <a16:creationId xmlns:a16="http://schemas.microsoft.com/office/drawing/2014/main" id="{5B80C2B0-523E-4273-AB5E-A9270341E6A9}"/>
              </a:ext>
            </a:extLst>
          </p:cNvPr>
          <p:cNvSpPr>
            <a:spLocks xmlns:a="http://schemas.openxmlformats.org/drawingml/2006/main" noGrp="1"/>
          </p:cNvSpPr>
          <p:nvPr/>
        </p:nvSpPr>
        <p:spPr>
          <a:xfrm xmlns:a="http://schemas.openxmlformats.org/drawingml/2006/main">
            <a:off x="609600" y="42386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그 원하는 결과까지&#10;코드에 적혀 있을까요?">
            <a:extLst xmlns:a="http://schemas.openxmlformats.org/drawingml/2006/main">
              <a:ext uri="{FF2B5EF4-FFF2-40B4-BE49-F238E27FC236}">
                <a16:creationId xmlns:a16="http://schemas.microsoft.com/office/drawing/2014/main" id="{CC75E229-07F1-4CB9-9234-A90573078634}"/>
              </a:ext>
            </a:extLst>
          </p:cNvPr>
          <p:cNvSpPr>
            <a:spLocks xmlns:a="http://schemas.openxmlformats.org/drawingml/2006/main" noGrp="1"/>
          </p:cNvSpPr>
          <p:nvPr/>
        </p:nvSpPr>
        <p:spPr>
          <a:xfrm xmlns:a="http://schemas.openxmlformats.org/drawingml/2006/main">
            <a:off x="609600" y="46005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그 원하는 결과까지</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코드에 적혀 있을까요?</a:t>
            </a:r>
          </a:p>
        </p:txBody>
      </p:sp>
      <p:sp>
        <p:nvSpPr>
          <p:cNvPr id="11" name="Legacy module connection">
            <a:extLst xmlns:a="http://schemas.openxmlformats.org/drawingml/2006/main">
              <a:ext uri="{FF2B5EF4-FFF2-40B4-BE49-F238E27FC236}">
                <a16:creationId xmlns:a16="http://schemas.microsoft.com/office/drawing/2014/main" id="{4569FF4C-F7A2-44A0-977A-86D37BFC94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79748221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2026-10-21T12:08:31.0020000Z</dcterms:created>
  <dcterms:modified xsi:type="dcterms:W3CDTF">2026-10-21T12:08:31.0020000Z</dcterms:modified>
</coreProperties>
</file>