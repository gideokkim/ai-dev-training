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f838e5efff24610" /><Relationship Type="http://schemas.openxmlformats.org/officeDocument/2006/relationships/extended-properties" Target="/docProps/app.xml" Id="Rf67077d8dcf14cc9" /><Relationship Type="http://schemas.openxmlformats.org/officeDocument/2006/relationships/officeDocument" Target="/ppt/presentation.xml" Id="R6d754cbdcc2e499c" /></Relationships>
</file>

<file path=ppt/presentation.xml><?xml version="1.0" encoding="utf-8"?>
<p:presentation xmlns:p="http://schemas.openxmlformats.org/presentationml/2006/main">
  <p:sldMasterIdLst>
    <p:sldMasterId xmlns:r="http://schemas.openxmlformats.org/officeDocument/2006/relationships" id="2147483648" r:id="R7b503061bad14a9a"/>
  </p:sldMasterIdLst>
  <p:notesMasterIdLst>
    <p:notesMasterId xmlns:r="http://schemas.openxmlformats.org/officeDocument/2006/relationships" r:id="Rbf632ae761ac46b7"/>
  </p:notesMasterIdLst>
  <p:sldIdLst>
    <p:sldId xmlns:r="http://schemas.openxmlformats.org/officeDocument/2006/relationships" id="256" r:id="Rb413ea074c654570"/>
    <p:sldId xmlns:r="http://schemas.openxmlformats.org/officeDocument/2006/relationships" id="257" r:id="Ree6a9ef2e68645ef"/>
    <p:sldId xmlns:r="http://schemas.openxmlformats.org/officeDocument/2006/relationships" id="258" r:id="R4e8a267d045740d2"/>
    <p:sldId xmlns:r="http://schemas.openxmlformats.org/officeDocument/2006/relationships" id="259" r:id="R922ec6cfa5174481"/>
    <p:sldId xmlns:r="http://schemas.openxmlformats.org/officeDocument/2006/relationships" id="260" r:id="Red4b09779a114552"/>
    <p:sldId xmlns:r="http://schemas.openxmlformats.org/officeDocument/2006/relationships" id="261" r:id="Rb9fa55a59dfd431e"/>
    <p:sldId xmlns:r="http://schemas.openxmlformats.org/officeDocument/2006/relationships" id="262" r:id="R02ee9a3428284af7"/>
    <p:sldId xmlns:r="http://schemas.openxmlformats.org/officeDocument/2006/relationships" id="263" r:id="Rd14f07b7acca46a9"/>
    <p:sldId xmlns:r="http://schemas.openxmlformats.org/officeDocument/2006/relationships" id="264" r:id="R198007770edf4695"/>
    <p:sldId xmlns:r="http://schemas.openxmlformats.org/officeDocument/2006/relationships" id="265" r:id="R8855662ab81a4c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383f7d04ab44aa7" /><Relationship Type="http://schemas.openxmlformats.org/officeDocument/2006/relationships/slideMaster" Target="/ppt/slideMasters/slideMaster1.xml" Id="R7b503061bad14a9a" /><Relationship Type="http://schemas.openxmlformats.org/officeDocument/2006/relationships/notesMaster" Target="/ppt/notesMasters/notesMaster1.xml" Id="Rbf632ae761ac46b7" /><Relationship Type="http://schemas.openxmlformats.org/officeDocument/2006/relationships/presProps" Target="/ppt/presProps.xml" Id="R9d705327d6e040fc" /><Relationship Type="http://schemas.openxmlformats.org/officeDocument/2006/relationships/tableStyles" Target="/ppt/tableStyles.xml" Id="R2f009816bc694456" /><Relationship Type="http://schemas.openxmlformats.org/officeDocument/2006/relationships/slide" Target="/ppt/slides/slide1.xml" Id="Rb413ea074c654570" /><Relationship Type="http://schemas.openxmlformats.org/officeDocument/2006/relationships/slide" Target="/ppt/slides/slide2.xml" Id="Ree6a9ef2e68645ef" /><Relationship Type="http://schemas.openxmlformats.org/officeDocument/2006/relationships/slide" Target="/ppt/slides/slide3.xml" Id="R4e8a267d045740d2" /><Relationship Type="http://schemas.openxmlformats.org/officeDocument/2006/relationships/slide" Target="/ppt/slides/slide4.xml" Id="R922ec6cfa5174481" /><Relationship Type="http://schemas.openxmlformats.org/officeDocument/2006/relationships/slide" Target="/ppt/slides/slide5.xml" Id="Red4b09779a114552" /><Relationship Type="http://schemas.openxmlformats.org/officeDocument/2006/relationships/slide" Target="/ppt/slides/slide6.xml" Id="Rb9fa55a59dfd431e" /><Relationship Type="http://schemas.openxmlformats.org/officeDocument/2006/relationships/slide" Target="/ppt/slides/slide7.xml" Id="R02ee9a3428284af7" /><Relationship Type="http://schemas.openxmlformats.org/officeDocument/2006/relationships/slide" Target="/ppt/slides/slide8.xml" Id="Rd14f07b7acca46a9" /><Relationship Type="http://schemas.openxmlformats.org/officeDocument/2006/relationships/slide" Target="/ppt/slides/slide9.xml" Id="R198007770edf4695" /><Relationship Type="http://schemas.openxmlformats.org/officeDocument/2006/relationships/slide" Target="/ppt/slides/slide10.xml" Id="R8855662ab81a4c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d2cd74314f4a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4b9448e49249e1" /><Relationship Type="http://schemas.openxmlformats.org/officeDocument/2006/relationships/notesMaster" Target="/ppt/notesMasters/notesMaster1.xml" Id="R93de74995ff7485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6ad34619d0465b" /><Relationship Type="http://schemas.openxmlformats.org/officeDocument/2006/relationships/notesMaster" Target="/ppt/notesMasters/notesMaster1.xml" Id="R1c60da33738e422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793a61953ed4cea" /><Relationship Type="http://schemas.openxmlformats.org/officeDocument/2006/relationships/notesMaster" Target="/ppt/notesMasters/notesMaster1.xml" Id="Rd6550bdfbab84bb0"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47b52545644494" /><Relationship Type="http://schemas.openxmlformats.org/officeDocument/2006/relationships/notesMaster" Target="/ppt/notesMasters/notesMaster1.xml" Id="R6203fb2b32ae41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3f412baea86c478c" /><Relationship Type="http://schemas.openxmlformats.org/officeDocument/2006/relationships/notesMaster" Target="/ppt/notesMasters/notesMaster1.xml" Id="R8fa5c1d8fac94f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ec43cc5a9a8437c" /><Relationship Type="http://schemas.openxmlformats.org/officeDocument/2006/relationships/notesMaster" Target="/ppt/notesMasters/notesMaster1.xml" Id="Rb5e4902bcb8646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621907a0054082" /><Relationship Type="http://schemas.openxmlformats.org/officeDocument/2006/relationships/notesMaster" Target="/ppt/notesMasters/notesMaster1.xml" Id="R6594cd36455d4baa" /></Relationships>
</file>

<file path=ppt/notesSlides/_rels/notesSlide8.xml.rels>&#65279;<?xml version="1.0" encoding="utf-8"?><Relationships xmlns="http://schemas.openxmlformats.org/package/2006/relationships"><Relationship Type="http://schemas.openxmlformats.org/officeDocument/2006/relationships/slide" Target="/ppt/slides/slide8.xml" Id="R1c602229cc5b436e" /><Relationship Type="http://schemas.openxmlformats.org/officeDocument/2006/relationships/notesMaster" Target="/ppt/notesMasters/notesMaster1.xml" Id="R09c29248253a46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828335091e4a89" /><Relationship Type="http://schemas.openxmlformats.org/officeDocument/2006/relationships/notesMaster" Target="/ppt/notesMasters/notesMaster1.xml" Id="R00530abd9b6440a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1152719137f486c" /><Relationship Type="http://schemas.openxmlformats.org/officeDocument/2006/relationships/notesMaster" Target="/ppt/notesMasters/notesMaster1.xml" Id="Re017ff77b62b40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71f4363d984b8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d4a2cacc45479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3f39b7e4bbb46d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5290daee5cd404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17c030a9c1843d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a517c06173f4c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7967E9-CE00-4F13-8074-A8B4DA63D6D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2D3805D-8F16-4D5A-A016-87885B93925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EC774DC-867D-48FE-AEDA-B5AC367AFBC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7C3EBA-9490-4C82-A78A-11D7A723567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9E71A97-F9B8-4DE7-9AC3-EB71A32744C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A7D215F-93F4-4295-9736-6A75F1B9693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9BF37E-A57C-4C62-9D5B-609A3F48C4E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7C67491-FF12-40CF-86D8-5112108B986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5BE578-3C64-41D4-89EA-5800E659F9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468BB0B-86F7-4ECF-8A58-67CD0BCBD6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211af02a6a483e" /><Relationship Type="http://schemas.openxmlformats.org/officeDocument/2006/relationships/slideLayout" Target="/ppt/slideLayouts/slideLayout1.xml" Id="R5c2a8b30e0c74212" /><Relationship Type="http://schemas.openxmlformats.org/officeDocument/2006/relationships/slideLayout" Target="/ppt/slideLayouts/slideLayout2.xml" Id="R415f65ef029f4634" /><Relationship Type="http://schemas.openxmlformats.org/officeDocument/2006/relationships/slideLayout" Target="/ppt/slideLayouts/slideLayout3.xml" Id="R823a656a7ba24cea" /><Relationship Type="http://schemas.openxmlformats.org/officeDocument/2006/relationships/slideLayout" Target="/ppt/slideLayouts/slideLayout4.xml" Id="Ra7e87f1a204e4b19" /><Relationship Type="http://schemas.openxmlformats.org/officeDocument/2006/relationships/slideLayout" Target="/ppt/slideLayouts/slideLayout5.xml" Id="Rc333de3f7a63413a" /><Relationship Type="http://schemas.openxmlformats.org/officeDocument/2006/relationships/slideLayout" Target="/ppt/slideLayouts/slideLayout6.xml" Id="R56de90e2db38429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2a8b30e0c74212"/>
    <p:sldLayoutId xmlns:r="http://schemas.openxmlformats.org/officeDocument/2006/relationships" id="2147483650" r:id="R415f65ef029f4634"/>
    <p:sldLayoutId xmlns:r="http://schemas.openxmlformats.org/officeDocument/2006/relationships" id="2147483651" r:id="R823a656a7ba24cea"/>
    <p:sldLayoutId xmlns:r="http://schemas.openxmlformats.org/officeDocument/2006/relationships" id="2147483652" r:id="Ra7e87f1a204e4b19"/>
    <p:sldLayoutId xmlns:r="http://schemas.openxmlformats.org/officeDocument/2006/relationships" id="2147483653" r:id="Rc333de3f7a63413a"/>
    <p:sldLayoutId xmlns:r="http://schemas.openxmlformats.org/officeDocument/2006/relationships" id="2147483654" r:id="R56de90e2db38429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f2691027e11417a" /><Relationship Type="http://schemas.openxmlformats.org/officeDocument/2006/relationships/image" Target="/ppt/media/image.png" Id="R55d56c2e3eb14754" /><Relationship Type="http://schemas.openxmlformats.org/officeDocument/2006/relationships/notesSlide" Target="/ppt/notesSlides/notesSlide1.xml" Id="Rd0e68446b6c1435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d26d6c2b4324f2d" /><Relationship Type="http://schemas.openxmlformats.org/officeDocument/2006/relationships/notesSlide" Target="/ppt/notesSlides/notesSlide2.xml" Id="R392fb7ad590b459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758681810fb493b" /><Relationship Type="http://schemas.openxmlformats.org/officeDocument/2006/relationships/notesSlide" Target="/ppt/notesSlides/notesSlide3.xml" Id="Re7e3f93cc2b743d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bbf657ee9b74d97" /><Relationship Type="http://schemas.openxmlformats.org/officeDocument/2006/relationships/image" Target="/ppt/media/image2.png" Id="R80873e927b3f4864" /><Relationship Type="http://schemas.openxmlformats.org/officeDocument/2006/relationships/notesSlide" Target="/ppt/notesSlides/notesSlide4.xml" Id="R8aadb97ca6b944d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5f2babdbd014de5" /><Relationship Type="http://schemas.openxmlformats.org/officeDocument/2006/relationships/notesSlide" Target="/ppt/notesSlides/notesSlide5.xml" Id="R8f81755be54e401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a7feba9dcb47c4" /><Relationship Type="http://schemas.openxmlformats.org/officeDocument/2006/relationships/notesSlide" Target="/ppt/notesSlides/notesSlide6.xml" Id="Rda8005b0dc79418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b7ec10088f14019" /><Relationship Type="http://schemas.openxmlformats.org/officeDocument/2006/relationships/image" Target="/ppt/media/image3.png" Id="Rc715b2d3fc024084" /><Relationship Type="http://schemas.openxmlformats.org/officeDocument/2006/relationships/notesSlide" Target="/ppt/notesSlides/notesSlide7.xml" Id="R5047d32660714f3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eec81fd3d34c35" /><Relationship Type="http://schemas.openxmlformats.org/officeDocument/2006/relationships/notesSlide" Target="/ppt/notesSlides/notesSlide8.xml" Id="Ra5aad0a3963c454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a18604c4c42407e" /><Relationship Type="http://schemas.openxmlformats.org/officeDocument/2006/relationships/image" Target="/ppt/media/image4.png" Id="R84c1cf23ebdf4e32" /><Relationship Type="http://schemas.openxmlformats.org/officeDocument/2006/relationships/image" Target="/ppt/media/image5.png" Id="R27f3203907bb4d9a" /><Relationship Type="http://schemas.openxmlformats.org/officeDocument/2006/relationships/image" Target="/ppt/media/image6.png" Id="R66db9b1d90584764" /><Relationship Type="http://schemas.openxmlformats.org/officeDocument/2006/relationships/notesSlide" Target="/ppt/notesSlides/notesSlide9.xml" Id="R9028b059b5644d1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01b819082724d5b" /><Relationship Type="http://schemas.openxmlformats.org/officeDocument/2006/relationships/notesSlide" Target="/ppt/notesSlides/notesSlide10.xml" Id="R2e80f8128c1f4f0c"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94C153E-A6CD-4EB7-8868-62C3449E16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4DA600C7-DA0A-4BFD-B705-5FF11C98D2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B13CC443-D740-497D-9D1A-660624E98A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AF2FAB5B-6877-46DE-8C21-564F8A27C8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17CB425D-8219-4DC3-A814-C3C3B1A26ED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723FE28F-CAAB-48B0-BED0-5BE1D61657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2DDC4A5E-0650-48A4-B73D-28D42FC7DA1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74E2ADAF-A3ED-472A-822B-7800E1B1E0A8}"/>
              </a:ext>
            </a:extLst>
          </p:cNvPr>
          <p:cNvPicPr>
            <a:picLocks xmlns:a="http://schemas.openxmlformats.org/drawingml/2006/main" noChangeAspect="1"/>
          </p:cNvPicPr>
          <p:nvPr/>
        </p:nvPicPr>
        <p:blipFill>
          <a:blip xmlns:r="http://schemas.openxmlformats.org/officeDocument/2006/relationships" xmlns:a="http://schemas.openxmlformats.org/drawingml/2006/main" r:embed="R55d56c2e3eb14754"/>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1B36E821-22BD-440A-AB76-DD16E6B67F4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D4661BD-8544-4D29-89A6-2F7137C8AFA2}"/>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B74EC7A2-AF70-473A-B24D-63DBF89714BA}"/>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87D9EFA-63E5-4A66-A674-79525EED7F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5097075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E7C4D560-007C-44BD-95A0-2FBB2D36BF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A28DB6C9-232A-44DA-BDF6-533E89CD61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74227F49-691E-4786-88C4-ADB825F5A6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66A28079-39F0-47CA-9CA0-57188040AB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BF197D97-3E59-4528-B447-C7377EDF60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695889E9-4A11-4143-A065-DC2CAF8462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C54CD5F5-51B1-4A03-BAE6-DF7298BD4712}"/>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D100C14-0FF8-411D-AD50-6A31B1F8542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542CC1E4-25C8-409A-9CE9-5706C38F2109}"/>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F8E5D9A0-444C-4E9E-A5BC-6207AAD56B38}"/>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1BC83CC-B84F-4BC9-9C58-EB7CBF9201FD}"/>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5C3F25C9-FA22-4E3F-8AEF-BDC231EE8B6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DD14CCDA-4A9F-4E26-87EE-7EB034DBAAE0}"/>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BA186E4C-EC55-4232-AF25-7E652DAA8D25}"/>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D5ACEA9F-AC79-4F4F-B0B3-02E10BEF7C19}"/>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9FF9E4F4-52E6-41B6-9C50-2C8D3F7BA7DB}"/>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4D71D1A4-2A48-4E98-9701-F29F1A0E803C}"/>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555E6C16-7A99-4243-AB60-8CFB874F1F37}"/>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8054FB06-6159-4A22-B91F-C610A57E867F}"/>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FDC07E7B-9C91-4459-A0AB-50D979A9DAD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CA1F68D-C575-49F8-A8CC-3EAFF47F058C}"/>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7EA0474F-585F-458F-BD07-DF58F20E50C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75130F1E-1ACF-4E0E-AC82-9F535EB1D5F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2B35E502-048D-43E2-A7BE-C055D848A56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BA411FB1-7734-49AC-9734-834BCC44EDB3}"/>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E0B0FC56-ED99-4E3B-AA00-D56F48A43F34}"/>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F42A61CC-C3CC-44DB-8D8D-C36FCA361C6C}"/>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CF7DA55-F27B-4E3C-85A1-72403B48086C}"/>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9DC77F6E-DF38-4ED2-B89A-0C0CB4B3E08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D0D42039-7748-4363-B42A-A90F6D3F666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A5311214-9858-4DA3-8579-6C6B21D9754E}"/>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0D2257B4-1EF0-4104-9722-46C3F56757F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65D67679-5325-4D7F-B074-21A3FEE3B839}"/>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987F23DC-E029-4C0B-BDAC-28D8C1FA5CE6}"/>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4455F1D1-0103-4BCC-9C4F-373E4D19F8B5}"/>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7596027D-51E5-4011-B748-63CDC9E8191B}"/>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22F3FE67-FC3F-4CE3-A7E0-1BEB7EB37A36}"/>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1EDC1405-F495-4236-B3CA-FCDD03EFC2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4552652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1C65D2C4-E563-44D0-8B84-7CB9F85826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CEF5DFD9-F843-4588-85C5-023233E05E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097645AF-E60C-4113-AD44-27D26B004B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1D57FED-3B6A-4EDD-9BAD-646D802574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D8E7B281-43D8-40B4-AAF0-898EE306B4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DB2993D4-A091-4376-96BE-126E92A387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12CA5012-57E0-4C6F-B6AE-FF135072192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BB1599F4-3696-4E94-B569-FE7F16B223DA}"/>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755DB715-3A0E-4B49-9924-ABE272BD4EE2}"/>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189B8389-9F0E-4D13-A771-138347AE6E39}"/>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10EA7AD5-0037-4B29-A033-8034FF8A3777}"/>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0D18839E-E881-45F8-B12D-2D7F36C320AE}"/>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97D4A88F-73B6-4B3B-B436-6FE74128E6F3}"/>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E2CCF500-A140-40FB-A6CB-FEB7443107F8}"/>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7C48E7D-9B52-47DC-9607-CA4E654E54C9}"/>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DE8077F-CBB9-4F46-BA59-73A0ADA1247F}"/>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957E164-D438-4758-A74C-F6D62A0A2459}"/>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99C06D3-D3D4-4B37-BE96-5FF70D21B8C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E6D53CDD-EE4C-452D-9ED3-1CA729E32CA2}"/>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96759C14-4674-471A-8AC9-1D7D1FB3719F}"/>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20F9DEF-DFE9-4BCF-8C73-0A31E5E3A797}"/>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D4C3C276-AE1B-47C9-8147-A78251EFE700}"/>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1C152841-880C-487E-B802-274B8C60FE1A}"/>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C430CD5-7267-4A6A-B8E1-317D7263F69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9FDD7691-84DD-4717-876F-BF56F8055AEE}"/>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401488A4-20CD-45C9-BCED-B4037FFF3093}"/>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B6C55ADA-C674-4E12-B2F1-1E19C45D6B81}"/>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E9006F02-3750-416A-9DD8-23B81728BC41}"/>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2325265E-F106-4F35-A67F-9969E613B6D5}"/>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B409F2D3-687C-4183-9EFC-F4668D33E634}"/>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FF73E69D-133F-4967-BB3A-F5077E6C1093}"/>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806BF3D4-4BFB-4E8E-90EA-F19F378B354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D2EDD01A-DCE6-4FA8-AD4F-FA463D1C44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74368038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0AC6D7A-A4EF-435E-991E-0D416CDD3A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7291F6F1-6757-482D-ADE7-74BF13EC9F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78E3BC2A-3D13-4713-8568-0371E32CD7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380963C2-E7F5-42D8-9DFE-313B014234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7684966C-A7F8-45A6-B01C-C8A8F514C3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74F41429-F0FB-4040-A515-F59E9E15B3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6D45293-70BD-47E0-9C4B-4BDD29D16CC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A8784F17-BCD4-4ECF-8325-83B5765513A2}"/>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A0C4A17-3109-4680-9CF7-936F4E7FF692}"/>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7B28FFEC-E503-4C73-8C91-F69C20DD6FF1}"/>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878EC91-79C2-4C05-8A2E-06B300975281}"/>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6732D1BE-929A-4127-8D7E-BBCD4C0CB254}"/>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3F90EA79-2771-4265-B1E9-6B7E2EA21A38}"/>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5E7645BA-C259-4FC5-8337-9D886C847D58}"/>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A9231E9F-1662-40D5-9264-0E199983FD80}"/>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78A3FAD-2850-41C2-8D81-BDA3FBE4C31B}"/>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2982FE31-2CB1-4D5C-B93E-E7F9C0390941}"/>
              </a:ext>
            </a:extLst>
          </p:cNvPr>
          <p:cNvPicPr>
            <a:picLocks xmlns:a="http://schemas.openxmlformats.org/drawingml/2006/main" noChangeAspect="1"/>
          </p:cNvPicPr>
          <p:nvPr/>
        </p:nvPicPr>
        <p:blipFill>
          <a:blip xmlns:r="http://schemas.openxmlformats.org/officeDocument/2006/relationships" xmlns:a="http://schemas.openxmlformats.org/drawingml/2006/main" r:embed="R80873e927b3f486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DEB5BC95-40A1-4283-BA9C-9BFBB1393750}"/>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8016AB59-962E-402D-B5C1-0F36C41EDD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6383445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172804D2-6298-46D8-B1B0-798A247E43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4B577F45-79B5-4105-863A-38621B44BE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31132F76-3C15-46BC-A8E0-F988A69E48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8B36D3AA-6631-4150-BCE7-9FC93076C4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22221BE9-563C-4F8D-8290-C26F497814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1B555973-5547-4BD7-8251-7B1BC177AFE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41181A5E-890C-471D-A999-9D440611D277}"/>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F664D057-860A-48A5-B3AC-FB5F378DC268}"/>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6D06C0A2-E752-4C2B-A00A-E25FE099796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D84C4044-B0C6-484A-A5DB-E42056732CD9}"/>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CCEC763C-6881-4FC0-809A-1CF9F5D5EF80}"/>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0A1BB00D-731C-4599-82DC-07E7AABCEBE1}"/>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8C93C108-FA44-4295-9A3B-C5988333C087}"/>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E9F4433A-2846-4BFF-89FA-E5C0ACECAE7F}"/>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6A514F5F-ACDB-4EDE-BC1A-BF2CEC8A0CCA}"/>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B021CCBC-873D-4EAD-A5E4-D4FFB422D381}"/>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8CF37F7E-A514-450C-AD1D-354077897AAD}"/>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B9591D06-A998-48A8-B54E-22216D0F4A76}"/>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A0656FD3-2EF5-41B4-B2A9-7F13E7457A62}"/>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69EAB949-EBEB-4BD9-8FA4-B40063EAE388}"/>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91AC0C5B-6EDA-4684-9296-AB7872F19218}"/>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BFCE75AA-DEB9-4F0E-AA7E-7615BB5F44C7}"/>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F4094F29-5494-48A2-BDFE-54A4C6808AD3}"/>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F2851C49-6CDF-4DB0-826B-E3C57BD78C43}"/>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8830846D-436E-4813-9A4E-ADD7A293FF8C}"/>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E8BEEDA2-DA02-40E9-8B4F-726721EEAEFA}"/>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7BC4F6BB-F772-4FB2-8461-38415CCC6EB4}"/>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70BF5D03-E567-4269-881C-767D2CE2C31F}"/>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746E9999-B214-4FE2-9EF5-5D678FD14738}"/>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BDF3A618-ABC8-4660-8023-B81DCCDEE179}"/>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99DC1A43-2EE7-4727-9033-1B983FC04FC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49A654CD-2B04-468F-9962-99A8901B1C8A}"/>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CDF0929E-EEAC-4DE8-B5B6-03799E21FAF6}"/>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1F356C0B-3A5D-4B75-B19E-D0D66A867D00}"/>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18E84BDA-4AE3-451F-8969-809B8E955A5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83EC8D19-7C54-4A09-BFF5-77AF4BEDC69F}"/>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3621E306-F5CD-489B-83FA-B92630B768C2}"/>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EB7F9088-5CD2-423D-A907-4605C488C79A}"/>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9639F4B4-6DB0-4245-9C0D-D0FCE2940307}"/>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472302B6-ED97-4466-BC9A-E02EA1592794}"/>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70B343F7-D86F-4121-BF1D-7B1F92F0EE3C}"/>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868A3C0C-4C17-46AA-BEA0-00CFD00B51B4}"/>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54DC4CCE-54C7-42E6-8B31-120ACE142B47}"/>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B5E05278-CE87-487D-B08B-F961878E9BBE}"/>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440374AB-B574-433C-BACD-AC1287E3D0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831269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8D5D59E8-9711-4541-9152-8939575C40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FC5F89E4-6064-46CE-8742-A2AE6C4A4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69642D9B-ED6A-4C75-93C2-55045211A9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FF4E1FAC-4042-448E-95CB-7733EE110D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F18BF8B9-7DF8-4255-8F64-E2D898DC4F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1C3EED1C-C3BE-466E-9947-990F6AEE24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3A00AD3C-B080-4DAD-B6BA-3DF61288740D}"/>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3961DA31-4B1C-48DB-B84D-126672159E04}"/>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EA09520C-6A70-4354-B2F9-0D565019EC90}"/>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BE18DE0F-C42A-4083-B435-88A1C0D9E1EC}"/>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DCEB6BB5-C417-42A1-A1A8-DF69B37D1E92}"/>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4C795BF4-C2E0-4B6D-A013-BA120C2CB821}"/>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FF1CE221-42A4-4D88-A191-EB0C1A445AF8}"/>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37090A12-0B08-4533-8AFD-009AAB8FA551}"/>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55053B0F-2B5A-49CC-80AE-1CE9306F5E0A}"/>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DCCBC51A-F7A2-4A61-B26B-5A3BEC110276}"/>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0EFFEFFB-BF6F-4092-A0DD-3296D3F6E69C}"/>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5336042B-EE12-4B96-8CC7-48F0B1DF541B}"/>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895A5D9D-3B46-4190-854F-F8A2BAF55C5E}"/>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E27658DC-EB98-4F8D-AA06-4B2BE70DBD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6410830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32744688-D77C-422F-BE54-D0C2A8A862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A745B1E3-0748-4F26-A87E-9C79B5AAF6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E07310EF-AC9F-45F4-9BD2-2AB998BA222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F2827210-7918-48FF-9F63-C74234B662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8623F5A5-7B65-4515-8D22-847B2CFC5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1764A970-6CFF-4F6B-BDFB-E06A85251D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7751ED79-E2F4-4557-92A5-EB28269CF383}"/>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672AAC44-56DD-4BA5-9D0A-D2DAEEB6DDED}"/>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DAC6F3F6-43D4-4D7B-BE97-042F5F3CDA17}"/>
              </a:ext>
            </a:extLst>
          </p:cNvPr>
          <p:cNvPicPr>
            <a:picLocks xmlns:a="http://schemas.openxmlformats.org/drawingml/2006/main" noChangeAspect="1"/>
          </p:cNvPicPr>
          <p:nvPr/>
        </p:nvPicPr>
        <p:blipFill>
          <a:blip xmlns:r="http://schemas.openxmlformats.org/officeDocument/2006/relationships" xmlns:a="http://schemas.openxmlformats.org/drawingml/2006/main" r:embed="Rc715b2d3fc024084"/>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25E7E4A9-FBC6-44DB-9674-3DB354805E7B}"/>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15F8B7B9-539F-4E0E-83B8-C8B6B7FD2549}"/>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34D4D375-EA63-43BB-A830-E7AAA8438845}"/>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FCDF9806-244B-4778-A497-41CFC1F5D2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7257735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6A43ED3F-C5C6-4396-BDA7-E7D2406D6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E05AB2D8-61DC-4B44-AEC7-739CE5CA07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1F22B3E8-2913-4DE5-BCF9-A7C7775762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D00EAB3-DE42-4AD1-BFB1-07E4345711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E0D295F1-F1DC-432C-AC7D-C428252C76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3DF7B0A5-E55B-49FA-B123-E1D8F7FC2F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FE0BBC04-E562-4CE8-87E8-A81C8684678E}"/>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95E39F32-42B1-4BF8-AC3A-8F1DCBD98819}"/>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9A55E25-6792-4D24-9859-7AEAC900A884}"/>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0198F75B-2DD9-4CC2-9C6F-35ED33D20C77}"/>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DF02D369-248C-4CE6-B06A-D741E552718D}"/>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EB03EC81-1AB7-4616-B428-A77941FE4C05}"/>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E98E2D24-C86E-4A59-8826-DE0AE13A99E9}"/>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43F03706-5ACB-4476-8A4F-3BA9EABF883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3A2A7CD8-32E7-4BBC-BC76-93ABF612B0ED}"/>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8BD81E4A-494E-4E53-8FBC-63CB81538969}"/>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FAB5CDA8-0FAA-4816-A9BE-242BBF61190F}"/>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688DC14-99EB-486A-83C4-07D80487A138}"/>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AC199F40-62D8-473F-83C2-469BF07E65F9}"/>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EF29303A-FCDA-4F9B-B11F-C40BD1F16E6E}"/>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999FA16A-F939-4665-922C-C1C45C21C5F1}"/>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7751711B-4C2D-4EA4-A55A-1B46549638C7}"/>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3CE296C3-2ADF-40A5-BC20-A8DF39069818}"/>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0DD22202-E733-4290-9100-BEF9153583DB}"/>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FDC8E571-2076-40CA-BC7A-420FF66D64A7}"/>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2969FE89-CB59-4CFE-B77D-11118C82A6CE}"/>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F8F17E9D-E93A-4B11-8E69-BAF72E5330CB}"/>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DA0A1830-2422-4C61-BB57-F809B89CB8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5359947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E7CF2A50-9A00-4C44-AAD0-95EBC8213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07D24D06-22CA-41B4-B501-2E17D03BC9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062B98E2-EE75-4CC6-BB49-E12BD6CF99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8AD08F56-C064-40BF-B361-D68C7BB693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FBEC498-D059-4225-8C0C-39E96EB72B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C23CF6DC-2917-4203-9209-633691246D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0A959750-E5CB-4C97-9D1B-DBA07A3A5557}"/>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FA215F9-E904-44E5-95D2-CB6E29C5253A}"/>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82F41231-79E4-47DB-8202-28DC30062933}"/>
              </a:ext>
            </a:extLst>
          </p:cNvPr>
          <p:cNvPicPr>
            <a:picLocks xmlns:a="http://schemas.openxmlformats.org/drawingml/2006/main" noChangeAspect="1"/>
          </p:cNvPicPr>
          <p:nvPr/>
        </p:nvPicPr>
        <p:blipFill>
          <a:blip xmlns:r="http://schemas.openxmlformats.org/officeDocument/2006/relationships" xmlns:a="http://schemas.openxmlformats.org/drawingml/2006/main" r:embed="R84c1cf23ebdf4e32"/>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46A92308-087D-4B04-95CE-195E86B66EEC}"/>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4FBB311C-44DE-4CFA-BD99-ECA63CEA86DD}"/>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B4283DC-72A8-43FB-994D-46AED2A752B5}"/>
              </a:ext>
            </a:extLst>
          </p:cNvPr>
          <p:cNvPicPr>
            <a:picLocks xmlns:a="http://schemas.openxmlformats.org/drawingml/2006/main" noChangeAspect="1"/>
          </p:cNvPicPr>
          <p:nvPr/>
        </p:nvPicPr>
        <p:blipFill>
          <a:blip xmlns:r="http://schemas.openxmlformats.org/officeDocument/2006/relationships" xmlns:a="http://schemas.openxmlformats.org/drawingml/2006/main" r:embed="R27f3203907bb4d9a"/>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88B0B95C-3304-4D41-A24C-CD91ACC4B6F7}"/>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38334F17-1C21-4FEC-8C35-735CE980ED0E}"/>
              </a:ext>
            </a:extLst>
          </p:cNvPr>
          <p:cNvPicPr>
            <a:picLocks xmlns:a="http://schemas.openxmlformats.org/drawingml/2006/main" noChangeAspect="1"/>
          </p:cNvPicPr>
          <p:nvPr/>
        </p:nvPicPr>
        <p:blipFill>
          <a:blip xmlns:r="http://schemas.openxmlformats.org/officeDocument/2006/relationships" xmlns:a="http://schemas.openxmlformats.org/drawingml/2006/main" r:embed="R66db9b1d90584764"/>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78A83EB-8041-43BD-A43A-223AFFFCE68E}"/>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C74F2A51-AF72-4EA4-B9B9-7140F41ADE85}"/>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FD243211-71C8-473A-AD5A-E39470456D12}"/>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366B219-BB32-484C-960D-C4A469CD6482}"/>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9434ACF1-F61A-4516-8E69-E51D2539FDE3}"/>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EAABE29D-F7E0-4E3B-9EC7-CD6CBE851D73}"/>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C836268E-CA39-4821-87DD-3B83CFE01BA6}"/>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5C0B6AD-6CF4-4991-8F50-7C2D24AFA6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256585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2CC5C3CD-2538-4113-93E7-41DBAE42F8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B436F4F8-84F6-45FF-8397-123BF8EC1A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C1EFB966-BF99-44F5-B097-1E19A059B5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82F2431E-B520-4806-94B1-DB3E1CB8CE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BEA4D98C-C5D6-4880-9766-2ECAE8FD0D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87652552-17E7-4BE9-AA5D-C812F75F0B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784E91F6-04B4-49AA-98D1-F91C391874C3}"/>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FEEF320D-D41B-4851-9A5F-93E2FA169DB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06108055-9606-42CB-B25C-D32C763640C3}"/>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517B47D6-6B11-4A1C-BAC2-4DBEE23A04B9}"/>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EAFC6E86-1963-4717-AB20-5B2DB3677E42}"/>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C17008D-4CAD-47F9-9189-48728B5D498A}"/>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7DD604E8-EF13-495C-B622-F4E1B49C0B9B}"/>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4407D82-C4C6-409F-B44B-97B0D7A87891}"/>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0F2F27B3-1D37-4CB9-AA6C-2E92AB15F8FE}"/>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28EF576F-5C40-426E-BCE8-891B9D1328C3}"/>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7D721129-50F8-40CA-8E14-5E2A77EC79BA}"/>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7B719E07-0DCB-436A-84FB-AA33AB8C846D}"/>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6199C8B-8375-45E8-86C8-9910AF5E7F3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B63921B8-3A66-4242-B89E-91B43DB84BAC}"/>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8637BA32-02A1-4312-B0AB-14F36902C759}"/>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EAE6D30-2F63-41C0-8CB5-EEAC4A7EF657}"/>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424F236E-F2CC-4C28-AFCB-3ACA5DA009CB}"/>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3C5EF28-5CE9-4E5B-9F7D-EE6EC7887175}"/>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0865AC5-B6FF-4467-BAC6-476E708F824F}"/>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6635C51B-081D-4AD4-A06B-E321C6A83D57}"/>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60FB264E-2F85-488F-8A94-DFB007D33B7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7E5E1544-4EA0-415B-B9CD-C0231B606A7E}"/>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986F04B-5784-4478-ADCC-116B0C8A02D6}"/>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2BB14F24-5C06-49F1-8EEA-F76000F7D31D}"/>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0A55D3C-55FA-4F4C-A468-F417361545F7}"/>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0860E1D2-ED9D-4999-82FC-04B0A3295670}"/>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3862CCF9-5193-4FDA-9BC9-5A6985CD10BB}"/>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7E8CF722-C702-4EB3-841C-B36E4C37DCEF}"/>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DFDD0944-E0CF-45F4-A035-50A7FE8D1BB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C7B81BDA-68CE-40E8-9449-3965A6BD8AF0}"/>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540F3912-9E77-4CC0-896B-D4803F127F0D}"/>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531E7D6F-7379-4C7F-9500-9F6CAB5A3A30}"/>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19EF31C5-EC08-4B3D-A254-1F827911B39B}"/>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C92DC19F-D62F-4F23-8850-567313862869}"/>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E40F9763-1A99-479C-9524-80B896C5BE75}"/>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0D639E9-EB9C-4FF2-8B90-3E724E25E145}"/>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0306DBEE-9737-4DB2-8C1B-6D5C9B58CE92}"/>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F5FA104A-E258-436B-9252-8DB0DF014D47}"/>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A8F6B8C9-DA74-460A-A58C-ED6BA262C57F}"/>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C25B5AED-E9EA-4A1F-B379-8ACF5AA5D061}"/>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C857804-FEF3-4F08-B0D4-F62CA1CF6CF3}"/>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0AC3B10F-F4C1-4649-8953-AD252F71D8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C04E42F-3940-4231-BECE-EC65BEA6A0E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72795BBC-6D12-41A3-92ED-FCF13EF60E77}"/>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D6DCBC04-0E1B-4E64-9489-E8D668307562}"/>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9DA34BC3-CEAC-464A-9FC2-92530DEF0D0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FF04586E-AEBB-4F8E-B9B7-3272F7D33D6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D8EA713-106A-4334-8811-8B072288F95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17A56523-6FB0-4B3E-91CC-49A635C0B849}"/>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5D4B71EB-1164-4983-B230-9C614633C0F0}"/>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931F18F9-C437-458C-9FFF-84B92DB39672}"/>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67315D5F-1AAE-4FF3-A8AA-01DB38DF4790}"/>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EE9BC914-10BC-471F-81F9-24F02AC43A3E}"/>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505FE0A6-6FD7-448F-A435-0E6B15064BF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9AE9B55F-C2E8-4C47-9299-9E7224BC55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527028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2026-10-21T12:43:09.1500000Z</dcterms:created>
  <dcterms:modified xsi:type="dcterms:W3CDTF">2026-10-21T12:43:09.1500000Z</dcterms:modified>
</coreProperties>
</file>