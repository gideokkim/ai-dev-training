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a7c0c468994861" /><Relationship Type="http://schemas.openxmlformats.org/officeDocument/2006/relationships/extended-properties" Target="/docProps/app.xml" Id="Ref5e3749e28146c0" /><Relationship Type="http://schemas.openxmlformats.org/officeDocument/2006/relationships/officeDocument" Target="/ppt/presentation.xml" Id="R215c5b615ac34137" /></Relationships>
</file>

<file path=ppt/presentation.xml><?xml version="1.0" encoding="utf-8"?>
<p:presentation xmlns:p="http://schemas.openxmlformats.org/presentationml/2006/main">
  <p:sldMasterIdLst>
    <p:sldMasterId xmlns:r="http://schemas.openxmlformats.org/officeDocument/2006/relationships" id="2147483648" r:id="R8ff705b2556745d0"/>
  </p:sldMasterIdLst>
  <p:notesMasterIdLst>
    <p:notesMasterId xmlns:r="http://schemas.openxmlformats.org/officeDocument/2006/relationships" r:id="R21cc55a5b90a4008"/>
  </p:notesMasterIdLst>
  <p:sldIdLst>
    <p:sldId xmlns:r="http://schemas.openxmlformats.org/officeDocument/2006/relationships" id="256" r:id="R35ab9c71ee444107"/>
    <p:sldId xmlns:r="http://schemas.openxmlformats.org/officeDocument/2006/relationships" id="257" r:id="R3657e79980894865"/>
    <p:sldId xmlns:r="http://schemas.openxmlformats.org/officeDocument/2006/relationships" id="258" r:id="R6ee43eddc14f41f0"/>
    <p:sldId xmlns:r="http://schemas.openxmlformats.org/officeDocument/2006/relationships" id="270" r:id="CopilotTipAfterS03"/>
    <p:sldId xmlns:r="http://schemas.openxmlformats.org/officeDocument/2006/relationships" id="259" r:id="Rc38eda34aca341ad"/>
    <p:sldId xmlns:r="http://schemas.openxmlformats.org/officeDocument/2006/relationships" id="260" r:id="R6be011294e834b11"/>
    <p:sldId xmlns:r="http://schemas.openxmlformats.org/officeDocument/2006/relationships" id="261" r:id="Rc536c28e9b634e42"/>
    <p:sldId xmlns:r="http://schemas.openxmlformats.org/officeDocument/2006/relationships" id="262" r:id="Rc77866ffd74a499d"/>
    <p:sldId xmlns:r="http://schemas.openxmlformats.org/officeDocument/2006/relationships" id="263" r:id="R756b2990aef24a12"/>
    <p:sldId xmlns:r="http://schemas.openxmlformats.org/officeDocument/2006/relationships" id="264" r:id="R467c3b276d774dfa"/>
    <p:sldId xmlns:r="http://schemas.openxmlformats.org/officeDocument/2006/relationships" id="265" r:id="R20b4544b3b4f4a17"/>
    <p:sldId xmlns:r="http://schemas.openxmlformats.org/officeDocument/2006/relationships" id="266" r:id="Ra7e83412099b44a8"/>
    <p:sldId xmlns:r="http://schemas.openxmlformats.org/officeDocument/2006/relationships" id="267" r:id="R4bcfd689ddfa4ce2"/>
    <p:sldId xmlns:r="http://schemas.openxmlformats.org/officeDocument/2006/relationships" id="268" r:id="R68fb9a0cdba34cd7"/>
    <p:sldId xmlns:r="http://schemas.openxmlformats.org/officeDocument/2006/relationships" id="269" r:id="Rc377a264c82e48c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2e1dd49b645e44b7"/><Relationship Type="http://schemas.openxmlformats.org/officeDocument/2006/relationships/slideMaster" Target="/ppt/slideMasters/slideMaster1.xml" Id="R8ff705b2556745d0"/><Relationship Type="http://schemas.openxmlformats.org/officeDocument/2006/relationships/notesMaster" Target="/ppt/notesMasters/notesMaster1.xml" Id="R21cc55a5b90a4008"/><Relationship Type="http://schemas.openxmlformats.org/officeDocument/2006/relationships/presProps" Target="/ppt/presProps.xml" Id="R5917eba8e8bc4713"/><Relationship Type="http://schemas.openxmlformats.org/officeDocument/2006/relationships/tableStyles" Target="/ppt/tableStyles.xml" Id="Rc9cc88113c884cab"/><Relationship Type="http://schemas.openxmlformats.org/officeDocument/2006/relationships/slide" Target="/ppt/slides/slide1.xml" Id="R35ab9c71ee444107"/><Relationship Type="http://schemas.openxmlformats.org/officeDocument/2006/relationships/slide" Target="/ppt/slides/slide2.xml" Id="R3657e79980894865"/><Relationship Type="http://schemas.openxmlformats.org/officeDocument/2006/relationships/slide" Target="/ppt/slides/slide3.xml" Id="R6ee43eddc14f41f0"/><Relationship Type="http://schemas.openxmlformats.org/officeDocument/2006/relationships/slide" Target="/ppt/slides/slide5.xml" Id="Rc38eda34aca341ad"/><Relationship Type="http://schemas.openxmlformats.org/officeDocument/2006/relationships/slide" Target="/ppt/slides/slide6.xml" Id="R6be011294e834b11"/><Relationship Type="http://schemas.openxmlformats.org/officeDocument/2006/relationships/slide" Target="/ppt/slides/slide7.xml" Id="Rc536c28e9b634e42"/><Relationship Type="http://schemas.openxmlformats.org/officeDocument/2006/relationships/slide" Target="/ppt/slides/slide8.xml" Id="Rc77866ffd74a499d"/><Relationship Type="http://schemas.openxmlformats.org/officeDocument/2006/relationships/slide" Target="/ppt/slides/slide9.xml" Id="R756b2990aef24a12"/><Relationship Type="http://schemas.openxmlformats.org/officeDocument/2006/relationships/slide" Target="/ppt/slides/slide10.xml" Id="R467c3b276d774dfa"/><Relationship Type="http://schemas.openxmlformats.org/officeDocument/2006/relationships/slide" Target="/ppt/slides/slide11.xml" Id="R20b4544b3b4f4a17"/><Relationship Type="http://schemas.openxmlformats.org/officeDocument/2006/relationships/slide" Target="/ppt/slides/slide12.xml" Id="Ra7e83412099b44a8"/><Relationship Type="http://schemas.openxmlformats.org/officeDocument/2006/relationships/slide" Target="/ppt/slides/slide13.xml" Id="R4bcfd689ddfa4ce2"/><Relationship Type="http://schemas.openxmlformats.org/officeDocument/2006/relationships/slide" Target="/ppt/slides/slide14.xml" Id="R68fb9a0cdba34cd7"/><Relationship Type="http://schemas.openxmlformats.org/officeDocument/2006/relationships/slide" Target="/ppt/slides/slide15.xml" Id="Rc377a264c82e48ce"/><Relationship Id="CopilotTipAfterS03" Type="http://schemas.openxmlformats.org/officeDocument/2006/relationships/slide" Target="/ppt/slides/slide4.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2bc58a2d8e944b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619f1e7a7734573" /><Relationship Type="http://schemas.openxmlformats.org/officeDocument/2006/relationships/notesMaster" Target="/ppt/notesMasters/notesMaster1.xml" Id="R3f205dd9ced64d59"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d16697e8b2455d" /><Relationship Type="http://schemas.openxmlformats.org/officeDocument/2006/relationships/notesMaster" Target="/ppt/notesMasters/notesMaster1.xml" Id="Rd252975d7d934a42" /></Relationships>
</file>

<file path=ppt/notesSlides/_rels/notesSlide3.xml.rels>&#65279;<?xml version="1.0" encoding="utf-8"?><Relationships xmlns="http://schemas.openxmlformats.org/package/2006/relationships"><Relationship Type="http://schemas.openxmlformats.org/officeDocument/2006/relationships/slide" Target="/ppt/slides/slide3.xml" Id="Rca707fd3d3024b03" /><Relationship Type="http://schemas.openxmlformats.org/officeDocument/2006/relationships/notesMaster" Target="/ppt/notesMasters/notesMaster1.xml" Id="R6f1f52dec81543b2"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34f0bcd65a0b41d1" /><Relationship Type="http://schemas.openxmlformats.org/officeDocument/2006/relationships/notesMaster" Target="/ppt/notesMasters/notesMaster1.xml" Id="Rb10dd30bfb534156" /></Relationships>
</file>

<file path=ppt/notesSlides/_rels/notesSlide6.xml.rels><?xml version="1.0" encoding="utf-8"?><Relationships xmlns="http://schemas.openxmlformats.org/package/2006/relationships"><Relationship Type="http://schemas.openxmlformats.org/officeDocument/2006/relationships/slide" Target="/ppt/slides/slide6.xml" Id="R50db1aacf62448e7" /><Relationship Type="http://schemas.openxmlformats.org/officeDocument/2006/relationships/notesMaster" Target="/ppt/notesMasters/notesMaster1.xml" Id="Rae3c7f3e9dda442a" /></Relationships>
</file>

<file path=ppt/notesSlides/_rels/notesSlide7.xml.rels><?xml version="1.0" encoding="utf-8"?><Relationships xmlns="http://schemas.openxmlformats.org/package/2006/relationships"><Relationship Type="http://schemas.openxmlformats.org/officeDocument/2006/relationships/slide" Target="/ppt/slides/slide7.xml" Id="R657c96cfa9ff4191" /><Relationship Type="http://schemas.openxmlformats.org/officeDocument/2006/relationships/notesMaster" Target="/ppt/notesMasters/notesMaster1.xml" Id="Rcb6ff2401902461b" /></Relationships>
</file>

<file path=ppt/notesSlides/_rels/notesSlide8.xml.rels><?xml version="1.0" encoding="utf-8"?><Relationships xmlns="http://schemas.openxmlformats.org/package/2006/relationships"><Relationship Type="http://schemas.openxmlformats.org/officeDocument/2006/relationships/slide" Target="/ppt/slides/slide8.xml" Id="Re1212a9d2091475b" /><Relationship Type="http://schemas.openxmlformats.org/officeDocument/2006/relationships/notesMaster" Target="/ppt/notesMasters/notesMaster1.xml" Id="R0a892d8a8bdc4d9b" /></Relationships>
</file>

<file path=ppt/notesSlides/_rels/notesSlide9.xml.rels><?xml version="1.0" encoding="utf-8"?><Relationships xmlns="http://schemas.openxmlformats.org/package/2006/relationships"><Relationship Type="http://schemas.openxmlformats.org/officeDocument/2006/relationships/slide" Target="/ppt/slides/slide9.xml" Id="R82a7d8b658ed48e1" /><Relationship Type="http://schemas.openxmlformats.org/officeDocument/2006/relationships/notesMaster" Target="/ppt/notesMasters/notesMaster1.xml" Id="R61d87f300c714b31" /></Relationships>
</file>

<file path=ppt/notesSlides/_rels/notesSlide10.xml.rels><?xml version="1.0" encoding="utf-8"?><Relationships xmlns="http://schemas.openxmlformats.org/package/2006/relationships"><Relationship Type="http://schemas.openxmlformats.org/officeDocument/2006/relationships/slide" Target="/ppt/slides/slide10.xml" Id="Raa3691e2edc34315" /><Relationship Type="http://schemas.openxmlformats.org/officeDocument/2006/relationships/notesMaster" Target="/ppt/notesMasters/notesMaster1.xml" Id="Rfcfd31b4857f4b57" /></Relationships>
</file>

<file path=ppt/notesSlides/_rels/notesSlide11.xml.rels><?xml version="1.0" encoding="utf-8"?><Relationships xmlns="http://schemas.openxmlformats.org/package/2006/relationships"><Relationship Type="http://schemas.openxmlformats.org/officeDocument/2006/relationships/slide" Target="/ppt/slides/slide11.xml" Id="Rab787bcc4b334782" /><Relationship Type="http://schemas.openxmlformats.org/officeDocument/2006/relationships/notesMaster" Target="/ppt/notesMasters/notesMaster1.xml" Id="Ref96ac33cffb4795" /></Relationships>
</file>

<file path=ppt/notesSlides/_rels/notesSlide12.xml.rels><?xml version="1.0" encoding="utf-8"?><Relationships xmlns="http://schemas.openxmlformats.org/package/2006/relationships"><Relationship Type="http://schemas.openxmlformats.org/officeDocument/2006/relationships/slide" Target="/ppt/slides/slide12.xml" Id="R0a786f0177c448ad" /><Relationship Type="http://schemas.openxmlformats.org/officeDocument/2006/relationships/notesMaster" Target="/ppt/notesMasters/notesMaster1.xml" Id="Re738060b46d14bef" /></Relationships>
</file>

<file path=ppt/notesSlides/_rels/notesSlide13.xml.rels><?xml version="1.0" encoding="utf-8"?><Relationships xmlns="http://schemas.openxmlformats.org/package/2006/relationships"><Relationship Type="http://schemas.openxmlformats.org/officeDocument/2006/relationships/slide" Target="/ppt/slides/slide13.xml" Id="R2d5666846d29433d" /><Relationship Type="http://schemas.openxmlformats.org/officeDocument/2006/relationships/notesMaster" Target="/ppt/notesMasters/notesMaster1.xml" Id="Rf1119390b6344752" /></Relationships>
</file>

<file path=ppt/notesSlides/_rels/notesSlide14.xml.rels><?xml version="1.0" encoding="utf-8"?><Relationships xmlns="http://schemas.openxmlformats.org/package/2006/relationships"><Relationship Type="http://schemas.openxmlformats.org/officeDocument/2006/relationships/slide" Target="/ppt/slides/slide14.xml" Id="Rc2e59f3baf54471b" /><Relationship Type="http://schemas.openxmlformats.org/officeDocument/2006/relationships/notesMaster" Target="/ppt/notesMasters/notesMaster1.xml" Id="R66ba9f5a900c4aea" /></Relationships>
</file>

<file path=ppt/notesSlides/_rels/notesSlide15.xml.rels><?xml version="1.0" encoding="utf-8"?><Relationships xmlns="http://schemas.openxmlformats.org/package/2006/relationships"><Relationship Type="http://schemas.openxmlformats.org/officeDocument/2006/relationships/slide" Target="/ppt/slides/slide15.xml" Id="Rad97cceec864422d" /><Relationship Type="http://schemas.openxmlformats.org/officeDocument/2006/relationships/notesMaster" Target="/ppt/notesMasters/notesMaster1.xml" Id="Rb1aad305d2ed43a9"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AI가 개발 프로젝트를 직접 살펴보게 하기</a:t>
            </a:r>
          </a:p>
          <a:p>
            <a:r>
              <a:t xml:space="preserve"/>
            </a:r>
          </a:p>
          <a:p>
            <a:r>
              <a:t xml:space="preserve">**Slide ID:**</a:t>
            </a:r>
          </a:p>
          <a:p>
            <a:r>
              <a:t xml:space="preserve">S01</a:t>
            </a:r>
          </a:p>
          <a:p>
            <a:r>
              <a:t xml:space="preserve"/>
            </a:r>
          </a:p>
          <a:p>
            <a:r>
              <a:t xml:space="preserve">**Working Title:**</a:t>
            </a:r>
          </a:p>
          <a:p>
            <a:r>
              <a:t xml:space="preserve">AI가 개발 프로젝트를 직접 살펴보게 하기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개발 프로젝트를 직접 살펴보게 하기 — Chatbot → 개발 프로젝트를 조사하는 Agent. 이 ACT에서 개발 프로젝트는 코드·명세·테스트가 있는 프로젝트 폴더를 뜻한다.</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ACT0 제목 “AI가 개발 프로젝트를 직접 살펴보게 하기”를 가리키며 구간을 연다.</a:t>
            </a:r>
          </a:p>
          <a:p>
            <a:r>
              <a:t xml:space="preserve">2. (0:20–0:40 / Transition) 부제 “Chatbot → 개발 프로젝트를 조사하는 Agent”를 짚고, 여기서 개발 프로젝트는 코드·명세·테스트가 있는 프로젝트 폴더라는 뜻만 짧게 확인한다. ChatGPT의 프로젝트 기능이나 Git 원격 서비스의 이름으로 설명하지 않는다.</a:t>
            </a:r>
          </a:p>
          <a:p>
            <a:r>
              <a:t xml:space="preserve">3. (0:40–1:00 / Transition) S02의 기존 첫 질문으로 이동한다. 기능·도구·성과 소개로 확장하거나 기존 Reflection을 대신하지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a:t>
            </a:r>
          </a:p>
          <a:p>
            <a:r>
              <a:t xml:space="preserve">개발 프로젝트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a:t>
            </a:r>
          </a:p>
          <a:p>
            <a:r>
              <a:t xml:space="preserve">ACT 0의 문제 모델이다. 특정 Trial의 실제 실패·관찰 순서·모든 개발 프로젝트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개발 프로젝트의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개발 프로젝트의 실패 테스트·Crop 명세·구현/호출 관계와 실행 환경의 로그·읽기/쓰기 권한을 구분해 읽는다. 파일과 실행 조건은 서로 다른 출처지만 이번 원인 판단에는 함께 쓰였다. 권한 자체가 개발 프로젝트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개발 프로젝트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개발 프로젝트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오른쪽은 관찰된 조사 내용이다. 새 제품 실행이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개발 프로젝트 접근과 실제 도구/실행 권한은 별개다. 조직의 실제 허용·금지 목록이나 제품 보안 보장을 새로 확정하지 않는다.</a:t>
            </a:r>
          </a:p>
          <a:p>
            <a:r>
              <a:t xml:space="preserve">4. (1:50–2:00 / Lecture) “이 교육에서는 어디에서 개발 프로젝트를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**Beginner Explanation:**</a:t>
            </a:r>
          </a:p>
          <a:p>
            <a:r>
              <a:t xml:space="preserve">관련 파일을 모두 직접 복사하기 전에 허용된 개발 프로젝트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개발 프로젝트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개발 프로젝트를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개발 프로젝트 조사는 Codex에서 시작한다</a:t>
            </a:r>
          </a:p>
          <a:p>
            <a:r>
              <a:t xml:space="preserve"/>
            </a:r>
          </a:p>
          <a:p>
            <a:r>
              <a:t xml:space="preserve">Slide ID: S13</a:t>
            </a:r>
          </a:p>
          <a:p>
            <a:r>
              <a:t xml:space="preserve"/>
            </a:r>
          </a:p>
          <a:p>
            <a:r>
              <a:t xml:space="preserve">Working Title:</a:t>
            </a:r>
          </a:p>
          <a:p>
            <a:r>
              <a:t xml:space="preserve">개발 프로젝트 조사는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a:t>
            </a:r>
          </a:p>
          <a:p>
            <a:r>
              <a:t xml:space="preserve">이 교육에서 개발 프로젝트를 조사하는 개발 작업은 ChatGPT 데스크톱 앱의 ChatGPT 메뉴에서 Codex를 선택해 시작한다.</a:t>
            </a:r>
          </a:p>
          <a:p>
            <a:r>
              <a:t xml:space="preserve"/>
            </a:r>
          </a:p>
          <a:p>
            <a:r>
              <a:t xml:space="preserve">Opening Question:</a:t>
            </a:r>
          </a:p>
          <a:p>
            <a:r>
              <a:t xml:space="preserve">“개발 프로젝트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**프로젝트 폴더 (0:30–0:45):** 허용된 프로젝트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a:t>
            </a:r>
          </a:p>
          <a:p>
            <a:r>
              <a:t xml:space="preserve">이 교육의 개발 작업 진입 경로를 안내한다. 모든 개발 프로젝트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a:t>
            </a:r>
          </a:p>
          <a:p>
            <a:r>
              <a:t xml:space="preserve">작은 코드 질문을 하던 대화에서 개발 프로젝트 조사로 옮길 때, 이 교육에서는 Codex를 선택하는 진입점을 사용한다.</a:t>
            </a:r>
          </a:p>
          <a:p>
            <a:r>
              <a:t xml:space="preserve"/>
            </a:r>
          </a:p>
          <a:p>
            <a:r>
              <a:t xml:space="preserve">Advanced Insight:</a:t>
            </a:r>
          </a:p>
          <a:p>
            <a:r>
              <a:t xml:space="preserve">제품 표면의 선택, 개발 프로젝트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a:t>
            </a:r>
          </a:p>
          <a:p>
            <a:r>
              <a:t xml:space="preserve">“개발 프로젝트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a:t>
            </a:r>
          </a:p>
          <a:p>
            <a:r>
              <a:t xml:space="preserve">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개발 프로젝트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프로젝트를 봐도, 원하는 작업은 따로 정한다</a:t>
            </a:r>
          </a:p>
          <a:p>
            <a:r>
              <a:t xml:space="preserve"/>
            </a:r>
          </a:p>
          <a:p>
            <a:r>
              <a:t xml:space="preserve">Slide ID: S14</a:t>
            </a:r>
          </a:p>
          <a:p>
            <a:r>
              <a:t xml:space="preserve"/>
            </a:r>
          </a:p>
          <a:p>
            <a:r>
              <a:t xml:space="preserve">Working Title:</a:t>
            </a:r>
          </a:p>
          <a:p>
            <a:r>
              <a:t xml:space="preserve">프로젝트를 봐도, 원하는 작업은 따로 정한다</a:t>
            </a:r>
          </a:p>
          <a:p>
            <a:r>
              <a:t xml:space="preserve"/>
            </a:r>
          </a:p>
          <a:p>
            <a:r>
              <a:t xml:space="preserve">ACT / Section: ACT 0 / 0E</a:t>
            </a:r>
          </a:p>
          <a:p>
            <a:r>
              <a:t xml:space="preserve"/>
            </a:r>
          </a:p>
          <a:p>
            <a:r>
              <a:t xml:space="preserve">Allocated Time: 2 minutes</a:t>
            </a:r>
          </a:p>
          <a:p>
            <a:r>
              <a:t xml:space="preserve"/>
            </a:r>
          </a:p>
          <a:p>
            <a:r>
              <a:t xml:space="preserve">Mode Split: Lecture 2 minutes</a:t>
            </a:r>
          </a:p>
          <a:p>
            <a:r>
              <a:t xml:space="preserve"/>
            </a:r>
          </a:p>
          <a:p>
            <a:r>
              <a:t xml:space="preserve">Primary Message:</a:t>
            </a:r>
          </a:p>
          <a:p>
            <a:r>
              <a:t xml:space="preserve">개발 프로젝트 탐색은 Context 수집에 도움을 줄 수 있지만, Task의 목표와 완료 조건까지 대신 정하지 않는다.</a:t>
            </a:r>
          </a:p>
          <a:p>
            <a:r>
              <a:t xml:space="preserve"/>
            </a:r>
          </a:p>
          <a:p>
            <a:r>
              <a:t xml:space="preserve">Opening Question:</a:t>
            </a:r>
          </a:p>
          <a:p>
            <a:r>
              <a:t xml:space="preserve">“개발 프로젝트를 볼 수 있으면 원하는 작업도 알게 되는가?”</a:t>
            </a:r>
          </a:p>
          <a:p>
            <a:r>
              <a:t xml:space="preserve"/>
            </a:r>
          </a:p>
          <a:p>
            <a:r>
              <a:t xml:space="preserve">**Speaker Flow:**</a:t>
            </a:r>
          </a:p>
          <a:p>
            <a:r>
              <a:t xml:space="preserve">1. **OPEN (0:00–0:20):** 왼쪽 “볼 수 있는 것”과 오른쪽 “최종 정해야 하는 것”을 나눈다. 바로 앞 S13은 진입 경로, 이 장은 역할과 책임의 구분이다.</a:t>
            </a:r>
          </a:p>
          <a:p>
            <a:r>
              <a:t xml:space="preserve">2. **SHARED ACCESS (0:20–0:50):** 왼쪽 사람+AI Agent 아이콘과 허용된 파일·구현·테스트를 가리킨다. 사람도 Agent도 접근 권한과 제공된 도구 범위 안에서 이 정보를 살필 수 있다는 뜻이다.</a:t>
            </a:r>
          </a:p>
          <a:p>
            <a:r>
              <a:t xml:space="preserve">3. **HUMAN RESPONSIBILITY (0:50–1:30):** 오른쪽 사람 아이콘과 원하는 결과·허용 범위·완료 수용을 짚는다. Agent는 선택지와 근거를 제안할 수 있지만 최종 목표와 변경 승인·수용 책임은 사람에게 둔다.</a:t>
            </a:r>
          </a:p>
          <a:p>
            <a:r>
              <a:t xml:space="preserve">4. **TRANSFER (1:30–2:00):** “코드를 함께 볼 수 있어도, 맡길 일과 받아들일 결과는 사람이 정한다”로 묶는다. 이 구분을 각자 작업에 대입할 S15 질문으로 이동하며 ACT 1의 요청 구조는 미리 설명하지 않는다.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 Opening question은 수사 질문이다. 짧은 강의 시간에 답변을 요구하지 않는다.</a:t>
            </a:r>
          </a:p>
          <a:p>
            <a:r>
              <a:t xml:space="preserve"/>
            </a:r>
          </a:p>
          <a:p>
            <a:r>
              <a:t xml:space="preserve">**Transition:**</a:t>
            </a:r>
          </a:p>
          <a:p>
            <a:r>
              <a:t xml:space="preserve">“이 구분을 여러분이 지금 맡기고 싶은 일에 대입해 보겠습니다.”라고 S15의 개인 적용 질문을 연다.</a:t>
            </a:r>
          </a:p>
          <a:p>
            <a:r>
              <a:t xml:space="preserve"/>
            </a:r>
          </a:p>
          <a:p>
            <a:r>
              <a:t xml:space="preserve">Time Management: Lecture 2분. 구분 20초, 사람+Agent의 허용 정보 접근 30초, 사람의 최종 책임 40초, 정리·S15 연결 30초다. Access와 Intent 두 축만 설명하고 ACT 1의 구조나 목록은 소개하지 않는다.</a:t>
            </a:r>
          </a:p>
          <a:p>
            <a:r>
              <a:t xml:space="preserve"/>
            </a:r>
          </a:p>
          <a:p>
            <a:r>
              <a:t xml:space="preserve"/>
            </a:r>
          </a:p>
          <a:p>
            <a:r>
              <a:t xml:space="preserve">Fallback: 화면 도식이 보이지 않으면 “자료는 함께 살펴보고, 목표·허용 범위·완료 수용은 사람이 최종 정합니다”라고 설명하고 S15으로 간다. Agent의 제안 가능성을 부정하지 않는다. 정적 경로는 production/preview/act0/S14.png 및 production/preview/full/S14.png이며 새 파일 일치는 후속 렌더 대조 전까지 미검증이다.</a:t>
            </a:r>
          </a:p>
          <a:p>
            <a:r>
              <a:t xml:space="preserve"/>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프로젝트를 보면 내가 원하는 것까지 알까?</a:t>
            </a:r>
          </a:p>
          <a:p>
            <a:r>
              <a:t xml:space="preserve"/>
            </a:r>
          </a:p>
          <a:p>
            <a:r>
              <a:t xml:space="preserve">Slide ID: S15</a:t>
            </a:r>
          </a:p>
          <a:p>
            <a:r>
              <a:t xml:space="preserve"/>
            </a:r>
          </a:p>
          <a:p>
            <a:r>
              <a:t xml:space="preserve">Working Title:</a:t>
            </a:r>
          </a:p>
          <a:p>
            <a:r>
              <a:t xml:space="preserve">프로젝트를 보면 내가 원하는 것까지 알까?</a:t>
            </a:r>
          </a:p>
          <a:p>
            <a:r>
              <a:t xml:space="preserve"/>
            </a:r>
          </a:p>
          <a:p>
            <a:r>
              <a:t xml:space="preserve">ACT / Section: ACT 0 / 0F</a:t>
            </a:r>
          </a:p>
          <a:p>
            <a:r>
              <a:t xml:space="preserve"/>
            </a:r>
          </a:p>
          <a:p>
            <a:r>
              <a:t xml:space="preserve">Allocated Time: 6 minutes</a:t>
            </a:r>
          </a:p>
          <a:p>
            <a:r>
              <a:t xml:space="preserve"/>
            </a:r>
          </a:p>
          <a:p>
            <a:r>
              <a:t xml:space="preserve">Mode Split: Transition 3 minutes + Q&amp;A 3 minutes</a:t>
            </a:r>
          </a:p>
          <a:p>
            <a:r>
              <a:t xml:space="preserve"/>
            </a:r>
          </a:p>
          <a:p>
            <a:r>
              <a:t xml:space="preserve">Primary Message:</a:t>
            </a:r>
          </a:p>
          <a:p>
            <a:r>
              <a:t xml:space="preserve">개발 프로젝트를 볼 수 있다는 사실만으로 Task의 의도가 정해지지는 않는다.</a:t>
            </a:r>
          </a:p>
          <a:p>
            <a:r>
              <a:t xml:space="preserve"/>
            </a:r>
          </a:p>
          <a:p>
            <a:r>
              <a:t xml:space="preserve">Opening Question:</a:t>
            </a:r>
          </a:p>
          <a:p>
            <a:r>
              <a:t xml:space="preserve">“프로젝트를 볼 수 있으면 내가 원하는 것까지 알 수 있을까?”</a:t>
            </a:r>
          </a:p>
          <a:p>
            <a:r>
              <a:t xml:space="preserve"/>
            </a:r>
          </a:p>
          <a:p>
            <a:r>
              <a:t xml:space="preserve">**Speaker Flow:**</a:t>
            </a:r>
          </a:p>
          <a:p>
            <a:r>
              <a:t xml:space="preserve">1. **CALLBACK (0:00–0:25 / Transition):** S14에서 사람이 정할 목표·허용 범위·완료 수용을 남겼음을 짧게 회수한다. 화면의 제조 검사 Task는 교육용 가정이라고 말한다.</a:t>
            </a:r>
          </a:p>
          <a:p>
            <a:r>
              <a:t xml:space="preserve">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a:r>
              <a:t xml:space="preserve">3. **TASK QUESTION (1:15–2:30 / Transition):** 하단의 “지금 이 저장소에 어떤 일을 맡기고 싶으신가요?”를 읽고 원하는 작업 하나를 조용히 떠올리게 한다. 판정 카드의 ?를 남겨 두며 정답이나 새 기능 목록을 제시하지 않는다.</a:t>
            </a:r>
          </a:p>
          <a:p>
            <a:r>
              <a:t xml:space="preserve">4. **HANDOFF (2:30–3:00 / Transition):** “그 원하는 결과까지 코드에 적혀 있을까요?”를 읽는다. 같은 개발 프로젝트를 보더라도 원하는 검사는 별도로 전달해야 한다는 다음 문제를 남긴다. ACT 1의 다섯 책임을 먼저 펼치지 않는다.</a:t>
            </a:r>
          </a:p>
          <a:p>
            <a:r>
              <a:t xml:space="preserve">5. **Q&amp;A (3:00–6:00):** 자발적인 질문을 받는다. 질문이 없으면 두 질문을 화면에 남기고, 종료 시 기존 Transition 문구로 S17의 모호한 요청에 연결한다.</a:t>
            </a:r>
          </a:p>
          <a:p>
            <a:r>
              <a:t xml:space="preserve">기존 연결 질문을 유지한 채 ACT 1 제목 S16를 거쳐 S17의 첫 문제로 이어간다. 제목의 Transition1분은 다음 ACT에 별도로 배정한다.</a:t>
            </a:r>
          </a:p>
          <a:p>
            <a:r>
              <a:t xml:space="preserve"/>
            </a:r>
          </a:p>
          <a:p>
            <a:r>
              <a:t xml:space="preserve">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a:r>
              <a:t xml:space="preserve"/>
            </a:r>
          </a:p>
          <a:p>
            <a:r>
              <a:t xml:space="preserve">보존된 상세 출처: 교육용 검사 Task 가정 · 점선은 추가 정의·연결 범위 · 실제 실행 결과 아님</a:t>
            </a:r>
          </a:p>
          <a:p>
            <a:r>
              <a:t xml:space="preserve"/>
            </a:r>
          </a:p>
          <a:p>
            <a:r>
              <a:t xml:space="preserve">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a:r>
              <a:t xml:space="preserve"/>
            </a:r>
          </a:p>
          <a:p>
            <a:r>
              <a:t xml:space="preserve">보존된 상세 범위: 실제 저장소에는 후속 함수도 있습니다. 도식은 실제 실행 순서나 함수의 미구현 상태를 재현하지 않습니다.</a:t>
            </a:r>
          </a:p>
          <a:p>
            <a:r>
              <a:t xml:space="preserve"/>
            </a:r>
          </a:p>
          <a:p>
            <a:r>
              <a:t xml:space="preserve">Beginner Explanation: ROI crop 이후 검사에서 무엇을 더 하고 싶은지는 코드를 보는 것만으로 정해지지 않는다. 그림의 점선 중 어디까지 맡기고 싶은지 떠올리면 충분하다.</a:t>
            </a:r>
          </a:p>
          <a:p>
            <a:r>
              <a:t xml:space="preserve"/>
            </a:r>
          </a:p>
          <a:p>
            <a:r>
              <a:t xml:space="preserve">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a:r>
              <a:t xml:space="preserve"/>
            </a:r>
          </a:p>
          <a:p>
            <a:r>
              <a:t xml:space="preserve">C++ Vision Bridge: N/A. 제조 검사 도메인은 질문의 배경이며 새로운 C++ 도구·하드웨어 검증이나 전용 Bridge를 추가하지 않는다.</a:t>
            </a:r>
          </a:p>
          <a:p>
            <a:r>
              <a:t xml:space="preserve"/>
            </a:r>
          </a:p>
          <a:p>
            <a:r>
              <a:t xml:space="preserve">Demo Operation: N/A. 편집 가능한 native 도식으로 질문을 여는 정적 화면이다. 검사장비 실행·신규 Demo·새 Trial을 시연하지 않는다.</a:t>
            </a:r>
          </a:p>
          <a:p>
            <a:r>
              <a:t xml:space="preserve"/>
            </a:r>
          </a:p>
          <a:p>
            <a:r>
              <a:t xml:space="preserve">Audience Interaction: Transition 3분에서 개인적으로 작업을 떠올리게 하고 Q&amp;A 3분은 선택적 질문 시간으로 둔다. 답변·공유·코드 작성·알고리즘 설계를 강제하지 않는다.</a:t>
            </a:r>
          </a:p>
          <a:p>
            <a:r>
              <a:t xml:space="preserve"/>
            </a:r>
          </a:p>
          <a:p>
            <a:r>
              <a:t xml:space="preserve">**Transition:**</a:t>
            </a:r>
          </a:p>
          <a:p>
            <a:r>
              <a:t xml:space="preserve">“방금 떠올린 원하는 결과를 작업 요청으로 전달하려면 무엇이 더 필요할까요?”라는 질문으로 `Chatbot → Prompt`를 handoff한다. ACT 1의 내부 구조는 소개하지 않는다.</a:t>
            </a:r>
          </a:p>
          <a:p>
            <a:r>
              <a:t xml:space="preserve">기존 연결 질문을 유지한 채 ACT 1 제목 S16를 거쳐 S17의 첫 문제로 이어간다. 제목의 Transition1분은 다음 ACT에 별도로 배정한다.</a:t>
            </a:r>
          </a:p>
          <a:p>
            <a:r>
              <a:t xml:space="preserve"/>
            </a:r>
          </a:p>
          <a:p>
            <a:r>
              <a:t xml:space="preserve">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a:r>
              <a:t xml:space="preserve"/>
            </a:r>
          </a:p>
          <a:p>
            <a:r>
              <a:t xml:space="preserve">Fallback: production/ACT_0.pptx S15 또는 production/preview/act0/S15.png의 동일 도식을 사용한다. 질문이 없으면 판정의 ?와 두 질문을 남긴 채 기존 Transition으로 S17에 넘긴다. 즉석 검사 알고리즘·실행 화면으로 대체하지 않는다.</a:t>
            </a:r>
          </a:p>
          <a:p>
            <a:r>
              <a:t xml:space="preserve"/>
            </a:r>
          </a:p>
          <a:p>
            <a:r>
              <a:t xml:space="preserve">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827ed7698849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bb8db78d44a490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1b4599b1489487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6e0cb28b791490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133532ef39e417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4b3daad35f0406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B16E52B-F17F-40EA-8CBA-8CFE490F5E2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85C5361-10A1-42DC-B2BA-5E0CD4DBBEA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96E3B1F-B2C1-4E2B-86BE-5BA35253F61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8269F7F-45A6-4B4A-8C22-05719C30EE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205A8EF-5CB8-4EBE-8C1A-816791731DB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4D53934-4B1A-49CC-A97D-B17F2DC8C9C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843530B-6678-4362-90BB-6032B65F85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5D56B82-C571-4AC6-B5BF-9F900D353D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3289158-B12C-4373-B910-0379EA32F71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A635050-D70B-4FFF-BD60-BB258BF0C3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520bf438a2947c3" /><Relationship Type="http://schemas.openxmlformats.org/officeDocument/2006/relationships/slideLayout" Target="/ppt/slideLayouts/slideLayout1.xml" Id="Rda246a6d1f8d4755" /><Relationship Type="http://schemas.openxmlformats.org/officeDocument/2006/relationships/slideLayout" Target="/ppt/slideLayouts/slideLayout2.xml" Id="R171132a05d694b30" /><Relationship Type="http://schemas.openxmlformats.org/officeDocument/2006/relationships/slideLayout" Target="/ppt/slideLayouts/slideLayout3.xml" Id="R49f57661d0f04511" /><Relationship Type="http://schemas.openxmlformats.org/officeDocument/2006/relationships/slideLayout" Target="/ppt/slideLayouts/slideLayout4.xml" Id="R5dc49115483942dc" /><Relationship Type="http://schemas.openxmlformats.org/officeDocument/2006/relationships/slideLayout" Target="/ppt/slideLayouts/slideLayout5.xml" Id="R9d294c40145a4477" /><Relationship Type="http://schemas.openxmlformats.org/officeDocument/2006/relationships/slideLayout" Target="/ppt/slideLayouts/slideLayout6.xml" Id="R7c816ce4a52f431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a246a6d1f8d4755"/>
    <p:sldLayoutId xmlns:r="http://schemas.openxmlformats.org/officeDocument/2006/relationships" id="2147483650" r:id="R171132a05d694b30"/>
    <p:sldLayoutId xmlns:r="http://schemas.openxmlformats.org/officeDocument/2006/relationships" id="2147483651" r:id="R49f57661d0f04511"/>
    <p:sldLayoutId xmlns:r="http://schemas.openxmlformats.org/officeDocument/2006/relationships" id="2147483652" r:id="R5dc49115483942dc"/>
    <p:sldLayoutId xmlns:r="http://schemas.openxmlformats.org/officeDocument/2006/relationships" id="2147483653" r:id="R9d294c40145a4477"/>
    <p:sldLayoutId xmlns:r="http://schemas.openxmlformats.org/officeDocument/2006/relationships" id="2147483654" r:id="R7c816ce4a52f431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0ebd26b9b9d4adf" /><Relationship Type="http://schemas.openxmlformats.org/officeDocument/2006/relationships/notesSlide" Target="/ppt/notesSlides/notesSlide1.xml" Id="R1146c2dd1ef14d9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194d0ca9edc4c2d" /><Relationship Type="http://schemas.openxmlformats.org/officeDocument/2006/relationships/image" Target="/ppt/media/image.png" Id="Rf190913372b44567" /><Relationship Type="http://schemas.openxmlformats.org/officeDocument/2006/relationships/notesSlide" Target="/ppt/notesSlides/notesSlide2.xml" Id="Rdd253fe0cbf4488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010fa831317483c" /><Relationship Type="http://schemas.openxmlformats.org/officeDocument/2006/relationships/notesSlide" Target="/ppt/notesSlides/notesSlide3.xml" Id="Raaa2c01b76254a1a"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04b8a0257c9c45ee" /><Relationship Type="http://schemas.openxmlformats.org/officeDocument/2006/relationships/notesSlide" Target="/ppt/notesSlides/notesSlide5.xml" Id="R5817f02b8a6e4ab5"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59c503a7dc0d4d22" /><Relationship Type="http://schemas.openxmlformats.org/officeDocument/2006/relationships/image" Target="/ppt/media/image2.png" Id="Rd95d55adf7414435" /><Relationship Type="http://schemas.openxmlformats.org/officeDocument/2006/relationships/notesSlide" Target="/ppt/notesSlides/notesSlide6.xml" Id="R465df4e0f9dc4ef3"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5743b4f12a654121" /><Relationship Type="http://schemas.openxmlformats.org/officeDocument/2006/relationships/notesSlide" Target="/ppt/notesSlides/notesSlide7.xml" Id="Rd1f385244f5043c4"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857e2873b0a744f8" /><Relationship Type="http://schemas.openxmlformats.org/officeDocument/2006/relationships/notesSlide" Target="/ppt/notesSlides/notesSlide8.xml" Id="Rf056d218fde24d0b"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d7e666a5949a45d3" /><Relationship Type="http://schemas.openxmlformats.org/officeDocument/2006/relationships/notesSlide" Target="/ppt/notesSlides/notesSlide9.xml" Id="R48e56697f0a44087"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99fa99cc686f44ae" /><Relationship Type="http://schemas.openxmlformats.org/officeDocument/2006/relationships/notesSlide" Target="/ppt/notesSlides/notesSlide10.xml" Id="R3ea12644fae84ba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4178145e9ab24752" /><Relationship Type="http://schemas.openxmlformats.org/officeDocument/2006/relationships/image" Target="/ppt/media/image3.png" Id="R1405e92e9b8c45ba" /><Relationship Type="http://schemas.openxmlformats.org/officeDocument/2006/relationships/notesSlide" Target="/ppt/notesSlides/notesSlide11.xml" Id="R2de2f936d3324d1e" /></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699ae772fe444880" /><Relationship Type="http://schemas.openxmlformats.org/officeDocument/2006/relationships/image" Target="/ppt/media/image4.png" Id="Rf0b868e3c0394193" /><Relationship Type="http://schemas.openxmlformats.org/officeDocument/2006/relationships/notesSlide" Target="/ppt/notesSlides/notesSlide12.xml" Id="Rdb986e759dfb4bda" /></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0ccf0a71db464b4e" /><Relationship Type="http://schemas.openxmlformats.org/officeDocument/2006/relationships/notesSlide" Target="/ppt/notesSlides/notesSlide13.xml" Id="R71faaa85c8de40c9"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2ef8f2125b54361" /><Relationship Type="http://schemas.openxmlformats.org/officeDocument/2006/relationships/image" Target="/ppt/media/image5.png" Id="R4dbd71d421854e9c" /><Relationship Type="http://schemas.openxmlformats.org/officeDocument/2006/relationships/image" Target="/ppt/media/image6.png" Id="Rd6b24596b6094590" /><Relationship Type="http://schemas.openxmlformats.org/officeDocument/2006/relationships/image" Target="/ppt/media/image7.png" Id="Rab4aa8c9254b49aa" /><Relationship Type="http://schemas.openxmlformats.org/officeDocument/2006/relationships/notesSlide" Target="/ppt/notesSlides/notesSlide14.xml" Id="Raaa7fe0ecf0946a1"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0c5701ee0f5e4994" /><Relationship Type="http://schemas.openxmlformats.org/officeDocument/2006/relationships/notesSlide" Target="/ppt/notesSlides/notesSlide15.xml" Id="Rabbd10da436c4fb6" /></Relationships>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C5E98EAE-F4E1-4B1D-ADA6-1A97B5589F4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CA6F81DA-601A-4C0E-8B29-2DD39614C0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0D515229-2A37-4D21-A3E3-36C880E2571F}"/>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개발 프로젝트를&#10;직접 살펴보게 하기">
            <a:extLst xmlns:a="http://schemas.openxmlformats.org/drawingml/2006/main">
              <a:ext uri="{FF2B5EF4-FFF2-40B4-BE49-F238E27FC236}">
                <a16:creationId xmlns:a16="http://schemas.microsoft.com/office/drawing/2014/main" id="{4D4693EC-B722-4B24-BE33-860DBB14801E}"/>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개발 프로젝트를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직접 살펴보게 하기</a:t>
            </a:r>
          </a:p>
        </p:txBody>
      </p:sp>
      <p:sp>
        <p:nvSpPr>
          <p:cNvPr id="5" name="Chatbot → 개발 프로젝트를 조사하는 Agent">
            <a:extLst xmlns:a="http://schemas.openxmlformats.org/drawingml/2006/main">
              <a:ext uri="{FF2B5EF4-FFF2-40B4-BE49-F238E27FC236}">
                <a16:creationId xmlns:a16="http://schemas.microsoft.com/office/drawing/2014/main" id="{D18033A5-19E8-4B4D-B811-A2BA4C06BC2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개발 프로젝트를 조사하는 Agent</a:t>
            </a:r>
          </a:p>
        </p:txBody>
      </p:sp>
      <p:sp>
        <p:nvSpPr>
          <p:cNvPr id="6" name="ChatGPT &amp; Codex · 개발자 교육">
            <a:extLst xmlns:a="http://schemas.openxmlformats.org/drawingml/2006/main">
              <a:ext uri="{FF2B5EF4-FFF2-40B4-BE49-F238E27FC236}">
                <a16:creationId xmlns:a16="http://schemas.microsoft.com/office/drawing/2014/main" id="{7514534F-B122-42C2-B7C8-485D4301057D}"/>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1DB80869-EDBB-4C86-95D8-DF638FF9F8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
        <p:nvSpPr>
          <p:cNvPr id="9" name="코드·명세·테스트가 있는 프로젝트 폴더">
            <a:extLst xmlns:a="http://schemas.openxmlformats.org/drawingml/2006/main">
              <a:ext uri="{FF2B5EF4-FFF2-40B4-BE49-F238E27FC236}">
                <a16:creationId xmlns:a16="http://schemas.microsoft.com/office/drawing/2014/main" id="{16B226BC-0A6E-4530-9D16-0EA6DB124DEC}"/>
              </a:ext>
            </a:extLst>
          </p:cNvPr>
          <p:cNvSpPr>
            <a:spLocks xmlns:a="http://schemas.openxmlformats.org/drawingml/2006/main" noGrp="1"/>
          </p:cNvSpPr>
          <p:nvPr/>
        </p:nvSpPr>
        <p:spPr>
          <a:xfrm xmlns:a="http://schemas.openxmlformats.org/drawingml/2006/main">
            <a:off x="609600" y="48958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코드·명세·테스트가 있는 프로젝트 폴더</a:t>
            </a:r>
          </a:p>
        </p:txBody>
      </p:sp>
    </p:spTree>
    <p:extLst>
      <p:ext uri="{BB962C8B-B14F-4D97-AF65-F5344CB8AC3E}">
        <p14:creationId xmlns:p14="http://schemas.microsoft.com/office/powerpoint/2010/main" val="775266719"/>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C8496A54-33C1-4E9B-B12A-8B89F0156C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C84DEC2C-4D37-4F99-816F-7DAD0A726C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6BA1D0A6-8136-4C54-A76C-9075797A8D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53D4816F-2F76-4BFC-9414-AA1E94C07D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7C034177-B72A-4A66-B01C-9AEC4DA8E977}"/>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ED6DEB03-B0E4-4D1E-86B0-186577B930E2}"/>
              </a:ext>
            </a:extLst>
          </p:cNvPr>
          <p:cNvPicPr>
            <a:picLocks xmlns:a="http://schemas.openxmlformats.org/drawingml/2006/main" noChangeAspect="1"/>
          </p:cNvPicPr>
          <p:nvPr/>
        </p:nvPicPr>
        <p:blipFill>
          <a:blip xmlns:r="http://schemas.openxmlformats.org/officeDocument/2006/relationships" xmlns:a="http://schemas.openxmlformats.org/drawingml/2006/main" r:embed="Rf190913372b44567"/>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8B96D21D-7EA5-4EA0-9070-05DCA28A5BDF}"/>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2B69BE65-2F18-450D-8A7A-B1218074CD67}"/>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3F72A57C-6009-40EB-8541-DCF6C18AE143}"/>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7D0433FB-80D5-4C8D-B631-A6023430F5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77800199"/>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34B03276-3397-4B22-A342-B01EA745D2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BDEFC4AA-3857-4B6F-BBF9-3D7D486533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0B0E3DB6-B004-476C-8120-14710E1513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E04EB190-E33F-4DD6-8547-C0FBFC54B4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D1EFD5AB-F50D-4B22-A282-2A2CD7C7BEC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73864F6E-6983-42CE-954E-70E14B8F5CED}"/>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9324562E-B5BE-4E12-BEBE-3BF6BA48887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2B371B50-34E0-4001-8E14-BC7366E123CD}"/>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9C684D4-6892-4530-986B-8F75438034C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FEFF8029-BC4B-4F05-9492-37D14783C947}"/>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F73BDFBC-E38E-4AAA-BDE1-7FB9333E4C14}"/>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2D15211F-6253-465C-8C6D-1E0C2DAD4753}"/>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78FB450A-74BB-4FD8-8066-80FB1035AF4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16898B50-6DED-402B-93A6-F8FFE0A5CD5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A3615045-C854-4C8D-A53F-750AFE13717D}"/>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DED8DE67-52D4-43F2-B934-C3319873339B}"/>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4DA459B7-F8C3-4888-852A-B086E55298C4}"/>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251E24A-BD12-4A29-8B87-81B330FDB115}"/>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5109475-22A4-4D29-AE00-63D81443341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B4A8267-F50B-434E-AEDD-87DE58FBF8C2}"/>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C46858C7-3DC1-4859-A7E0-B8DA8366A93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1E516091-850E-4FA8-AF38-F61141C5701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59CFC27F-1DE0-4EF6-9E54-A5FEB74F25EB}"/>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6B009351-8FF9-4E00-A9B9-FB2D2E85458D}"/>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9C78CE43-5919-463C-8E46-09F185EF6367}"/>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03A4D744-EE31-46FC-AD36-EDE1A908FCDD}"/>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4FAB5F7-EF49-4F1F-ADB3-C0A8BDFA7EFA}"/>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A4EE0C13-3F3C-45F0-B676-0BA53A66C978}"/>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3786B2CE-D486-472E-8DF7-38DAA90D5DAA}"/>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AEB91E14-4881-4EB8-A60B-3998CE447B5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73417892-2F34-4364-98D3-BAA039650325}"/>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5A08B0CA-C944-466D-91E3-B211540EDDFA}"/>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3F782A9E-9FB0-4C69-84E9-46139C117D4D}"/>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7FB4291-6BE4-4A67-94D6-296526281B6E}"/>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827988C1-2F3E-45BB-9097-8F02ACEAE14C}"/>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7A3D948C-120E-49BA-A3B9-471E607E76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45192936"/>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cxnSp>
        <p:nvCxnSpPr>
          <p:cNvPr id="25" name="Copilot workflow step 1 to 2">
            <a:extLst xmlns:a="http://schemas.openxmlformats.org/drawingml/2006/main">
              <a:ext uri="{FF2B5EF4-FFF2-40B4-BE49-F238E27FC236}">
                <a16:creationId xmlns:a16="http://schemas.microsoft.com/office/drawing/2014/main" id="{D707E311-1C71-4BB6-AD0E-1EC73695CD47}"/>
              </a:ext>
            </a:extLst>
          </p:cNvPr>
          <p:cNvCxnSpPr/>
          <p:nvPr/>
        </p:nvCxnSpPr>
        <p:spPr>
          <a:xfrm xmlns:a="http://schemas.openxmlformats.org/drawingml/2006/main">
            <a:off x="352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cxnSp>
        <p:nvCxnSpPr>
          <p:cNvPr id="29" name="Copilot workflow step 2 to 3">
            <a:extLst xmlns:a="http://schemas.openxmlformats.org/drawingml/2006/main">
              <a:ext uri="{FF2B5EF4-FFF2-40B4-BE49-F238E27FC236}">
                <a16:creationId xmlns:a16="http://schemas.microsoft.com/office/drawing/2014/main" id="{6A072F8C-93DF-4F1E-80AD-57537FA8CAF8}"/>
              </a:ext>
            </a:extLst>
          </p:cNvPr>
          <p:cNvCxnSpPr/>
          <p:nvPr/>
        </p:nvCxnSpPr>
        <p:spPr>
          <a:xfrm xmlns:a="http://schemas.openxmlformats.org/drawingml/2006/main">
            <a:off x="733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A6DEAD16-4F9E-4C36-80C5-BA93F904A6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D4EF2790-A2B8-42E4-AB21-5230404AD1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67462F48-5A20-439A-9171-9BC8F1021F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05B6F894-2992-423E-8897-1A312A83E1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2E25A515-94D8-402B-92A1-F313EB5D3167}"/>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3315060D-1BF8-4E26-9117-9247C4664859}"/>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E8FF34EF-378A-49F2-B368-6E5DC25E2195}"/>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0E1C3625-41EF-4EC3-B31D-484F0DF75B03}"/>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8EF0CF5B-54B8-464A-B022-15568E5BA4FF}"/>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A91A22B1-16DA-47F3-8CE2-7E8D0569D695}"/>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E429C78A-E4A4-425A-8ABE-745D2EAA710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63B185F6-F6E9-466C-B4DE-7A26F920EFDB}"/>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D418147A-8328-4CA9-BE3F-20283219858E}"/>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1EA8EFCB-BD06-40F3-A855-A40DBE3646AD}"/>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0A14F68E-F3E3-4CD0-B01F-5DB8B62C2800}"/>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CA7061F0-90E2-4C30-BF4D-C24CE9DDB4D2}"/>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092EAC80-04D6-470A-9051-34946CD95D16}"/>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2FD29178-F603-455F-8002-B2233868F6B3}"/>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43A9ECD3-987D-417E-9CCA-B60295A237B2}"/>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C43A506C-87E0-45C2-9B49-04AA9A20999E}"/>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4F51E471-DE4D-4EDC-879C-E8F6A0AC4BE8}"/>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89FC855C-542C-4C17-A5D0-7FA196D69AAC}"/>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09E604F2-FA77-4D19-A18B-C86378B58829}"/>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58C329F9-F31D-4C00-8E89-924E95289BBD}"/>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1E48662D-A10F-4AA2-8384-13DBEFD3A6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FAD4B609-23A4-41AB-A04E-BC7BCFFA57C7}"/>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82BA5881-5ED1-4069-9577-0BD1E49DEE2D}"/>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83066479-6905-49DA-9D59-734B11B3CDB8}"/>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0E9161E-C6FD-48BF-AE1C-7479B396BE9F}"/>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A28238A5-AC63-4C66-9142-34F0E95B21A1}"/>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C5251733-5852-44CF-9D34-73075B2DE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941314641"/>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개발 프로젝트 조사 기록">
            <a:extLst xmlns:a="http://schemas.openxmlformats.org/drawingml/2006/main">
              <a:ext uri="{FF2B5EF4-FFF2-40B4-BE49-F238E27FC236}">
                <a16:creationId xmlns:a16="http://schemas.microsoft.com/office/drawing/2014/main" id="{16D3D866-89F2-46A4-92E2-156AB88717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개발 프로젝트 조사 기록</a:t>
            </a:r>
          </a:p>
        </p:txBody>
      </p:sp>
      <p:sp>
        <p:nvSpPr>
          <p:cNvPr id="2" name="S05">
            <a:extLst xmlns:a="http://schemas.openxmlformats.org/drawingml/2006/main">
              <a:ext uri="{FF2B5EF4-FFF2-40B4-BE49-F238E27FC236}">
                <a16:creationId xmlns:a16="http://schemas.microsoft.com/office/drawing/2014/main" id="{C4D0F87F-9494-48C1-BD0C-B8AF03EF58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A0E3A0D5-1309-4980-AB4B-3F7C193B0F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7727CDA4-03A4-457F-B70A-94A98C8A1F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0EC0C38-2F2C-4F1C-92FA-982B625363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0E0B4B91-7DFA-4FCA-9B5F-0BDC2C200F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EF970A35-7F57-4F1A-94CD-CD39B5E46730}"/>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FEA64C4B-26C8-4F00-988B-0B8013B30B04}"/>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2A182CA1-02CF-4232-A240-068C02ACDACF}"/>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807DD786-CC2C-442A-ABDB-C74B5A1CA813}"/>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F025A126-6807-4CDA-B6A3-6135CCF817A7}"/>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1149B502-CBBF-4417-9154-D27D21C9388A}"/>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2996D3F7-6F41-4689-A046-8CBB78CC1D16}"/>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7C51A700-46ED-40EF-B1CE-A31EB177E085}"/>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922B5F64-1046-4128-B954-404054C35D8A}"/>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05F729A-FB27-486C-8091-307477DFDF7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747456D5-3C23-4A4A-831B-4925672BFDB4}"/>
              </a:ext>
            </a:extLst>
          </p:cNvPr>
          <p:cNvPicPr>
            <a:picLocks xmlns:a="http://schemas.openxmlformats.org/drawingml/2006/main" noChangeAspect="1"/>
          </p:cNvPicPr>
          <p:nvPr/>
        </p:nvPicPr>
        <p:blipFill>
          <a:blip xmlns:r="http://schemas.openxmlformats.org/officeDocument/2006/relationships" xmlns:a="http://schemas.openxmlformats.org/drawingml/2006/main" r:embed="Rd95d55adf7414435"/>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DCEE144-C806-494F-AE68-2AA133BCD15A}"/>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D563152D-FDFF-4B03-A27B-39DAB2FD30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95487018"/>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8F06A9B9-F44C-4D13-9B48-E741F3E5EB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53B2B5A3-A92B-46A2-A03C-C8599137BE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C4AE639A-32C1-447E-BEFB-518304A47E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846D2C8-936C-4128-B14A-64C0B03676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437A706-FC8B-4A54-AFE7-1A9E21B7A6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26AF6076-6654-4DE6-B4EE-4975412183E3}"/>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7D83E4B6-DF2B-42A3-ACF1-1927E58845F7}"/>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95FCE087-F164-4A30-A11D-82CA412F729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1E98B7F9-BBDD-47FE-AE52-E8E9616B131E}"/>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4F2DA1CD-20F0-41C8-9FC4-BB2CEB230552}"/>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2A83981E-5D4D-47AB-89A7-0A8A1197B8F9}"/>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5A38D5D2-FF08-4954-AF90-32F637AE9447}"/>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FE85A76C-E83E-461B-ABD4-328E22BA7B38}"/>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7C985556-27A9-4C88-AAF1-37C2F5DD563F}"/>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4A8BE283-F337-4FE4-A765-694F8D010431}"/>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281C2E7D-01BE-4568-BC55-F3733B603B60}"/>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19B6AEA3-6E47-4EBA-BF73-C7B6B374A28D}"/>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FA3198D0-6B20-4AC6-BDD8-945554605641}"/>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A4C29AA3-EEE5-47A5-B4DC-D6C44729B8C3}"/>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B6257140-7719-43F5-BA2D-E9449E5A6BF5}"/>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B0655D2F-B0AA-442D-967B-C71AEA0A2969}"/>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C6DBE733-2E5F-4FAB-8824-B7B98554F659}"/>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400846E2-35AC-4CA6-8F60-5A88CC5F4F2B}"/>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FCE13B08-13B2-40F3-9439-0C91F8F21788}"/>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AD936050-9131-46DA-8BA5-4C2F4FD8F07F}"/>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3547CA01-3DED-46AE-A017-F0953C223197}"/>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6416115-E722-4BC7-9740-1F3C324EC460}"/>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B9BD2625-EE47-4B08-A9B2-153FCE503BA1}"/>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DFF7C7B3-BD71-4B58-B596-01DB226D1CF8}"/>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E7542592-2800-40CF-8267-ADFB41253AFF}"/>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382FD7B0-7E5F-42CC-9B85-DFA47DBB8AE4}"/>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79CDA8D1-D19F-4B3E-9346-3E4BB866ECAE}"/>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C59C21B7-14CD-4500-8965-F46AB84766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52036491"/>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CA30814-53D9-4E9F-BCDD-45F9CE9727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3AF9B92A-2E74-4F17-BFA9-58BD4BE902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FC523A69-3746-42F3-975F-A8C7C72E25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1EF194AB-37A0-4248-8E1B-3846759316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A8C5FAA-BC37-4692-9E6C-7F073084FC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F704CC8E-7C2F-4BEF-ACCD-777E3A45E54D}"/>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7CA41A94-68F0-401B-B73D-9C24F65CE165}"/>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64F8CA5-3381-4E5B-9B12-6C19FCD59E8C}"/>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8E1FF3D1-418F-464E-8A1E-1452A3A97F0C}"/>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3B29E6EF-819C-4E43-A3B1-BEF93FDEC03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387F7095-EB0C-43E0-A099-F43D35A6FE30}"/>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01B4744E-5BF3-4D80-A89D-F95C352CEDD7}"/>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586EB63F-0F56-4267-B295-182020DC451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7355650B-9E98-44C8-BD80-82674C534562}"/>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04587C45-BCD7-48C3-BEED-56A95D4E7A67}"/>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EBBFF7C7-1FB5-4C33-AFAE-5A4DE9CB98ED}"/>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84DF1EC2-8850-405B-8ADE-CF4FC9F1EFD1}"/>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3DF66A06-8F60-4DDB-9199-2C789E53C51B}"/>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6E299449-18A0-4542-B6D7-DDFD8A590D5B}"/>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E5650C68-3203-4EEB-8D40-FCFE994F578E}"/>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7EC2F82D-CAC8-4188-ACC4-0FEA04331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1598164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7D02E485-55D0-47D3-938C-988DFFE71E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2FCAA454-3141-42EB-9239-55121E5B4F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C2859E87-891B-4378-9577-E690244070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758010A0-B045-4B5A-97C4-F5F069B153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D2DF949A-E01A-4287-A732-A168B890C543}"/>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9AAF70ED-313B-4F1A-9B47-E4F46FAC0E75}"/>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07E3D001-C2E9-4A0B-8AF6-65D3D92F25C7}"/>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46B9FAF-3698-4AF3-B1E9-6357D997B207}"/>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E1E10CB4-7054-4145-B003-87D204461647}"/>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4EC4D47E-041C-47B8-8CD1-952ED4B832E5}"/>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4C6B386D-4DF1-4087-887D-FDBCDDCEA28A}"/>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F00122F8-4CE2-4896-9E7D-D54EB1CE417E}"/>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814E5829-EF66-4A92-AF14-CF8C51716518}"/>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A0AC1AE4-F40E-4E70-8CAC-8A245C2AB062}"/>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25E403EB-9C93-4693-A846-5EEEAE2D8611}"/>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4BC86894-6C29-41BA-9D5B-5CD72998914A}"/>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799F1466-74BC-4535-9E78-DABB5CFC4856}"/>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4F39786-BEED-408E-B9F6-BA083EF290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66875823"/>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7E8D14D6-FFA0-4DA3-89AE-11C353D959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9C41D36C-95EE-4093-9B28-F8449DE151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C14C5B4A-E50E-4314-80AC-4DB478913B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656BF7AF-A30C-4B4A-A9A3-55EEE93A39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프로젝트 파일 접근과 실행 권한은 별개">
            <a:extLst xmlns:a="http://schemas.openxmlformats.org/drawingml/2006/main">
              <a:ext uri="{FF2B5EF4-FFF2-40B4-BE49-F238E27FC236}">
                <a16:creationId xmlns:a16="http://schemas.microsoft.com/office/drawing/2014/main" id="{E94DCE88-5CDA-4D08-92D5-9B6D7E39F0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파일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80851208-79FA-41CF-B348-41C58B2C310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프로젝트 파일의 정보">
            <a:extLst xmlns:a="http://schemas.openxmlformats.org/drawingml/2006/main">
              <a:ext uri="{FF2B5EF4-FFF2-40B4-BE49-F238E27FC236}">
                <a16:creationId xmlns:a16="http://schemas.microsoft.com/office/drawing/2014/main" id="{43F2D427-F8EE-48C1-AE01-9DF9D429041D}"/>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파일의 정보</a:t>
            </a:r>
          </a:p>
        </p:txBody>
      </p:sp>
      <p:sp>
        <p:nvSpPr>
          <p:cNvPr id="9" name="실행 환경의 자료">
            <a:extLst xmlns:a="http://schemas.openxmlformats.org/drawingml/2006/main">
              <a:ext uri="{FF2B5EF4-FFF2-40B4-BE49-F238E27FC236}">
                <a16:creationId xmlns:a16="http://schemas.microsoft.com/office/drawing/2014/main" id="{4348B9EA-1CFB-419E-88C1-0F16558DABA1}"/>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69DD1085-351A-4477-A9F5-1E08B55C9F8B}"/>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106F5CA5-13C5-4C80-9B4C-C3CB5B3F7F4F}"/>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032A54B4-BF08-496E-8073-C29E9BB27D70}"/>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46503D57-0C6E-46E4-A0C0-BE997B24BD01}"/>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50E737F5-A210-4455-AF74-1E1DECD02FF6}"/>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2826CEB-3726-4950-99A1-CDE9555BE78A}"/>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9ED4EF1A-446E-4397-9C43-DD811D2D85C8}"/>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145E1B97-1B1E-41F3-871F-00000D659AD0}"/>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3917C4A9-EC45-4EC7-BF4C-D87C1710DDD3}"/>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722F6A10-3220-4026-BDF2-BF3A2AD056D9}"/>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5F32D2C8-13B0-46A7-809D-F2946DF44581}"/>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CD87347E-596F-45AB-8453-A49189680BE8}"/>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F047A98-85C1-4F9A-8196-60F6C979FBAC}"/>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1F1303D0-39F0-4679-A6CC-ECAC674C120F}"/>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7DB5BEAB-650D-484D-89BB-57656FA95412}"/>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B139E47-7C24-4291-883A-1C6A8CDCF3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23928147"/>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92424FFF-2131-416C-9087-F1C9706095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04C3F9FE-5BAE-40CA-8AD3-61475BE76A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79A5D29-64FB-46A7-99AF-3595D55E30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1B4047EA-5AB1-4FA4-B398-33F4DDDF0D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981C4A5A-8791-41A9-9026-A3309EE625A1}"/>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0E92C3A5-B1C3-4087-92CA-BB4173ED9F93}"/>
              </a:ext>
            </a:extLst>
          </p:cNvPr>
          <p:cNvPicPr>
            <a:picLocks xmlns:a="http://schemas.openxmlformats.org/drawingml/2006/main" noChangeAspect="1"/>
          </p:cNvPicPr>
          <p:nvPr/>
        </p:nvPicPr>
        <p:blipFill>
          <a:blip xmlns:r="http://schemas.openxmlformats.org/officeDocument/2006/relationships" xmlns:a="http://schemas.openxmlformats.org/drawingml/2006/main" r:embed="R1405e92e9b8c45ba"/>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EA996F87-B4BB-4B74-B7EC-4F7C475B155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BE6D6F7-AAA4-49EA-ADA0-A5274C785B55}"/>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6FDC300-521F-4249-B8BB-AEDD2CFC76BD}"/>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95987D9A-EC10-499A-89F5-94D82591BBCA}"/>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95DA38A-2CD0-47D7-8BFA-FBCA257220D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4322889-ADBC-4058-A088-F88DB892F95A}"/>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7CFB9C7F-25FF-41FA-AB52-29D1FAB88168}"/>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352F4762-C746-4D1E-96A3-F84A3C845CCB}"/>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59E84D2E-3957-4DCD-9EEA-FF173B2C0ED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EF9E48A5-A775-45D0-AD0A-D8A0195AF27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E013678D-13AD-401A-89D0-D54BEDF85CE3}"/>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F69C2FF2-C052-4B1E-83F3-29BFDBC4365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76D9408-29D9-4203-A7BB-F9BD701B8469}"/>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8A9DDDEE-C631-4FCD-9EB3-4EFA520FB099}"/>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41CEB894-3C55-4970-8D05-F166D5EAB213}"/>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BC9C6EFE-65FA-45DB-8DC3-225E920676D5}"/>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1C0C379E-5243-4DC7-8CF0-844018486FA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979FD76-0864-49B6-9E12-B0C92537F8B9}"/>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C8E602B-24B7-489E-BA30-A6ED39E7A8BF}"/>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0D952AC6-D850-42E9-A238-E5CAFCF127D0}"/>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C63FCF37-61EA-4F07-919E-9CACF3507229}"/>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C4E7B6CA-317E-423F-9311-A9E47089335C}"/>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EA1F9D2F-70DB-484B-9C24-8AD812851576}"/>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71FE705D-0958-459D-B601-BB2309297532}"/>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CA460566-2679-4A7B-B710-960E74298EF7}"/>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6C695F30-4B28-40AD-8E8B-BACCB5005619}"/>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A02D6E2A-D500-4F79-AADA-FF3BA8A97AD7}"/>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02A71C11-CA6A-4A1A-8B5C-EF380597D6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52155344"/>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D995D505-507E-499D-8F8B-E4C966BCD3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45944F4C-09A1-4887-8C7C-E92EE5CAC8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A2681C18-32A6-4B33-BA1E-A9F0786146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C748DFBA-4D8E-406F-99A2-8D37D46F5B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701411B-8E21-46FF-9114-CD8347B45C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0A6C3E0A-18C0-4C99-A59D-B39E4B2ED7EB}"/>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F261036D-4302-4492-9BD6-D849D1D8AE41}"/>
              </a:ext>
            </a:extLst>
          </p:cNvPr>
          <p:cNvPicPr>
            <a:picLocks xmlns:a="http://schemas.openxmlformats.org/drawingml/2006/main" noChangeAspect="1"/>
          </p:cNvPicPr>
          <p:nvPr/>
        </p:nvPicPr>
        <p:blipFill>
          <a:blip xmlns:r="http://schemas.openxmlformats.org/officeDocument/2006/relationships" xmlns:a="http://schemas.openxmlformats.org/drawingml/2006/main" r:embed="Rf0b868e3c0394193"/>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CC622EF-0432-4575-8599-368F178089E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12C8177-A791-45DA-8907-C77D7029CCF0}"/>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96F1156F-AF43-4212-99A0-137538FBC6F1}"/>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89C88CC3-DCF4-416C-9BA8-D718FFF77D4C}"/>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FEC28D47-B341-4E09-83F6-D7D179F8BAF9}"/>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F1702371-80C9-4A94-A864-F4BF814093B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34FE63D8-11B0-4BC7-A53E-48C7C7992B5F}"/>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999E8875-BE3E-423C-A952-945DC7057C59}"/>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5C4C9D2B-E029-4916-BE7F-E43DF56CB184}"/>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3C056358-8930-4520-883F-25DF38FA1A95}"/>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40449085-F7DE-49AF-ACE5-55B60D787E74}"/>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0A7154EE-5831-4E3A-989A-2ACB787F6A6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F53C87A8-5BB9-4CB9-96EF-241CF46C9DD7}"/>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A850B634-2968-48DE-8A6A-A02AD3114054}"/>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90CE2F4C-20E6-4BD8-9546-FF722598A551}"/>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A1BAB16-2270-4859-8A31-3694EBDEA96E}"/>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B78F591-E397-442E-92A3-C5DFD4B9A16D}"/>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F5B0CEF-D8CB-4689-AB41-2DAB7101F12A}"/>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BA6BA8C5-8F5D-4A08-ADFA-B4CB7AE40AED}"/>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74152FFC-9622-4569-87A5-607D5CB93DF1}"/>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8B05C7C9-FA8D-410C-9AAF-D454C687F7A9}"/>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B90F4880-102E-461C-96D5-F707DEECEF94}"/>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26DD7E00-6DAA-4CD0-8A4B-353F48D6AC17}"/>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04B8F807-A0B1-4BDF-B67D-26E302807A5C}"/>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7725403F-A4EE-4C29-B326-C7924871F556}"/>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33C16409-A00B-41A2-9A76-8EBBACC3E155}"/>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917B0CD1-7AEC-434B-A239-533A4BBD0365}"/>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D7ABCD94-C9A1-42BE-8807-0DEED82976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52910425"/>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8C00D589-4312-422E-9657-42BD49D703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05894942-9E9B-4127-A1B0-B6FFE88A81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개발 프로젝트 조사는 Codex에서 시작한다">
            <a:extLst xmlns:a="http://schemas.openxmlformats.org/drawingml/2006/main">
              <a:ext uri="{FF2B5EF4-FFF2-40B4-BE49-F238E27FC236}">
                <a16:creationId xmlns:a16="http://schemas.microsoft.com/office/drawing/2014/main" id="{D2C737DD-8164-4DB9-9DAC-EA9A18AE14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 프로젝트 조사는 Codex에서 시작한다</a:t>
            </a:r>
          </a:p>
        </p:txBody>
      </p:sp>
      <p:sp>
        <p:nvSpPr>
          <p:cNvPr id="4" name="">
            <a:extLst xmlns:a="http://schemas.openxmlformats.org/drawingml/2006/main">
              <a:ext uri="{FF2B5EF4-FFF2-40B4-BE49-F238E27FC236}">
                <a16:creationId xmlns:a16="http://schemas.microsoft.com/office/drawing/2014/main" id="{C2CE2E95-7021-4D56-81FF-903E99E918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66B055-A71A-4A86-A582-EB1DAE16E6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FBD04B01-9011-467F-94F0-96FE12F24633}"/>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378FB07D-7AAD-4E36-8CD8-99D3307DA4F0}"/>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E67A162F-4947-48E1-87F5-216AF0C261C5}"/>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CBD5F9F4-C78E-4A39-8FC3-8A10BA95CC64}"/>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365677D8-EA88-4496-826C-1DA420E86106}"/>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1AEBF0E9-F201-4E1F-BA7F-7C935CA45483}"/>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7B808F84-EE9D-4526-9433-4C3822FA37B5}"/>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C6C831-5C30-44E1-B301-DCB34C1D6106}"/>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F98694F3-18D7-42DB-A014-138D303E835C}"/>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FBDF87D5-B6B5-4389-B03D-4AC04CFBCEA4}"/>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8A2B3273-CF6E-49AD-BD39-CC30B66F8577}"/>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759B0740-A6C5-471C-9CBC-7410E64AE17B}"/>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2652C1E9-D028-4806-8579-74CF63B5ED7C}"/>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D56482DD-089C-430A-A705-5C8D2EE363E7}"/>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52B54FCB-BC65-4F69-A753-6C726FA8ABA7}"/>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프로젝트 폴더 열기">
            <a:extLst xmlns:a="http://schemas.openxmlformats.org/drawingml/2006/main">
              <a:ext uri="{FF2B5EF4-FFF2-40B4-BE49-F238E27FC236}">
                <a16:creationId xmlns:a16="http://schemas.microsoft.com/office/drawing/2014/main" id="{BACED234-9D19-4D21-B96A-EB133DBEB666}"/>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폴더 열기</a:t>
            </a:r>
          </a:p>
        </p:txBody>
      </p:sp>
      <p:sp>
        <p:nvSpPr>
          <p:cNvPr id="23" name="코드가 있는 폴더를 작업 위치로">
            <a:extLst xmlns:a="http://schemas.openxmlformats.org/drawingml/2006/main">
              <a:ext uri="{FF2B5EF4-FFF2-40B4-BE49-F238E27FC236}">
                <a16:creationId xmlns:a16="http://schemas.microsoft.com/office/drawing/2014/main" id="{1E082D5E-832F-43A7-BAF3-845FD58B6A6E}"/>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F9727512-695A-467D-B445-714E32DCEB78}"/>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C2CCD1E-3B9B-452B-9575-6750B634C755}"/>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F2598D05-007E-4275-B8D0-488CB40D560D}"/>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개발 프로젝트 조사는 Codex로 진행한다.">
            <a:extLst xmlns:a="http://schemas.openxmlformats.org/drawingml/2006/main">
              <a:ext uri="{FF2B5EF4-FFF2-40B4-BE49-F238E27FC236}">
                <a16:creationId xmlns:a16="http://schemas.microsoft.com/office/drawing/2014/main" id="{26D0DF97-FDD6-4B65-9F96-20C87EA3E56C}"/>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개발 프로젝트 조사는 Codex로 진행한다.</a:t>
            </a:r>
          </a:p>
        </p:txBody>
      </p:sp>
      <p:sp>
        <p:nvSpPr>
          <p:cNvPr id="28" name="">
            <a:extLst xmlns:a="http://schemas.openxmlformats.org/drawingml/2006/main">
              <a:ext uri="{FF2B5EF4-FFF2-40B4-BE49-F238E27FC236}">
                <a16:creationId xmlns:a16="http://schemas.microsoft.com/office/drawing/2014/main" id="{66F5491B-75B5-450B-BCC9-1F672C5BE22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76E7B20C-4F46-44FD-813B-81609E04D3C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EC7EB059-1256-4622-8B82-72B3D2D002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49863103"/>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696E8A01-98A8-4F06-8628-3AA7A7E944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60D982C0-1E2E-4527-9BAD-1848603C59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프로젝트를 봐도, 원하는 작업은 따로 정한다">
            <a:extLst xmlns:a="http://schemas.openxmlformats.org/drawingml/2006/main">
              <a:ext uri="{FF2B5EF4-FFF2-40B4-BE49-F238E27FC236}">
                <a16:creationId xmlns:a16="http://schemas.microsoft.com/office/drawing/2014/main" id="{0F94C880-F2AE-46C0-A279-F08031969A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봐도, 원하는 작업은 따로 정한다</a:t>
            </a:r>
          </a:p>
        </p:txBody>
      </p:sp>
      <p:sp>
        <p:nvSpPr>
          <p:cNvPr id="4" name="">
            <a:extLst xmlns:a="http://schemas.openxmlformats.org/drawingml/2006/main">
              <a:ext uri="{FF2B5EF4-FFF2-40B4-BE49-F238E27FC236}">
                <a16:creationId xmlns:a16="http://schemas.microsoft.com/office/drawing/2014/main" id="{257FE763-2827-472F-8620-EDC80DC4BA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BBB3206F-DAC2-4A9F-A01B-1721C5FE42F0}"/>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1BCE5D64-D846-46A4-8D08-E4ABB78459F5}"/>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0181443E-2AF7-43EF-B7A1-C3FF16DBF495}"/>
              </a:ext>
            </a:extLst>
          </p:cNvPr>
          <p:cNvPicPr>
            <a:picLocks xmlns:a="http://schemas.openxmlformats.org/drawingml/2006/main" noChangeAspect="1"/>
          </p:cNvPicPr>
          <p:nvPr/>
        </p:nvPicPr>
        <p:blipFill>
          <a:blip xmlns:r="http://schemas.openxmlformats.org/officeDocument/2006/relationships" xmlns:a="http://schemas.openxmlformats.org/drawingml/2006/main" r:embed="R4dbd71d421854e9c"/>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992F842D-7C27-4522-B0AC-FC87A0442864}"/>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74548E6A-1BAA-4E4D-9AEC-3C37BDF1C1A7}"/>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E2E61586-0B9B-45A0-8351-68541F4DE706}"/>
              </a:ext>
            </a:extLst>
          </p:cNvPr>
          <p:cNvPicPr>
            <a:picLocks xmlns:a="http://schemas.openxmlformats.org/drawingml/2006/main" noChangeAspect="1"/>
          </p:cNvPicPr>
          <p:nvPr/>
        </p:nvPicPr>
        <p:blipFill>
          <a:blip xmlns:r="http://schemas.openxmlformats.org/officeDocument/2006/relationships" xmlns:a="http://schemas.openxmlformats.org/drawingml/2006/main" r:embed="Rd6b24596b6094590"/>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7A992F36-9CAC-4492-8519-B29CDE452768}"/>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0BD66814-96E4-408A-926D-44AD193B053F}"/>
              </a:ext>
            </a:extLst>
          </p:cNvPr>
          <p:cNvPicPr>
            <a:picLocks xmlns:a="http://schemas.openxmlformats.org/drawingml/2006/main" noChangeAspect="1"/>
          </p:cNvPicPr>
          <p:nvPr/>
        </p:nvPicPr>
        <p:blipFill>
          <a:blip xmlns:r="http://schemas.openxmlformats.org/officeDocument/2006/relationships" xmlns:a="http://schemas.openxmlformats.org/drawingml/2006/main" r:embed="Rab4aa8c9254b49aa"/>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36470598-AA19-4C71-BD3D-496028EA93A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B81F0C8B-A6EE-42CA-B210-2779A94F2F4F}"/>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5355170D-B8BB-41D0-ABEB-D9B4BC1B120A}"/>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1852E202-456E-4B48-A010-5E14AF7AE23E}"/>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83D31DA9-8BA0-4861-B754-D2757A34165A}"/>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716B5F6F-DD61-43EA-954F-D02222A86D6A}"/>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2E46A5A9-3252-4414-93BD-AD2DE7D78535}"/>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41850215-DFC7-43E0-BFEE-AC4F09101C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67549054"/>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8CCF335-389A-4B55-8130-4A81172E07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E974CC5A-AE21-44AB-BD24-763A9D278D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프로젝트를 보면 내가 원하는 것까지 알까?">
            <a:extLst xmlns:a="http://schemas.openxmlformats.org/drawingml/2006/main">
              <a:ext uri="{FF2B5EF4-FFF2-40B4-BE49-F238E27FC236}">
                <a16:creationId xmlns:a16="http://schemas.microsoft.com/office/drawing/2014/main" id="{CB60CD85-F611-412A-9AC2-11D203926B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보면 내가 원하는 것까지 알까?</a:t>
            </a:r>
          </a:p>
        </p:txBody>
      </p:sp>
      <p:sp>
        <p:nvSpPr>
          <p:cNvPr id="4" name="">
            <a:extLst xmlns:a="http://schemas.openxmlformats.org/drawingml/2006/main">
              <a:ext uri="{FF2B5EF4-FFF2-40B4-BE49-F238E27FC236}">
                <a16:creationId xmlns:a16="http://schemas.microsoft.com/office/drawing/2014/main" id="{512C46B6-9E76-49BA-8CA8-9036C21C0E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B4A5301-0F45-402D-9F25-05358361F0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검사 흐름 설계 예시</a:t>
            </a:r>
          </a:p>
        </p:txBody>
      </p:sp>
      <p:sp>
        <p:nvSpPr>
          <p:cNvPr id="7" name="제조 라인 검사장비로 확장한다면?">
            <a:extLst xmlns:a="http://schemas.openxmlformats.org/drawingml/2006/main">
              <a:ext uri="{FF2B5EF4-FFF2-40B4-BE49-F238E27FC236}">
                <a16:creationId xmlns:a16="http://schemas.microsoft.com/office/drawing/2014/main" id="{A7D5E0C5-5494-4096-A1FC-AEC544AB62C1}"/>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2F7624A1-0919-4793-B9E6-D5C3D2A36740}"/>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5AFCF99A-DA6F-4E66-81BC-04DA46E71E18}"/>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E071B194-D538-4E87-B464-B8F5C228B908}"/>
              </a:ext>
            </a:extLst>
          </p:cNvPr>
          <p:cNvSpPr>
            <a:spLocks xmlns:a="http://schemas.openxmlformats.org/drawingml/2006/main" noGrp="1"/>
          </p:cNvSpPr>
          <p:nvPr/>
        </p:nvSpPr>
        <p:spPr>
          <a:xfrm xmlns:a="http://schemas.openxmlformats.org/drawingml/2006/main">
            <a:off x="6096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BC74BDA0-A703-4842-97D3-A850C8691E7F}"/>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60C8C63D-42C6-46C1-9DAB-5BD579BBA1FC}"/>
              </a:ext>
            </a:extLst>
          </p:cNvPr>
          <p:cNvSpPr>
            <a:spLocks xmlns:a="http://schemas.openxmlformats.org/drawingml/2006/main" noGrp="1"/>
          </p:cNvSpPr>
          <p:nvPr/>
        </p:nvSpPr>
        <p:spPr>
          <a:xfrm xmlns:a="http://schemas.openxmlformats.org/drawingml/2006/main">
            <a:off x="7048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F3D4C4F7-05CF-49E6-AEDF-9DA44F01D690}"/>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F6EA410-8D9E-40F5-AC1A-6248C039DBBF}"/>
              </a:ext>
            </a:extLst>
          </p:cNvPr>
          <p:cNvSpPr>
            <a:spLocks xmlns:a="http://schemas.openxmlformats.org/drawingml/2006/main" noGrp="1"/>
          </p:cNvSpPr>
          <p:nvPr/>
        </p:nvSpPr>
        <p:spPr>
          <a:xfrm xmlns:a="http://schemas.openxmlformats.org/drawingml/2006/main">
            <a:off x="2476500" y="2457450"/>
            <a:ext cx="1638300" cy="19050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22368C37-6E34-43FE-B0B3-D8BAA9B0CCF9}"/>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조사한 범위">
            <a:extLst xmlns:a="http://schemas.openxmlformats.org/drawingml/2006/main">
              <a:ext uri="{FF2B5EF4-FFF2-40B4-BE49-F238E27FC236}">
                <a16:creationId xmlns:a16="http://schemas.microsoft.com/office/drawing/2014/main" id="{5F4F84EA-E98C-44C9-93B2-3389D4565495}"/>
              </a:ext>
            </a:extLst>
          </p:cNvPr>
          <p:cNvSpPr>
            <a:spLocks xmlns:a="http://schemas.openxmlformats.org/drawingml/2006/main" noGrp="1"/>
          </p:cNvSpPr>
          <p:nvPr/>
        </p:nvSpPr>
        <p:spPr>
          <a:xfrm xmlns:a="http://schemas.openxmlformats.org/drawingml/2006/main">
            <a:off x="25717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조사한 범위</a:t>
            </a:r>
          </a:p>
        </p:txBody>
      </p:sp>
      <p:sp>
        <p:nvSpPr>
          <p:cNvPr id="17" name="">
            <a:extLst xmlns:a="http://schemas.openxmlformats.org/drawingml/2006/main">
              <a:ext uri="{FF2B5EF4-FFF2-40B4-BE49-F238E27FC236}">
                <a16:creationId xmlns:a16="http://schemas.microsoft.com/office/drawing/2014/main" id="{7A68ECB6-48FD-4902-8337-F7E51ACB9AF6}"/>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E4995448-5ACF-4923-8719-F0D773FDE644}"/>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CDA68F3-EC24-4669-95B8-F3E7061761D2}"/>
              </a:ext>
            </a:extLst>
          </p:cNvPr>
          <p:cNvSpPr>
            <a:spLocks xmlns:a="http://schemas.openxmlformats.org/drawingml/2006/main" noGrp="1"/>
          </p:cNvSpPr>
          <p:nvPr/>
        </p:nvSpPr>
        <p:spPr>
          <a:xfrm xmlns:a="http://schemas.openxmlformats.org/drawingml/2006/main">
            <a:off x="43434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DB52EF67-7B55-4751-9205-61D5E3511CE3}"/>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49C4DE5D-4A6C-4157-BB64-8ADE33DC3E6A}"/>
              </a:ext>
            </a:extLst>
          </p:cNvPr>
          <p:cNvSpPr>
            <a:spLocks xmlns:a="http://schemas.openxmlformats.org/drawingml/2006/main" noGrp="1"/>
          </p:cNvSpPr>
          <p:nvPr/>
        </p:nvSpPr>
        <p:spPr>
          <a:xfrm xmlns:a="http://schemas.openxmlformats.org/drawingml/2006/main">
            <a:off x="44386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B2595B07-A163-423D-8C08-72CC805ECB69}"/>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9F58E14A-434A-4D15-B747-518F03C33C28}"/>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D6BAC09C-414F-4BDC-82F4-DF147398BBA3}"/>
              </a:ext>
            </a:extLst>
          </p:cNvPr>
          <p:cNvSpPr>
            <a:spLocks xmlns:a="http://schemas.openxmlformats.org/drawingml/2006/main" noGrp="1"/>
          </p:cNvSpPr>
          <p:nvPr/>
        </p:nvSpPr>
        <p:spPr>
          <a:xfrm xmlns:a="http://schemas.openxmlformats.org/drawingml/2006/main">
            <a:off x="62103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29EE8B51-20D2-4427-B844-B2261602B991}"/>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839E79A7-7BAD-4DDB-8949-9E512BBA6D1A}"/>
              </a:ext>
            </a:extLst>
          </p:cNvPr>
          <p:cNvSpPr>
            <a:spLocks xmlns:a="http://schemas.openxmlformats.org/drawingml/2006/main" noGrp="1"/>
          </p:cNvSpPr>
          <p:nvPr/>
        </p:nvSpPr>
        <p:spPr>
          <a:xfrm xmlns:a="http://schemas.openxmlformats.org/drawingml/2006/main">
            <a:off x="63055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4207F0DB-975B-4364-93D1-6E46BF89887A}"/>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D78DABB1-2C03-45F1-8AE2-22AE3DFEFD5B}"/>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B63AAE07-A469-42DA-A07D-4314A76500FC}"/>
              </a:ext>
            </a:extLst>
          </p:cNvPr>
          <p:cNvSpPr>
            <a:spLocks xmlns:a="http://schemas.openxmlformats.org/drawingml/2006/main" noGrp="1"/>
          </p:cNvSpPr>
          <p:nvPr/>
        </p:nvSpPr>
        <p:spPr>
          <a:xfrm xmlns:a="http://schemas.openxmlformats.org/drawingml/2006/main">
            <a:off x="80772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F5B2120A-3388-4AAB-A820-6EDCC7B1F38A}"/>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03F087E9-A305-4BB8-A84D-1508A7D76763}"/>
              </a:ext>
            </a:extLst>
          </p:cNvPr>
          <p:cNvSpPr>
            <a:spLocks xmlns:a="http://schemas.openxmlformats.org/drawingml/2006/main" noGrp="1"/>
          </p:cNvSpPr>
          <p:nvPr/>
        </p:nvSpPr>
        <p:spPr>
          <a:xfrm xmlns:a="http://schemas.openxmlformats.org/drawingml/2006/main">
            <a:off x="81724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844CBE36-5F0F-4E79-8C9B-109C781067F5}"/>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A8353DF3-7CB5-496C-B104-A0131B121EA2}"/>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5CACABF3-9E9C-401F-A6E3-6D8C0C53DD31}"/>
              </a:ext>
            </a:extLst>
          </p:cNvPr>
          <p:cNvSpPr>
            <a:spLocks xmlns:a="http://schemas.openxmlformats.org/drawingml/2006/main" noGrp="1"/>
          </p:cNvSpPr>
          <p:nvPr/>
        </p:nvSpPr>
        <p:spPr>
          <a:xfrm xmlns:a="http://schemas.openxmlformats.org/drawingml/2006/main">
            <a:off x="99441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39C15643-89ED-4FDB-A0B7-CD3DCF7B0E2F}"/>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2456EA96-956E-4513-BD5B-E87D61AAB8E4}"/>
              </a:ext>
            </a:extLst>
          </p:cNvPr>
          <p:cNvSpPr>
            <a:spLocks xmlns:a="http://schemas.openxmlformats.org/drawingml/2006/main" noGrp="1"/>
          </p:cNvSpPr>
          <p:nvPr/>
        </p:nvSpPr>
        <p:spPr>
          <a:xfrm xmlns:a="http://schemas.openxmlformats.org/drawingml/2006/main">
            <a:off x="100393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7732164F-FD07-49D1-AB21-9DC9657847C9}"/>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9A536F5C-5D33-4864-85FD-752CB2352BBE}"/>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7CA94461-1A15-4080-B11B-9F419BCCAD79}"/>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71F9A7E3-4914-4A53-9889-1B51DA2F1F98}"/>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493B735D-2777-4015-A048-9429BA7BB23A}"/>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1E5DE94F-59C7-48A4-9011-06F9B266D313}"/>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FA052D0B-E1B4-4D0C-8A37-5DF8B5E85881}"/>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213E82A5-93B5-4E42-AA13-5E915B271939}"/>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28B9844E-DE31-4421-93BE-8CA3BA060BD7}"/>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FC134364-4976-4479-8AE1-D4D4265C1875}"/>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6B9AA04C-3F1E-44F4-A41E-FE46B7377668}"/>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AFD2B7B4-371A-4483-8B46-343FA431F3E2}"/>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FBFAB3AD-0B52-4B34-97C4-632D185AB2E7}"/>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27838AED-F614-420C-860A-0F9DF0DA119A}"/>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101FA5B2-CF63-431D-A326-CC7B8485C16E}"/>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C0B964E9-7CFA-405D-87A8-406D3A462C28}"/>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906EC1AE-DF6A-4FFE-A72C-38B33C6C22CC}"/>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03DA9D82-A603-4881-8F3E-4FBFCCB69603}"/>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283EDAD6-0EEF-4F60-BBF7-25FC577A9028}"/>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F2AB93D2-F8DC-4C21-84BD-CF2A8E97A3E6}"/>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267BBD10-F873-4B3A-901F-ADA54F86AF25}"/>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199C19C4-A71C-4EF7-A568-979D70DB62A1}"/>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프로젝트에서 어떤 일을 맡기고 싶으신가요?">
            <a:extLst xmlns:a="http://schemas.openxmlformats.org/drawingml/2006/main">
              <a:ext uri="{FF2B5EF4-FFF2-40B4-BE49-F238E27FC236}">
                <a16:creationId xmlns:a16="http://schemas.microsoft.com/office/drawing/2014/main" id="{CACC016C-6459-4BF7-A6EC-C5CB0B840CB7}"/>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프로젝트에서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29504FFB-43E8-4C97-B0FD-28281565B766}"/>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FBFF68DB-E320-46B6-B816-01B2E93083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567163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15</ap:Slides>
  <ap:Notes>15</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2026-10-25T11:25:48.5700000Z</dcterms:created>
  <dcterms:modified xsi:type="dcterms:W3CDTF">2026-10-25T11:25:48.5700000Z</dcterms:modified>
</coreProperties>
</file>