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7ac2fda56a495c" /><Relationship Type="http://schemas.openxmlformats.org/officeDocument/2006/relationships/extended-properties" Target="/docProps/app.xml" Id="Rc38cb9de6c264757" /><Relationship Type="http://schemas.openxmlformats.org/officeDocument/2006/relationships/officeDocument" Target="/ppt/presentation.xml" Id="Re146952307594729" /></Relationships>
</file>

<file path=ppt/presentation.xml><?xml version="1.0" encoding="utf-8"?>
<p:presentation xmlns:p="http://schemas.openxmlformats.org/presentationml/2006/main">
  <p:sldMasterIdLst>
    <p:sldMasterId xmlns:r="http://schemas.openxmlformats.org/officeDocument/2006/relationships" id="2147483648" r:id="Rc1746ad82dc94659"/>
  </p:sldMasterIdLst>
  <p:notesMasterIdLst>
    <p:notesMasterId xmlns:r="http://schemas.openxmlformats.org/officeDocument/2006/relationships" r:id="R2020f4a322964dcb"/>
  </p:notesMasterIdLst>
  <p:sldIdLst>
    <p:sldId xmlns:r="http://schemas.openxmlformats.org/officeDocument/2006/relationships" id="256" r:id="Rc92056b461944148"/>
    <p:sldId xmlns:r="http://schemas.openxmlformats.org/officeDocument/2006/relationships" id="257" r:id="Rc62e2002b6ed4bbd"/>
    <p:sldId xmlns:r="http://schemas.openxmlformats.org/officeDocument/2006/relationships" id="258" r:id="R58a740ca46e94571"/>
    <p:sldId xmlns:r="http://schemas.openxmlformats.org/officeDocument/2006/relationships" id="259" r:id="Rc0282c0eb85f457a"/>
    <p:sldId xmlns:r="http://schemas.openxmlformats.org/officeDocument/2006/relationships" id="260" r:id="Rc2d75984504e433d"/>
    <p:sldId xmlns:r="http://schemas.openxmlformats.org/officeDocument/2006/relationships" id="261" r:id="R4ed3d8a4929d4e79"/>
    <p:sldId xmlns:r="http://schemas.openxmlformats.org/officeDocument/2006/relationships" id="262" r:id="R97156659f5c94d5c"/>
    <p:sldId xmlns:r="http://schemas.openxmlformats.org/officeDocument/2006/relationships" id="263" r:id="R7c912f80a1d54a28"/>
    <p:sldId xmlns:r="http://schemas.openxmlformats.org/officeDocument/2006/relationships" id="264" r:id="R60cc2e06ac96479a"/>
    <p:sldId xmlns:r="http://schemas.openxmlformats.org/officeDocument/2006/relationships" id="265" r:id="R238634a55d2d43a7"/>
    <p:sldId xmlns:r="http://schemas.openxmlformats.org/officeDocument/2006/relationships" id="266" r:id="Re98910ea3c3c4333"/>
    <p:sldId xmlns:r="http://schemas.openxmlformats.org/officeDocument/2006/relationships" id="267" r:id="R1b9523ab742c48f4"/>
    <p:sldId xmlns:r="http://schemas.openxmlformats.org/officeDocument/2006/relationships" id="268" r:id="R793d09a477584e5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0cd73bba715465d" /><Relationship Type="http://schemas.openxmlformats.org/officeDocument/2006/relationships/slideMaster" Target="/ppt/slideMasters/slideMaster1.xml" Id="Rc1746ad82dc94659" /><Relationship Type="http://schemas.openxmlformats.org/officeDocument/2006/relationships/notesMaster" Target="/ppt/notesMasters/notesMaster1.xml" Id="R2020f4a322964dcb" /><Relationship Type="http://schemas.openxmlformats.org/officeDocument/2006/relationships/presProps" Target="/ppt/presProps.xml" Id="Raa9d69cb918b4991" /><Relationship Type="http://schemas.openxmlformats.org/officeDocument/2006/relationships/tableStyles" Target="/ppt/tableStyles.xml" Id="Re3009e058b3445fa" /><Relationship Type="http://schemas.openxmlformats.org/officeDocument/2006/relationships/slide" Target="/ppt/slides/slide1.xml" Id="Rc92056b461944148" /><Relationship Type="http://schemas.openxmlformats.org/officeDocument/2006/relationships/slide" Target="/ppt/slides/slide2.xml" Id="Rc62e2002b6ed4bbd" /><Relationship Type="http://schemas.openxmlformats.org/officeDocument/2006/relationships/slide" Target="/ppt/slides/slide3.xml" Id="R58a740ca46e94571" /><Relationship Type="http://schemas.openxmlformats.org/officeDocument/2006/relationships/slide" Target="/ppt/slides/slide4.xml" Id="Rc0282c0eb85f457a" /><Relationship Type="http://schemas.openxmlformats.org/officeDocument/2006/relationships/slide" Target="/ppt/slides/slide5.xml" Id="Rc2d75984504e433d" /><Relationship Type="http://schemas.openxmlformats.org/officeDocument/2006/relationships/slide" Target="/ppt/slides/slide6.xml" Id="R4ed3d8a4929d4e79" /><Relationship Type="http://schemas.openxmlformats.org/officeDocument/2006/relationships/slide" Target="/ppt/slides/slide7.xml" Id="R97156659f5c94d5c" /><Relationship Type="http://schemas.openxmlformats.org/officeDocument/2006/relationships/slide" Target="/ppt/slides/slide8.xml" Id="R7c912f80a1d54a28" /><Relationship Type="http://schemas.openxmlformats.org/officeDocument/2006/relationships/slide" Target="/ppt/slides/slide9.xml" Id="R60cc2e06ac96479a" /><Relationship Type="http://schemas.openxmlformats.org/officeDocument/2006/relationships/slide" Target="/ppt/slides/slide10.xml" Id="R238634a55d2d43a7" /><Relationship Type="http://schemas.openxmlformats.org/officeDocument/2006/relationships/slide" Target="/ppt/slides/slide11.xml" Id="Re98910ea3c3c4333" /><Relationship Type="http://schemas.openxmlformats.org/officeDocument/2006/relationships/slide" Target="/ppt/slides/slide12.xml" Id="R1b9523ab742c48f4" /><Relationship Type="http://schemas.openxmlformats.org/officeDocument/2006/relationships/slide" Target="/ppt/slides/slide13.xml" Id="R793d09a477584e5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3f5cd0caea2486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5738c27097e4d3c" /><Relationship Type="http://schemas.openxmlformats.org/officeDocument/2006/relationships/notesMaster" Target="/ppt/notesMasters/notesMaster1.xml" Id="R637d941f788c480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27297c80154fa7" /><Relationship Type="http://schemas.openxmlformats.org/officeDocument/2006/relationships/notesMaster" Target="/ppt/notesMasters/notesMaster1.xml" Id="R74bc52db8cfc464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75b88abbed4cff" /><Relationship Type="http://schemas.openxmlformats.org/officeDocument/2006/relationships/notesMaster" Target="/ppt/notesMasters/notesMaster1.xml" Id="R08e7728955ff4df7" /></Relationships>
</file>

<file path=ppt/notesSlides/_rels/notesSlide4.xml.rels>&#65279;<?xml version="1.0" encoding="utf-8"?><Relationships xmlns="http://schemas.openxmlformats.org/package/2006/relationships"><Relationship Type="http://schemas.openxmlformats.org/officeDocument/2006/relationships/slide" Target="/ppt/slides/slide4.xml" Id="R1aff153f9ea34108" /><Relationship Type="http://schemas.openxmlformats.org/officeDocument/2006/relationships/notesMaster" Target="/ppt/notesMasters/notesMaster1.xml" Id="Rb38dbfbf5ffc44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8f6eb97a78b4898" /><Relationship Type="http://schemas.openxmlformats.org/officeDocument/2006/relationships/notesMaster" Target="/ppt/notesMasters/notesMaster1.xml" Id="Rcc371c7901104e3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1e6acdffe7414f" /><Relationship Type="http://schemas.openxmlformats.org/officeDocument/2006/relationships/notesMaster" Target="/ppt/notesMasters/notesMaster1.xml" Id="R6ee7565e8bd345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d65fc6700cc4e0a" /><Relationship Type="http://schemas.openxmlformats.org/officeDocument/2006/relationships/notesMaster" Target="/ppt/notesMasters/notesMaster1.xml" Id="Rdaebd5c2c34042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56a240951e49cd" /><Relationship Type="http://schemas.openxmlformats.org/officeDocument/2006/relationships/notesMaster" Target="/ppt/notesMasters/notesMaster1.xml" Id="Re1e2d4986d7440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0c898923efa48c6" /><Relationship Type="http://schemas.openxmlformats.org/officeDocument/2006/relationships/notesMaster" Target="/ppt/notesMasters/notesMaster1.xml" Id="R9a44f312d60447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37fdbd9fd24394" /><Relationship Type="http://schemas.openxmlformats.org/officeDocument/2006/relationships/notesMaster" Target="/ppt/notesMasters/notesMaster1.xml" Id="R87766899c6154ab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105e9c94eef4371" /><Relationship Type="http://schemas.openxmlformats.org/officeDocument/2006/relationships/notesMaster" Target="/ppt/notesMasters/notesMaster1.xml" Id="Rad30e99c465946a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7d4697afba94459" /><Relationship Type="http://schemas.openxmlformats.org/officeDocument/2006/relationships/notesMaster" Target="/ppt/notesMasters/notesMaster1.xml" Id="R9c8cc3575ed141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12f23729b5481e" /><Relationship Type="http://schemas.openxmlformats.org/officeDocument/2006/relationships/notesMaster" Target="/ppt/notesMasters/notesMaster1.xml" Id="Ra4535379704345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운영 표시: “실무 적용 팁 · 사용 환경”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a:t>
            </a:r>
          </a:p>
          <a:p xmlns:a="http://schemas.openxmlformats.org/drawingml/2006/main">
            <a:r>
              <a:t>Lecture 1분. 메뉴 위치 15초, Codex 선택 15초, 허용 폴더 15초, 조사 요청·S12 연결 15초다. 이 장의1분은 보존한다. 현재 ACT0 42분·전체390분·Lecture154분이며 마지막 팁 찾아보기3분은 ACT5의 별도 배정이다.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a:t>
            </a:r>
          </a:p>
          <a:p xmlns:a="http://schemas.openxmlformats.org/drawingml/2006/main">
            <a:r>
              <a:t>“이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b5e2388c33444e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50397d2ae31451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96d737321f74ee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e75afa349824c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078a8968185496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54fcee9643341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2C94663-C6DC-4D37-8EBC-B3A12B1ED9A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6FC9F3-8631-4387-A1B1-8F46337914F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72C21F4-64D9-42F2-8C84-E03436C0456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CDFB357-2532-4E6A-A0E4-D31A130310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F4167AC-1840-44FB-B6E9-7BC4A282ACA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13FABD-7E2E-4998-A3CC-B7DCE2ED60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2C1D2CB-EE2A-42C9-8C62-4F6E63955D9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19A9B8-95FD-48A4-80F6-95BD3AE6619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FC0AF7-7AF1-4906-9330-0441A0023B6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44A85FF-C05B-494F-8FC0-E464BAC26CC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c8f6ffcd7e46c2" /><Relationship Type="http://schemas.openxmlformats.org/officeDocument/2006/relationships/slideLayout" Target="/ppt/slideLayouts/slideLayout1.xml" Id="R27f01f50dcf74b7f" /><Relationship Type="http://schemas.openxmlformats.org/officeDocument/2006/relationships/slideLayout" Target="/ppt/slideLayouts/slideLayout2.xml" Id="R7ee36c9eda654977" /><Relationship Type="http://schemas.openxmlformats.org/officeDocument/2006/relationships/slideLayout" Target="/ppt/slideLayouts/slideLayout3.xml" Id="R97707c86b2ea42e3" /><Relationship Type="http://schemas.openxmlformats.org/officeDocument/2006/relationships/slideLayout" Target="/ppt/slideLayouts/slideLayout4.xml" Id="R48df6a12bd3e4c44" /><Relationship Type="http://schemas.openxmlformats.org/officeDocument/2006/relationships/slideLayout" Target="/ppt/slideLayouts/slideLayout5.xml" Id="R8ba761778bdd4ca9" /><Relationship Type="http://schemas.openxmlformats.org/officeDocument/2006/relationships/slideLayout" Target="/ppt/slideLayouts/slideLayout6.xml" Id="R9393e12a32da42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f01f50dcf74b7f"/>
    <p:sldLayoutId xmlns:r="http://schemas.openxmlformats.org/officeDocument/2006/relationships" id="2147483650" r:id="R7ee36c9eda654977"/>
    <p:sldLayoutId xmlns:r="http://schemas.openxmlformats.org/officeDocument/2006/relationships" id="2147483651" r:id="R97707c86b2ea42e3"/>
    <p:sldLayoutId xmlns:r="http://schemas.openxmlformats.org/officeDocument/2006/relationships" id="2147483652" r:id="R48df6a12bd3e4c44"/>
    <p:sldLayoutId xmlns:r="http://schemas.openxmlformats.org/officeDocument/2006/relationships" id="2147483653" r:id="R8ba761778bdd4ca9"/>
    <p:sldLayoutId xmlns:r="http://schemas.openxmlformats.org/officeDocument/2006/relationships" id="2147483654" r:id="R9393e12a32da42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fb78bcbf561446f" /><Relationship Type="http://schemas.openxmlformats.org/officeDocument/2006/relationships/image" Target="/ppt/media/image.png" Id="R543117832f4046fc" /><Relationship Type="http://schemas.openxmlformats.org/officeDocument/2006/relationships/notesSlide" Target="/ppt/notesSlides/notesSlide1.xml" Id="Rdd1cef08bca247b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7f56aee19444c29" /><Relationship Type="http://schemas.openxmlformats.org/officeDocument/2006/relationships/notesSlide" Target="/ppt/notesSlides/notesSlide2.xml" Id="R6cbaedab8b1e462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157bfc4baae4506" /><Relationship Type="http://schemas.openxmlformats.org/officeDocument/2006/relationships/notesSlide" Target="/ppt/notesSlides/notesSlide3.xml" Id="R535a157cb4e347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78ea7355768417e" /><Relationship Type="http://schemas.openxmlformats.org/officeDocument/2006/relationships/image" Target="/ppt/media/image2.png" Id="Re51a2dfa1f894896" /><Relationship Type="http://schemas.openxmlformats.org/officeDocument/2006/relationships/notesSlide" Target="/ppt/notesSlides/notesSlide4.xml" Id="R787e5451b65d474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32768c27d004b9e" /><Relationship Type="http://schemas.openxmlformats.org/officeDocument/2006/relationships/notesSlide" Target="/ppt/notesSlides/notesSlide5.xml" Id="R7bb887f9ab6849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9a4dd9af09c41a7" /><Relationship Type="http://schemas.openxmlformats.org/officeDocument/2006/relationships/notesSlide" Target="/ppt/notesSlides/notesSlide6.xml" Id="Rba75e76f02194d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7de06d44232436c" /><Relationship Type="http://schemas.openxmlformats.org/officeDocument/2006/relationships/notesSlide" Target="/ppt/notesSlides/notesSlide7.xml" Id="R3ba603612dcc4c6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9d55eeaa69c4b34" /><Relationship Type="http://schemas.openxmlformats.org/officeDocument/2006/relationships/notesSlide" Target="/ppt/notesSlides/notesSlide8.xml" Id="R1978a619d82042d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43eae8c917c4220" /><Relationship Type="http://schemas.openxmlformats.org/officeDocument/2006/relationships/image" Target="/ppt/media/image3.png" Id="Rf8420d1d2ad14a38" /><Relationship Type="http://schemas.openxmlformats.org/officeDocument/2006/relationships/notesSlide" Target="/ppt/notesSlides/notesSlide9.xml" Id="R05873cdffb6d49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ee387039b604814" /><Relationship Type="http://schemas.openxmlformats.org/officeDocument/2006/relationships/image" Target="/ppt/media/image4.png" Id="Rbef3f8eb833047a3" /><Relationship Type="http://schemas.openxmlformats.org/officeDocument/2006/relationships/notesSlide" Target="/ppt/notesSlides/notesSlide10.xml" Id="Rd85e1459838049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7566a7f71b34502" /><Relationship Type="http://schemas.openxmlformats.org/officeDocument/2006/relationships/notesSlide" Target="/ppt/notesSlides/notesSlide11.xml" Id="R3a95571aed414f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6068b00bab74add" /><Relationship Type="http://schemas.openxmlformats.org/officeDocument/2006/relationships/image" Target="/ppt/media/image5.png" Id="R59b52a191f344b8a" /><Relationship Type="http://schemas.openxmlformats.org/officeDocument/2006/relationships/image" Target="/ppt/media/image6.png" Id="R5bb0b58aad774c04" /><Relationship Type="http://schemas.openxmlformats.org/officeDocument/2006/relationships/image" Target="/ppt/media/image7.png" Id="R347587f4a3654691" /><Relationship Type="http://schemas.openxmlformats.org/officeDocument/2006/relationships/notesSlide" Target="/ppt/notesSlides/notesSlide12.xml" Id="Ra22ccb1cc291442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cd89ca98f214994" /><Relationship Type="http://schemas.openxmlformats.org/officeDocument/2006/relationships/notesSlide" Target="/ppt/notesSlides/notesSlide13.xml" Id="Rcf622367699143e2"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19676447-9D0F-4BDB-B7D4-A2D9A26E31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55034376-CEF3-47C9-98F9-220050EEFF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7BC69728-1634-4F8A-9082-279123D345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8370FB6B-ED39-4B9D-B0EB-0F61457A30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EE39957-BEC2-478B-8AF5-05B337FBE0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183ED492-B6A5-4EF9-9059-5831B1D10A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0D2EC99-FF9A-4FAA-9F8F-A07DC088504D}"/>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51286407-A581-401E-AFD6-FCCBA8571BB9}"/>
              </a:ext>
            </a:extLst>
          </p:cNvPr>
          <p:cNvPicPr>
            <a:picLocks xmlns:a="http://schemas.openxmlformats.org/drawingml/2006/main" noChangeAspect="1"/>
          </p:cNvPicPr>
          <p:nvPr/>
        </p:nvPicPr>
        <p:blipFill>
          <a:blip xmlns:r="http://schemas.openxmlformats.org/officeDocument/2006/relationships" xmlns:a="http://schemas.openxmlformats.org/drawingml/2006/main" r:embed="R543117832f4046f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5E535E27-2A39-4283-AD11-E696F05CCC88}"/>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B17A780-CF1B-4770-89E0-27EC52DAEFE0}"/>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7CDDBA3A-B932-462B-84B8-25F5CECF0D2C}"/>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F2DF8D4F-78B7-4BF2-95ED-D0801A9920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9781637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EE1B64D5-9D16-48C6-BB8A-3B500108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DB69295-408C-4F37-98E7-1165DBC150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5B6BC61-2BF9-4B05-9820-930C00C15E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FBFA8C06-BACA-4908-9072-4140DD87C5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785D8AB-5FC5-4B56-B076-0C094980D3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A9DA5437-C78F-49C6-800E-B9812B689E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F8632F38-C3C1-4654-A8FB-B8F1237C8A5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1E4E039-2EDE-4D66-8F1A-0EB8FF921F32}"/>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BA6FA5D1-7D79-4A6B-94CE-ECCF0EA43337}"/>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BC71ABA8-B2C0-4A10-A38A-F6F8D5697644}"/>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8078CD-352B-4A11-8846-29CDCF13D3CA}"/>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95E5CF95-51E8-4091-BE3F-19C84BAB16D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51D899B-B9B7-47EC-91B0-9C06B67ABB55}"/>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79F9C650-C9C4-4772-B200-7488D108F93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4A1EF3B0-BFA6-4CA7-A3A3-4306E06B297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0B33722-7069-4631-A44B-B8AE756809AD}"/>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F1CF8CF-1982-4D09-99F9-0E2EF814C53B}"/>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B7A59AA-1CA2-4880-A997-98AEB9720A0E}"/>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BF071171-AF6B-43D9-8FF4-0911608BCEFA}"/>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B8BCFF7B-B4A3-4D62-B1F2-25D0AB00ABF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E633DD4-0B9E-4AEB-99B6-33AF969B857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48CEA566-CDB5-486A-89DE-398389BC5A58}"/>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CB5DC30-4C06-4F08-B4C0-2956467232B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5D94B5A7-5C23-49F9-8320-4B335C13F55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BB60DE00-8B98-4DA1-BE03-9C393267D60F}"/>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78E462E-2CDB-42FA-B26E-2275B500A143}"/>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3A15E7C8-6AB4-4D7D-8150-9DFC8F547FA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C37E1A91-499C-40D3-9CA7-B0B762D25F6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07EA21C2-3C88-463A-B7F7-3A4F6498F28E}"/>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97F805DA-0532-4F59-8B4F-F44933A7B7D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DFB863C-5EFF-4F7F-AB54-16624C10AC4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EB225A61-6558-4ECE-9BC7-746B7DF1B80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863989ED-278A-4CA1-B86B-3268F6CD668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F2728579-C834-462A-B4CB-5611997C1B9B}"/>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D80F9A5C-EC48-4845-8531-BD45B8889646}"/>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D8BBC37-AE63-4830-B34B-1AA1F0197FF4}"/>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1FAC448B-C953-479C-8E93-0ED778CD6C9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09678768-F54B-42BC-9CE3-80668878A6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9717323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F5BF74AC-192C-424A-BDF8-7DFA6C5D44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FAE87885-21D4-4167-AB1F-E0DF9E3309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9C0365B-134D-412D-A470-3302991995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DFCDC45C-B130-4F84-8671-7F1EE1BA12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C84EFFA-DC26-413E-B557-0366986BE9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E50BB380-BEA6-43D2-80D2-B001EB6A42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172B425D-D0E3-4669-90A4-E17433895DF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50EED186-597A-420E-8958-FB747C7E0F7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951EED16-02F0-4667-8278-481E45EBB8B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6539E66-4B6E-4714-B348-AF64428B7B64}"/>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D1CBDE35-16CF-4FD3-AA33-26288368250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E5FCC8CB-3FBF-423C-9F88-922B6241F79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5E718097-DFA4-44BF-A518-3491FA3F8196}"/>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0AC502E8-BD31-43E4-9FAC-D2578071B7AA}"/>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287A8B89-ADBC-4C07-9CD2-BA276C1705B4}"/>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C2DF94B-4964-47A3-B55A-7F63D0EF6B83}"/>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C413D9F5-B913-431E-9C58-1941C1D13BB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39C0AEBC-734C-4B98-A8E5-FECB082EE3E1}"/>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F942A7E-999C-40B0-BAAD-172271F84BE6}"/>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57F33DF4-1EF0-4AED-9F9B-8EEB6E15BD15}"/>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BE529A9C-2E69-4E9E-946D-B15FDB70542F}"/>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D72B2BBF-C145-4788-BB77-DA70FF8854AD}"/>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3174A83D-690E-4F51-9827-AFB517B4365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558010BB-5526-492B-9FFC-B40D05EFB670}"/>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CFD0DCD-AFCA-401D-B787-61F1CD41B23C}"/>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5A1C9312-8A78-4BB5-9AE7-4F3F545A652A}"/>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FD1AF0B-6382-4CA2-A107-10CC2207732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BBA2A461-0AE3-4BCC-B89D-2408DF11EC64}"/>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742BD4D-BCC5-45D8-8427-DEC7811D8961}"/>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12B8AEEB-5D27-46CA-964B-53344D319A8C}"/>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3C3D1B16-A87F-47E8-8B06-0E034FACD81D}"/>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77D15D4F-A2A3-4269-B700-365C4E3313B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C804FB4D-D0D6-40BF-8AB2-02CCC0B015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28580932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E55BD1CE-E30C-4077-951D-D47F834D8C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5DC9D44C-885A-48BD-89EF-C71376F09A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913C0B5-FA0E-464E-9D99-092957F0A8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15129C1-A17F-4C19-8D7D-14E46A48A8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B3E49F3B-0DC9-475D-94D1-A55E9A9360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733CB58-DEAD-459A-B364-E7952C6D1A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DE9710C2-5E38-4180-8860-FBAC5763C6A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7F2AE816-FAA8-4AC8-997F-D52D2DC2745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CE573A5-FC39-42F3-8414-B46C7B6512A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D012C56F-5A7F-4081-B5A1-F8290E10542B}"/>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AD47DFCF-30F5-4A49-BD16-036A53BFCDD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B2580E07-ECB6-4EA6-A80A-EA1BA6C03F2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54B11B0-C92B-43A8-8C94-DA5FFD273DAC}"/>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1E5169-B789-4EEE-9B8D-2F1A3C5AA501}"/>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942BF5F-D430-4E68-BB6B-3EE29B453621}"/>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07E8267-9D83-49E7-9C11-B4AEFC534D7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A83064D4-AB03-47FA-BFE7-0F7145B4381F}"/>
              </a:ext>
            </a:extLst>
          </p:cNvPr>
          <p:cNvPicPr>
            <a:picLocks xmlns:a="http://schemas.openxmlformats.org/drawingml/2006/main" noChangeAspect="1"/>
          </p:cNvPicPr>
          <p:nvPr/>
        </p:nvPicPr>
        <p:blipFill>
          <a:blip xmlns:r="http://schemas.openxmlformats.org/officeDocument/2006/relationships" xmlns:a="http://schemas.openxmlformats.org/drawingml/2006/main" r:embed="Re51a2dfa1f894896"/>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5E9CAB1E-148D-4A46-838A-275D0530F51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734366C-84F9-4A80-B3FE-E237409109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5750655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35F7C614-80C9-4AA9-85B7-D5B728FD6B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2480C071-84F5-4396-BCF8-D126845670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22D4D137-5DB5-4231-AA38-C33EDBC325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8472B6D4-3133-43E3-A991-EF962361BB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E90293F0-F232-4A7F-8D45-DC46BDD0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0E272D05-509B-4F33-B251-7D7E607AE6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5C6D00D8-7568-4BC2-BAFC-9C9190F5F284}"/>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8FBEB66D-149A-41AA-B1F0-B2ADCB7DB054}"/>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C7E2A1A-4179-401B-823A-25169530F9D7}"/>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D0D53968-E016-482F-BE07-191DCD8BC92A}"/>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40348C32-B669-49C0-89FA-D26C2D1AADC6}"/>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AD19F7A4-577D-4D2F-878C-E9D4FAA762B8}"/>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C4BBD1C5-352B-41BD-9B65-8850C98BE7A5}"/>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31B86DF4-EC60-4E51-9336-850093391D64}"/>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41BA6AD-4ECF-4BDD-8C72-46B228696D9C}"/>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7E2EE819-146C-44BC-81E6-C41165CD9357}"/>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DCA358AF-B3E5-425E-B579-1DD4C3A0207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B58E1F6A-69BD-4094-8205-C145B858F756}"/>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8F691DCD-B2C0-4310-B23D-C070AE8ADA92}"/>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88EE191B-2668-49F8-87C7-6DE90FCAE56D}"/>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D00FE0DE-8177-4DF4-9095-642301ADEFB6}"/>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9B79BB94-83F3-46FD-A82B-6B67E75C08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8D26BCF9-BE6D-44F5-8848-CD0D1A546967}"/>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D2BE1FB5-1A8F-4C1F-8A59-F84C4B4F64F2}"/>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CC0A20B3-0941-41CE-808C-84E713AB44B7}"/>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82C6B974-B8A5-4BD9-B4D3-B0268BDA04EC}"/>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462AB83D-A096-422E-9B2E-A628E2EB4122}"/>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D6E21ED0-890F-44F6-A737-E01700D11340}"/>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E63B753-7901-49E4-AF0E-FF9D9D4FFDDA}"/>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A65116C3-7567-45FB-8230-8AB29B9818AF}"/>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6B4259B0-B3B0-46ED-B9FC-BDAB2F8D59B7}"/>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D5ECF416-B19B-407B-A1A1-F315FA47F18F}"/>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7367844A-3386-4AA4-A4A6-B9E3F6E6630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7A79D3AD-EACD-4221-8683-FC55BAC54C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090705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BF15D53-CC0A-45DB-A49E-F6300CC636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21CD60AF-5F13-40BD-8ED9-136F0E84AF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15AA78EE-4420-4179-A121-471ED222D9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B934906F-F4DC-4E14-8392-EA65CCC455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ABD6AA28-FBF5-4D3B-BA43-8CD5B59F2E2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06F4E71E-6613-4EA0-8359-F5D1888BF8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26F53401-A2E1-4EB0-B3FA-FC90EEBC970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123E812F-8A88-4ABD-A939-23702C2F2AC8}"/>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97D9F0E4-4882-4FF9-BC1E-7CD58E54396C}"/>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C942AC7D-2253-4C2F-B681-2B8EE07D6202}"/>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9B484923-8152-4957-AA52-9D4A962D0621}"/>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5493868C-C25F-421C-8FD6-CA1018DD9872}"/>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4E092FEA-AA7E-4169-B234-825E3F1A1169}"/>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0EE608E-9914-4699-8893-C41D9F65F41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A17EB5CA-28F9-4740-A9B3-3EFD0293DB71}"/>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8890AF6-A193-4210-9468-DE029E7600F0}"/>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6CF32464-7ADB-490B-8A07-889BB7866A4B}"/>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404A49A5-42F8-4A5C-8A75-4E241F8296F1}"/>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8014B12A-6E60-441E-9EF1-35BEF39F0156}"/>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52B05EEC-E2FD-4C1D-AFCB-205A21D2BC2E}"/>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E2EF1EAC-864C-46D3-82C7-BC0610D7A551}"/>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8EEFCA5B-D44E-477D-A00D-841775E637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207263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6EC1B510-1BC1-4EAC-A81A-4F45362FD6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F8212F95-39BF-416F-AB14-16B97A9853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489B2A41-DD69-49F6-8F90-CDAB42FBC9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6C28E091-3EC6-4AE4-A08B-5F10412C40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DDE42291-7019-4634-9CF5-34A63685F2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477F6EF3-A305-4EE9-A21F-D1EC05C21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8BE6CD10-451A-4974-A740-E050E0F93F3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661BD8A3-BAB6-4988-86CA-1ECEC30DBC48}"/>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2A2ACA91-EB27-4675-A0C7-0B27DA5E7530}"/>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B601BF70-BDF8-4612-BA8D-361C178CF89B}"/>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ECDE8307-E89D-42CB-8F33-BDEBF1C06FE3}"/>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CE04F2F9-4C91-4C4E-B982-FAF07DC75C15}"/>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7A099360-0299-4460-95BA-C69E1E75697C}"/>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97252F19-3B09-4B98-A25B-6D0C39F529BC}"/>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11AC909A-CBAF-461C-8343-D73D6B00DDF1}"/>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8CD3AE2A-8074-4A14-AABF-7DCBE301016B}"/>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E324B41C-323A-42DC-BF59-BACDB82E198D}"/>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2618DDC4-9051-450A-AD41-732AD1E28FA6}"/>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763274D3-CA98-4CA3-91BD-FE8C63012FF3}"/>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68331326-C560-4051-BAB9-5467F1D9FC2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0460164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DC545A6A-D057-4B8B-8D6A-A917C94FE7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A5557D7C-0679-4A6A-8904-39B09B5805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FA89CAB9-D5D7-40A2-BF81-E4045A0CDB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C7D379FD-79BC-41AA-B6FF-8F6C0ADCBD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D629E471-886E-46E4-A31D-DDDCFD82EC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CCFBAC88-9174-4D8E-84D0-E6141DF2D1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5BE4C16D-D18B-4831-9BBF-E34F63D8FDC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E63361F5-6F9E-408B-8304-78479CECC06A}"/>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530D36CA-6FC0-4878-9561-13173ABB842E}"/>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9740DA7-45C5-48EB-8AB9-FBCD0AE66668}"/>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526BC586-C44D-4384-9C7B-B2CCC39905B0}"/>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D5758B26-BE5A-4F14-B106-63CF5487D695}"/>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A6518417-CF63-4BB9-893A-344653D0AED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324204A1-2B3C-4C0D-B4E8-A8BA0F8DFD03}"/>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1A9001C8-8C19-4135-A501-F13608BC8FCC}"/>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C0EAAC2C-14DA-43C5-95ED-E95449C916B0}"/>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B3B2EFA-1121-43C0-A56D-F76AA1B5DD84}"/>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2AF0CD36-B1E2-4C62-867A-AF16ED154B88}"/>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B48CFC47-4685-4CE6-B287-272CC052CC4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DFBE842C-4DB2-4F9B-9A3D-736CF772E419}"/>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454DE38-A65A-47C3-B627-F3FC0CDBFA4C}"/>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CF6D6CF6-FA7F-40A4-8491-D72AAF05607D}"/>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CED45515-94AE-444F-B0A4-BD9BE5BD3470}"/>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1A5A52E4-CC0D-401D-9C8F-0CDBD9B8D368}"/>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A8E68DB6-E644-44FB-83CC-C1317CE05B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6798539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2CE91140-7D67-4E9A-A016-049E576EB7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EB50D8D0-B171-4053-A8CF-53719C182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3F7FC16D-7B29-448D-811A-B82DD7E2ED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81FFEA6D-AE5B-4BD1-9969-99F5ABBB69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39292E6D-E098-4E0E-A172-0BEF97384E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D60671FB-F214-4A3C-A71B-3B89B1595C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EC19984F-E597-4EF1-84F0-8B8E25FB031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12388DA7-FE0F-4443-B4A0-1717405BDB26}"/>
              </a:ext>
            </a:extLst>
          </p:cNvPr>
          <p:cNvPicPr>
            <a:picLocks xmlns:a="http://schemas.openxmlformats.org/drawingml/2006/main" noChangeAspect="1"/>
          </p:cNvPicPr>
          <p:nvPr/>
        </p:nvPicPr>
        <p:blipFill>
          <a:blip xmlns:r="http://schemas.openxmlformats.org/officeDocument/2006/relationships" xmlns:a="http://schemas.openxmlformats.org/drawingml/2006/main" r:embed="Rf8420d1d2ad14a3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E027582E-9B12-4EF0-8D0C-3EB537B2413C}"/>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D6EA8B50-AB43-47EC-8FE1-C3E701512632}"/>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0597C464-B121-495F-A73D-5A304011735C}"/>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2FA51EEE-BF80-401A-ACF7-1742E394725C}"/>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C381B3BE-38B8-4DB4-9293-8E1EA69D3E02}"/>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FCF67B0B-0763-4D6E-85F6-9BF621B7F017}"/>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C14DCCD5-B127-4F45-8D40-E7BEF4223BA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F4062E45-796D-4873-B3D1-796753BEF51E}"/>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B833DADB-57BE-4F5A-859F-0CC61A5CC37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BC38EE55-A2F8-4157-9D54-302FF70C4C35}"/>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A10C2D40-5C01-4502-8FC4-E62A37D7CAFC}"/>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DC5AA3D2-7834-44AD-9ED1-8180C62F0126}"/>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B13B7D23-ABBB-4899-9C78-64F243710466}"/>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CBC44B0A-4145-441E-9F58-3E268848B09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58E1BEAC-42B4-482D-B45B-B486A8E3126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2F7EEDE-BD73-45F0-8C04-1C71928B62F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0546518-05BF-4EF5-B2BF-5D4BA3E1D041}"/>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108E02BB-7692-4F3D-A9A2-B8791BF3DEA9}"/>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25AE277-98BD-4A3F-A23A-BDAE96CEB38D}"/>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5E8F451E-23AE-450C-8142-D7DACFD91C02}"/>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4CBC324B-A501-4255-887C-7E3F815F259A}"/>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0FD1F65D-C548-4D01-AE50-7CB87050751B}"/>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C4D729BB-B545-4518-9B92-1B2C44A1DBE1}"/>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12FC623F-B6F2-461A-9439-F373922FFA65}"/>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407FCEE4-1963-4708-AF06-E9B2B28D3800}"/>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1684BE65-6D79-4303-944C-5E40EEC07885}"/>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2B2D89B5-9145-47A1-BF0A-1B4D4EB9D656}"/>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6CDDCAEE-EA61-4E0E-9784-39F35C4FE3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7213641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C1B6C6EA-A430-4228-A255-96FFB30B3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3AE9D248-042C-4DFE-9377-1856EF21AE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421B38C7-2E2D-4985-A273-3CACD3C0CD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5995343F-B1AE-4B98-A577-8310A344FA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48740113-E846-4574-A1FC-C88BDBB317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9C4ECBEF-2F9B-4217-9772-9DA1798402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985F4497-206B-45C8-AB86-8813BA921AB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B477CAC0-E63D-4189-B14B-731CA7BD191A}"/>
              </a:ext>
            </a:extLst>
          </p:cNvPr>
          <p:cNvPicPr>
            <a:picLocks xmlns:a="http://schemas.openxmlformats.org/drawingml/2006/main" noChangeAspect="1"/>
          </p:cNvPicPr>
          <p:nvPr/>
        </p:nvPicPr>
        <p:blipFill>
          <a:blip xmlns:r="http://schemas.openxmlformats.org/officeDocument/2006/relationships" xmlns:a="http://schemas.openxmlformats.org/drawingml/2006/main" r:embed="Rbef3f8eb833047a3"/>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58C3C8FF-32E5-4BF9-877E-CEEA69F497A0}"/>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A6D79A36-1CB1-4DCB-A76F-F0101080F03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8B779F3E-80EC-4E20-9652-6486B962DFEB}"/>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ACCCBAE8-FA94-4F28-AF26-37A260F82412}"/>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BD0AD3C0-721E-48FC-AA19-E5283F8D17C9}"/>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C978685B-8DAB-4480-B56E-9C81170DC48C}"/>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76581F3-1231-4902-8E6B-B8E059558A7C}"/>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BA76D22-0CFB-478E-A603-9751A61F8388}"/>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7DA9B3D7-4F9F-441A-8AE2-3B03A876683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342AC8FF-0AE7-4CDF-8A22-7EBC1D86F4D2}"/>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852A4B6D-AFFE-4D4A-84AA-0D8B6ACCAC9A}"/>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6C302F0F-1C5F-484F-97E3-FACB335B732B}"/>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48D3D243-E176-4816-B74A-9EA30DEB23A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1A567191-6EC0-43A0-A172-88C7B1B82D9D}"/>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16E3DE2F-DE6C-4ADE-B07D-15733D6B9957}"/>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EA75CC50-864A-42F8-B224-4E262FBAD99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A2B6AC6D-976E-4960-81FC-617E6FD42AB8}"/>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08108BD6-52CC-4878-8A02-5A53C872554B}"/>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DDDBFC09-FEF1-49F5-9CFB-6AC9130AA046}"/>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8FF7EAEF-0F81-46EE-9E61-01B290E06390}"/>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0AA5B767-B92D-4DF9-AB32-9BD79A9AA25B}"/>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2BC42705-2547-48EB-97A3-ED6303C6DFE4}"/>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60F5E7C7-FEB4-4D57-B7A7-189F409A7535}"/>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11AB714D-CCB6-4E23-9367-5B8A60470471}"/>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1AB438CC-9310-4738-910A-7658EBAC8A54}"/>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98247361-8BC6-4BF9-80A6-960064F2393C}"/>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9DB13F3A-187B-464D-A727-374A83DD6E1A}"/>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120DBF6A-D450-4CDA-8416-BACB91B393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790793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F30508E7-4D15-4342-9558-C0809ECC18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85265285-EDE4-4582-9609-99BC6ACB42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F4556D72-5709-4C07-9A95-E67C1B909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534B1069-1AC9-443D-B983-C174436536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CF9887D0-4B28-46F9-9F02-EB68D70341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E6721C71-EC31-41BD-B739-4C83A358FB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FA5E5A1-51B3-4D26-BDF3-1EB2B84CE89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ABA6A5BB-229E-4FDC-8934-CE2F7EA581EB}"/>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61767A0-3285-47EC-BC09-9BE6AFCC3497}"/>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07EB8D1C-CEB7-4464-B32B-8987C3F25E5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33F68864-8C39-4FC2-85C6-56EE8ECB3E3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A050DD5F-6BF7-453C-8034-B11962BBED1F}"/>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D3042992-59D8-401A-9691-408DB7511960}"/>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DE20E30E-A481-4EA0-AC2E-F0BBF5779681}"/>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625920A-34D4-4214-912B-C213FEA522D0}"/>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19968388-4F58-4B45-B721-193582033DB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406ECFB-D46A-44A8-9026-D947D8510E1C}"/>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BC0357F-BF08-4EED-BCDF-0303C46EC8D1}"/>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70B7910F-ACF0-47B1-995C-49C2151BA9E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6EF1D609-48E8-45B6-812B-482051E92054}"/>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815C8FC2-E857-4CA4-9AB3-CA3526316CEA}"/>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A204C4F5-C47D-4230-B74F-61BF86CB341E}"/>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33A2E82-416B-4F2D-9925-E57474DA9EE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EA8D65F1-350E-4173-BC51-100F546CC1D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A9892DD-7C91-4D5C-B967-D383A1B0D1C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4153EE8-7806-4863-9A0E-881BE44A17C3}"/>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BEB14E00-11FE-4E2F-8197-0BADB05C0A9E}"/>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
            <a:extLst xmlns:a="http://schemas.openxmlformats.org/drawingml/2006/main">
              <a:ext uri="{FF2B5EF4-FFF2-40B4-BE49-F238E27FC236}">
                <a16:creationId xmlns:a16="http://schemas.microsoft.com/office/drawing/2014/main" id="{F9E310F8-05C2-4A7B-B0AA-2FBB62EF4D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763FDE37-7AB6-45F0-99E1-CD8BCCD75CC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30851DFA-A8C6-4D8E-9BF8-F2D07B1D70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427274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2B57A3D-CEE1-4993-AF9E-D7F2D0801B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F9A463FE-117E-4817-B83A-C9C638585B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F0FF0C77-A3A2-4A3D-860B-AF0B1AB70D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0A0954DD-0B71-4C9C-9A42-DE50237081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9FD0730F-5A25-4685-B483-08DFB9DEA4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4CF9DB81-BB22-4DCD-856E-D3A9517333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93C544F-A38B-411B-BD32-3618B4D98F2F}"/>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87EC0232-5DD9-45AF-B30B-617ED79DC98F}"/>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4A370F44-11FB-4D37-95CF-1D2E3DA259B1}"/>
              </a:ext>
            </a:extLst>
          </p:cNvPr>
          <p:cNvPicPr>
            <a:picLocks xmlns:a="http://schemas.openxmlformats.org/drawingml/2006/main" noChangeAspect="1"/>
          </p:cNvPicPr>
          <p:nvPr/>
        </p:nvPicPr>
        <p:blipFill>
          <a:blip xmlns:r="http://schemas.openxmlformats.org/officeDocument/2006/relationships" xmlns:a="http://schemas.openxmlformats.org/drawingml/2006/main" r:embed="R59b52a191f344b8a"/>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00757B3F-4BD8-4930-BCAE-B79866715862}"/>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0F825B8-8AA2-492A-B2E5-7D1CDAE694FD}"/>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23B264D-91D0-4D29-BB57-B1ECACC882D4}"/>
              </a:ext>
            </a:extLst>
          </p:cNvPr>
          <p:cNvPicPr>
            <a:picLocks xmlns:a="http://schemas.openxmlformats.org/drawingml/2006/main" noChangeAspect="1"/>
          </p:cNvPicPr>
          <p:nvPr/>
        </p:nvPicPr>
        <p:blipFill>
          <a:blip xmlns:r="http://schemas.openxmlformats.org/officeDocument/2006/relationships" xmlns:a="http://schemas.openxmlformats.org/drawingml/2006/main" r:embed="R5bb0b58aad774c0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B3EB3497-3035-405A-865D-6A873AA7F9C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13C529-F9A3-462B-B3A9-2320FDD953A2}"/>
              </a:ext>
            </a:extLst>
          </p:cNvPr>
          <p:cNvPicPr>
            <a:picLocks xmlns:a="http://schemas.openxmlformats.org/drawingml/2006/main" noChangeAspect="1"/>
          </p:cNvPicPr>
          <p:nvPr/>
        </p:nvPicPr>
        <p:blipFill>
          <a:blip xmlns:r="http://schemas.openxmlformats.org/officeDocument/2006/relationships" xmlns:a="http://schemas.openxmlformats.org/drawingml/2006/main" r:embed="R347587f4a3654691"/>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FE8BD1C-F6A1-4640-9783-D8E51B9647D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8596D13C-4CFF-4A73-BA79-C814291F1A4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F249564D-40EB-45E1-9354-1251D79B3BC3}"/>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FDAF82C9-4B25-4B14-A88E-EE506F717E74}"/>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299F65F7-24D8-4424-922D-1C627CADA8C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C8CD9758-8EFF-403D-9FC5-516829CE85CC}"/>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64AAC509-58BD-4FCF-B4A7-152EFC1DEC9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902CC89C-74FD-4DE9-9654-D934692D3E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1927150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3568DF4D-3C66-4592-B3C8-ED050665F8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F4EE9313-96AE-49AF-8D0D-CEF3DB5A3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157DE542-1D6A-404C-AA14-1DDFCB6017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ED06D98-F09E-425B-898D-5B3C7D84B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73FC589C-2B6C-4D29-B6D4-80E2198122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D623213C-4F16-4233-9EA5-10C0490AE3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8AE00204-E73B-4773-976B-1C8F369D0FA6}"/>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437B5A02-BFC7-4894-BBC5-88B9027D7182}"/>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C819EF1D-F42D-4F97-961C-8C90336D82E6}"/>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253D3F1A-9B28-4423-B27D-DDFBEF51BBF2}"/>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8D4B6506-62CD-4850-8D85-E955F1ECEFB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929AF8B-E6F0-4726-BD83-3B2952AA29FF}"/>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970C9EF1-AFB7-4675-9657-1867E2971B6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31005AD-B9A7-469A-8795-F1474498EBD8}"/>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AEBCC773-4539-41BB-A0B5-FBDBC6DD70CE}"/>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A4566D3E-3A75-4507-88C0-609EDB58C04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BF292A8-80BF-41C4-97AF-F700651B8E08}"/>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224FCCAA-0094-4CAD-BA0F-0839EAD23432}"/>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6253EF9-3C49-42CA-B22A-4DE7350192B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C65F21A0-A3C0-44A1-9B0B-F418F1992C19}"/>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A16F33BA-B2DC-4B64-BE6F-EE5753948CF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4D75D9E5-3791-4EFC-9BC3-C413A28A3D01}"/>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E45F295F-0B36-4925-BFE8-582CEE312ACF}"/>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BB3BD43-2C5B-4113-9C7E-0128B8F086D6}"/>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FF7C6E0B-17B3-4953-9829-5DFFD8279ECA}"/>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C0E407B2-00B0-4B0B-8686-4661BF0C366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0536F545-A156-4FC7-964A-EB2F58B90912}"/>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4A3CE66A-DFE7-44E2-AEB2-30B83F36C965}"/>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C2EBEA3-83DD-48CC-BBFD-BD5538619C88}"/>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DB4488FD-0651-4180-A2FB-A8D6F967AAB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246ECAD-1E80-494E-B599-A3C4A6098F3E}"/>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546F62BE-3A6B-470C-9209-7A7FDC04AD1A}"/>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B0F0E146-1917-4727-9C77-BB92EB7DDC48}"/>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DEA0100F-B958-49F5-BD8B-A375E4988DD1}"/>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BD5BABDF-B778-4E40-B8DD-D7FFED248065}"/>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06006D35-1A0B-462F-B7B8-B233DB42BD84}"/>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D3CA1FAB-CA0E-41FD-9A83-15BA484809A1}"/>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0B84E4D7-83AB-4BCA-91B1-A6BCDDF49446}"/>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983E9AF-638B-46E4-ABB8-7F2E71517EBB}"/>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F2EF0C9-08C4-475A-AD6F-F4F95DC22DA2}"/>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CBA6529-30CC-4A3E-B99C-0CF4667ADE0B}"/>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A11F669-1B18-4B4E-B183-3FE6E851F8A6}"/>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93B2AF06-D718-4D18-8649-877C22161F8C}"/>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7C8B8881-10EE-4D3D-A4BA-23AF82EDBFE2}"/>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E1BDA33B-1165-4F29-8A4A-67E74CB9F11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43270659-0E49-406F-A14E-8BE01AEA6B6C}"/>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3D1407F-D8D1-48BF-BE51-83755BDA1CF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872C35E-8C31-454B-8F79-E647F19BC02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BBAAC4D-F337-46ED-8AC1-C33AD79702A0}"/>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A3C08E76-53F6-4AF4-B6F6-EC2E6016D491}"/>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EA4B7488-94B8-41A5-811E-DF74C16F0A62}"/>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E00F96BA-5565-4D9D-851B-BB8673A4502D}"/>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E6191899-91A9-4E82-A094-B745AD43F463}"/>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9E88E39-3C48-4DE3-8B49-BAC13C486F67}"/>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56218D77-71E0-4A44-A20F-E866D9D610F8}"/>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764E50DA-6DF0-48EA-A5FA-297DB41AD685}"/>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3F0385C9-CC38-47DA-94CA-0DF22A8836CF}"/>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B4CBA612-AC9F-46A7-B4BC-F22B1CFFCCB7}"/>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5E846772-967C-496C-807A-CBF0007EF005}"/>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18D1A523-E1BE-4D42-B889-EDE37755B8A7}"/>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0802A6DA-2186-45F0-9C99-B5F5BB5CAE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693472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2026-10-25T09:03:34.9650000Z</dcterms:created>
  <dcterms:modified xsi:type="dcterms:W3CDTF">2026-10-25T09:03:34.9650000Z</dcterms:modified>
</coreProperties>
</file>