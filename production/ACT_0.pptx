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53e7830a5ce4aeb" /><Relationship Type="http://schemas.openxmlformats.org/officeDocument/2006/relationships/extended-properties" Target="/docProps/app.xml" Id="Rf9724f1f72be4e57" /><Relationship Type="http://schemas.openxmlformats.org/officeDocument/2006/relationships/officeDocument" Target="/ppt/presentation.xml" Id="R63a9eb0be02f4172" /></Relationships>
</file>

<file path=ppt/presentation.xml><?xml version="1.0" encoding="utf-8"?>
<p:presentation xmlns:p="http://schemas.openxmlformats.org/presentationml/2006/main">
  <p:sldMasterIdLst>
    <p:sldMasterId xmlns:r="http://schemas.openxmlformats.org/officeDocument/2006/relationships" id="2147483648" r:id="Rd46ec42edbc74c1e"/>
  </p:sldMasterIdLst>
  <p:notesMasterIdLst>
    <p:notesMasterId xmlns:r="http://schemas.openxmlformats.org/officeDocument/2006/relationships" r:id="R7bb78e93cea74500"/>
  </p:notesMasterIdLst>
  <p:sldIdLst>
    <p:sldId xmlns:r="http://schemas.openxmlformats.org/officeDocument/2006/relationships" id="256" r:id="Rbe7eef6ab00f4451"/>
    <p:sldId xmlns:r="http://schemas.openxmlformats.org/officeDocument/2006/relationships" id="257" r:id="Ra905045b93f64bd8"/>
    <p:sldId xmlns:r="http://schemas.openxmlformats.org/officeDocument/2006/relationships" id="258" r:id="Rb6005ade27554d69"/>
    <p:sldId xmlns:r="http://schemas.openxmlformats.org/officeDocument/2006/relationships" id="259" r:id="Re422ca2cc9214935"/>
    <p:sldId xmlns:r="http://schemas.openxmlformats.org/officeDocument/2006/relationships" id="260" r:id="R3a43a86e17f040e9"/>
    <p:sldId xmlns:r="http://schemas.openxmlformats.org/officeDocument/2006/relationships" id="261" r:id="R7960d1e1573d4a3f"/>
    <p:sldId xmlns:r="http://schemas.openxmlformats.org/officeDocument/2006/relationships" id="262" r:id="R1f7119be10814bf1"/>
    <p:sldId xmlns:r="http://schemas.openxmlformats.org/officeDocument/2006/relationships" id="263" r:id="R509e585b25f14843"/>
    <p:sldId xmlns:r="http://schemas.openxmlformats.org/officeDocument/2006/relationships" id="264" r:id="R9c1072b4a5e9469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119726519942b7" /><Relationship Type="http://schemas.openxmlformats.org/officeDocument/2006/relationships/slideMaster" Target="/ppt/slideMasters/slideMaster1.xml" Id="Rd46ec42edbc74c1e" /><Relationship Type="http://schemas.openxmlformats.org/officeDocument/2006/relationships/notesMaster" Target="/ppt/notesMasters/notesMaster1.xml" Id="R7bb78e93cea74500" /><Relationship Type="http://schemas.openxmlformats.org/officeDocument/2006/relationships/presProps" Target="/ppt/presProps.xml" Id="Rce23fc1b81c2491a" /><Relationship Type="http://schemas.openxmlformats.org/officeDocument/2006/relationships/tableStyles" Target="/ppt/tableStyles.xml" Id="Re29ecc1b22ea4de4" /><Relationship Type="http://schemas.openxmlformats.org/officeDocument/2006/relationships/slide" Target="/ppt/slides/slide1.xml" Id="Rbe7eef6ab00f4451" /><Relationship Type="http://schemas.openxmlformats.org/officeDocument/2006/relationships/slide" Target="/ppt/slides/slide2.xml" Id="Ra905045b93f64bd8" /><Relationship Type="http://schemas.openxmlformats.org/officeDocument/2006/relationships/slide" Target="/ppt/slides/slide3.xml" Id="Rb6005ade27554d69" /><Relationship Type="http://schemas.openxmlformats.org/officeDocument/2006/relationships/slide" Target="/ppt/slides/slide4.xml" Id="Re422ca2cc9214935" /><Relationship Type="http://schemas.openxmlformats.org/officeDocument/2006/relationships/slide" Target="/ppt/slides/slide5.xml" Id="R3a43a86e17f040e9" /><Relationship Type="http://schemas.openxmlformats.org/officeDocument/2006/relationships/slide" Target="/ppt/slides/slide6.xml" Id="R7960d1e1573d4a3f" /><Relationship Type="http://schemas.openxmlformats.org/officeDocument/2006/relationships/slide" Target="/ppt/slides/slide7.xml" Id="R1f7119be10814bf1" /><Relationship Type="http://schemas.openxmlformats.org/officeDocument/2006/relationships/slide" Target="/ppt/slides/slide8.xml" Id="R509e585b25f14843" /><Relationship Type="http://schemas.openxmlformats.org/officeDocument/2006/relationships/slide" Target="/ppt/slides/slide9.xml" Id="R9c1072b4a5e9469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1290c38c9549c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0b072069e7c48a4" /><Relationship Type="http://schemas.openxmlformats.org/officeDocument/2006/relationships/notesMaster" Target="/ppt/notesMasters/notesMaster1.xml" Id="Rb6b92fdbc4ac40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332f708ede4f9b" /><Relationship Type="http://schemas.openxmlformats.org/officeDocument/2006/relationships/notesMaster" Target="/ppt/notesMasters/notesMaster1.xml" Id="R59ff592f444a42d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4e7b5b24ef4231" /><Relationship Type="http://schemas.openxmlformats.org/officeDocument/2006/relationships/notesMaster" Target="/ppt/notesMasters/notesMaster1.xml" Id="Rf79652fcb6cb46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0a75e634fb4f10" /><Relationship Type="http://schemas.openxmlformats.org/officeDocument/2006/relationships/notesMaster" Target="/ppt/notesMasters/notesMaster1.xml" Id="R30303820d95249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98c6550311c449a5" /><Relationship Type="http://schemas.openxmlformats.org/officeDocument/2006/relationships/notesMaster" Target="/ppt/notesMasters/notesMaster1.xml" Id="R692f797be2b543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ce4e26b5bb04a32" /><Relationship Type="http://schemas.openxmlformats.org/officeDocument/2006/relationships/notesMaster" Target="/ppt/notesMasters/notesMaster1.xml" Id="R663970f77bc94737"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b5353e1c164b9f" /><Relationship Type="http://schemas.openxmlformats.org/officeDocument/2006/relationships/notesMaster" Target="/ppt/notesMasters/notesMaster1.xml" Id="R28bfadb28d0a460a"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19fc4365bb455c" /><Relationship Type="http://schemas.openxmlformats.org/officeDocument/2006/relationships/notesMaster" Target="/ppt/notesMasters/notesMaster1.xml" Id="Rc1854d275f5246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1860b6ec09ee42bc" /><Relationship Type="http://schemas.openxmlformats.org/officeDocument/2006/relationships/notesMaster" Target="/ppt/notesMasters/notesMaster1.xml" Id="Re9363804ec00474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질문을 읽고 사용 수준을 평가하는 자리가 아니라고 말한다. 최근 맡겼던 일 하나만 떠올리면 충분하다.</a:t>
            </a:r>
          </a:p>
          <a:p xmlns:a="http://schemas.openxmlformats.org/drawingml/2006/main">
            <a:r>
              <a:t>2. **REFLECTION (1:00–5:00):** 오류 설명, 코드 조사, 결과 확인 중 익숙한 경험을 조용히 떠올리게 한다. 오른쪽 업무 범위는 생각을 돕는 예시일 뿐 순위가 아니다. 응답이나 비교를 요구하지 않는다.</a:t>
            </a:r>
          </a:p>
          <a:p xmlns:a="http://schemas.openxmlformats.org/drawingml/2006/main">
            <a:r>
              <a:t/>
            </a:r>
          </a:p>
          <a:p xmlns:a="http://schemas.openxmlformats.org/drawingml/2006/main">
            <a:r>
              <a:t>Evidence / Source: BEAT-001, CLM-0001, CLM-0002. TEACHING_MODEL.</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Reflection은 개인적인 생각 시간이다. 답변·공유·실천 약속을 요구하지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후 4분간 침묵을 허용한다. 발표자가 예시를 길게 들거나 참석자에게 순서대로 묻지 않는다.</a:t>
            </a:r>
          </a:p>
          <a:p xmlns:a="http://schemas.openxmlformats.org/drawingml/2006/main">
            <a:r>
              <a:t/>
            </a:r>
          </a:p>
          <a:p xmlns:a="http://schemas.openxmlformats.org/drawingml/2006/main">
            <a:r>
              <a:t>Fallback: 청중 반응이 없어도 기다린 뒤 다음 장으로 간다. 개인 경험을 말하게 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“코드 일부나 오류를 ChatGPT에 물어본 적이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두 줄 slice 예시를 보여 준다. 실제 ChatGPT 대화가 아니라 작은 코드 질문을 설명하기 위한 예시라고 알린다.</a:t>
            </a:r>
          </a:p>
          <a:p xmlns:a="http://schemas.openxmlformats.org/drawingml/2006/main">
            <a:r>
              <a:t>2. **EXPLAIN (1:00–3:30):** `row[1:3]`에서 index 1과 2의 값 `[2, 3]`을 짚고, 코드·오류 → 복사 → 질문 → 답 확인 → IDE 복귀 순서를 따라간다. 이처럼 필요한 Context를 사람이 골라 전달하는 방식을 인정한다.</a:t>
            </a:r>
          </a:p>
          <a:p xmlns:a="http://schemas.openxmlformats.org/drawingml/2006/main">
            <a:r>
              <a:t>3. **INTERPRET (3:30–5:00):** 작은 코드 조각의 뜻을 이해하는 데 유용할 수 있음을 말한다. 여러 파일을 가로지르는 질문으로 범위가 커질 때의 문제를 S03에 남긴다.</a:t>
            </a:r>
          </a:p>
          <a:p xmlns:a="http://schemas.openxmlformats.org/drawingml/2006/main">
            <a:r>
              <a:t/>
            </a:r>
          </a:p>
          <a:p xmlns:a="http://schemas.openxmlformats.org/drawingml/2006/main">
            <a:r>
              <a:t>Evidence / Source: BEAT-001, CLM-0001, CLM-0002. TEACHING_MODEL / CONCEPTUAL. `row = [1, 2, 3, 4]`, `row[1:3]` → `[2, 3]`는 화면 설명용 코드 예시이며 실제 ChatGPT 응답이나 새 Trial 기록이 아니다.</a:t>
            </a:r>
          </a:p>
          <a:p xmlns:a="http://schemas.openxmlformats.org/drawingml/2006/main">
            <a:r>
              <a:t/>
            </a:r>
          </a:p>
          <a:p xmlns:a="http://schemas.openxmlformats.org/drawingml/2006/main">
            <a:r>
              <a:t>Claim Boundary: 일반적인 예시이며 특정 제품 기능, 정확도, 성능 또는 다른 방식보다 우월하다는 주장으로 말하지 않는다.</a:t>
            </a:r>
          </a:p>
          <a:p xmlns:a="http://schemas.openxmlformats.org/drawingml/2006/main">
            <a:r>
              <a:t/>
            </a:r>
          </a:p>
          <a:p xmlns:a="http://schemas.openxmlformats.org/drawingml/2006/main">
            <a:r>
              <a:t>Beginner Explanation: 오류나 작은 코드 조각을 함께 보여 주고 설명을 받는 것은 자연스러운 시작점이다.</a:t>
            </a:r>
          </a:p>
          <a:p xmlns:a="http://schemas.openxmlformats.org/drawingml/2006/main">
            <a:r>
              <a:t/>
            </a:r>
          </a:p>
          <a:p xmlns:a="http://schemas.openxmlformats.org/drawingml/2006/main">
            <a:r>
              <a:t>Advanced Insight: 흐름에 필요한 Context를 개발자가 직접 선택해 복사한다. 여기서는 그 수고가 항상 문제라고 단정하지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Opening question은 생각을 여는 질문이다. 손들기나 경험 발표를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다섯 단계의 순서를 짚고 작은 질문에서의 장점을 먼저 말한다. 상세 Prompt 작성법은 다음 ACT에서 다룰 문제이므로 설명하지 않는다.</a:t>
            </a:r>
          </a:p>
          <a:p xmlns:a="http://schemas.openxmlformats.org/drawingml/2006/main">
            <a:r>
              <a:t/>
            </a:r>
          </a:p>
          <a:p xmlns:a="http://schemas.openxmlformats.org/drawingml/2006/main">
            <a:r>
              <a:t>Fallback: 정적 코드 예시와 다섯 단계 흐름을 설명한다. 실제 ChatGPT 대화나 즉석 제품 화면으로 대체하지 않는다. 새 제작본의 PNG 경로는 `production/preview/act0/S02.png`; 통합 렌더 검토 후 사용한다.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테스트와 계약을 찾아 대화에 옮기는 일이 생길 수 있다.</a:t>
            </a:r>
          </a:p>
          <a:p xmlns:a="http://schemas.openxmlformats.org/drawingml/2006/main">
            <a:r>
              <a:t/>
            </a:r>
          </a:p>
          <a:p xmlns:a="http://schemas.openxmlformats.org/drawingml/2006/main">
            <a:r>
              <a:t>Opening Question: “여러 파일에 걸친 질문을 하려면 무엇을 먼저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“CLI 결과가 기대와 다른데 어디서부터 볼까?”라는 개념 사례로 질문의 범위를 넓힌다.</a:t>
            </a:r>
          </a:p>
          <a:p xmlns:a="http://schemas.openxmlformats.org/drawingml/2006/main">
            <a:r>
              <a:t>2. **SHOW (1:00–2:30):** 사람이 여러 자료를 골라 모으는 삽화를 가리킨다. 오른쪽 구현·호출 경로(CLI → 처리 흐름 → 연산), 테스트, 계약의 세 질문을 차례로 짚는다. 실제 제품 호출 기록을 그대로 그린 화면이라고 하지 않는다.</a:t>
            </a:r>
          </a:p>
          <a:p xmlns:a="http://schemas.openxmlformats.org/drawingml/2006/main">
            <a:r>
              <a:t>3. **INTERPRET (2:30–4:00):** 개발자가 관련 파일과 조건을 찾아 대화로 옮겨야 할 수 있음을 설명한다. 아직 Agent가 이를 대신한다는 답을 제시하지 않고 S04의 관찰 질문으로 이동한다.</a:t>
            </a:r>
          </a:p>
          <a:p xmlns:a="http://schemas.openxmlformats.org/drawingml/2006/main">
            <a:r>
              <a:t/>
            </a:r>
          </a:p>
          <a:p xmlns:a="http://schemas.openxmlformats.org/drawingml/2006/main">
            <a:r>
              <a:t>Evidence / Source: BEAT-002, CLM-0004, CLM-0009. TEACHING_MODEL / CONCEPTUAL. 삽화: assets/slide-illustrations/S03-context-collection.png, built-in image_gen, 2026-10-18. 생성 프롬프트: assets/slide-illustrations/PROMPTS.md. 실제 인물·작업 장면·제품 실행 자료가 아니다.</a:t>
            </a:r>
          </a:p>
          <a:p xmlns:a="http://schemas.openxmlformats.org/drawingml/2006/main">
            <a:r>
              <a:t/>
            </a:r>
          </a:p>
          <a:p xmlns:a="http://schemas.openxmlformats.org/drawingml/2006/main">
            <a:r>
              <a:t>Claim Boundary: 이 상황은 ACT 0의 문제 모델이다. 특정 Trial의 실제 실패나 모든 Repository 업무에서 반복되는 비용으로 주장하지 않는다.</a:t>
            </a:r>
          </a:p>
          <a:p xmlns:a="http://schemas.openxmlformats.org/drawingml/2006/main">
            <a:r>
              <a:t/>
            </a:r>
          </a:p>
          <a:p xmlns:a="http://schemas.openxmlformats.org/drawingml/2006/main">
            <a:r>
              <a:t>Beginner Explanation: 질문이 커질수록 관련 파일과 테스트를 찾는 일이 먼저 생길 수 있다.</a:t>
            </a:r>
          </a:p>
          <a:p xmlns:a="http://schemas.openxmlformats.org/drawingml/2006/main">
            <a:r>
              <a:t/>
            </a:r>
          </a:p>
          <a:p xmlns:a="http://schemas.openxmlformats.org/drawingml/2006/main">
            <a:r>
              <a:t>Advanced Insight: 여러 파일 간 계약과 호출 경로를 Context로 모으는 일이 코드 생성 전의 별도 부담이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문제를 세 개 이내의 관계로 설명한다. 파일 목록을 늘리거나 해결책을 먼저 공개하지 않는다.</a:t>
            </a:r>
          </a:p>
          <a:p xmlns:a="http://schemas.openxmlformats.org/drawingml/2006/main">
            <a:r>
              <a:t/>
            </a:r>
          </a:p>
          <a:p xmlns:a="http://schemas.openxmlformats.org/drawingml/2006/main">
            <a:r>
              <a:t>Fallback: production/preview/full/S03.png 또는 production/preview/act0/S03.png를 사용한다. 삽화가 보이지 않으면 CLI 입력, 처리 흐름, 연산 구현의 세 관계와 테스트·계약 질문을 말로 연결한다. 이 사례를 특정 Trial의 실제 실패로 표현하지 않는다.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화면의 실제 TRIAL-001 요청 발췌에서 파일명을 지정하지 않았고 코드를 수정하지 말라고 한 점을 짚는다.</a:t>
            </a:r>
          </a:p>
          <a:p xmlns:a="http://schemas.openxmlformats.org/drawingml/2006/main">
            <a:r>
              <a:t>2. **SET WATCH FOR (0:30–1:30):** 실패 테스트, 관련 구현, 제품 호출 경로의 세 관찰 대상을 차례로 가리킨다. 결과를 미리 알려 주지 않는다.</a:t>
            </a:r>
          </a:p>
          <a:p xmlns:a="http://schemas.openxmlformats.org/drawingml/2006/main">
            <a:r>
              <a:t>3. **SCOPE (1:30–2:00):** Codex CLI 0.154.0의 과거 읽기 전용 기록을 볼 것이라고 알린 뒤 S05로 넘긴다.</a:t>
            </a:r>
          </a:p>
          <a:p xmlns:a="http://schemas.openxmlformats.org/drawingml/2006/main">
            <a:r>
              <a:t/>
            </a:r>
          </a:p>
          <a:p xmlns:a="http://schemas.openxmlformats.org/drawingml/2006/main">
            <a:r>
              <a:t>Evidence / Source: DEMO-01, STATE-00, TRIAL-001, BEAT-003, OQ-003, OQ-005. 이 장은 Trial setup이며 관찰 결과를 아직 공개하지 않는다.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 교육 계정 또는 현재 제품 동작을 입증하지 않는다.</a:t>
            </a:r>
          </a:p>
          <a:p xmlns:a="http://schemas.openxmlformats.org/drawingml/2006/main">
            <a:r>
              <a:t/>
            </a:r>
          </a:p>
          <a:p xmlns:a="http://schemas.openxmlformats.org/drawingml/2006/main">
            <a:r>
              <a:t>Beginner Explanation: 결과를 보기 전에 무엇을 관찰할지 정하면 단순히 답만 읽는 것보다 Demo를 따라가기 쉽다.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WATCH. 기본 경로는 `production/ACT_0.pptx` S04–S06의 정적 발표다. S04에서 실제 요청 발췌와 세 관찰 대상을 설명하고 S05로 이동한다. PNG는 PPT의 재구성 도식 렌더이며 CLI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2분 안에 질문과 세 Watch For를 제시하고 Trial 환경의 범위를 한 문장으로 제한한다.</a:t>
            </a:r>
          </a:p>
          <a:p xmlns:a="http://schemas.openxmlformats.org/drawingml/2006/main">
            <a:r>
              <a:t/>
            </a:r>
          </a:p>
          <a:p xmlns:a="http://schemas.openxmlformats.org/drawingml/2006/main">
            <a:r>
              <a:t>Fallback: 정적 기본 경로 — `production/ACT_0.pptx` S04 또는 `production/preview/act0/S04.png`. 새 제작본 렌더 검토는 통합 단계에서 수행한다. 화면 사용이 불가능하면 세 관찰 항목을 말로 제시하고 S05 기록 설명으로 이동한다. Live CLI/Desktop을 즉석에서 열지 않는다. Windows·발표 PC·교육장 표시는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(0:00–0:30):** 왼쪽 Repository → 개발자 선택·복사 → AI 관계로 S02를 짧게 회수한다.</a:t>
            </a:r>
          </a:p>
          <a:p xmlns:a="http://schemas.openxmlformats.org/drawingml/2006/main">
            <a:r>
              <a:t>2. **TRANSFER (0:30–1:30):** 오른쪽 개발자 조사 요청 → Agent ↔ Repository로 시선을 옮긴다. 바뀌는 것은 Context를 찾는 주체의 일부이며 목표와 검증 책임을 전부 넘긴다는 뜻이 아니다.</a:t>
            </a:r>
          </a:p>
          <a:p xmlns:a="http://schemas.openxmlformats.org/drawingml/2006/main">
            <a:r>
              <a:t>3. **ACCESS BOUNDARY (1:30–2:15):**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**TRANSFER / TRANSITION (2:15–3:00):** 필요하면 큰 C++ 저장소에서도 모듈·테스트·계약을 찾는 상황을 한 문장으로만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기존 관계 재설명과 선택적 C++ 해설을 줄여 접근 범위 확인 45초를 배치한다. C++ 연결은 선택적인 한 문장에 한정하고 Lecture 3분 안에 S08로 이동한다. 실제 시간 적합성은 리허설 전까지 UNVERIFIED다.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정리한다. 이어 이 구분을 각자가 맡기고 싶은 작업에 대입할 질문을 남긴다.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S09의 개인 적용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“내가 지금 맡기고 싶은 일의 원하는 결과까지 코드에 적혀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화면 상단의 “내 작업에 적용할 질문”을 짚고, 각자가 지금 맡기고 싶은 일 하나를 떠올리게 한다. “지금 이 저장소에 어떤 일을 맡기고 싶은가?”와 “그 원하는 결과까지 코드에 적혀 있는가?”를 차례로 읽는다. S08의 구분을 자기 작업에 대입하며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db4eb80c3e489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b0b5461929c4f1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8cf82fe069c4a7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545d1ce6c5542d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99c6a90825e44f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346573189c64a8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4B6CCE-E6B7-4EF6-BA58-536BA3A8A04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0BF02FF-EF7D-4880-841E-569E445DBAE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3F3CDF8-BAB3-49A2-B6C9-C51F1CDEA9D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9916697-06E3-47AC-8BBE-6EA973E60C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F5CDE66-F6CF-40E3-A4AE-B6EC9C5C360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2F06056-CE20-42B5-AF91-7A130331562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B827D0F-F6B0-4C7D-87F8-981EC5897A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DA10C1C-F51F-43AE-9354-76A164069C1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833CA1-45A0-4AA9-B215-FE7A9A54048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92501DC-EA9D-4B8E-A1C4-6FFBCEF55E9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8b8baf2144f40dd" /><Relationship Type="http://schemas.openxmlformats.org/officeDocument/2006/relationships/slideLayout" Target="/ppt/slideLayouts/slideLayout1.xml" Id="R983ab538b90e47a4" /><Relationship Type="http://schemas.openxmlformats.org/officeDocument/2006/relationships/slideLayout" Target="/ppt/slideLayouts/slideLayout2.xml" Id="R6039d398156549bf" /><Relationship Type="http://schemas.openxmlformats.org/officeDocument/2006/relationships/slideLayout" Target="/ppt/slideLayouts/slideLayout3.xml" Id="Rc86e3e5263d6479d" /><Relationship Type="http://schemas.openxmlformats.org/officeDocument/2006/relationships/slideLayout" Target="/ppt/slideLayouts/slideLayout4.xml" Id="R5d74c07f07c14e07" /><Relationship Type="http://schemas.openxmlformats.org/officeDocument/2006/relationships/slideLayout" Target="/ppt/slideLayouts/slideLayout5.xml" Id="R5379178709a64286" /><Relationship Type="http://schemas.openxmlformats.org/officeDocument/2006/relationships/slideLayout" Target="/ppt/slideLayouts/slideLayout6.xml" Id="R464a67b7448c441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83ab538b90e47a4"/>
    <p:sldLayoutId xmlns:r="http://schemas.openxmlformats.org/officeDocument/2006/relationships" id="2147483650" r:id="R6039d398156549bf"/>
    <p:sldLayoutId xmlns:r="http://schemas.openxmlformats.org/officeDocument/2006/relationships" id="2147483651" r:id="Rc86e3e5263d6479d"/>
    <p:sldLayoutId xmlns:r="http://schemas.openxmlformats.org/officeDocument/2006/relationships" id="2147483652" r:id="R5d74c07f07c14e07"/>
    <p:sldLayoutId xmlns:r="http://schemas.openxmlformats.org/officeDocument/2006/relationships" id="2147483653" r:id="R5379178709a64286"/>
    <p:sldLayoutId xmlns:r="http://schemas.openxmlformats.org/officeDocument/2006/relationships" id="2147483654" r:id="R464a67b7448c441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317f05b519948b7" /><Relationship Type="http://schemas.openxmlformats.org/officeDocument/2006/relationships/notesSlide" Target="/ppt/notesSlides/notesSlide1.xml" Id="R5c699bc19167482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20e686ab95b4cbc" /><Relationship Type="http://schemas.openxmlformats.org/officeDocument/2006/relationships/notesSlide" Target="/ppt/notesSlides/notesSlide2.xml" Id="R3760a95ecc8a4b7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3d7c8c3842745e0" /><Relationship Type="http://schemas.openxmlformats.org/officeDocument/2006/relationships/image" Target="/ppt/media/image.png" Id="R4aaaad75f8ef4961" /><Relationship Type="http://schemas.openxmlformats.org/officeDocument/2006/relationships/notesSlide" Target="/ppt/notesSlides/notesSlide3.xml" Id="R61fce9adefa841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e2a4dd2335945a1" /><Relationship Type="http://schemas.openxmlformats.org/officeDocument/2006/relationships/notesSlide" Target="/ppt/notesSlides/notesSlide4.xml" Id="Re8f0b2a83247472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6ac843ce1eb4cb9" /><Relationship Type="http://schemas.openxmlformats.org/officeDocument/2006/relationships/notesSlide" Target="/ppt/notesSlides/notesSlide5.xml" Id="R7c3682cab0ba4c0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a743b333ef244d6" /><Relationship Type="http://schemas.openxmlformats.org/officeDocument/2006/relationships/notesSlide" Target="/ppt/notesSlides/notesSlide6.xml" Id="R5a130d033dc8405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27c71083bf74c39" /><Relationship Type="http://schemas.openxmlformats.org/officeDocument/2006/relationships/image" Target="/ppt/media/image2.png" Id="Rbcb8206f499d43bd" /><Relationship Type="http://schemas.openxmlformats.org/officeDocument/2006/relationships/notesSlide" Target="/ppt/notesSlides/notesSlide7.xml" Id="R0d8e2632c78b418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d6ad1f555074cc6" /><Relationship Type="http://schemas.openxmlformats.org/officeDocument/2006/relationships/notesSlide" Target="/ppt/notesSlides/notesSlide8.xml" Id="R11b4543b7a1b4a1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e57964496914a72" /><Relationship Type="http://schemas.openxmlformats.org/officeDocument/2006/relationships/notesSlide" Target="/ppt/notesSlides/notesSlide9.xml" Id="R0a382df4e36c4532"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시작하기">
            <a:extLst xmlns:a="http://schemas.openxmlformats.org/drawingml/2006/main">
              <a:ext uri="{FF2B5EF4-FFF2-40B4-BE49-F238E27FC236}">
                <a16:creationId xmlns:a16="http://schemas.microsoft.com/office/drawing/2014/main" id="{423AA686-DBD9-41C7-A24E-E6CBA22446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시작하기</a:t>
            </a:r>
          </a:p>
        </p:txBody>
      </p:sp>
      <p:sp>
        <p:nvSpPr>
          <p:cNvPr id="2" name="S01">
            <a:extLst xmlns:a="http://schemas.openxmlformats.org/drawingml/2006/main">
              <a:ext uri="{FF2B5EF4-FFF2-40B4-BE49-F238E27FC236}">
                <a16:creationId xmlns:a16="http://schemas.microsoft.com/office/drawing/2014/main" id="{36C2E773-5F02-491B-8F5B-765CDF62C3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B68D01BE-08C5-4A1B-80FA-CB9A4D151B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8381EB6D-FA2C-452E-B5F6-B828C7CE26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865CF366-89E9-4355-905C-7FBB3C4D77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E580CF78-8EA9-40B0-BBD4-C407F64ED4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가장 최근에 AI에게 맡긴 일 하나">
            <a:extLst xmlns:a="http://schemas.openxmlformats.org/drawingml/2006/main">
              <a:ext uri="{FF2B5EF4-FFF2-40B4-BE49-F238E27FC236}">
                <a16:creationId xmlns:a16="http://schemas.microsoft.com/office/drawing/2014/main" id="{1380C1FE-E2EA-4197-B2D8-464C9E81F037}"/>
              </a:ext>
            </a:extLst>
          </p:cNvPr>
          <p:cNvSpPr>
            <a:spLocks xmlns:a="http://schemas.openxmlformats.org/drawingml/2006/main" noGrp="1"/>
          </p:cNvSpPr>
          <p:nvPr/>
        </p:nvSpPr>
        <p:spPr>
          <a:xfrm xmlns:a="http://schemas.openxmlformats.org/drawingml/2006/main">
            <a:off x="609600" y="22669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가장 최근에 AI에게 맡긴 일 하나</a:t>
            </a:r>
          </a:p>
        </p:txBody>
      </p:sp>
      <p:sp>
        <p:nvSpPr>
          <p:cNvPr id="8" name="오류 설명을 들었나요?&#10;관련 코드를 조사하게 했나요?&#10;수정한 결과까지 확인하게 했나요?">
            <a:extLst xmlns:a="http://schemas.openxmlformats.org/drawingml/2006/main">
              <a:ext uri="{FF2B5EF4-FFF2-40B4-BE49-F238E27FC236}">
                <a16:creationId xmlns:a16="http://schemas.microsoft.com/office/drawing/2014/main" id="{CE7747A6-8A70-41EB-84A8-E49BC16F2624}"/>
              </a:ext>
            </a:extLst>
          </p:cNvPr>
          <p:cNvSpPr>
            <a:spLocks xmlns:a="http://schemas.openxmlformats.org/drawingml/2006/main" noGrp="1"/>
          </p:cNvSpPr>
          <p:nvPr/>
        </p:nvSpPr>
        <p:spPr>
          <a:xfrm xmlns:a="http://schemas.openxmlformats.org/drawingml/2006/main">
            <a:off x="609600" y="3086100"/>
            <a:ext cx="7048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오류 설명을 들었나요?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관련 코드를 조사하게 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수정한 결과까지 확인하게 했나요?</a:t>
            </a:r>
          </a:p>
        </p:txBody>
      </p:sp>
      <p:sp>
        <p:nvSpPr>
          <p:cNvPr id="9" name="">
            <a:extLst xmlns:a="http://schemas.openxmlformats.org/drawingml/2006/main">
              <a:ext uri="{FF2B5EF4-FFF2-40B4-BE49-F238E27FC236}">
                <a16:creationId xmlns:a16="http://schemas.microsoft.com/office/drawing/2014/main" id="{D098AD4D-86DE-4634-B106-2DF6AA79A94F}"/>
              </a:ext>
            </a:extLst>
          </p:cNvPr>
          <p:cNvSpPr>
            <a:spLocks xmlns:a="http://schemas.openxmlformats.org/drawingml/2006/main" noGrp="1"/>
          </p:cNvSpPr>
          <p:nvPr/>
        </p:nvSpPr>
        <p:spPr>
          <a:xfrm xmlns:a="http://schemas.openxmlformats.org/drawingml/2006/main">
            <a:off x="8334375" y="2400300"/>
            <a:ext cx="3248025"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질문 · 생성&#10;조사 · 변경&#10;검증 · 작업 방식 개선">
            <a:extLst xmlns:a="http://schemas.openxmlformats.org/drawingml/2006/main">
              <a:ext uri="{FF2B5EF4-FFF2-40B4-BE49-F238E27FC236}">
                <a16:creationId xmlns:a16="http://schemas.microsoft.com/office/drawing/2014/main" id="{FD8D0C66-CBB4-41C9-81B3-F5AF8E51A9D9}"/>
              </a:ext>
            </a:extLst>
          </p:cNvPr>
          <p:cNvSpPr>
            <a:spLocks xmlns:a="http://schemas.openxmlformats.org/drawingml/2006/main" noGrp="1"/>
          </p:cNvSpPr>
          <p:nvPr/>
        </p:nvSpPr>
        <p:spPr>
          <a:xfrm xmlns:a="http://schemas.openxmlformats.org/drawingml/2006/main">
            <a:off x="8334375" y="2790825"/>
            <a:ext cx="32480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질문 · 생성</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조사 · 변경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검증 · 작업 방식 개선</a:t>
            </a:r>
          </a:p>
        </p:txBody>
      </p:sp>
      <p:sp>
        <p:nvSpPr>
          <p:cNvPr id="11" name="익숙한 방식에서 출발해도 괜찮습니다.">
            <a:extLst xmlns:a="http://schemas.openxmlformats.org/drawingml/2006/main">
              <a:ext uri="{FF2B5EF4-FFF2-40B4-BE49-F238E27FC236}">
                <a16:creationId xmlns:a16="http://schemas.microsoft.com/office/drawing/2014/main" id="{C2D49ABE-F86F-4EAE-A4E1-756273A8394F}"/>
              </a:ext>
            </a:extLst>
          </p:cNvPr>
          <p:cNvSpPr>
            <a:spLocks xmlns:a="http://schemas.openxmlformats.org/drawingml/2006/main" noGrp="1"/>
          </p:cNvSpPr>
          <p:nvPr/>
        </p:nvSpPr>
        <p:spPr>
          <a:xfrm xmlns:a="http://schemas.openxmlformats.org/drawingml/2006/main">
            <a:off x="609600" y="5172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익숙한 방식에서 출발해도 괜찮습니다.</a:t>
            </a:r>
          </a:p>
        </p:txBody>
      </p:sp>
      <p:sp>
        <p:nvSpPr>
          <p:cNvPr id="12" name="Legacy module connection">
            <a:extLst xmlns:a="http://schemas.openxmlformats.org/drawingml/2006/main">
              <a:ext uri="{FF2B5EF4-FFF2-40B4-BE49-F238E27FC236}">
                <a16:creationId xmlns:a16="http://schemas.microsoft.com/office/drawing/2014/main" id="{ACF221DB-BBA4-48E9-A2D4-B247B81A54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7829226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0 · 작은 코드 질문">
            <a:extLst xmlns:a="http://schemas.openxmlformats.org/drawingml/2006/main">
              <a:ext uri="{FF2B5EF4-FFF2-40B4-BE49-F238E27FC236}">
                <a16:creationId xmlns:a16="http://schemas.microsoft.com/office/drawing/2014/main" id="{48F5711D-2FD0-4138-AEF2-3D13494145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작은 코드 질문</a:t>
            </a:r>
          </a:p>
        </p:txBody>
      </p:sp>
      <p:sp>
        <p:nvSpPr>
          <p:cNvPr id="2" name="S02">
            <a:extLst xmlns:a="http://schemas.openxmlformats.org/drawingml/2006/main">
              <a:ext uri="{FF2B5EF4-FFF2-40B4-BE49-F238E27FC236}">
                <a16:creationId xmlns:a16="http://schemas.microsoft.com/office/drawing/2014/main" id="{7B9CC4B7-0DA5-4459-B4FC-8E67C50AF8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6F48A90C-988A-467D-9F3B-7A6C91FF03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4C95CAA-8812-4B46-B71D-F7EBB98888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예시 · 실제 ChatGPT 대화 캡처가 아님">
            <a:extLst xmlns:a="http://schemas.openxmlformats.org/drawingml/2006/main">
              <a:ext uri="{FF2B5EF4-FFF2-40B4-BE49-F238E27FC236}">
                <a16:creationId xmlns:a16="http://schemas.microsoft.com/office/drawing/2014/main" id="{B1DE9206-D581-463A-9175-04EB878496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예시 · 실제 ChatGPT 대화 캡처가 아님</a:t>
            </a:r>
          </a:p>
        </p:txBody>
      </p:sp>
      <p:sp>
        <p:nvSpPr>
          <p:cNvPr id="6" name="일반적인 질문 흐름을 설명하며 특정 제품의 정확도나 우월성을 주장하지 않습니다.">
            <a:extLst xmlns:a="http://schemas.openxmlformats.org/drawingml/2006/main">
              <a:ext uri="{FF2B5EF4-FFF2-40B4-BE49-F238E27FC236}">
                <a16:creationId xmlns:a16="http://schemas.microsoft.com/office/drawing/2014/main" id="{4F498621-A3C5-4926-8CF3-0BECE48994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일반적인 질문 흐름을 설명하며 특정 제품의 정확도나 우월성을 주장하지 않습니다.</a:t>
            </a:r>
          </a:p>
        </p:txBody>
      </p:sp>
      <p:sp>
        <p:nvSpPr>
          <p:cNvPr id="7" name="“이 코드에서 무엇이 남을까?”">
            <a:extLst xmlns:a="http://schemas.openxmlformats.org/drawingml/2006/main">
              <a:ext uri="{FF2B5EF4-FFF2-40B4-BE49-F238E27FC236}">
                <a16:creationId xmlns:a16="http://schemas.microsoft.com/office/drawing/2014/main" id="{8412B5FC-C5A6-4FD7-BA85-B9F45F264296}"/>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코드에서 무엇이 남을까?”</a:t>
            </a:r>
          </a:p>
        </p:txBody>
      </p:sp>
      <p:sp>
        <p:nvSpPr>
          <p:cNvPr id="8" name="">
            <a:extLst xmlns:a="http://schemas.openxmlformats.org/drawingml/2006/main">
              <a:ext uri="{FF2B5EF4-FFF2-40B4-BE49-F238E27FC236}">
                <a16:creationId xmlns:a16="http://schemas.microsoft.com/office/drawing/2014/main" id="{8ED2E236-82DF-4C07-92A4-E5534DD00D8E}"/>
              </a:ext>
            </a:extLst>
          </p:cNvPr>
          <p:cNvSpPr>
            <a:spLocks xmlns:a="http://schemas.openxmlformats.org/drawingml/2006/main" noGrp="1"/>
          </p:cNvSpPr>
          <p:nvPr/>
        </p:nvSpPr>
        <p:spPr>
          <a:xfrm xmlns:a="http://schemas.openxmlformats.org/drawingml/2006/main">
            <a:off x="609600" y="2933700"/>
            <a:ext cx="4895850" cy="142875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row = [1, 2, 3, 4]&#10;row[1:3]">
            <a:extLst xmlns:a="http://schemas.openxmlformats.org/drawingml/2006/main">
              <a:ext uri="{FF2B5EF4-FFF2-40B4-BE49-F238E27FC236}">
                <a16:creationId xmlns:a16="http://schemas.microsoft.com/office/drawing/2014/main" id="{DFDFD2D4-6B5B-47CD-BDF3-0EA4A643259C}"/>
              </a:ext>
            </a:extLst>
          </p:cNvPr>
          <p:cNvSpPr>
            <a:spLocks xmlns:a="http://schemas.openxmlformats.org/drawingml/2006/main" noGrp="1"/>
          </p:cNvSpPr>
          <p:nvPr/>
        </p:nvSpPr>
        <p:spPr>
          <a:xfrm xmlns:a="http://schemas.openxmlformats.org/drawingml/2006/main">
            <a:off x="838200" y="3086100"/>
            <a:ext cx="4438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FFFFFF"/>
                </a:solidFill>
                <a:latin typeface="Consolas"/>
                <a:ea typeface="Consolas"/>
                <a:cs typeface="Consolas"/>
              </a:defRPr>
            </a:defPPr>
            <a:lvl1pPr algn="l">
              <a:defRPr sz="2400" b="0">
                <a:solidFill>
                  <a:srgbClr val="FFFFFF"/>
                </a:solidFill>
                <a:latin typeface="Consolas"/>
                <a:ea typeface="Consolas"/>
                <a:cs typeface="Consolas"/>
              </a:defRPr>
            </a:lvl1pPr>
            <a:lvl2pPr algn="l">
              <a:defRPr sz="2400" b="0">
                <a:solidFill>
                  <a:srgbClr val="FFFFFF"/>
                </a:solidFill>
                <a:latin typeface="Consolas"/>
                <a:ea typeface="Consolas"/>
                <a:cs typeface="Consolas"/>
              </a:defRPr>
            </a:lvl2pPr>
            <a:lvl3pPr algn="l">
              <a:defRPr sz="2400" b="0">
                <a:solidFill>
                  <a:srgbClr val="FFFFFF"/>
                </a:solidFill>
                <a:latin typeface="Consolas"/>
                <a:ea typeface="Consolas"/>
                <a:cs typeface="Consolas"/>
              </a:defRPr>
            </a:lvl3pPr>
            <a:lvl4pPr algn="l">
              <a:defRPr sz="2400" b="0">
                <a:solidFill>
                  <a:srgbClr val="FFFFFF"/>
                </a:solidFill>
                <a:latin typeface="Consolas"/>
                <a:ea typeface="Consolas"/>
                <a:cs typeface="Consolas"/>
              </a:defRPr>
            </a:lvl4pPr>
            <a:lvl5pPr algn="l">
              <a:defRPr sz="2400" b="0">
                <a:solidFill>
                  <a:srgbClr val="FFFFFF"/>
                </a:solidFill>
                <a:latin typeface="Consolas"/>
                <a:ea typeface="Consolas"/>
                <a:cs typeface="Consolas"/>
              </a:defRPr>
            </a:lvl5pPr>
            <a:lvl6pPr algn="l">
              <a:defRPr sz="2400" b="0">
                <a:solidFill>
                  <a:srgbClr val="FFFFFF"/>
                </a:solidFill>
                <a:latin typeface="Consolas"/>
                <a:ea typeface="Consolas"/>
                <a:cs typeface="Consolas"/>
              </a:defRPr>
            </a:lvl6pPr>
            <a:lvl7pPr algn="l">
              <a:defRPr sz="2400" b="0">
                <a:solidFill>
                  <a:srgbClr val="FFFFFF"/>
                </a:solidFill>
                <a:latin typeface="Consolas"/>
                <a:ea typeface="Consolas"/>
                <a:cs typeface="Consolas"/>
              </a:defRPr>
            </a:lvl7pPr>
            <a:lvl8pPr algn="l">
              <a:defRPr sz="2400" b="0">
                <a:solidFill>
                  <a:srgbClr val="FFFFFF"/>
                </a:solidFill>
                <a:latin typeface="Consolas"/>
                <a:ea typeface="Consolas"/>
                <a:cs typeface="Consolas"/>
              </a:defRPr>
            </a:lvl8pPr>
            <a:lvl9pPr algn="l">
              <a:defRPr sz="2400" b="0">
                <a:solidFill>
                  <a:srgbClr val="FFFFFF"/>
                </a:solidFill>
                <a:latin typeface="Consolas"/>
                <a:ea typeface="Consolas"/>
                <a:cs typeface="Consolas"/>
              </a:defRPr>
            </a:lvl9pPr>
          </a:lstStyle>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 = [1, 2, 3, 4]</a:t>
            </a:r>
          </a:p>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row[1:3]</a:t>
            </a:r>
          </a:p>
        </p:txBody>
      </p:sp>
      <p:sp>
        <p:nvSpPr>
          <p:cNvPr id="10" name="">
            <a:extLst xmlns:a="http://schemas.openxmlformats.org/drawingml/2006/main">
              <a:ext uri="{FF2B5EF4-FFF2-40B4-BE49-F238E27FC236}">
                <a16:creationId xmlns:a16="http://schemas.microsoft.com/office/drawing/2014/main" id="{9AE35211-C085-49F3-854F-7735CFEA969C}"/>
              </a:ext>
            </a:extLst>
          </p:cNvPr>
          <p:cNvSpPr>
            <a:spLocks xmlns:a="http://schemas.openxmlformats.org/drawingml/2006/main" noGrp="1"/>
          </p:cNvSpPr>
          <p:nvPr/>
        </p:nvSpPr>
        <p:spPr>
          <a:xfrm xmlns:a="http://schemas.openxmlformats.org/drawingml/2006/main">
            <a:off x="5743575" y="3467100"/>
            <a:ext cx="457200"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2, 3]">
            <a:extLst xmlns:a="http://schemas.openxmlformats.org/drawingml/2006/main">
              <a:ext uri="{FF2B5EF4-FFF2-40B4-BE49-F238E27FC236}">
                <a16:creationId xmlns:a16="http://schemas.microsoft.com/office/drawing/2014/main" id="{F6EEF706-461C-4B9E-A9F4-7C99DA04AC0E}"/>
              </a:ext>
            </a:extLst>
          </p:cNvPr>
          <p:cNvSpPr>
            <a:spLocks xmlns:a="http://schemas.openxmlformats.org/drawingml/2006/main" noGrp="1"/>
          </p:cNvSpPr>
          <p:nvPr/>
        </p:nvSpPr>
        <p:spPr>
          <a:xfrm xmlns:a="http://schemas.openxmlformats.org/drawingml/2006/main">
            <a:off x="6715125" y="3009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900" b="1">
                <a:solidFill>
                  <a:srgbClr val="17212B"/>
                </a:solidFill>
                <a:latin typeface="Consolas"/>
                <a:ea typeface="Consolas"/>
                <a:cs typeface="Consolas"/>
              </a:defRPr>
            </a:defPPr>
            <a:lvl1pPr algn="l">
              <a:defRPr sz="3900" b="1">
                <a:solidFill>
                  <a:srgbClr val="17212B"/>
                </a:solidFill>
                <a:latin typeface="Consolas"/>
                <a:ea typeface="Consolas"/>
                <a:cs typeface="Consolas"/>
              </a:defRPr>
            </a:lvl1pPr>
            <a:lvl2pPr algn="l">
              <a:defRPr sz="3900" b="1">
                <a:solidFill>
                  <a:srgbClr val="17212B"/>
                </a:solidFill>
                <a:latin typeface="Consolas"/>
                <a:ea typeface="Consolas"/>
                <a:cs typeface="Consolas"/>
              </a:defRPr>
            </a:lvl2pPr>
            <a:lvl3pPr algn="l">
              <a:defRPr sz="3900" b="1">
                <a:solidFill>
                  <a:srgbClr val="17212B"/>
                </a:solidFill>
                <a:latin typeface="Consolas"/>
                <a:ea typeface="Consolas"/>
                <a:cs typeface="Consolas"/>
              </a:defRPr>
            </a:lvl3pPr>
            <a:lvl4pPr algn="l">
              <a:defRPr sz="3900" b="1">
                <a:solidFill>
                  <a:srgbClr val="17212B"/>
                </a:solidFill>
                <a:latin typeface="Consolas"/>
                <a:ea typeface="Consolas"/>
                <a:cs typeface="Consolas"/>
              </a:defRPr>
            </a:lvl4pPr>
            <a:lvl5pPr algn="l">
              <a:defRPr sz="3900" b="1">
                <a:solidFill>
                  <a:srgbClr val="17212B"/>
                </a:solidFill>
                <a:latin typeface="Consolas"/>
                <a:ea typeface="Consolas"/>
                <a:cs typeface="Consolas"/>
              </a:defRPr>
            </a:lvl5pPr>
            <a:lvl6pPr algn="l">
              <a:defRPr sz="3900" b="1">
                <a:solidFill>
                  <a:srgbClr val="17212B"/>
                </a:solidFill>
                <a:latin typeface="Consolas"/>
                <a:ea typeface="Consolas"/>
                <a:cs typeface="Consolas"/>
              </a:defRPr>
            </a:lvl6pPr>
            <a:lvl7pPr algn="l">
              <a:defRPr sz="3900" b="1">
                <a:solidFill>
                  <a:srgbClr val="17212B"/>
                </a:solidFill>
                <a:latin typeface="Consolas"/>
                <a:ea typeface="Consolas"/>
                <a:cs typeface="Consolas"/>
              </a:defRPr>
            </a:lvl7pPr>
            <a:lvl8pPr algn="l">
              <a:defRPr sz="3900" b="1">
                <a:solidFill>
                  <a:srgbClr val="17212B"/>
                </a:solidFill>
                <a:latin typeface="Consolas"/>
                <a:ea typeface="Consolas"/>
                <a:cs typeface="Consolas"/>
              </a:defRPr>
            </a:lvl8pPr>
            <a:lvl9pPr algn="l">
              <a:defRPr sz="3900" b="1">
                <a:solidFill>
                  <a:srgbClr val="17212B"/>
                </a:solidFill>
                <a:latin typeface="Consolas"/>
                <a:ea typeface="Consolas"/>
                <a:cs typeface="Consolas"/>
              </a:defRPr>
            </a:lvl9pPr>
          </a:lstStyle>
          <a:p xmlns:a="http://schemas.openxmlformats.org/drawingml/2006/main">
            <a:pPr algn="l">
              <a:defRPr sz="3900" b="1">
                <a:solidFill>
                  <a:srgbClr val="17212B"/>
                </a:solidFill>
                <a:latin typeface="Consolas"/>
                <a:ea typeface="Consolas"/>
                <a:cs typeface="Consolas"/>
              </a:defRPr>
            </a:pPr>
            <a:r>
              <a:rPr sz="3900" b="1">
                <a:solidFill>
                  <a:srgbClr val="17212B"/>
                </a:solidFill>
                <a:latin typeface="Consolas"/>
                <a:ea typeface="Consolas"/>
                <a:cs typeface="Consolas"/>
              </a:rPr>
              <a:t>[2, 3]</a:t>
            </a:r>
          </a:p>
        </p:txBody>
      </p:sp>
      <p:sp>
        <p:nvSpPr>
          <p:cNvPr id="12" name="끝 index 3은 포함하지 않습니다.">
            <a:extLst xmlns:a="http://schemas.openxmlformats.org/drawingml/2006/main">
              <a:ext uri="{FF2B5EF4-FFF2-40B4-BE49-F238E27FC236}">
                <a16:creationId xmlns:a16="http://schemas.microsoft.com/office/drawing/2014/main" id="{EA67853B-F7FD-483B-8146-96B350607127}"/>
              </a:ext>
            </a:extLst>
          </p:cNvPr>
          <p:cNvSpPr>
            <a:spLocks xmlns:a="http://schemas.openxmlformats.org/drawingml/2006/main" noGrp="1"/>
          </p:cNvSpPr>
          <p:nvPr/>
        </p:nvSpPr>
        <p:spPr>
          <a:xfrm xmlns:a="http://schemas.openxmlformats.org/drawingml/2006/main">
            <a:off x="6715125" y="3733800"/>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끝 index 3은 포함하지 않습니다.</a:t>
            </a:r>
          </a:p>
        </p:txBody>
      </p:sp>
      <p:sp>
        <p:nvSpPr>
          <p:cNvPr id="13" name="코드·오류">
            <a:extLst xmlns:a="http://schemas.openxmlformats.org/drawingml/2006/main">
              <a:ext uri="{FF2B5EF4-FFF2-40B4-BE49-F238E27FC236}">
                <a16:creationId xmlns:a16="http://schemas.microsoft.com/office/drawing/2014/main" id="{0C47247C-46F5-4BD9-8F82-8358A19FF22A}"/>
              </a:ext>
            </a:extLst>
          </p:cNvPr>
          <p:cNvSpPr>
            <a:spLocks xmlns:a="http://schemas.openxmlformats.org/drawingml/2006/main" noGrp="1"/>
          </p:cNvSpPr>
          <p:nvPr/>
        </p:nvSpPr>
        <p:spPr>
          <a:xfrm xmlns:a="http://schemas.openxmlformats.org/drawingml/2006/main">
            <a:off x="6096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코드·오류</a:t>
            </a:r>
          </a:p>
        </p:txBody>
      </p:sp>
      <p:sp>
        <p:nvSpPr>
          <p:cNvPr id="14" name="">
            <a:extLst xmlns:a="http://schemas.openxmlformats.org/drawingml/2006/main">
              <a:ext uri="{FF2B5EF4-FFF2-40B4-BE49-F238E27FC236}">
                <a16:creationId xmlns:a16="http://schemas.microsoft.com/office/drawing/2014/main" id="{148B2BD5-103A-4F10-BE75-FB6CC1FEC700}"/>
              </a:ext>
            </a:extLst>
          </p:cNvPr>
          <p:cNvSpPr>
            <a:spLocks xmlns:a="http://schemas.openxmlformats.org/drawingml/2006/main" noGrp="1"/>
          </p:cNvSpPr>
          <p:nvPr/>
        </p:nvSpPr>
        <p:spPr>
          <a:xfrm xmlns:a="http://schemas.openxmlformats.org/drawingml/2006/main">
            <a:off x="25717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복사">
            <a:extLst xmlns:a="http://schemas.openxmlformats.org/drawingml/2006/main">
              <a:ext uri="{FF2B5EF4-FFF2-40B4-BE49-F238E27FC236}">
                <a16:creationId xmlns:a16="http://schemas.microsoft.com/office/drawing/2014/main" id="{D997F5EB-CBFD-4991-92D4-F823FCA8AD9F}"/>
              </a:ext>
            </a:extLst>
          </p:cNvPr>
          <p:cNvSpPr>
            <a:spLocks xmlns:a="http://schemas.openxmlformats.org/drawingml/2006/main" noGrp="1"/>
          </p:cNvSpPr>
          <p:nvPr/>
        </p:nvSpPr>
        <p:spPr>
          <a:xfrm xmlns:a="http://schemas.openxmlformats.org/drawingml/2006/main">
            <a:off x="28765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복사</a:t>
            </a:r>
          </a:p>
        </p:txBody>
      </p:sp>
      <p:sp>
        <p:nvSpPr>
          <p:cNvPr id="16" name="">
            <a:extLst xmlns:a="http://schemas.openxmlformats.org/drawingml/2006/main">
              <a:ext uri="{FF2B5EF4-FFF2-40B4-BE49-F238E27FC236}">
                <a16:creationId xmlns:a16="http://schemas.microsoft.com/office/drawing/2014/main" id="{193619EE-9D1A-4C7F-BC85-99549E2242EE}"/>
              </a:ext>
            </a:extLst>
          </p:cNvPr>
          <p:cNvSpPr>
            <a:spLocks xmlns:a="http://schemas.openxmlformats.org/drawingml/2006/main" noGrp="1"/>
          </p:cNvSpPr>
          <p:nvPr/>
        </p:nvSpPr>
        <p:spPr>
          <a:xfrm xmlns:a="http://schemas.openxmlformats.org/drawingml/2006/main">
            <a:off x="48387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질문">
            <a:extLst xmlns:a="http://schemas.openxmlformats.org/drawingml/2006/main">
              <a:ext uri="{FF2B5EF4-FFF2-40B4-BE49-F238E27FC236}">
                <a16:creationId xmlns:a16="http://schemas.microsoft.com/office/drawing/2014/main" id="{3DB436B3-DA88-4BA6-B342-54ACB0A19BB6}"/>
              </a:ext>
            </a:extLst>
          </p:cNvPr>
          <p:cNvSpPr>
            <a:spLocks xmlns:a="http://schemas.openxmlformats.org/drawingml/2006/main" noGrp="1"/>
          </p:cNvSpPr>
          <p:nvPr/>
        </p:nvSpPr>
        <p:spPr>
          <a:xfrm xmlns:a="http://schemas.openxmlformats.org/drawingml/2006/main">
            <a:off x="51435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질문</a:t>
            </a:r>
          </a:p>
        </p:txBody>
      </p:sp>
      <p:sp>
        <p:nvSpPr>
          <p:cNvPr id="18" name="">
            <a:extLst xmlns:a="http://schemas.openxmlformats.org/drawingml/2006/main">
              <a:ext uri="{FF2B5EF4-FFF2-40B4-BE49-F238E27FC236}">
                <a16:creationId xmlns:a16="http://schemas.microsoft.com/office/drawing/2014/main" id="{2CA16A93-EBDF-405D-B09E-9A843122327F}"/>
              </a:ext>
            </a:extLst>
          </p:cNvPr>
          <p:cNvSpPr>
            <a:spLocks xmlns:a="http://schemas.openxmlformats.org/drawingml/2006/main" noGrp="1"/>
          </p:cNvSpPr>
          <p:nvPr/>
        </p:nvSpPr>
        <p:spPr>
          <a:xfrm xmlns:a="http://schemas.openxmlformats.org/drawingml/2006/main">
            <a:off x="71056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답 확인">
            <a:extLst xmlns:a="http://schemas.openxmlformats.org/drawingml/2006/main">
              <a:ext uri="{FF2B5EF4-FFF2-40B4-BE49-F238E27FC236}">
                <a16:creationId xmlns:a16="http://schemas.microsoft.com/office/drawing/2014/main" id="{45D76A0E-D43A-4C4B-8110-81E87FD9F8FC}"/>
              </a:ext>
            </a:extLst>
          </p:cNvPr>
          <p:cNvSpPr>
            <a:spLocks xmlns:a="http://schemas.openxmlformats.org/drawingml/2006/main" noGrp="1"/>
          </p:cNvSpPr>
          <p:nvPr/>
        </p:nvSpPr>
        <p:spPr>
          <a:xfrm xmlns:a="http://schemas.openxmlformats.org/drawingml/2006/main">
            <a:off x="74104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답 확인</a:t>
            </a:r>
          </a:p>
        </p:txBody>
      </p:sp>
      <p:sp>
        <p:nvSpPr>
          <p:cNvPr id="20" name="">
            <a:extLst xmlns:a="http://schemas.openxmlformats.org/drawingml/2006/main">
              <a:ext uri="{FF2B5EF4-FFF2-40B4-BE49-F238E27FC236}">
                <a16:creationId xmlns:a16="http://schemas.microsoft.com/office/drawing/2014/main" id="{109C37F5-9A6E-4675-A3A2-03D8366576BA}"/>
              </a:ext>
            </a:extLst>
          </p:cNvPr>
          <p:cNvSpPr>
            <a:spLocks xmlns:a="http://schemas.openxmlformats.org/drawingml/2006/main" noGrp="1"/>
          </p:cNvSpPr>
          <p:nvPr/>
        </p:nvSpPr>
        <p:spPr>
          <a:xfrm xmlns:a="http://schemas.openxmlformats.org/drawingml/2006/main">
            <a:off x="93726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IDE로 복귀">
            <a:extLst xmlns:a="http://schemas.openxmlformats.org/drawingml/2006/main">
              <a:ext uri="{FF2B5EF4-FFF2-40B4-BE49-F238E27FC236}">
                <a16:creationId xmlns:a16="http://schemas.microsoft.com/office/drawing/2014/main" id="{3B0D947A-6BAD-4B29-A332-28FBF538CEF0}"/>
              </a:ext>
            </a:extLst>
          </p:cNvPr>
          <p:cNvSpPr>
            <a:spLocks xmlns:a="http://schemas.openxmlformats.org/drawingml/2006/main" noGrp="1"/>
          </p:cNvSpPr>
          <p:nvPr/>
        </p:nvSpPr>
        <p:spPr>
          <a:xfrm xmlns:a="http://schemas.openxmlformats.org/drawingml/2006/main">
            <a:off x="96774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IDE로 복귀</a:t>
            </a:r>
          </a:p>
        </p:txBody>
      </p:sp>
      <p:sp>
        <p:nvSpPr>
          <p:cNvPr id="22" name="">
            <a:extLst xmlns:a="http://schemas.openxmlformats.org/drawingml/2006/main">
              <a:ext uri="{FF2B5EF4-FFF2-40B4-BE49-F238E27FC236}">
                <a16:creationId xmlns:a16="http://schemas.microsoft.com/office/drawing/2014/main" id="{73FEA8B4-C03C-45FC-A864-02A0E1476C41}"/>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Legacy module connection">
            <a:extLst xmlns:a="http://schemas.openxmlformats.org/drawingml/2006/main">
              <a:ext uri="{FF2B5EF4-FFF2-40B4-BE49-F238E27FC236}">
                <a16:creationId xmlns:a16="http://schemas.microsoft.com/office/drawing/2014/main" id="{9A080492-351E-4EBB-B651-07ABA85367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6591194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0 · 여러 파일을 가로지르는 질문">
            <a:extLst xmlns:a="http://schemas.openxmlformats.org/drawingml/2006/main">
              <a:ext uri="{FF2B5EF4-FFF2-40B4-BE49-F238E27FC236}">
                <a16:creationId xmlns:a16="http://schemas.microsoft.com/office/drawing/2014/main" id="{D60ACA65-37E9-4BB9-8D88-37043D0251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여러 파일을 가로지르는 질문</a:t>
            </a:r>
          </a:p>
        </p:txBody>
      </p:sp>
      <p:sp>
        <p:nvSpPr>
          <p:cNvPr id="2" name="S03">
            <a:extLst xmlns:a="http://schemas.openxmlformats.org/drawingml/2006/main">
              <a:ext uri="{FF2B5EF4-FFF2-40B4-BE49-F238E27FC236}">
                <a16:creationId xmlns:a16="http://schemas.microsoft.com/office/drawing/2014/main" id="{478AB67B-4CB2-4E0F-92CF-77761476BD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6D2023FC-90B4-457F-84C6-44D6FD606C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3E32B17B-545C-49AC-8657-38C67E57A5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개념 사례 · 사람이 Context를 모으는 장면 · AI 생성 설명용 삽화">
            <a:extLst xmlns:a="http://schemas.openxmlformats.org/drawingml/2006/main">
              <a:ext uri="{FF2B5EF4-FFF2-40B4-BE49-F238E27FC236}">
                <a16:creationId xmlns:a16="http://schemas.microsoft.com/office/drawing/2014/main" id="{62797A69-9E0E-4584-BCE9-B95978D560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개념 사례 · 사람이 Context를 모으는 장면 · AI 생성 설명용 삽화</a:t>
            </a:r>
          </a:p>
        </p:txBody>
      </p:sp>
      <p:sp>
        <p:nvSpPr>
          <p:cNvPr id="6" name="특정 Trial에서 실제로 발생한 비용이나 실패를 뜻하지 않습니다.">
            <a:extLst xmlns:a="http://schemas.openxmlformats.org/drawingml/2006/main">
              <a:ext uri="{FF2B5EF4-FFF2-40B4-BE49-F238E27FC236}">
                <a16:creationId xmlns:a16="http://schemas.microsoft.com/office/drawing/2014/main" id="{B5C6DC98-DDA1-4A44-B847-47C4FFA54C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Trial에서 실제로 발생한 비용이나 실패를 뜻하지 않습니다.</a:t>
            </a:r>
          </a:p>
        </p:txBody>
      </p:sp>
      <p:sp>
        <p:nvSpPr>
          <p:cNvPr id="7" name="“CLI 결과가 기대와 다른데, 어디서부터 봐야 할까?”">
            <a:extLst xmlns:a="http://schemas.openxmlformats.org/drawingml/2006/main">
              <a:ext uri="{FF2B5EF4-FFF2-40B4-BE49-F238E27FC236}">
                <a16:creationId xmlns:a16="http://schemas.microsoft.com/office/drawing/2014/main" id="{2FC0AF27-7E96-42C5-8755-A4C6CD25CCEC}"/>
              </a:ext>
            </a:extLst>
          </p:cNvPr>
          <p:cNvSpPr>
            <a:spLocks xmlns:a="http://schemas.openxmlformats.org/drawingml/2006/main" noGrp="1"/>
          </p:cNvSpPr>
          <p:nvPr/>
        </p:nvSpPr>
        <p:spPr>
          <a:xfrm xmlns:a="http://schemas.openxmlformats.org/drawingml/2006/main">
            <a:off x="609600" y="16287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결과가 기대와 다른데, 어디서부터 봐야 할까?”</a:t>
            </a:r>
          </a:p>
        </p:txBody>
      </p:sp>
      <p:pic>
        <p:nvPicPr>
          <p:cNvPr id="8" name="">
            <a:extLst xmlns:a="http://schemas.openxmlformats.org/drawingml/2006/main">
              <a:ext uri="{FF2B5EF4-FFF2-40B4-BE49-F238E27FC236}">
                <a16:creationId xmlns:a16="http://schemas.microsoft.com/office/drawing/2014/main" id="{7F3BE60F-8C6E-4A23-944D-AD4384782122}"/>
              </a:ext>
            </a:extLst>
          </p:cNvPr>
          <p:cNvPicPr>
            <a:picLocks xmlns:a="http://schemas.openxmlformats.org/drawingml/2006/main" noChangeAspect="1"/>
          </p:cNvPicPr>
          <p:nvPr/>
        </p:nvPicPr>
        <p:blipFill>
          <a:blip xmlns:r="http://schemas.openxmlformats.org/officeDocument/2006/relationships" xmlns:a="http://schemas.openxmlformats.org/drawingml/2006/main" r:embed="R4aaaad75f8ef4961"/>
          <a:stretch xmlns:a="http://schemas.openxmlformats.org/drawingml/2006/main"/>
        </p:blipFill>
        <p:spPr>
          <a:xfrm xmlns:a="http://schemas.openxmlformats.org/drawingml/2006/main">
            <a:off x="609600" y="2124075"/>
            <a:ext cx="7086600" cy="3543300"/>
          </a:xfrm>
          <a:prstGeom xmlns:a="http://schemas.openxmlformats.org/drawingml/2006/main" prst="rect">
            <a:avLst/>
          </a:prstGeom>
        </p:spPr>
      </p:pic>
      <p:sp>
        <p:nvSpPr>
          <p:cNvPr id="9" name="구현 · 호출 경로">
            <a:extLst xmlns:a="http://schemas.openxmlformats.org/drawingml/2006/main">
              <a:ext uri="{FF2B5EF4-FFF2-40B4-BE49-F238E27FC236}">
                <a16:creationId xmlns:a16="http://schemas.microsoft.com/office/drawing/2014/main" id="{C5414102-2071-4FAD-9A4A-D907FD589DBC}"/>
              </a:ext>
            </a:extLst>
          </p:cNvPr>
          <p:cNvSpPr>
            <a:spLocks xmlns:a="http://schemas.openxmlformats.org/drawingml/2006/main" noGrp="1"/>
          </p:cNvSpPr>
          <p:nvPr/>
        </p:nvSpPr>
        <p:spPr>
          <a:xfrm xmlns:a="http://schemas.openxmlformats.org/drawingml/2006/main">
            <a:off x="8096250" y="229552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구현 · 호출 경로</a:t>
            </a:r>
          </a:p>
        </p:txBody>
      </p:sp>
      <p:sp>
        <p:nvSpPr>
          <p:cNvPr id="10" name="CLI → 처리 흐름 → 연산">
            <a:extLst xmlns:a="http://schemas.openxmlformats.org/drawingml/2006/main">
              <a:ext uri="{FF2B5EF4-FFF2-40B4-BE49-F238E27FC236}">
                <a16:creationId xmlns:a16="http://schemas.microsoft.com/office/drawing/2014/main" id="{072C5725-8FE7-4BC9-A43B-E88FA905B48E}"/>
              </a:ext>
            </a:extLst>
          </p:cNvPr>
          <p:cNvSpPr>
            <a:spLocks xmlns:a="http://schemas.openxmlformats.org/drawingml/2006/main" noGrp="1"/>
          </p:cNvSpPr>
          <p:nvPr/>
        </p:nvSpPr>
        <p:spPr>
          <a:xfrm xmlns:a="http://schemas.openxmlformats.org/drawingml/2006/main">
            <a:off x="8096250" y="270510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CLI → 처리 흐름 → 연산</a:t>
            </a:r>
          </a:p>
        </p:txBody>
      </p:sp>
      <p:sp>
        <p:nvSpPr>
          <p:cNvPr id="11" name="테스트">
            <a:extLst xmlns:a="http://schemas.openxmlformats.org/drawingml/2006/main">
              <a:ext uri="{FF2B5EF4-FFF2-40B4-BE49-F238E27FC236}">
                <a16:creationId xmlns:a16="http://schemas.microsoft.com/office/drawing/2014/main" id="{D8A81AEB-0C46-4544-83CE-011CA625B266}"/>
              </a:ext>
            </a:extLst>
          </p:cNvPr>
          <p:cNvSpPr>
            <a:spLocks xmlns:a="http://schemas.openxmlformats.org/drawingml/2006/main" noGrp="1"/>
          </p:cNvSpPr>
          <p:nvPr/>
        </p:nvSpPr>
        <p:spPr>
          <a:xfrm xmlns:a="http://schemas.openxmlformats.org/drawingml/2006/main">
            <a:off x="8096250" y="33337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테스트</a:t>
            </a:r>
          </a:p>
        </p:txBody>
      </p:sp>
      <p:sp>
        <p:nvSpPr>
          <p:cNvPr id="12" name="어떤 조건에서 실패했나?">
            <a:extLst xmlns:a="http://schemas.openxmlformats.org/drawingml/2006/main">
              <a:ext uri="{FF2B5EF4-FFF2-40B4-BE49-F238E27FC236}">
                <a16:creationId xmlns:a16="http://schemas.microsoft.com/office/drawing/2014/main" id="{1B0BE875-5B90-4221-A120-FB1312EA07C4}"/>
              </a:ext>
            </a:extLst>
          </p:cNvPr>
          <p:cNvSpPr>
            <a:spLocks xmlns:a="http://schemas.openxmlformats.org/drawingml/2006/main" noGrp="1"/>
          </p:cNvSpPr>
          <p:nvPr/>
        </p:nvSpPr>
        <p:spPr>
          <a:xfrm xmlns:a="http://schemas.openxmlformats.org/drawingml/2006/main">
            <a:off x="8096250" y="3743325"/>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조건에서 실패했나?</a:t>
            </a:r>
          </a:p>
        </p:txBody>
      </p:sp>
      <p:sp>
        <p:nvSpPr>
          <p:cNvPr id="13" name="계약">
            <a:extLst xmlns:a="http://schemas.openxmlformats.org/drawingml/2006/main">
              <a:ext uri="{FF2B5EF4-FFF2-40B4-BE49-F238E27FC236}">
                <a16:creationId xmlns:a16="http://schemas.microsoft.com/office/drawing/2014/main" id="{4A229DCD-FA9D-4ACE-A537-D79290D45B1A}"/>
              </a:ext>
            </a:extLst>
          </p:cNvPr>
          <p:cNvSpPr>
            <a:spLocks xmlns:a="http://schemas.openxmlformats.org/drawingml/2006/main" noGrp="1"/>
          </p:cNvSpPr>
          <p:nvPr/>
        </p:nvSpPr>
        <p:spPr>
          <a:xfrm xmlns:a="http://schemas.openxmlformats.org/drawingml/2006/main">
            <a:off x="8096250" y="437197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계약</a:t>
            </a:r>
          </a:p>
        </p:txBody>
      </p:sp>
      <p:sp>
        <p:nvSpPr>
          <p:cNvPr id="14" name="원래 기대한 동작은?">
            <a:extLst xmlns:a="http://schemas.openxmlformats.org/drawingml/2006/main">
              <a:ext uri="{FF2B5EF4-FFF2-40B4-BE49-F238E27FC236}">
                <a16:creationId xmlns:a16="http://schemas.microsoft.com/office/drawing/2014/main" id="{F97A8B2A-E556-4328-95C1-E6121BD2EB1B}"/>
              </a:ext>
            </a:extLst>
          </p:cNvPr>
          <p:cNvSpPr>
            <a:spLocks xmlns:a="http://schemas.openxmlformats.org/drawingml/2006/main" noGrp="1"/>
          </p:cNvSpPr>
          <p:nvPr/>
        </p:nvSpPr>
        <p:spPr>
          <a:xfrm xmlns:a="http://schemas.openxmlformats.org/drawingml/2006/main">
            <a:off x="8096250" y="478155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원래 기대한 동작은?</a:t>
            </a:r>
          </a:p>
        </p:txBody>
      </p:sp>
      <p:sp>
        <p:nvSpPr>
          <p:cNvPr id="15" name="질문에 옮길 자료는?">
            <a:extLst xmlns:a="http://schemas.openxmlformats.org/drawingml/2006/main">
              <a:ext uri="{FF2B5EF4-FFF2-40B4-BE49-F238E27FC236}">
                <a16:creationId xmlns:a16="http://schemas.microsoft.com/office/drawing/2014/main" id="{14A748A3-42CA-41E1-8AF9-F853F895FA53}"/>
              </a:ext>
            </a:extLst>
          </p:cNvPr>
          <p:cNvSpPr>
            <a:spLocks xmlns:a="http://schemas.openxmlformats.org/drawingml/2006/main" noGrp="1"/>
          </p:cNvSpPr>
          <p:nvPr/>
        </p:nvSpPr>
        <p:spPr>
          <a:xfrm xmlns:a="http://schemas.openxmlformats.org/drawingml/2006/main">
            <a:off x="8096250" y="53149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질문에 옮길 자료는?</a:t>
            </a:r>
          </a:p>
        </p:txBody>
      </p:sp>
      <p:sp>
        <p:nvSpPr>
          <p:cNvPr id="16" name="Legacy module connection">
            <a:extLst xmlns:a="http://schemas.openxmlformats.org/drawingml/2006/main">
              <a:ext uri="{FF2B5EF4-FFF2-40B4-BE49-F238E27FC236}">
                <a16:creationId xmlns:a16="http://schemas.microsoft.com/office/drawing/2014/main" id="{B112591C-0A83-4D07-943E-401763C673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1132005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Repository 조사 관찰">
            <a:extLst xmlns:a="http://schemas.openxmlformats.org/drawingml/2006/main">
              <a:ext uri="{FF2B5EF4-FFF2-40B4-BE49-F238E27FC236}">
                <a16:creationId xmlns:a16="http://schemas.microsoft.com/office/drawing/2014/main" id="{4BAD9634-1B19-4260-B574-64D375C1E9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F414504B-BD96-45DA-B194-EACAFF0B5E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E2C36EA0-861F-4203-8228-E7CE3C903F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19B02C1E-7093-44FC-BC1D-6FDF864AE0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실제 요청 발췌 · Codex CLI 0.154.0 · macOS · 읽기 전용">
            <a:extLst xmlns:a="http://schemas.openxmlformats.org/drawingml/2006/main">
              <a:ext uri="{FF2B5EF4-FFF2-40B4-BE49-F238E27FC236}">
                <a16:creationId xmlns:a16="http://schemas.microsoft.com/office/drawing/2014/main" id="{F133790D-72E6-4422-948B-5863A6B891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실제 요청 발췌 · Codex CLI 0.154.0 · macOS · 읽기 전용</a:t>
            </a:r>
          </a:p>
        </p:txBody>
      </p:sp>
      <p:sp>
        <p:nvSpPr>
          <p:cNvPr id="6" name="과거 단일 실행의 기록을 살펴봅니다. 현재 Desktop 동작은 미검증입니다.">
            <a:extLst xmlns:a="http://schemas.openxmlformats.org/drawingml/2006/main">
              <a:ext uri="{FF2B5EF4-FFF2-40B4-BE49-F238E27FC236}">
                <a16:creationId xmlns:a16="http://schemas.microsoft.com/office/drawing/2014/main" id="{D3C1E44E-DF14-4287-AADC-71C61B3285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단일 실행의 기록을 살펴봅니다. 현재 Desktop 동작은 미검증입니다.</a:t>
            </a:r>
          </a:p>
        </p:txBody>
      </p:sp>
      <p:sp>
        <p:nvSpPr>
          <p:cNvPr id="7" name="“현재 이 저장소에서 테스트 하나가 실패하고 있다.&#10;실패 원인을 조사해줘. 관련 구현과 호출 경로,&#10;실패하는">
            <a:extLst xmlns:a="http://schemas.openxmlformats.org/drawingml/2006/main">
              <a:ext uri="{FF2B5EF4-FFF2-40B4-BE49-F238E27FC236}">
                <a16:creationId xmlns:a16="http://schemas.microsoft.com/office/drawing/2014/main" id="{DDC4CEA4-236F-4C28-9D00-0F6C234DCEBB}"/>
              </a:ext>
            </a:extLst>
          </p:cNvPr>
          <p:cNvSpPr>
            <a:spLocks xmlns:a="http://schemas.openxmlformats.org/drawingml/2006/main" noGrp="1"/>
          </p:cNvSpPr>
          <p:nvPr/>
        </p:nvSpPr>
        <p:spPr>
          <a:xfrm xmlns:a="http://schemas.openxmlformats.org/drawingml/2006/main">
            <a:off x="609600" y="2114550"/>
            <a:ext cx="109728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“현재 이 저장소에서 테스트 하나가 실패하고 있다.</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 원인을 조사해줘. 관련 구현과 호출 경로,</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실패하는 테스트를 확인해서 왜 실패하는지 설명해줘.</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아직 코드는 수정하지 마.”</a:t>
            </a:r>
          </a:p>
        </p:txBody>
      </p:sp>
      <p:sp>
        <p:nvSpPr>
          <p:cNvPr id="8" name="">
            <a:extLst xmlns:a="http://schemas.openxmlformats.org/drawingml/2006/main">
              <a:ext uri="{FF2B5EF4-FFF2-40B4-BE49-F238E27FC236}">
                <a16:creationId xmlns:a16="http://schemas.microsoft.com/office/drawing/2014/main" id="{74E0DE5A-C8B7-46F9-9059-2A2EA4E11B4A}"/>
              </a:ext>
            </a:extLst>
          </p:cNvPr>
          <p:cNvSpPr>
            <a:spLocks xmlns:a="http://schemas.openxmlformats.org/drawingml/2006/main" noGrp="1"/>
          </p:cNvSpPr>
          <p:nvPr/>
        </p:nvSpPr>
        <p:spPr>
          <a:xfrm xmlns:a="http://schemas.openxmlformats.org/drawingml/2006/main">
            <a:off x="609600" y="4029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찾았는지 확인할 세 가지">
            <a:extLst xmlns:a="http://schemas.openxmlformats.org/drawingml/2006/main">
              <a:ext uri="{FF2B5EF4-FFF2-40B4-BE49-F238E27FC236}">
                <a16:creationId xmlns:a16="http://schemas.microsoft.com/office/drawing/2014/main" id="{4192E423-7DD3-4BC5-941A-B5BC09D4086F}"/>
              </a:ext>
            </a:extLst>
          </p:cNvPr>
          <p:cNvSpPr>
            <a:spLocks xmlns:a="http://schemas.openxmlformats.org/drawingml/2006/main" noGrp="1"/>
          </p:cNvSpPr>
          <p:nvPr/>
        </p:nvSpPr>
        <p:spPr>
          <a:xfrm xmlns:a="http://schemas.openxmlformats.org/drawingml/2006/main">
            <a:off x="609600" y="42767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찾았는지 확인할 세 가지</a:t>
            </a:r>
          </a:p>
        </p:txBody>
      </p:sp>
      <p:sp>
        <p:nvSpPr>
          <p:cNvPr id="10" name="01  실패하는 테스트">
            <a:extLst xmlns:a="http://schemas.openxmlformats.org/drawingml/2006/main">
              <a:ext uri="{FF2B5EF4-FFF2-40B4-BE49-F238E27FC236}">
                <a16:creationId xmlns:a16="http://schemas.microsoft.com/office/drawing/2014/main" id="{98990F5D-06A0-46CB-8910-2EC473C99F64}"/>
              </a:ext>
            </a:extLst>
          </p:cNvPr>
          <p:cNvSpPr>
            <a:spLocks xmlns:a="http://schemas.openxmlformats.org/drawingml/2006/main" noGrp="1"/>
          </p:cNvSpPr>
          <p:nvPr/>
        </p:nvSpPr>
        <p:spPr>
          <a:xfrm xmlns:a="http://schemas.openxmlformats.org/drawingml/2006/main">
            <a:off x="6096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01  실패하는 테스트</a:t>
            </a:r>
          </a:p>
        </p:txBody>
      </p:sp>
      <p:sp>
        <p:nvSpPr>
          <p:cNvPr id="11" name="02  관련 구현">
            <a:extLst xmlns:a="http://schemas.openxmlformats.org/drawingml/2006/main">
              <a:ext uri="{FF2B5EF4-FFF2-40B4-BE49-F238E27FC236}">
                <a16:creationId xmlns:a16="http://schemas.microsoft.com/office/drawing/2014/main" id="{7C3C20FE-576C-4B79-A7B1-EFD000584996}"/>
              </a:ext>
            </a:extLst>
          </p:cNvPr>
          <p:cNvSpPr>
            <a:spLocks xmlns:a="http://schemas.openxmlformats.org/drawingml/2006/main" noGrp="1"/>
          </p:cNvSpPr>
          <p:nvPr/>
        </p:nvSpPr>
        <p:spPr>
          <a:xfrm xmlns:a="http://schemas.openxmlformats.org/drawingml/2006/main">
            <a:off x="43815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02  관련 구현</a:t>
            </a:r>
          </a:p>
        </p:txBody>
      </p:sp>
      <p:sp>
        <p:nvSpPr>
          <p:cNvPr id="12" name="03  제품의 호출 경로">
            <a:extLst xmlns:a="http://schemas.openxmlformats.org/drawingml/2006/main">
              <a:ext uri="{FF2B5EF4-FFF2-40B4-BE49-F238E27FC236}">
                <a16:creationId xmlns:a16="http://schemas.microsoft.com/office/drawing/2014/main" id="{249E3405-A390-4AB7-A10A-434F80F68376}"/>
              </a:ext>
            </a:extLst>
          </p:cNvPr>
          <p:cNvSpPr>
            <a:spLocks xmlns:a="http://schemas.openxmlformats.org/drawingml/2006/main" noGrp="1"/>
          </p:cNvSpPr>
          <p:nvPr/>
        </p:nvSpPr>
        <p:spPr>
          <a:xfrm xmlns:a="http://schemas.openxmlformats.org/drawingml/2006/main">
            <a:off x="81534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03  제품의 호출 경로</a:t>
            </a:r>
          </a:p>
        </p:txBody>
      </p:sp>
      <p:sp>
        <p:nvSpPr>
          <p:cNvPr id="13" name="Legacy module connection">
            <a:extLst xmlns:a="http://schemas.openxmlformats.org/drawingml/2006/main">
              <a:ext uri="{FF2B5EF4-FFF2-40B4-BE49-F238E27FC236}">
                <a16:creationId xmlns:a16="http://schemas.microsoft.com/office/drawing/2014/main" id="{94857329-0022-4D4A-8EE4-DF4D28E3E7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0418194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4" name="ACT 0  ·  Repository 탐색">
            <a:extLst xmlns:a="http://schemas.openxmlformats.org/drawingml/2006/main">
              <a:ext uri="{FF2B5EF4-FFF2-40B4-BE49-F238E27FC236}">
                <a16:creationId xmlns:a16="http://schemas.microsoft.com/office/drawing/2014/main" id="{84AC7136-05F0-44C6-A9A2-B305A3E687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435F6478-92E5-4339-BD54-D850952540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9B19921F-47D9-468C-9D8F-5FA88DC031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5B5A9757-0499-49F7-BBDE-D0E7559620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F5521CFB-E0B7-4DC9-BA55-094028A132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7391F311-9D35-4DD1-BE43-98972F6548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2C0D2F52-8862-4084-B50A-DB7B4CECC760}"/>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0AB58E16-742F-47EB-A096-D57D052AC18B}"/>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E5119863-A906-4A6E-AD2A-E60D7B94C8B5}"/>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AC6B8CF3-3A9E-4C5F-8C8B-4AF6FC5D988D}"/>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C6A6EB16-C34D-41CA-B764-E47DEE956AA9}"/>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9227887E-09BD-4D0C-9DA7-029BA9CF137A}"/>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541E0378-6F7F-41F0-BD9B-4DA1A99C2721}"/>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5AB90F58-5364-49E7-9226-1F1F2FDEB9FA}"/>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DF1CB3B2-2F12-4785-8E26-14E2A82CA927}"/>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A765B4D7-436C-4A7E-B3EE-B96703BC74E6}"/>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58ED2734-2949-4E10-989A-25E3AF417A1F}"/>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D0FA3A17-FC68-42E4-A724-7A5F90411339}"/>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D75F3553-518E-4F5A-9C7D-EE444AA81118}"/>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5B9B09E0-A26D-4624-9F0D-C301216499AC}"/>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A6F8ADA3-A797-480D-A64F-BB15A5DC4323}"/>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1EF45531-AE50-4D0E-ADF3-2266D4B83EDA}"/>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4AB2E513-053B-425E-A309-F03B1BF0234A}"/>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CBAEC953-5F94-4B9D-ACB5-FB1A0BFAFF16}"/>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3C3AF4AB-18BB-4CDC-B99D-ADD5C9E6C2E1}"/>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8759923B-E9CA-4085-B684-3B1D431D12E6}"/>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1BF94BA5-C38C-48FF-AEC7-DC45214E5AC9}"/>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EBFAF6D8-6AA5-471F-999F-283D0E71856D}"/>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460706B0-10E2-43A4-864D-CFD60E36C387}"/>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23CD3CEF-FCED-4220-BA6D-65DF0B31FB4A}"/>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B7922327-70F4-47B5-B976-2F56FFF90CC9}"/>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BC182384-448D-493F-AE3E-794632904362}"/>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DFF70AB1-6926-4581-AE4F-D3A751B81E34}"/>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22FC284B-675B-4CD1-986A-33946002628F}"/>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33E34EA7-DE2D-42B1-B7BE-43962D965F0A}"/>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BEEC9E11-2049-4ABD-85AB-909DE58BD6F2}"/>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6874B7AE-8E95-4C73-8424-DBB244258C50}"/>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B6E83861-1096-4750-B1D5-0000D1BB654E}"/>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AB0244F9-6015-4A5F-8945-7C07BE674E69}"/>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91CAAAD0-9848-4B64-8EDC-6A69D18A412B}"/>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52596742-9E92-4CBB-8CF3-920A1465E7D3}"/>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BA703FA2-B3D2-4899-9295-F57D279FF667}"/>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591F6F03-D798-4F2A-8020-99B4F5CD1690}"/>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FAD40835-8959-4864-8CAD-FDB0E051AAE9}"/>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B3177E27-B9EF-4BE3-8273-538251FEEC5B}"/>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DC735CF5-1F1A-42F5-82EC-BD1A6307DD5A}"/>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95E98B1C-EEB7-4665-B9DE-9756D9EDB1FB}"/>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38A203BD-E7FA-4B0D-8EE8-77A00A2C3CFD}"/>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DF08531C-512B-4B2E-B3A7-C0C9EDD921D9}"/>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08A5D51A-B027-4D8A-82CE-F1976A49B8BC}"/>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BB00271F-4214-46F3-9C52-7F1605F5759E}"/>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A5CF0F58-8356-4E4D-B59F-0269FF19D351}"/>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DDB5DC87-8E62-40C8-AC3A-71C21C585171}"/>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506211F5-1C31-41E9-BE48-62A7143F5177}"/>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123DED55-4AFE-4C76-BDF3-C381C84CEFE9}"/>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81DB0144-66F1-48E7-B0ED-B7EBBB87CD25}"/>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3E6B3CCF-E056-4E6C-9C20-FB75DACB52BC}"/>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619E73A9-A98C-40F1-A37C-F5B12B50CBD0}"/>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07A1F37C-58D2-470F-B21F-17A94B520DE6}"/>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CAB17B27-C025-42BA-9FE3-7A39E8EBA5C3}"/>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FCBB739B-D2BD-4F06-9CB5-9A6CB1D377C9}"/>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6ACBC565-CAA9-4B0A-9F14-46C2605CF475}"/>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
        <p:nvSpPr>
          <p:cNvPr id="63" name="Legacy module connection">
            <a:extLst xmlns:a="http://schemas.openxmlformats.org/drawingml/2006/main">
              <a:ext uri="{FF2B5EF4-FFF2-40B4-BE49-F238E27FC236}">
                <a16:creationId xmlns:a16="http://schemas.microsoft.com/office/drawing/2014/main" id="{0B98CFA3-BA6F-48BA-95FB-6685BD7879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6207731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0 · 조사 결과 읽기">
            <a:extLst xmlns:a="http://schemas.openxmlformats.org/drawingml/2006/main">
              <a:ext uri="{FF2B5EF4-FFF2-40B4-BE49-F238E27FC236}">
                <a16:creationId xmlns:a16="http://schemas.microsoft.com/office/drawing/2014/main" id="{F27897F9-AB3C-434A-9BB6-E050ADC48C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FF9B136A-6549-4152-AE86-BC8FFB5534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668BE7BF-75A4-4485-90B1-32C6C89298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44913FAB-4985-40CF-9091-BDEBD6DCAB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D9959EFB-1CA7-4EC7-891C-085DB2F2A3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4B67AAF0-E311-4016-819E-A7694D4C90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BBDA64F0-F822-40C0-BCA9-8DF26E14EB25}"/>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7A20EA63-D5D6-4777-A7F3-26C4F1EE3B34}"/>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C51F26C1-9D59-45D9-BC93-BB314C151DAC}"/>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29BA189-1125-49C7-9E1B-CABBEE8DF014}"/>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874321DA-51F7-45CD-B3E7-EE3096097B39}"/>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05012E6F-8A04-4460-BE75-F5C58C78C151}"/>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76FE49E3-E79C-4807-B157-C1E5243B4DA6}"/>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6AFE3F3B-8D10-4E5E-A677-7CE7D542C973}"/>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B2F074A9-F540-48F8-A68B-635B16269112}"/>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A9D182C0-750E-4067-A0B6-C8C8AACB622B}"/>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
        <p:nvSpPr>
          <p:cNvPr id="17" name="Legacy module connection">
            <a:extLst xmlns:a="http://schemas.openxmlformats.org/drawingml/2006/main">
              <a:ext uri="{FF2B5EF4-FFF2-40B4-BE49-F238E27FC236}">
                <a16:creationId xmlns:a16="http://schemas.microsoft.com/office/drawing/2014/main" id="{407DBDA1-88E2-4E57-8C50-F320194F3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6883183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696ECCBD-DCFD-4CBD-8678-0FB3017D7A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AB0519F4-FF7F-458A-8378-6BB738C945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B50686A5-B5FF-457C-8519-705A71F9298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EC0EEC3B-BA55-4FEC-8C5E-BB14ED3E01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E0BA2F5D-59EA-47DE-8C15-B61B8F924A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941B4F4A-1B74-412C-AD39-6CE271D03A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6E032D8E-C056-4D05-8402-6792CCC35389}"/>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55CEA4DE-1C81-478D-9624-510B6178D00D}"/>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2603A427-BAB7-4D45-85C8-C8A5DCD9EFCF}"/>
              </a:ext>
            </a:extLst>
          </p:cNvPr>
          <p:cNvPicPr>
            <a:picLocks xmlns:a="http://schemas.openxmlformats.org/drawingml/2006/main" noChangeAspect="1"/>
          </p:cNvPicPr>
          <p:nvPr/>
        </p:nvPicPr>
        <p:blipFill>
          <a:blip xmlns:r="http://schemas.openxmlformats.org/officeDocument/2006/relationships" xmlns:a="http://schemas.openxmlformats.org/drawingml/2006/main" r:embed="Rbcb8206f499d43bd"/>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1C83D286-A9F3-4509-968E-011D91101EB2}"/>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C64E5284-174C-4400-B53A-DF747037667C}"/>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CFC09BEB-3EB3-4D68-83F7-57E748E89FA1}"/>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0BDAE7B8-9617-4350-82BB-349E8D98AD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8476104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0 · 접근할 정보와 정할 목표">
            <a:extLst xmlns:a="http://schemas.openxmlformats.org/drawingml/2006/main">
              <a:ext uri="{FF2B5EF4-FFF2-40B4-BE49-F238E27FC236}">
                <a16:creationId xmlns:a16="http://schemas.microsoft.com/office/drawing/2014/main" id="{C3C5F600-962D-400A-A285-C995AF81AC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D6F39F33-7BCB-4CC5-AAD8-51DC4B08F0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4CF63798-6A3B-4B22-B79A-E3C0653E5D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001E05E4-E855-4894-9086-2589F783C4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3E15C6B6-3945-45BC-B80D-5DDC51F4CB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2BBDA07F-BD3C-471A-92F1-0810978B86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EF5D98F0-86AE-4617-B3AD-A086E1C64734}"/>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73362E6D-C34F-40B9-B5C2-A25BCE59E15C}"/>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FDB3DB39-82B0-42BA-BA6C-5B08EFE951B1}"/>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FA8E3A8D-3EBB-41E2-8FD3-4C28222E61D2}"/>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87794A5B-7582-46E0-89B7-6717E8FD0A11}"/>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65FC7C99-AC75-48F2-A214-B26A52771C7D}"/>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4FF2C88A-2459-44DC-9A27-FD15AEAECCAD}"/>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48390CEA-10C4-44F6-A157-3D4CECB3E2DC}"/>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
        <p:nvSpPr>
          <p:cNvPr id="15" name="Legacy module connection">
            <a:extLst xmlns:a="http://schemas.openxmlformats.org/drawingml/2006/main">
              <a:ext uri="{FF2B5EF4-FFF2-40B4-BE49-F238E27FC236}">
                <a16:creationId xmlns:a16="http://schemas.microsoft.com/office/drawing/2014/main" id="{BC789C25-541B-416C-A0B7-6A40F4C1AD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00366912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내 작업에 적용할 질문">
            <a:extLst xmlns:a="http://schemas.openxmlformats.org/drawingml/2006/main">
              <a:ext uri="{FF2B5EF4-FFF2-40B4-BE49-F238E27FC236}">
                <a16:creationId xmlns:a16="http://schemas.microsoft.com/office/drawing/2014/main" id="{545FAA95-6DC7-4296-BFA5-CA892D601F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내 작업에 적용할 질문</a:t>
            </a:r>
          </a:p>
        </p:txBody>
      </p:sp>
      <p:sp>
        <p:nvSpPr>
          <p:cNvPr id="2" name="S09">
            <a:extLst xmlns:a="http://schemas.openxmlformats.org/drawingml/2006/main">
              <a:ext uri="{FF2B5EF4-FFF2-40B4-BE49-F238E27FC236}">
                <a16:creationId xmlns:a16="http://schemas.microsoft.com/office/drawing/2014/main" id="{266C4A78-D914-4833-8100-BA1D685360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48CFF8B9-FA11-4C94-98EF-B3947B5E3F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13781463-00FA-43C9-A85E-8351594CE6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E82DD95C-9385-4EB0-A651-42434C3125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7157A8E5-37DD-444E-8C5F-025B8E1A7F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4D6FFDC8-E637-4FB0-849E-1CED67F81FED}"/>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72776F5E-CA2E-4090-9595-BE007046E4E8}"/>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1393A6A6-E3CF-4660-875B-7BB51AF7C367}"/>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96EA1588-2553-449B-B9D2-29ADA07869F7}"/>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
        <p:nvSpPr>
          <p:cNvPr id="11" name="Legacy module connection">
            <a:extLst xmlns:a="http://schemas.openxmlformats.org/drawingml/2006/main">
              <a:ext uri="{FF2B5EF4-FFF2-40B4-BE49-F238E27FC236}">
                <a16:creationId xmlns:a16="http://schemas.microsoft.com/office/drawing/2014/main" id="{07A842BA-E007-4F94-B981-ED610D8C86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1035352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2026-10-21T11:24:18.5720000Z</dcterms:created>
  <dcterms:modified xsi:type="dcterms:W3CDTF">2026-10-21T11:24:18.5720000Z</dcterms:modified>
</coreProperties>
</file>