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S01 — AI에게 지금 무엇을 맡기고 있는가?
Slide ID: S01
Working Title: AI에게 지금 무엇을 맡기고 있는가?
ACT / Section: ACT 0 / 0A
Allocated Time: 5 minutes
Mode Split: Lecture 1 minute + Reflection 4 minutes
Primary Message: 자기 AI 활용을 평가하지 않고, 현재 맡기는 업무 범위를 돌아본다.
Opening Question: “나는 지금 AI에게 무엇을 맡기고 있는가?”
Speaker Flow:
1. **OPEN (0:00–1:00):** 화면의 질문을 읽고 이 시간은 사용 수준을 평가하는 자리가 아니라고 말한다.
2. **REFLECTION (1:00–5:00):** 아래의 넓은 업무 범위 중 지금 익숙한 지점을 조용히 떠올리게 한다. 응답을 받거나 경험을 비교하지 않는다.
Evidence / Source: BEAT-001, CLM-0001, CLM-0002. TEACHING_MODEL.
Claim Boundary: 특정 AI 제품의 성능·우열 또는 개인의 숙련도를 평가하지 않는다. 질문과 업무 범위는 교육을 여는 모델이다.
Beginner Explanation: 지금 자주 맡기는 작은 일 하나를 떠올리면 충분하다. 아직 해보지 않은 사용법을 아는 척할 필요는 없다.
Advanced Insight: 서로 다른 출발점을 같은 문제 중심 Story에서 다룬다. 다음 단계 이름이나 고급 구성요소를 이 장에서 미리 설명하지 않는다.
C++ Vision Bridge: N/A.
Demo Operation: N/A.
Audience Interaction: Reflection은 개인적인 생각 시간이다. 답변·공유·실천 약속을 요구하지 않는다.
Transition: 작은 코드나 오류를 질문하는 익숙한 방식부터 인정하며 S02로 간다.
Time Management: Lecture 1분 후 4분간 침묵을 허용한다. 발표자가 예시를 길게 들거나 참석자에게 순서대로 묻지 않는다.
Fallback: 청중 반응이 없어도 기다린 뒤 다음 장으로 간다. 개인 경험을 말하게 하지 않는다.
Validation Status: DRAFT — Map, schema, local render 대조 완료; 실제 발표 속도와 교육장 가독성은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S02 — 작은 질문에는 Chatbot이 유용하다
Slide ID: S02
Working Title: 작은 질문에는 Chatbot이 유용하다
ACT / Section: ACT 0 / 0B
Allocated Time: 5 minutes
Mode Split: Lecture 5 minutes
Primary Message: 필요한 코드나 오류를 전달해 답을 받는 방식은 작은 질문에서 빠르고 유용할 수 있다.
Opening Question: “코드 일부나 오류를 ChatGPT에 물어본 적이 있는가?”
Speaker Flow:
1. **OPEN (0:00–1:00):** 익숙한 오류 질문을 떠올리게 한다. 이 사용법을 부족하거나 잘못된 방식으로 부르지 않는다.
2. **EXPLAIN (1:00–3:30):** `Code / Error → Copy → Ask → Copy Answer → IDE` 흐름을 따라가며 사람이 필요한 맥락을 골라 전달하는 점을 짚는다.
3. **INTERPRET (3:30–5:00):** 작은 질문에 이 흐름이 유용할 수 있음을 인정하고, 질문 범위가 여러 파일을 가로지를 때를 다음 장의 문제로 남긴다.
Evidence / Source: BEAT-001, CLM-0001, CLM-0002. TEACHING_MODEL / CONCEPTUAL 예시.
Claim Boundary: 일반적인 예시이며 특정 제품 기능, 정확도, 성능 또는 다른 방식보다 우월하다는 주장으로 말하지 않는다.
Beginner Explanation: 오류나 작은 코드 조각을 함께 보여 주고 설명을 받는 것은 자연스러운 시작점이다.
Advanced Insight: 흐름에 필요한 Context를 개발자가 직접 선택해 복사한다. 여기서는 그 수고가 항상 문제라고 단정하지 않는다.
C++ Vision Bridge: N/A.
Demo Operation: N/A.
Audience Interaction: Opening question은 생각을 여는 질문이다. 손들기나 경험 발표를 요구하지 않는다.
Transition: 질문이 여러 파일·구현 경로로 커지면 무엇을 먼저 찾아야 하는지 S03에서 묻는다.
Time Management: 다섯 단계의 순서를 짚고 작은 질문에서의 장점을 먼저 말한다. 상세 Prompt 작성법은 다음 ACT에서 다룰 문제이므로 설명하지 않는다.
Fallback: 발표자가 실제 사례를 준비하지 못해도 도식의 일반적인 오류 질문 흐름만 설명한다. 제품 화면을 즉석에서 만들지 않는다.
Validation Status: DRAFT — Map 역할과 교육 모델 대조 완료; 청중 이해도와 발표 속도는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S03 — 질문이 커지면 Context를 모으는 일이 생긴다
Slide ID: S03
Working Title: 질문이 커지면 Context를 모으는 일이 생긴다
ACT / Section: ACT 0 / 0C
Allocated Time: 4 minutes
Mode Split: Case 4 minutes
Primary Message: Repository 수준 질문에서는 사람이 관련 구현, 호출 경로, 테스트와 계약을 찾아 대화에 옮기는 일이 생길 수 있다.
Opening Question: “여러 파일에 걸친 질문을 하려면 무엇을 먼저 찾아야 할까?”
Speaker Flow:
1. **OPEN (0:00–1:00):** 단일 오류 설명에서 여러 파일에 걸친 Repository 질문으로 범위를 넓힌다.
2. **SHOW (1:00–2:30):** `Test`, `Implementation`, `Call path`, `Contract` 노드를 가리킨다. 이는 개념 도식이며 Trial에서 이미 발생한 문제라고 하지 않는다.
3. **INTERPRET (2:30–4:00):** 개발자가 연결된 정보를 찾아 대화에 옮기는 수고를 설명하고, 아직 Agent가 이를 대신한다는 해답은 보여주지 않는다.
Evidence / Source: BEAT-002, CLM-0004, CLM-0009. TEACHING_MODEL / CONCEPTUAL.
Claim Boundary: 이 상황은 ACT 0의 문제 모델이다. 특정 Trial의 실제 실패나 모든 Repository 업무에서 반복되는 비용으로 주장하지 않는다.
Beginner Explanation: 질문이 커질수록 관련 파일과 테스트를 찾는 일이 먼저 생길 수 있다.
Advanced Insight: 여러 파일 간 계약과 호출 경로를 Context로 모으는 일이 코드 생성 전의 별도 부담이 될 수 있다.
C++ Vision Bridge: N/A.
Demo Operation: N/A — 다음 장에서 관찰 기준을 제시한다.
Audience Interaction: 수사 질문이다. 응답이나 직접 파일 탐색을 요구하지 않는다.
Transition: “파일명을 알려주지 않아도 Agent가 필요한 경로를 찾을까?”라고 질문하며 S04의 관찰 기준으로 넘어간다.
Time Management: 문제를 세 개 이내의 관계로 설명한다. 파일 목록을 늘리거나 해결책을 먼저 공개하지 않는다.
Fallback: 도식이 보이지 않으면 Test, Implementation, Call path를 말로만 연결한다. 실제 Trial로 표현하지 않는다.
Validation Status: DRAFT — 개념 경계 및 T02-A 첫 구현 확인; 현장 가독성과 시간은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S04 — 파일명을 주지 않으면 Agent는 어디부터 볼까?
Slide ID: S04
Working Title: 파일명을 주지 않으면 Agent는 어디부터 볼까?
ACT / Section: ACT 0 / 0D
Allocated Time: 2 minutes
Mode Split: Lecture 2 minutes
Primary Message: Demo에서는 파일을 직접 지정하지 않았을 때의 Search → Read → Trace를 관찰한다.
Opening Question: “Agent가 Test, 구현, 호출 경로를 어떻게 찾는가?”
Speaker Flow:
1. **OPEN (0:00–0:30):** 이번 관찰의 질문을 제시한다.
2. **SET WATCH FOR (0:30–1:30):** failing Test, 관련 구현, call path 세 가지를 차례로 읽는다. 결과 영역은 비워 둔다.
3. **SCOPE (1:30–2:00):** 기준 자료가 Codex CLI 0.154.0의 read-only TRIAL-001 기록임을 알리고 S05로 넘긴다.
Evidence / Source: DEMO-01, STATE-00, TRIAL-001, BEAT-003, OQ-003, OQ-005. 이 장은 Trial setup이며 관찰 결과를 아직 공개하지 않는다.
Claim Boundary: 기록된 Trial은 격리된 비대화형 Codex CLI 0.154.0, macOS, `--sandbox read-only`, `--ignore-user-config` 조건에서 수행됐다. Codex Desktop, 교육 계정 또는 현재 제품 동작을 입증하지 않는다.
Beginner Explanation: 결과를 보기 전에 무엇을 관찰할지 정하면 단순히 답만 읽는 것보다 Demo를 따라가기 쉽다.
Advanced Insight: 답변뿐 아니라 파일 발견과 호출 경로 추적을 관찰 대상으로 둔다.
C++ Vision Bridge: N/A.
Demo Operation: DEMO-01 / WATCH. 기본 자료는 TRIAL-001 기록에 기반한 정적 setup이다. 현재 제품 UI를 그리거나 Live/Hybrid 경로를 실행하지 않는다. WATCH FOR는 Test, Implementation, Call path이며 결과는 빈 상태로 둔다. HYBRID 실행은 발표 계정·surface와 runbook을 확인한 뒤에만 활성화한다.
Audience Interaction: 응답을 요구하지 않는다. 세 관찰 항목을 청중이 마음속으로 따라오게 한다.
Transition: “실제 기록에서 어떤 Test와 경로가 발견됐을까요?”라고 묻고 S05에서 근거를 연다.
Time Management: 2분 안에 질문과 세 Watch For를 제시하고 Trial 환경의 범위를 한 문장으로 제한한다.
Fallback: 화면이 불가능하면 세 관찰 기준만 말로 제시한다. 현재 CLI 또는 Desktop UI를 재현하지 않는다.
Validation Status: PROVISIONAL — T05-A 첫 구현은 검토함; 현재 제품 surface, 교육 계정, Live/Hybrid 경로와 target display는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S05 — Agent가 Test와 호출 경로를 찾았다
Slide ID: S05
Working Title: Agent가 Test와 호출 경로를 찾았다
ACT / Section: ACT 0 / 0D
Allocated Time: 8 minutes
Mode Split: Demo 8 minutes (HYBRID in the Slide Map; captured-evidence baseline until the presentation environment is verified)
Primary Message: TRIAL-001 한 번의 읽기 전용 CLI 조사에서 Agent가 실패 Test, 구현 파일, 계약과 호출 경로를 찾아냈다.
Opening Question: “지정하지 않은 파일과 호출 경로를 실제로 찾아냈는가?”
Speaker Flow:
1. **OPEN (0:00–1:00):** 결과 요약이 TRIAL-001의 재구성 도식임을 먼저 밝힌다. 실제 CLI screenshot처럼 제시하지 않는다.
2. **SHOW (1:00–3:00):** `tests/test_transform.py::test_crop_excludes_end_coordinate`를 가리킨다.
3. **TRACE (3:00–5:00):** `cli.main()` → `pipeline.process_image()` → `transform.crop()` 경로를 따라간다.
4. **INTERPRET (5:00–7:00):** 계약 `[x_start, x_end)`와 관찰된 `row[x_start : x_end + 1]` 구현의 차이를 설명한다. 수정은 아직 하지 않았다고 말한다.
5. **SCOPE (7:00–8:00):** 이번 관찰은 단일 read-only CLI run이라고 한정하고 S06에서 결과와 환경 오류를 분리한다고 예고한다.
Evidence / Source: TRIAL-001, DEMO-01, STATE-00, CLM-0002, CLM-0009. 실패 Test 발견, 계약·구현 확인, 호출 경로 추적, extra-column 결과 설명, no-edit 준수는 해당 단일 run 기록에 있다.
Claim Boundary: Codex CLI 0.154.0의 단일 read-only 조사다. 반복성, Codex Desktop, 교육 계정, 현재 제품 기능 또는 보편적인 탐색 능력을 입증하지 않는다. 도식은 TRIAL-001 기록을 재구성한 설명이며 원본 screenshot이 아니다.
Beginner Explanation: 파일명을 미리 주지 않은 한 번의 조사에서 실패 Test와 관련 구현·호출 경로가 찾아졌다.
Advanced Insight: 찾은 경로와 설명은 그 run에서 확인된 범위다. 설명과 수정, 검증은 다른 단계이며 이 Trial에서는 코드를 바꾸지 않았다.
C++ Vision Bridge: N/A.
Demo Operation: DEMO-01 / Evidence. CAPTURED 기록과 재구성 도식을 기본으로 사용한다. 화면 Label: `RECONSTRUCTED DIAGRAM · TRIAL-001 RECORD`, `OBSERVED PRODUCT · CODEX CLI 0.154.0 · READ-ONLY`. 실제 터미널 캡처가 없으면 도식을 screenshot처럼 꾸미지 않는다. HYBRID는 발표 환경 확인 전까지 비활성이다.
Audience Interaction: 청중은 S04의 세 Watch For를 확인한다. 중간 응답이나 실습을 요구하지 않는다.
Transition: 발견 사실을 다음 장에서 Repository 관찰과 실행 환경 제한으로 나눈다.
Time Management: 8분을 Test, path, contract, scope 순서로 쓴다. 전체 로그·파일 목록·코드 수정을 읽지 않는다. 마지막 1분을 S06 handoff에 남긴다.
Fallback: 선택·검증된 capture가 없으면 TRIAL-001의 기록에서 Test, path, contract를 도식으로 재구성한다. `RECONSTRUCTED DIAGRAM`을 보이고 실제 Terminal screenshot으로 주장하지 않는다. 준비된 기록은 승인된 발표 media 자체가 아니므로 fallback은 아직 PLANNED다.
Validation Status: PROVISIONAL — TRIAL-001 facts와 T07-A first implementation 대조 완료; 최종 media 선택, Hybrid activation, 발표 PC와 target-scale 가독성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S06 — 관찰 결과와 실행 제한을 분리한다
Slide ID: S06
Working Title: 관찰 결과와 실행 제한을 분리한다
ACT / Section: ACT 0 / 0D
Allocated Time: 5 minutes
Mode Split: Case 5 minutes
Primary Message: TRIAL-001은 Crop의 추가 열을 재현·설명했지만 코드는 수정하지 않았고, 임시 디렉터리를 만들지 못한 3건의 오류는 읽기 전용 환경 제한이었다.
Opening Question: “어떤 결과가 Repository 관찰이고, 어떤 결과가 실행 환경 제한인가?”
Speaker Flow:
1. **OPEN (0:00–0:45):** 두 칸을 한 번에 보여 주되 Repository observation과 environment limitation을 서로 다른 질문으로 읽는다.
2. **SHOW (0:45–2:15):** 관찰 칸에서 실패 Test, 계약/구현 차이, 코드 미수정을 짚는다.
3. **SHOW (2:15–3:30):** 환경 칸에서 read-only sandbox가 임시 디렉터리 생성 3건을 막은 것을 짚는다.
4. **INTERPRET / TRANSFER (3:30–5:00):** 환경 오류를 Crop 또는 Repository 결함으로 분류하지 않고 “관찰 사실과 실행 조건을 나눠 본다”로 마무리한다.
Evidence / Source: TRIAL-001의 full suite 기록: 7 passing tests, 기대한 crop failure, 임시 디렉터리를 만들 수 없어 발생한 3 errors. Focused command 기록: 2 passing tests와 같은 crop failure. Working tree는 변경되지 않았다.
Claim Boundary: 세 errors는 read-only 환경의 temp-directory 제한이며 crop bug의 근거가 아니다. TRIAL-001은 코드 수정을 수행하지 않았다. Trial 범위 밖의 테스트 결과, 제품 동작 또는 반복성을 추론하지 않는다.
Beginner Explanation: 기능의 관찰 결과와 실행 환경의 제한을 서로 다른 원인으로 적는다.
Advanced Insight: 실제 결함 징후, 권한·환경 오류, 미측정 사항을 분류해 후속 판단이 잘못된 원인에 고정되지 않게 한다.
C++ Vision Bridge: N/A.
Demo Operation: DEMO-01 / WHAT HAPPENED. 정적 evidence 요약만 사용한다. 실행이나 새 테스트를 하지 않는다. Observation과 Environment limitation은 다른 frame과 명시적 label로 분리한다.
Audience Interaction: 질문은 결과 해석을 위한 Case cue다. 응답을 받거나 환경 오류를 해결하게 하지 않는다.
Transition: “Context를 찾는 주체가 바뀌면 무엇이 달라질까요?”라는 질문으로 S07에 연결한다.
Time Management: Repo observation과 environment limitation에 시간을 나눠 쓴다. 원인 경계를 줄여 말하더라도 3 errors를 crop 결함으로 부르지 않는다.
Fallback: 화면을 사용할 수 없으면 두 구분을 말로 설명하고 기록된 숫자만 사용한다. 기억에 의존해 다른 결과를 만들지 않는다.
Validation Status: PROVISIONAL — Trial record 및 T07-A first implementation 대조 완료; 최종 target display와 발표 속도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S07 — 코드를 AI에게 가져가는 대신 AI를 Repository로 데려간다
Slide ID: S07
Working Title: 코드를 AI에게 가져가는 대신 AI를 Repository로 데려간다
ACT / Section: ACT 0 / 0E
Allocated Time: 3 minutes
Mode Split: Lecture 3 minutes
Primary Message: Repository 조사는 개발자가 코드를 일일이 전달하는 대신 Agent가 사용 가능한 Context를 찾도록 할 수 있다.
Opening Question: “Context 수집의 일부를 누가 맡을 수 있는가?”
Speaker Flow:
1. **CALL BACK (0:00–0:45):** S02의 copy-code-to-chat 흐름을 짧게 되짚는다.
2. **TRANSFER (0:45–2:00):** 분리된 Teaching Model에서 `Bring code to AI` → `Bring AI to repository`로 시선을 옮긴다. 역할 변화는 Context를 찾는 주체에 한정한다.
3. **C++ INSET / TRANSITION (2:00–3:00):** 별도 C++ inset에 large repository, modules, build config, tests, contracts를 놓고 Repository 접근과 Task 목표가 다름을 S08로 넘긴다.
Evidence / Source: DEMO-01 / TRIAL-001 단일 CLI 관찰; BEAT-003, CLM-0002, CLM-0009. Product observation과 TEACHING_MODEL은 별도 영역으로 둔다.
Claim Boundary: 이 관찰은 CLI 한 번에 한정되며 제품의 보편적 성능·반복성 주장이 아니다. Repository 접근이 Task 의도나 성공을 자동으로 정한다는 뜻이 아니다.
Beginner Explanation: 관련 코드를 모두 복사하기보다 Repository 조사를 요청할 수 있는 가능성을 본다.
Advanced Insight: Context 수집 책임의 일부와 Task 목표·판단 책임을 분리한다.
C++ Vision Bridge: CONTEXTUAL inset — large repository / modules / build config / tests / contracts. 도구나 hardware 목록으로 확장하지 않는다.
Demo Operation: DEMO-01 bounded callback. 실제 Product UI가 아니라 Trial record에서 요약한 `OBSERVED PRODUCT` inset을 사용하고 Teaching Model과 합치지 않는다.
Audience Interaction: 별도 질의 없음. 청중이 Mental Shift를 비교해 볼 수 있도록 잠시 시선을 둔다.
Transition: “Repository 접근과 Task 의도는 같은가?”라고 물으며 S08에 간다.
Time Management: Model, Evidence inset, C++ bridge를 각자 한 영역에 둔다. Trial 세부를 다시 설명하지 않는다.
Fallback: Trial record를 표시할 수 없으면 Mental Shift만 Teaching Model로 설명한다. 제품 전반의 사실처럼 말하지 않는다.
Validation Status: DRAFT — Trial과 Teaching Model의 분리, T04-B first implementation 및 C++ inset 확인; projection/target display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S08 — Repository 접근과 Task 의도는 별개다
Slide ID: S08
Working Title: Repository 접근과 Task 의도는 별개다
ACT / Section: ACT 0 / 0E
Allocated Time: 2 minutes
Mode Split: Lecture 2 minutes
Primary Message: Repository 탐색은 Context 수집에 도움을 줄 수 있지만, Task의 목표와 완료 조건까지 대신 정하지 않는다.
Opening Question: “Repository를 볼 수 있으면 원하는 작업도 알게 되는가?”
Speaker Flow:
1. **OPEN (0:00–0:30):** Repository access와 Task intent를 각각의 영역으로 보여 준다.
2. **EXPLAIN (0:30–1:30):** 접근 가능한 코드·정보가 목표 선택을 대신하지 않는다는 구분을 말한다.
3. **TRANSFER (1:30–2:00):** “무엇을 원하는지 전달하는 문제는 남아 있다”라고 하고 답을 청중에게 넘긴다.
Evidence / Source: BEAT-003 next friction, DEMO-01 callback, TRIAL-001; CLM-0002, CLM-0009. TEACHING_MODEL.
Claim Boundary: Mental Model이며 모든 제품·환경의 기능 설명이 아니다. Prompt 구조나 완료 조건의 구체 항목은 ACT 1에서 미리 설명하지 않는다.
Beginner Explanation: Agent가 Repository를 읽을 수 있어도 원하는 결과는 개발자가 말해야 한다.
Advanced Insight: Context access와 objective/acceptance responsibility는 별도 경계다.
C++ Vision Bridge: N/A.
Demo Operation: N/A — DEMO-01 성공 뒤 남는 문제를 설명한다.
Audience Interaction: Opening question은 수사 질문이다. 짧은 강의 시간에 답변을 요구하지 않는다.
Transition: “그렇다면 Repository를 보면 내가 원하는 것까지 알까요?”라고 S09의 논의 질문을 연다.
Time Management: Access와 Intent 두 축만 설명하고 ACT 1의 구조나 목록은 소개하지 않는다.
Fallback: 화면 도식이 보이지 않으면 두 책임의 차이를 말로 한 번 설명하고 S09로 간다.
Validation Status: DRAFT — Map 역할, T02-A first implementation, claim boundary 확인; 실제 발표 속도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S09 — Repository를 보면 내가 원하는 것까지 알까?
Slide ID: S09
Working Title: Repository를 보면 내가 원하는 것까지 알까?
ACT / Section: ACT 0 / 0F
Allocated Time: 6 minutes
Mode Split: Transition 3 minutes + Q&amp;A 3 minutes
Primary Message: Repository를 볼 수 있다는 사실만으로 Task의 의도가 정해지지는 않는다.
Opening Question: “Repository를 볼 수 있으면 내가 원하는 것까지 알 수 있을까?”
Speaker Flow:
1. **DISCUSS / TRANSITION (0:00–3:00):** 질문을 남기고 Repository access가 제공하는 것과 아직 모르는 것을 떠올릴 시간을 준다. 대답을 미리 보여주지 않는다.
2. **Q&amp;A (3:00–6:00):** 질문을 받는다. 질문이 없으면 같은 질문을 한 번 더 남기고 시간 후 ACT 1의 Prompt 문제로 handoff한다.
Evidence / Source: BEAT-003 → BEAT-004, TRANSITIONS.md의 승인된 ACT handoff, DEMO-01 callback, CLM-0002, CLM-0009. TEACHING_MODEL.
Claim Boundary: 이 장은 다음 문제를 여는 Teaching Model이다. ACT 1의 다섯 Task Specification 책임이나 구체적 해답을 공개하지 않는다.
Beginner Explanation: Repository 접근이 생긴 뒤에도 원하는 결과를 설명할 문제는 남아 있다.
Advanced Insight: 관찰 가능한 Context와 개발자가 정해야 할 의도를 구분하며 다음 Story 단계로 이동한다.
C++ Vision Bridge: N/A.
Demo Operation: N/A — 신규 Demo 또는 제품 기능 설명은 없다.
Audience Interaction: Q&amp;A 3분은 선택적 질문 시간이다. 답변이나 공유를 강제하지 않는다. 침묵은 정상적인 결과로 둔다.
Transition: `Chatbot → Prompt`로 다음 ACT에 handoff한다. ACT 1의 내부 구조는 소개하지 않는다.
Time Management: Slide Map의 순서를 유지해 Transition 3분 뒤 Q&amp;A 3분을 둔다. Q&amp;A를 늘려 ACT 전체 시간을 옮기지 않는다.
Fallback: 질문이 없으면 Opening Question을 그대로 남기고 종료 cue로 ACT 1에 넘긴다. 강사가 질문에 답을 보태지 않는다.
Validation Status: DRAFT — 6분 / Mode split과 T01-B first implementation 확인; Q&amp;A 운영·발표 시간·교육장 환경은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58368" y="64739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지금 무엇을 맡기고 있는가?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738360" y="642823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S01  /  5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STARTING POINT  /  NO SKILL RANKING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78892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1729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456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26280" y="2487168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09160" y="278892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1729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456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29600" y="2487168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278892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31729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456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Improve System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6177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익숙한 위치에서 시작해도 괜찮습니다.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0B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질문에는 Chatbot이 유용하다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738360" y="642823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S02  /  5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40487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/ ERROR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163824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부분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69290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85292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99232" y="240487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3163824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선택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8746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504748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93792" y="240487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175504" y="3163824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Chatbot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8202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724204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88352" y="240487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ANSWER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70064" y="3163824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가져옴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27658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43660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582912" y="240487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64624" y="3163824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작업으로 복귀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97280" y="4251960"/>
            <a:ext cx="9994392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53312" y="4480560"/>
            <a:ext cx="9482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질문에서는 빠르고 유용할 수 있는 익숙한 흐름</a:t>
            </a:r>
            <a:endParaRPr lang="en-US" sz="21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39496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GENERAL WORKFLOW EXAMPLE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0C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커지면 Context를 모으는 일이 생긴다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738360" y="642823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S03  /  4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86384" y="1572768"/>
            <a:ext cx="3063240" cy="347472"/>
          </a:xfrm>
          <a:prstGeom prst="roundRect">
            <a:avLst>
              <a:gd name="adj" fmla="val 21053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160934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86384" y="2267712"/>
            <a:ext cx="2423160" cy="2450592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2542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2926080"/>
            <a:ext cx="193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수준 질문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041648"/>
            <a:ext cx="1975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파일을 가로지름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19272" y="324612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3950208" y="20756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RELATED CONTEXT TO FIND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950208" y="239572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59936" y="256032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059936" y="292608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조건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61888" y="239572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71616" y="256032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Implementation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071616" y="292608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위치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50208" y="367588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59936" y="384048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 path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059936" y="42062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61888" y="367588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71616" y="384048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071616" y="42062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동작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93699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8485632" y="2267712"/>
            <a:ext cx="2852928" cy="2450592"/>
          </a:xfrm>
          <a:prstGeom prst="roundRect">
            <a:avLst>
              <a:gd name="adj" fmla="val 2985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50808" y="257860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UNANSWERED QUESTION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732520" y="31089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맥락을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모을까?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8705088" y="4160520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해결책은 보여주지 않음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파일명을 주지 않으면 Agent는 어디부터 볼까?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738360" y="642823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S04  /  2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642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1920240"/>
            <a:ext cx="10561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Test와 관련 구현·Call path를 조사하고 설명한다. 코드는 수정하지 않는다.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5146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FOR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86384" y="2816352"/>
            <a:ext cx="338328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" y="306324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99616" y="3035808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Test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17136" y="2816352"/>
            <a:ext cx="338328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81728" y="306324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230368" y="3035808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구현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247888" y="2816352"/>
            <a:ext cx="338328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306324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3035808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 path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786384" y="384048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24128" y="4032504"/>
            <a:ext cx="10405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TRIAL-001  /  Codex CLI 0.154.0  /  macOS  /  read-only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86384" y="4718304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24128" y="501091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74243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Codex Desktop / 교육 계정 동작의 근거가 아님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Agent가 Test와 호출 경로를 찾았다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738360" y="642823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S05  /  8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536192"/>
            <a:ext cx="1088136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1746504"/>
            <a:ext cx="3063240" cy="347472"/>
          </a:xfrm>
          <a:prstGeom prst="roundRect">
            <a:avLst>
              <a:gd name="adj" fmla="val 21053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7552" y="178308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251192" y="1746504"/>
            <a:ext cx="3968496" cy="347472"/>
          </a:xfrm>
          <a:prstGeom prst="roundRect">
            <a:avLst>
              <a:gd name="adj" fmla="val 21053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42632" y="1783080"/>
            <a:ext cx="3785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RECONSTRUCTED DIAGRAM  /  NOT A SCREENSHOT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221992"/>
            <a:ext cx="10369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5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Codex CLI 0.154.0  ·  macOS  ·  READ-ONLY  ·  단일 실행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651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FAILED TEST FOUND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2907792"/>
            <a:ext cx="10369296" cy="603504"/>
          </a:xfrm>
          <a:prstGeom prst="roundRect">
            <a:avLst>
              <a:gd name="adj" fmla="val 12121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054096"/>
            <a:ext cx="9912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test_crop_excludes_end_coordinate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307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CALL PATH TRACED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" y="3995928"/>
            <a:ext cx="3246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4128" y="4142232"/>
            <a:ext cx="3026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cli.main()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187952" y="411480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572000" y="3995928"/>
            <a:ext cx="3246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81728" y="4142232"/>
            <a:ext cx="3026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pipeline.process_image()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845552" y="411480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8229600" y="3995928"/>
            <a:ext cx="3246120" cy="621792"/>
          </a:xfrm>
          <a:prstGeom prst="roundRect">
            <a:avLst>
              <a:gd name="adj" fmla="val 11765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39328" y="4142232"/>
            <a:ext cx="3026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transform.crop()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14400" y="4919472"/>
            <a:ext cx="4965192" cy="841248"/>
          </a:xfrm>
          <a:prstGeom prst="roundRect">
            <a:avLst>
              <a:gd name="adj" fmla="val 8696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97280" y="503834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5285232"/>
            <a:ext cx="45902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[x_start, x_end)  /  end 제외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309360" y="4919472"/>
            <a:ext cx="4965192" cy="841248"/>
          </a:xfrm>
          <a:prstGeom prst="roundRect">
            <a:avLst>
              <a:gd name="adj" fmla="val 8696"/>
            </a:avLst>
          </a:prstGeom>
          <a:solidFill>
            <a:srgbClr val="F8E9E7"/>
          </a:solidFill>
          <a:ln w="12700">
            <a:solidFill>
              <a:srgbClr val="F8E9E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50383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IMPLEMENTATION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5285232"/>
            <a:ext cx="45902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row[x_start : x_end + 1]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결과와 실행 제한을 분리한다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738360" y="642823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S06  /  5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642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6384" y="1984248"/>
            <a:ext cx="5193792" cy="3355848"/>
          </a:xfrm>
          <a:prstGeom prst="roundRect">
            <a:avLst>
              <a:gd name="adj" fmla="val 21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226771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OBSERVATION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2688336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2898648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passing tests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361188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failure reproduced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416052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계약과 구현의 차이를 설명 · 코드 미수정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36208" y="166420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LIMITATION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36208" y="1984248"/>
            <a:ext cx="5193792" cy="3355848"/>
          </a:xfrm>
          <a:prstGeom prst="roundRect">
            <a:avLst>
              <a:gd name="adj" fmla="val 218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47104" y="2688336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200" dirty="0"/>
          </a:p>
        </p:txBody>
      </p:sp>
      <p:sp>
        <p:nvSpPr>
          <p:cNvPr id="15" name="Text 13"/>
          <p:cNvSpPr txBox="1"/>
          <p:nvPr/>
        </p:nvSpPr>
        <p:spPr>
          <a:xfrm>
            <a:off x="7525512" y="289864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errors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547104" y="361188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read-only sandbox가 임시 디렉터리 생성을 막음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547104" y="44165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또는 Repository 결함의 근거가 아님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97280" y="5532120"/>
            <a:ext cx="9994392" cy="457200"/>
          </a:xfrm>
          <a:prstGeom prst="roundRect">
            <a:avLst>
              <a:gd name="adj" fmla="val 16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25880" y="5614416"/>
            <a:ext cx="9537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 결과와 실행 환경 제한을 별도 원인으로 읽는다.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 AI에게 가져가는 대신 AI를 Repository로 데려간다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738360" y="642823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S07  /  3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093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MENTAL SHIFT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6384" y="1975104"/>
            <a:ext cx="48006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223113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FAMILIAR CHATBOT FLOW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51760"/>
            <a:ext cx="4160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관련 코드를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대화로 가져온다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696712" y="267004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428232" y="1975104"/>
            <a:ext cx="4800600" cy="1874520"/>
          </a:xfrm>
          <a:prstGeom prst="roundRect">
            <a:avLst>
              <a:gd name="adj" fmla="val 3902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93408" y="223113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REPOSITORY-LEVEL QUESTION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748272" y="2651760"/>
            <a:ext cx="4160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Agent가 Repository를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조사하도록 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" y="4261104"/>
            <a:ext cx="5532120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" y="4416552"/>
            <a:ext cx="1956816" cy="347472"/>
          </a:xfrm>
          <a:prstGeom prst="roundRect">
            <a:avLst>
              <a:gd name="adj" fmla="val 21053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8992" y="4453128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48920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TRIAL-001에서 Test · 구현 · 호출 경로를 발견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303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read-only CLI run에 한정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83680" y="4261104"/>
            <a:ext cx="4645152" cy="1316736"/>
          </a:xfrm>
          <a:prstGeom prst="roundRect">
            <a:avLst>
              <a:gd name="adj" fmla="val 5556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84848" y="4416552"/>
            <a:ext cx="2633472" cy="347472"/>
          </a:xfrm>
          <a:prstGeom prst="roundRect">
            <a:avLst>
              <a:gd name="adj" fmla="val 21053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76288" y="44531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/  CONTEXTUAL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821424" y="4892040"/>
            <a:ext cx="4169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large repo · modules · build config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 · contracts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접근과 Task 의도는 별개다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738360" y="642823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S08  /  2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642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6384" y="2121408"/>
            <a:ext cx="4343400" cy="2496312"/>
          </a:xfrm>
          <a:prstGeom prst="roundRect">
            <a:avLst>
              <a:gd name="adj" fmla="val 293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23957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ACCESSIBLE?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2816352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Access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3547872"/>
            <a:ext cx="3767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· 코드 · 프로젝트 맥락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276088" y="2953512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≠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6510528" y="2121408"/>
            <a:ext cx="4709160" cy="2496312"/>
          </a:xfrm>
          <a:prstGeom prst="roundRect">
            <a:avLst>
              <a:gd name="adj" fmla="val 293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21424" y="23957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INTENDED?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2816352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Intent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6821424" y="3547872"/>
            <a:ext cx="4078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범위 · 완료 판단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828800" y="5074920"/>
            <a:ext cx="85313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03120" y="5202936"/>
            <a:ext cx="7982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Repository를 볼 수 있어도 “무엇을 할까?”는 따로 남는다.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0F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Repository를 보면 내가 원하는 것까지 알까?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738360" y="642823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S09  /  6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41248" y="1920240"/>
            <a:ext cx="297180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15568" y="2167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AVAILABLE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56946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239572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029200" y="1755648"/>
            <a:ext cx="6172200" cy="1719072"/>
          </a:xfrm>
          <a:prstGeom prst="roundRect">
            <a:avLst>
              <a:gd name="adj" fmla="val 4255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40096" y="203911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QUESTION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340096" y="2542032"/>
            <a:ext cx="544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원하는 Task는?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340096" y="3063240"/>
            <a:ext cx="5440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정답이나 다음 단계의 설명은 이 장에 두지 않음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115568" y="4270248"/>
            <a:ext cx="9966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17320" y="4498848"/>
            <a:ext cx="9363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생각할 시간  →  질문과 대화  →  다음 문제로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3986784" y="5413248"/>
            <a:ext cx="4224528" cy="347472"/>
          </a:xfrm>
          <a:prstGeom prst="roundRect">
            <a:avLst>
              <a:gd name="adj" fmla="val 21053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78224" y="5449824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 /  CHATBOT → PROMPT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Internal Training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Developer Training — ACT 0</dc:title>
  <dc:subject>ACT 0 — From familiar chatbot use to repository-level agent work</dc:subject>
  <dc:creator>AI Developer Training Project</dc:creator>
  <cp:lastModifiedBy>AI Developer Training Project</cp:lastModifiedBy>
  <cp:revision>1</cp:revision>
  <dcterms:created xsi:type="dcterms:W3CDTF">2026-10-11T13:24:21Z</dcterms:created>
  <dcterms:modified xsi:type="dcterms:W3CDTF">2026-10-11T13:24:21Z</dcterms:modified>
</cp:coreProperties>
</file>