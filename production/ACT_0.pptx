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423066edd8e40da" /><Relationship Type="http://schemas.openxmlformats.org/officeDocument/2006/relationships/extended-properties" Target="/docProps/app.xml" Id="R6132f7092d774cb3" /><Relationship Type="http://schemas.openxmlformats.org/officeDocument/2006/relationships/officeDocument" Target="/ppt/presentation.xml" Id="R0bacfcfbdaf9458b" /></Relationships>
</file>

<file path=ppt/presentation.xml><?xml version="1.0" encoding="utf-8"?>
<p:presentation xmlns:p="http://schemas.openxmlformats.org/presentationml/2006/main">
  <p:sldMasterIdLst>
    <p:sldMasterId xmlns:r="http://schemas.openxmlformats.org/officeDocument/2006/relationships" id="2147483648" r:id="Rd21c0e335b05427d"/>
  </p:sldMasterIdLst>
  <p:notesMasterIdLst>
    <p:notesMasterId xmlns:r="http://schemas.openxmlformats.org/officeDocument/2006/relationships" r:id="R212af61a6c534ba5"/>
  </p:notesMasterIdLst>
  <p:sldIdLst>
    <p:sldId xmlns:r="http://schemas.openxmlformats.org/officeDocument/2006/relationships" id="256" r:id="R9dcc8b90814f45f6"/>
    <p:sldId xmlns:r="http://schemas.openxmlformats.org/officeDocument/2006/relationships" id="257" r:id="R0c3dc8b9838b4bcb"/>
    <p:sldId xmlns:r="http://schemas.openxmlformats.org/officeDocument/2006/relationships" id="258" r:id="R0dd6bea19eff4160"/>
    <p:sldId xmlns:r="http://schemas.openxmlformats.org/officeDocument/2006/relationships" id="259" r:id="Rff13f22c6170482e"/>
    <p:sldId xmlns:r="http://schemas.openxmlformats.org/officeDocument/2006/relationships" id="260" r:id="R64fa2bdef36d4ecc"/>
    <p:sldId xmlns:r="http://schemas.openxmlformats.org/officeDocument/2006/relationships" id="261" r:id="R47a09a89c4bd4e66"/>
    <p:sldId xmlns:r="http://schemas.openxmlformats.org/officeDocument/2006/relationships" id="262" r:id="R91a6163563ce4339"/>
    <p:sldId xmlns:r="http://schemas.openxmlformats.org/officeDocument/2006/relationships" id="263" r:id="R488156db55fd4180"/>
    <p:sldId xmlns:r="http://schemas.openxmlformats.org/officeDocument/2006/relationships" id="264" r:id="R470c8e76a56d4414"/>
    <p:sldId xmlns:r="http://schemas.openxmlformats.org/officeDocument/2006/relationships" id="265" r:id="R082c427b9c1b49f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5b5c15da67841e5" /><Relationship Type="http://schemas.openxmlformats.org/officeDocument/2006/relationships/slideMaster" Target="/ppt/slideMasters/slideMaster1.xml" Id="Rd21c0e335b05427d" /><Relationship Type="http://schemas.openxmlformats.org/officeDocument/2006/relationships/notesMaster" Target="/ppt/notesMasters/notesMaster1.xml" Id="R212af61a6c534ba5" /><Relationship Type="http://schemas.openxmlformats.org/officeDocument/2006/relationships/presProps" Target="/ppt/presProps.xml" Id="R19713993395744ca" /><Relationship Type="http://schemas.openxmlformats.org/officeDocument/2006/relationships/tableStyles" Target="/ppt/tableStyles.xml" Id="Rcaff4eb5f6a84285" /><Relationship Type="http://schemas.openxmlformats.org/officeDocument/2006/relationships/slide" Target="/ppt/slides/slide1.xml" Id="R9dcc8b90814f45f6" /><Relationship Type="http://schemas.openxmlformats.org/officeDocument/2006/relationships/slide" Target="/ppt/slides/slide2.xml" Id="R0c3dc8b9838b4bcb" /><Relationship Type="http://schemas.openxmlformats.org/officeDocument/2006/relationships/slide" Target="/ppt/slides/slide3.xml" Id="R0dd6bea19eff4160" /><Relationship Type="http://schemas.openxmlformats.org/officeDocument/2006/relationships/slide" Target="/ppt/slides/slide4.xml" Id="Rff13f22c6170482e" /><Relationship Type="http://schemas.openxmlformats.org/officeDocument/2006/relationships/slide" Target="/ppt/slides/slide5.xml" Id="R64fa2bdef36d4ecc" /><Relationship Type="http://schemas.openxmlformats.org/officeDocument/2006/relationships/slide" Target="/ppt/slides/slide6.xml" Id="R47a09a89c4bd4e66" /><Relationship Type="http://schemas.openxmlformats.org/officeDocument/2006/relationships/slide" Target="/ppt/slides/slide7.xml" Id="R91a6163563ce4339" /><Relationship Type="http://schemas.openxmlformats.org/officeDocument/2006/relationships/slide" Target="/ppt/slides/slide8.xml" Id="R488156db55fd4180" /><Relationship Type="http://schemas.openxmlformats.org/officeDocument/2006/relationships/slide" Target="/ppt/slides/slide9.xml" Id="R470c8e76a56d4414" /><Relationship Type="http://schemas.openxmlformats.org/officeDocument/2006/relationships/slide" Target="/ppt/slides/slide10.xml" Id="R082c427b9c1b49f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5572be3f7645a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d5737526f874aaf" /><Relationship Type="http://schemas.openxmlformats.org/officeDocument/2006/relationships/notesMaster" Target="/ppt/notesMasters/notesMaster1.xml" Id="R519560310ec249e4" /></Relationships>
</file>

<file path=ppt/notesSlides/_rels/notesSlide2.xml.rels>&#65279;<?xml version="1.0" encoding="utf-8"?><Relationships xmlns="http://schemas.openxmlformats.org/package/2006/relationships"><Relationship Type="http://schemas.openxmlformats.org/officeDocument/2006/relationships/slide" Target="/ppt/slides/slide2.xml" Id="R77e145f6284d449e" /><Relationship Type="http://schemas.openxmlformats.org/officeDocument/2006/relationships/notesMaster" Target="/ppt/notesMasters/notesMaster1.xml" Id="Refe28e44274b4ba8"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0267c2ea214149" /><Relationship Type="http://schemas.openxmlformats.org/officeDocument/2006/relationships/notesMaster" Target="/ppt/notesMasters/notesMaster1.xml" Id="R88b4c14b5a7541c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baacd2be4564c61" /><Relationship Type="http://schemas.openxmlformats.org/officeDocument/2006/relationships/notesMaster" Target="/ppt/notesMasters/notesMaster1.xml" Id="R8376b9a23ddd4a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f61157f2334dd9" /><Relationship Type="http://schemas.openxmlformats.org/officeDocument/2006/relationships/notesMaster" Target="/ppt/notesMasters/notesMaster1.xml" Id="Rd07bd20a168d43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279487d5098048e4" /><Relationship Type="http://schemas.openxmlformats.org/officeDocument/2006/relationships/notesMaster" Target="/ppt/notesMasters/notesMaster1.xml" Id="Rf38641599f3340cd"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8e970a615e4f5b" /><Relationship Type="http://schemas.openxmlformats.org/officeDocument/2006/relationships/notesMaster" Target="/ppt/notesMasters/notesMaster1.xml" Id="Rfdebc15a68fc4f01"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156155ba184c20" /><Relationship Type="http://schemas.openxmlformats.org/officeDocument/2006/relationships/notesMaster" Target="/ppt/notesMasters/notesMaster1.xml" Id="R7990c438c4a84c7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73ca9aa70ba416d" /><Relationship Type="http://schemas.openxmlformats.org/officeDocument/2006/relationships/notesMaster" Target="/ppt/notesMasters/notesMaster1.xml" Id="Rf12f8887ba91473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676f66ab68c4486" /><Relationship Type="http://schemas.openxmlformats.org/officeDocument/2006/relationships/notesMaster" Target="/ppt/notesMasters/notesMaster1.xml" Id="Rf910723275944f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8e9525efefd4c9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c97fa042f4234c0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e9c98fe8ae44b4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4850636f17436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dee40017adb4f5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a63f4454d6843a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12AAE9-4F03-4A3F-948F-00455E9A26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56818308-4910-47B1-BCD1-0301CF02467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E58B822-3E8F-4139-9889-F6E6C02C0C8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9848AD8-5AD2-4E3B-8EF7-124DD0517DF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D036850-FD55-4E39-8176-CA984C3BF2F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240B7AC-0300-4999-BABD-27310984A7C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15E2170-3EC5-4D3B-8DF8-C6B9BACB37C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A7AB39F-155C-49CA-953A-8913E5BB7C9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8561EF-FA87-4BA0-AA49-3CF74926EA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DD01500-0CD5-46C1-A122-B1B51317B37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e71e61720d84675" /><Relationship Type="http://schemas.openxmlformats.org/officeDocument/2006/relationships/slideLayout" Target="/ppt/slideLayouts/slideLayout1.xml" Id="Rd1dc6d2eeb5a4834" /><Relationship Type="http://schemas.openxmlformats.org/officeDocument/2006/relationships/slideLayout" Target="/ppt/slideLayouts/slideLayout2.xml" Id="R55c4714d26d44b3f" /><Relationship Type="http://schemas.openxmlformats.org/officeDocument/2006/relationships/slideLayout" Target="/ppt/slideLayouts/slideLayout3.xml" Id="R16543eab65bc4792" /><Relationship Type="http://schemas.openxmlformats.org/officeDocument/2006/relationships/slideLayout" Target="/ppt/slideLayouts/slideLayout4.xml" Id="Rd22564c724e04d6a" /><Relationship Type="http://schemas.openxmlformats.org/officeDocument/2006/relationships/slideLayout" Target="/ppt/slideLayouts/slideLayout5.xml" Id="Rbf1c6752f804471a" /><Relationship Type="http://schemas.openxmlformats.org/officeDocument/2006/relationships/slideLayout" Target="/ppt/slideLayouts/slideLayout6.xml" Id="Rad7f9495680a4e7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dc6d2eeb5a4834"/>
    <p:sldLayoutId xmlns:r="http://schemas.openxmlformats.org/officeDocument/2006/relationships" id="2147483650" r:id="R55c4714d26d44b3f"/>
    <p:sldLayoutId xmlns:r="http://schemas.openxmlformats.org/officeDocument/2006/relationships" id="2147483651" r:id="R16543eab65bc4792"/>
    <p:sldLayoutId xmlns:r="http://schemas.openxmlformats.org/officeDocument/2006/relationships" id="2147483652" r:id="Rd22564c724e04d6a"/>
    <p:sldLayoutId xmlns:r="http://schemas.openxmlformats.org/officeDocument/2006/relationships" id="2147483653" r:id="Rbf1c6752f804471a"/>
    <p:sldLayoutId xmlns:r="http://schemas.openxmlformats.org/officeDocument/2006/relationships" id="2147483654" r:id="Rad7f9495680a4e7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bcb88640d184ebd" /><Relationship Type="http://schemas.openxmlformats.org/officeDocument/2006/relationships/image" Target="/ppt/media/image.png" Id="Rd82d1b50a6524915" /><Relationship Type="http://schemas.openxmlformats.org/officeDocument/2006/relationships/notesSlide" Target="/ppt/notesSlides/notesSlide1.xml" Id="R27708d7e8d064ea3"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2880916a7ec4542" /><Relationship Type="http://schemas.openxmlformats.org/officeDocument/2006/relationships/notesSlide" Target="/ppt/notesSlides/notesSlide2.xml" Id="R0b28abf5ed714dc0"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7af22baba24a36" /><Relationship Type="http://schemas.openxmlformats.org/officeDocument/2006/relationships/notesSlide" Target="/ppt/notesSlides/notesSlide3.xml" Id="R0277f38bd9ac427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2f554e6df4f4567" /><Relationship Type="http://schemas.openxmlformats.org/officeDocument/2006/relationships/image" Target="/ppt/media/image2.png" Id="R2dd38606307b4e4e" /><Relationship Type="http://schemas.openxmlformats.org/officeDocument/2006/relationships/notesSlide" Target="/ppt/notesSlides/notesSlide4.xml" Id="R7a3ba3451f3a4ca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db339da6ff8419f" /><Relationship Type="http://schemas.openxmlformats.org/officeDocument/2006/relationships/notesSlide" Target="/ppt/notesSlides/notesSlide5.xml" Id="R31c6e58da459414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69499a39ab0491b" /><Relationship Type="http://schemas.openxmlformats.org/officeDocument/2006/relationships/notesSlide" Target="/ppt/notesSlides/notesSlide6.xml" Id="Rcb2175494104479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a43c6cc06e4bee" /><Relationship Type="http://schemas.openxmlformats.org/officeDocument/2006/relationships/image" Target="/ppt/media/image3.png" Id="Rc129d9b542e44e9b" /><Relationship Type="http://schemas.openxmlformats.org/officeDocument/2006/relationships/notesSlide" Target="/ppt/notesSlides/notesSlide7.xml" Id="R8a0b406866d24d0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da8b4dde326646f1" /><Relationship Type="http://schemas.openxmlformats.org/officeDocument/2006/relationships/notesSlide" Target="/ppt/notesSlides/notesSlide8.xml" Id="R73792ae5ace448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94c0e6c8979406b" /><Relationship Type="http://schemas.openxmlformats.org/officeDocument/2006/relationships/image" Target="/ppt/media/image4.png" Id="Rb1ff7ec016cc4f1c" /><Relationship Type="http://schemas.openxmlformats.org/officeDocument/2006/relationships/image" Target="/ppt/media/image5.png" Id="Rec852667cd7e42e0" /><Relationship Type="http://schemas.openxmlformats.org/officeDocument/2006/relationships/image" Target="/ppt/media/image6.png" Id="Rf5f1e9b1cd44403f" /><Relationship Type="http://schemas.openxmlformats.org/officeDocument/2006/relationships/notesSlide" Target="/ppt/notesSlides/notesSlide9.xml" Id="R50649be6f4ac48d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ca6ea0e67a8434d" /><Relationship Type="http://schemas.openxmlformats.org/officeDocument/2006/relationships/notesSlide" Target="/ppt/notesSlides/notesSlide10.xml" Id="R29444a250ff74013"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5BFB7079-867F-4219-A9A9-D9FD8B4B4E6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2861F305-4315-4EAD-99F6-D9F1C62F7E7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702D7808-7C74-4A41-A8F4-D0CE42C91B4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3EE8A7EA-DFAD-4702-8F4E-7D46A0D5D4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9A83816A-B0D8-4769-862F-FA9A31B11E2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B4B6DE4E-F379-4420-BA67-F0CB8185DE7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284942B1-C98C-43D3-B325-78535F9D8736}"/>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3A6348F9-37EB-4A3E-8ACC-08C9FDC5F5F6}"/>
              </a:ext>
            </a:extLst>
          </p:cNvPr>
          <p:cNvPicPr>
            <a:picLocks xmlns:a="http://schemas.openxmlformats.org/drawingml/2006/main" noChangeAspect="1"/>
          </p:cNvPicPr>
          <p:nvPr/>
        </p:nvPicPr>
        <p:blipFill>
          <a:blip xmlns:r="http://schemas.openxmlformats.org/officeDocument/2006/relationships" xmlns:a="http://schemas.openxmlformats.org/drawingml/2006/main" r:embed="Rd82d1b50a652491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2BD3E86E-E916-4026-BC82-F041625190D0}"/>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80995DB1-D372-425A-9F23-EE6E7E7807C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E6E4CB83-D8D0-41E4-8940-5A8F00F3F8D4}"/>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DC4C5CE1-60E2-4DB2-ABC4-F21BDD0D39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65535187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F7DF16A5-0B3F-4246-9E06-0AC2676442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FEC1E5DF-9B12-4AB2-9FF8-EE7D260DA87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956E677D-AFED-4DAC-80D4-C75C2F1AD2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DB03FC7C-3571-4268-A81B-6FA45C2783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EA10140-AAF0-49EE-8D8A-E63F4619F9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451C5C7-8522-4F4D-A130-F4E4187410E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0EEA73EB-F935-43EC-AEA9-855FDC2DA90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950C06F1-BAA5-44BE-A4E0-F76ABAABCB34}"/>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1EE8607-D8E5-4C18-9A16-238FD196970F}"/>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29414C1A-E9F8-47E2-8F46-D1B5FBA5F872}"/>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1F92893-0C74-42E4-8765-7FB0E3F415A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FE51E0F0-4B26-463A-8D33-41576F036B29}"/>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CF44E809-3DC6-4393-8987-2F77A5FBE978}"/>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6DA1528-C005-4DBB-A3E3-EB99BEF8426A}"/>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FA9B90AD-4586-4098-9D48-AC6EE24AC87C}"/>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C1CB7B67-2E5C-49E8-9E72-C6F0B994C29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221ECE66-96C3-4828-BCF4-D75F6AEF4EAF}"/>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C1DAB3FF-50B7-4DE5-B371-1D0B8791E3BB}"/>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06EA873B-EF83-4538-9154-F5DF9ABAB1D4}"/>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1357C4F-4C44-4E15-B24C-E4D248A2BAB7}"/>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5F9FAB3-122D-4799-B56D-B730C08D363F}"/>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9CCCDE2D-1714-4F7E-A915-89664E4669A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A71DB17-9FD4-465E-89E6-94F23A8BC312}"/>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B6BEFC60-3713-40B7-9BA5-44847C8B1E7E}"/>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8D88B992-7CBE-41EF-952B-B70ACA49091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2B888D21-8B71-4ECD-A805-06870BA03129}"/>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87264392-3F92-4631-96B1-E715D57A0613}"/>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65A7C16F-05E0-41C0-832C-B8374F750F88}"/>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4ECC28EB-73CA-48F7-9945-049034661056}"/>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C88A1F7C-8DE9-433F-8653-5BFE7ECA9CB2}"/>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7CE5B206-3AEC-4342-8167-4D6675063A9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D6181BCD-7DC2-4A20-833D-FC58DA9EC013}"/>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17030D43-726B-4B26-8639-7C268C22B9C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C4072FCD-DBA3-4F4F-968C-832DC66F1342}"/>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F47F7B9-372C-4244-B65F-934A5F6D31E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BA9380C6-057A-45B9-B9FD-60B77D5CBCC7}"/>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3630A13C-7E88-43FC-814D-8C7FA64CC3D8}"/>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890EA394-3F4E-4EE1-9ACD-0F265D6DC84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58440049"/>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7E80D56F-B434-4CB2-A526-724F9E98BB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C2FA008A-7721-4D42-B3E2-86996E5662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BEE0C68C-DAA5-4BFA-97A8-E602439B48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E0A075C0-A062-45CB-BF53-52D2D5BDE0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5267E447-B7C3-4521-A98B-38D4BAAA59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1F6CE01D-4CB7-490A-9239-2D46933B78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8A1D2229-0159-44EC-B3EE-5D680783BBD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435FFF8C-D2A2-4939-9C4C-62C56EE5A17A}"/>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C0CF85D-4287-4725-98EF-ECB54B8E3D5D}"/>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EECC26C0-FA8B-4467-90E4-F50C1ED3648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4C8533A-8E5C-49E4-9F39-97CFB44E3424}"/>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5B19FCFB-F056-4548-BA14-F5C00268BDD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ED264802-30E3-4BAD-AFA8-ECF1BDC178FD}"/>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016FB87A-14EF-49E3-8F4B-9705AB42A8D1}"/>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319DE529-89D3-40CC-847F-67F7913D443F}"/>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D4DEF035-DB80-47FC-BE73-50C5D1711071}"/>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2600AFF5-98D2-4E3E-B8C3-746CA9260DDC}"/>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A614124E-ABEE-4779-9C16-6A126E1E09D0}"/>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58A35564-0452-4652-8028-D9C58FBB48E2}"/>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42EE497-054C-46AF-92C7-0CC237990547}"/>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E1D9C61-234A-4CA7-9C57-5D8191F713E7}"/>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A211BF7A-DB4B-4991-AB1D-1CF999FCB819}"/>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264A9E73-77AF-445C-8A10-F3D128E26838}"/>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6154BCC2-927A-44B4-919D-852B94FB6DB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D2134C43-5D62-4F96-8605-C21CC0C26BE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7548EBE3-A426-40A8-9283-C01E090C702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970C8694-5079-4017-8191-180BD273F766}"/>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60721826-E9E0-45E1-9947-1C36AD3419BA}"/>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2918C47-6C6F-4ABB-A415-77EC4FA328CB}"/>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8C865D03-54D4-4A7B-A941-CEF06393CD6A}"/>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5925B204-F806-4315-A670-F809934EA26B}"/>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158E01A5-B2B8-49F2-BABC-D1D563DEC47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3B05764A-DC2E-410A-AD04-08F542BE27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6592764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57A41F7-383A-47E1-BF56-126037DA4D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252F760-F5F8-47EF-AE20-508FD2AAFC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7D21E2B6-A4BE-495C-B9C4-AC4FF9D313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2BEF6D0-823C-47E9-94C8-0AF5608AE7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12B2E7D5-7FFE-405E-8B87-3EFE93D38B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DE6B1670-ACB9-48C4-8E7D-CA817AE8AA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25279297-05EE-43C3-9CD3-47417B833A7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6F330B3F-B7E7-4A60-B613-453C812EE278}"/>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E11DEDE-9425-4F19-8B8B-2E62D197BC8F}"/>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CE85DF5C-39A0-4DCC-AAD5-BB144EE080EF}"/>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1C58C749-F28C-4C90-BCD0-CB1C7CE5E17B}"/>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F020E54B-9BA2-44AC-BEB5-96034E58396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DCFC511-2402-4C0D-8321-001477C8FF3E}"/>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CE71FCF4-6FB2-479F-865D-32CBB98180BC}"/>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148F5EA-16DE-4B0A-861D-E13FE7CB97DD}"/>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147CF43A-71B0-44B0-9E5C-19C23EBD02F5}"/>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BECAA12E-3780-414F-95A7-4656E7F0359C}"/>
              </a:ext>
            </a:extLst>
          </p:cNvPr>
          <p:cNvPicPr>
            <a:picLocks xmlns:a="http://schemas.openxmlformats.org/drawingml/2006/main" noChangeAspect="1"/>
          </p:cNvPicPr>
          <p:nvPr/>
        </p:nvPicPr>
        <p:blipFill>
          <a:blip xmlns:r="http://schemas.openxmlformats.org/officeDocument/2006/relationships" xmlns:a="http://schemas.openxmlformats.org/drawingml/2006/main" r:embed="R2dd38606307b4e4e"/>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2B15B1DF-DF75-4B09-9C38-CCE7FE736259}"/>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18AFB3E6-73C0-4825-93C3-69D75B5DB6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6013808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D07CF29C-6D72-464F-A071-0F79D109E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B66C1C3A-E96F-4286-BA5B-8FC811D0E68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D425B4FB-FE2F-4B4E-AD0D-8A72F2324B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23DD38AE-825A-4AF1-9E02-687E617814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AB137EC4-9898-4AB3-A19F-85A1D2BC9C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22D0D0F8-B69E-48E6-BF7A-A12B50C9660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CD4E7373-364F-4263-8FB8-98689ED60843}"/>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3F394FEE-F260-4891-B60F-501B06AA7FE0}"/>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CB67AC1-C2E2-4C2D-9E6E-44ADA9579BB0}"/>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1D1136D9-D140-44A5-9C4F-115A3E39BF47}"/>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64678901-3124-472F-B97A-645AA3E49C9A}"/>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9B57128B-FFE6-4E7B-84FC-0E5D6B9700E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9E6002E0-BC51-448B-8685-20D388894D7E}"/>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191E7978-877E-4956-9A89-0907B4882F14}"/>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4F5F73E3-24DD-4722-AD41-EE9397E74DC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0E54EC95-DE0D-43A9-9123-208B16380EB4}"/>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5BFA8511-0642-46AA-98AE-D515623010F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B38AF030-4BFB-4215-9668-BAC6E0B257F8}"/>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FB35193A-CF87-4F0B-8506-139AFDBA408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81FE13E8-C723-440C-A273-ACB8D78E54B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63419E5D-BD86-424A-A083-E05A4FA25D54}"/>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E2B528B-DD03-47AE-B535-7CED7491507F}"/>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BA792EE3-3AD7-44F6-9231-F024FD333D4F}"/>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A993DBC7-FC4B-4563-A94B-43499B4E80DD}"/>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0B693FBE-30EB-4770-8643-CFD4E8C9CA95}"/>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73CDEB15-7051-47F8-AC8D-787F20581DC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D2E84B1A-47B8-4487-A0B6-512825B4755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AA0268CC-2310-4020-89A0-48F013FA25E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11DF6B74-E4E5-45FB-9029-274AA6C60CD2}"/>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6C9926D3-3430-4095-BE51-47B6A9E3B78A}"/>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0E44ACEA-255E-421A-BD81-09FD7DF1FEFD}"/>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B01E2645-6F3A-4B98-80D0-107A8A7D169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E87579F1-B7EF-4120-A1EB-5C0BC15B68C0}"/>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107A4DB8-313E-4A93-BB8C-74EC3A6C0592}"/>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BFDC4969-B4E4-41C8-9408-4265B1A4D92C}"/>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C954F54F-065F-4BFB-A989-E445894B93B4}"/>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0E7C3B7-BC86-4052-9C2D-3950DE9F6BE6}"/>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4651904A-6853-455B-9F95-D7B0D583335F}"/>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367FCC86-84A2-477D-AB95-8CB636C632A2}"/>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2238661-F43A-460C-A7FC-E87B3318D7CF}"/>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49504AF7-EADF-4EE3-931D-65E99D639D4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A028C526-0FB6-4E81-B4F3-229CAC846447}"/>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572E39D-2260-40E5-8C35-F2EF426E5EF5}"/>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8DB29F3-F3FE-47FB-A679-84466DE9B662}"/>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9FD84B87-EDE7-4DCD-991A-3A7BD435878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0857248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82F6E077-6829-4684-98C5-46E15BAB5E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D684F20D-B6DB-42E0-9C0A-DCF28EA9CB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FC3FCF4F-D0D0-4F3D-9215-8B9E0FF8E0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6D77DB4B-9699-4A95-A48F-C33361129C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98DF5AC9-7DA8-4178-8562-DE9952891E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71FEC99C-50CA-4E2B-88D4-20073568E0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DD2F223D-C826-4356-B889-2A2882BE374A}"/>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D6455478-D1CB-4E2F-8575-EA972A7A0C27}"/>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C68EF714-64F0-4C5C-82C1-2C2F6AAF019F}"/>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0510C80F-9B33-427F-A52C-66C6446ABD38}"/>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A56F872-34FA-44EE-96FC-3CEE13C4FDB6}"/>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FDC9B1B0-7D03-4279-97EF-FE2534C6957B}"/>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7142A857-2340-4B5C-A0E4-2AC776F6B1EB}"/>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761758F4-3F3B-4C38-AA4D-E86F2521E351}"/>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036A4FC7-0009-47F6-B753-E63440D413A8}"/>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AE0406FB-F4FB-406B-8CE9-65FA8404563D}"/>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F5EA2909-DB57-431D-8AEE-838AF7691FBD}"/>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B5203234-039E-4653-88EE-DCE078CC2F4E}"/>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60475873-2738-4523-B9EF-F1B8633898CC}"/>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B2C4D231-4584-4BB7-8629-8C3C5461B4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9114981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CDD76895-44D1-42D3-B73F-D8A8A03662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8CE3AC64-9410-4596-BCC0-784C02F549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11E6D027-EF0D-4DC3-846C-0F18733CD0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BF35155-E330-4681-BA6A-5F58C91FA3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56A1431C-CE7A-4FCC-836A-5C9E7F3547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4B4690AA-72C5-4B2D-BB16-9F755981497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9E547050-3E6F-486B-B6E4-5CB6A967CCD0}"/>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0935FC97-E26E-43B2-867C-8F839DCFAD02}"/>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333E9F70-E035-4A2B-9AD5-E88C851EC63C}"/>
              </a:ext>
            </a:extLst>
          </p:cNvPr>
          <p:cNvPicPr>
            <a:picLocks xmlns:a="http://schemas.openxmlformats.org/drawingml/2006/main" noChangeAspect="1"/>
          </p:cNvPicPr>
          <p:nvPr/>
        </p:nvPicPr>
        <p:blipFill>
          <a:blip xmlns:r="http://schemas.openxmlformats.org/officeDocument/2006/relationships" xmlns:a="http://schemas.openxmlformats.org/drawingml/2006/main" r:embed="Rc129d9b542e44e9b"/>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3259BBB2-B705-4017-A1D1-33438648D3F5}"/>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CCF2363E-1ACF-477F-9C7E-8D2FE3FA11D1}"/>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F9E2E2A9-E061-4087-99BB-C3F6C6DEC220}"/>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2A07D3A-8C66-4A37-812F-0879DDFA47D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39910339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B41BCBD1-8E77-44FE-B854-901A42EBAD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448C57EC-4657-4181-A789-7CEB77CED46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2C1860AE-B75B-4418-BEF9-3425071D9C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0AB69364-76E2-49EB-BAAC-624E2E6844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9CD2DDD2-0E90-4E45-A5CE-AAE878D0E4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94A2CFF-7D14-4040-910E-682F4E1792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D1BF53B2-E2A9-4BF2-BDE2-7B9584C96ECB}"/>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F7C6949F-E045-4413-917D-90479C0EB648}"/>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6C799162-29CF-4D69-8A84-C8120BBC989C}"/>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564B875D-9E1C-4A40-A82B-F8ED0A320CAA}"/>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77675BD2-A5BC-4639-9DDD-490E48A10BAD}"/>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02D52EF6-7B79-48A6-BB2C-A52D3E00991A}"/>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E1D9FA99-95A6-40F4-A460-C801701E5EE5}"/>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28F6457E-A0D0-44DF-AB3D-5A633657EE7D}"/>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D785E15E-3A43-41A2-A005-019FFED85DB4}"/>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37D05F64-959E-4B9B-A753-A534CEC854F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F15ECBA3-EDCE-476F-82F2-A8F451723CC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D49DEE7F-9EED-42AA-ADCC-4C31546CB05E}"/>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C3F511E-B127-40B8-9C87-D597C6B5AC94}"/>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AE239B8A-C180-42E6-B0BE-0381BDBCFC03}"/>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DCA40723-2037-4C71-96E0-810F71EE4F32}"/>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BECB7593-CF52-4A36-A769-94424A0F3231}"/>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84BB70E4-3EBA-4851-A120-72B637C8699F}"/>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3B4C0848-3078-41FC-8BDC-DFCE32D69BA3}"/>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FB0AE7CA-F31B-4590-82A3-E78D67EBE4AD}"/>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69CF603D-FD08-40E0-A631-AB55CEEFAC2A}"/>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31E2610B-4493-487E-B587-00F5CAD40363}"/>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F98E22E1-7297-4145-9839-328F7028C0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108679959"/>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76C2D97F-913C-47B1-B7B1-8A5B727CAD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82EF5DBB-AC88-4134-817D-4AD6D4A42B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187CB010-E89B-40E1-96DD-A5FAF9EA50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228D747-AEAF-4811-9ABF-547724B2507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DCC59BB5-B97A-4A52-86E0-011ABF57D2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2DA91476-C0FD-4814-BA01-FA09DE0C76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A712F77D-9AB2-4EDD-996C-E904F6DCF99C}"/>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EDA324CC-F7F4-4FE2-8FD8-4E9F583F3197}"/>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5BD0DCB8-4B41-4D4D-AA46-5FE1C9584005}"/>
              </a:ext>
            </a:extLst>
          </p:cNvPr>
          <p:cNvPicPr>
            <a:picLocks xmlns:a="http://schemas.openxmlformats.org/drawingml/2006/main" noChangeAspect="1"/>
          </p:cNvPicPr>
          <p:nvPr/>
        </p:nvPicPr>
        <p:blipFill>
          <a:blip xmlns:r="http://schemas.openxmlformats.org/officeDocument/2006/relationships" xmlns:a="http://schemas.openxmlformats.org/drawingml/2006/main" r:embed="Rb1ff7ec016cc4f1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7D993301-82F9-44CD-9789-404F3086C966}"/>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6280007-4782-4D16-A162-FBF43D5A9922}"/>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4A53060F-7C1C-4B4D-ACC5-8621BC269EE9}"/>
              </a:ext>
            </a:extLst>
          </p:cNvPr>
          <p:cNvPicPr>
            <a:picLocks xmlns:a="http://schemas.openxmlformats.org/drawingml/2006/main" noChangeAspect="1"/>
          </p:cNvPicPr>
          <p:nvPr/>
        </p:nvPicPr>
        <p:blipFill>
          <a:blip xmlns:r="http://schemas.openxmlformats.org/officeDocument/2006/relationships" xmlns:a="http://schemas.openxmlformats.org/drawingml/2006/main" r:embed="Rec852667cd7e42e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85E72FC0-6C5A-4879-9043-ED39014B0C1A}"/>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F81CD32C-653A-4F34-BFDE-B2850CB45864}"/>
              </a:ext>
            </a:extLst>
          </p:cNvPr>
          <p:cNvPicPr>
            <a:picLocks xmlns:a="http://schemas.openxmlformats.org/drawingml/2006/main" noChangeAspect="1"/>
          </p:cNvPicPr>
          <p:nvPr/>
        </p:nvPicPr>
        <p:blipFill>
          <a:blip xmlns:r="http://schemas.openxmlformats.org/officeDocument/2006/relationships" xmlns:a="http://schemas.openxmlformats.org/drawingml/2006/main" r:embed="Rf5f1e9b1cd44403f"/>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72E1A7EA-047F-4B86-8189-19444A598C38}"/>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6BFAD040-0503-46CC-A095-15A4DEA7147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84E90CD8-A359-449D-BE65-E9D51E770973}"/>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760371F-825E-41CA-A555-17DAEF84751B}"/>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534EA5D-30BD-4ADA-8239-D6116BAFDDD1}"/>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A957E588-6BAE-4E4B-99EE-02E27875E93A}"/>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89ECAF14-AD53-4A94-827D-823186A1FE45}"/>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B0E3D0A3-8A86-4866-A473-32AFE70987B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5505749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43E63D0E-F149-43D4-9A92-C03C30ABEC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E673DE90-48ED-488E-BE14-B171ED82BF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B08E957C-C912-4933-B306-467BFB6085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1C1C6B67-ACD5-4A53-9192-98A2841383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C72FA2B0-33E4-4384-92A2-C73E60D7D3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E072576E-FCF2-41DE-84AD-160B878679A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B426B943-2D29-4FA1-B92B-FD8F94133BE0}"/>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AF80D5D8-6A79-41D5-AED2-683E35F00367}"/>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0F088E82-8341-45A7-B536-530EC72B7B08}"/>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B08BE84A-FAB8-4DF4-B07D-76A95512987C}"/>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B14C043A-BAA2-46D9-9EAE-2FB0511760D6}"/>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E4823BDC-E3B0-4FAB-B9E6-7D526F6F71F3}"/>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280290AA-BF1F-4504-B05F-9942B24F6F75}"/>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F5C2DDB9-51C1-4745-A5B8-DA06625BFB32}"/>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C78078DB-D3E4-4DBA-9E4D-3346E9FCD8DA}"/>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ED4F0AED-00E2-40FC-AC63-E60CA969EF4E}"/>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06ABCF5C-D2EB-4EA2-997A-6F2E32A22CCE}"/>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4AA8D995-4E32-4459-A411-8F08E1C56397}"/>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E44527D-B83E-48D8-8591-7860EAD8285E}"/>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9EC835B1-D3E9-4FAC-8420-06FAA14FBEBB}"/>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3F02C3E1-3038-4045-9BC8-4B5F48A70452}"/>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4480DF54-BD58-4EB3-AAAC-AF1733C1A8C3}"/>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FC200A3B-3439-4124-BEAD-9C925CA45431}"/>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A1E9EEDB-FAD9-40B9-9D14-E0220905E1E9}"/>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98ECF4FC-4F50-4BE0-B9C6-7AD807FF12EE}"/>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76581C25-01E6-4B4D-9515-74B602DF5AE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6DC6DD99-D521-404C-9BB8-D1F71E2FCB4E}"/>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2695DD46-58F5-4A88-B1F0-185C825F3312}"/>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62AE0C6D-8F40-4776-8F53-5491CA98FED4}"/>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AFB4C3BF-7310-48FB-A71C-AF51F5BDDF63}"/>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6B057464-3354-4A8E-8221-9BEBA5154775}"/>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A62C983-F230-4E87-BD8A-CDF4024F55D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1A5D653F-D13F-4875-9952-36F6CF0A7907}"/>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EAC3029F-9A7F-4E0E-8F82-F3673CDA1AC0}"/>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F4567BEF-14C5-4A2A-80C1-39F35671782D}"/>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3F0280D1-8371-4D0C-AD50-3D76138A4594}"/>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F24F2BD5-5128-4E03-947D-2C8C5C59EC76}"/>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7EE3C757-51A3-44C5-8573-2D707A43769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18BD3F55-8526-4922-BF16-35D2BB0962EF}"/>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A12DF1A4-14E9-4317-9DB7-F35B56D7D119}"/>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0C37A0F8-CD7F-4E19-AFC6-B191318926C1}"/>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0E6E110F-021E-4C43-B1EA-ADA802AC27AF}"/>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0C992D56-E6F4-458F-B97E-3A51A8D3E5A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A9AA6B2C-D4D9-4DFF-8772-60A0F74BA950}"/>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A2D1BE9C-B995-45F9-85A0-B355FE6B0028}"/>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00FA9953-B804-41B2-9962-AC2F9B951910}"/>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26A376D-6DA6-4138-8E0C-CEA1976C0C1B}"/>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B80F20D-1B33-4B5B-9844-284E9642BEBE}"/>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6973979-891E-4FFB-87F3-34E3E73D70B4}"/>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C1BB6F5C-6BE8-4975-B331-2AD278821A45}"/>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4618585-2127-434C-888A-96FA5221FABA}"/>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117FAC9A-C029-4197-A3EB-1EA2600D3369}"/>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10870B03-D571-41C5-82A5-7B630C49CE30}"/>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374F9D00-9D7D-4E0F-8D1F-737303EC41EE}"/>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0DCF7844-36EF-45DF-AC9D-66D146D57170}"/>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BFAA720B-7439-43B5-A9B9-B52646AFDE1F}"/>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1B98CFA3-268A-4DB7-A30F-04EFE99D541C}"/>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F6D09D70-F51A-446F-A944-F566446FA279}"/>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702444B2-E698-4FBE-8FED-B9F19FBA1466}"/>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958D9EF8-A678-4178-934D-65408DD135AF}"/>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964CA0D2-A223-47BD-87ED-9AA788B023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387207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2026-10-21T12:32:24.4420000Z</dcterms:created>
  <dcterms:modified xsi:type="dcterms:W3CDTF">2026-10-21T12:32:24.4420000Z</dcterms:modified>
</coreProperties>
</file>