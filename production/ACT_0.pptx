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3fe5e05e944194" /><Relationship Type="http://schemas.openxmlformats.org/officeDocument/2006/relationships/extended-properties" Target="/docProps/app.xml" Id="R08ceb1d9652744fe" /><Relationship Type="http://schemas.openxmlformats.org/officeDocument/2006/relationships/officeDocument" Target="/ppt/presentation.xml" Id="R654a7d7069a94e24" /></Relationships>
</file>

<file path=ppt/presentation.xml><?xml version="1.0" encoding="utf-8"?>
<p:presentation xmlns:p="http://schemas.openxmlformats.org/presentationml/2006/main">
  <p:sldMasterIdLst>
    <p:sldMasterId xmlns:r="http://schemas.openxmlformats.org/officeDocument/2006/relationships" id="2147483648" r:id="Rbde8ed4e0f7e4171"/>
  </p:sldMasterIdLst>
  <p:notesMasterIdLst>
    <p:notesMasterId xmlns:r="http://schemas.openxmlformats.org/officeDocument/2006/relationships" r:id="R7890dc169501488c"/>
  </p:notesMasterIdLst>
  <p:sldIdLst>
    <p:sldId xmlns:r="http://schemas.openxmlformats.org/officeDocument/2006/relationships" id="256" r:id="Rcf54a016f06f409c"/>
    <p:sldId xmlns:r="http://schemas.openxmlformats.org/officeDocument/2006/relationships" id="257" r:id="R066b0f0225a843ae"/>
    <p:sldId xmlns:r="http://schemas.openxmlformats.org/officeDocument/2006/relationships" id="258" r:id="R03386f7911ee4a5c"/>
    <p:sldId xmlns:r="http://schemas.openxmlformats.org/officeDocument/2006/relationships" id="259" r:id="R2f7d86f2eb934a6f"/>
    <p:sldId xmlns:r="http://schemas.openxmlformats.org/officeDocument/2006/relationships" id="260" r:id="R8a2da33828c3498d"/>
    <p:sldId xmlns:r="http://schemas.openxmlformats.org/officeDocument/2006/relationships" id="261" r:id="Rf58b438d8f4848fd"/>
    <p:sldId xmlns:r="http://schemas.openxmlformats.org/officeDocument/2006/relationships" id="262" r:id="R219d7eb1d7704c80"/>
    <p:sldId xmlns:r="http://schemas.openxmlformats.org/officeDocument/2006/relationships" id="263" r:id="R70ce4b244ce645c7"/>
    <p:sldId xmlns:r="http://schemas.openxmlformats.org/officeDocument/2006/relationships" id="264" r:id="Rd0bd723886b348e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05e05c3ced401a" /><Relationship Type="http://schemas.openxmlformats.org/officeDocument/2006/relationships/slideMaster" Target="/ppt/slideMasters/slideMaster1.xml" Id="Rbde8ed4e0f7e4171" /><Relationship Type="http://schemas.openxmlformats.org/officeDocument/2006/relationships/notesMaster" Target="/ppt/notesMasters/notesMaster1.xml" Id="R7890dc169501488c" /><Relationship Type="http://schemas.openxmlformats.org/officeDocument/2006/relationships/presProps" Target="/ppt/presProps.xml" Id="R8644a73c53834112" /><Relationship Type="http://schemas.openxmlformats.org/officeDocument/2006/relationships/tableStyles" Target="/ppt/tableStyles.xml" Id="R40f872d80be54b12" /><Relationship Type="http://schemas.openxmlformats.org/officeDocument/2006/relationships/slide" Target="/ppt/slides/slide1.xml" Id="Rcf54a016f06f409c" /><Relationship Type="http://schemas.openxmlformats.org/officeDocument/2006/relationships/slide" Target="/ppt/slides/slide2.xml" Id="R066b0f0225a843ae" /><Relationship Type="http://schemas.openxmlformats.org/officeDocument/2006/relationships/slide" Target="/ppt/slides/slide3.xml" Id="R03386f7911ee4a5c" /><Relationship Type="http://schemas.openxmlformats.org/officeDocument/2006/relationships/slide" Target="/ppt/slides/slide4.xml" Id="R2f7d86f2eb934a6f" /><Relationship Type="http://schemas.openxmlformats.org/officeDocument/2006/relationships/slide" Target="/ppt/slides/slide5.xml" Id="R8a2da33828c3498d" /><Relationship Type="http://schemas.openxmlformats.org/officeDocument/2006/relationships/slide" Target="/ppt/slides/slide6.xml" Id="Rf58b438d8f4848fd" /><Relationship Type="http://schemas.openxmlformats.org/officeDocument/2006/relationships/slide" Target="/ppt/slides/slide7.xml" Id="R219d7eb1d7704c80" /><Relationship Type="http://schemas.openxmlformats.org/officeDocument/2006/relationships/slide" Target="/ppt/slides/slide8.xml" Id="R70ce4b244ce645c7" /><Relationship Type="http://schemas.openxmlformats.org/officeDocument/2006/relationships/slide" Target="/ppt/slides/slide9.xml" Id="Rd0bd723886b348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a05895274042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b12621ebdc462d" /><Relationship Type="http://schemas.openxmlformats.org/officeDocument/2006/relationships/notesMaster" Target="/ppt/notesMasters/notesMaster1.xml" Id="R1d89e734727d4b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d73df4435f426e" /><Relationship Type="http://schemas.openxmlformats.org/officeDocument/2006/relationships/notesMaster" Target="/ppt/notesMasters/notesMaster1.xml" Id="Rb1e7572f05f643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820f8613dd44ce" /><Relationship Type="http://schemas.openxmlformats.org/officeDocument/2006/relationships/notesMaster" Target="/ppt/notesMasters/notesMaster1.xml" Id="R2f9f43fa686c4e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283f9a9b204288" /><Relationship Type="http://schemas.openxmlformats.org/officeDocument/2006/relationships/notesMaster" Target="/ppt/notesMasters/notesMaster1.xml" Id="Rabb6acc8adb147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aca6ce383c438c" /><Relationship Type="http://schemas.openxmlformats.org/officeDocument/2006/relationships/notesMaster" Target="/ppt/notesMasters/notesMaster1.xml" Id="R35b6bc8df68a4db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f3bc5c845345d7" /><Relationship Type="http://schemas.openxmlformats.org/officeDocument/2006/relationships/notesMaster" Target="/ppt/notesMasters/notesMaster1.xml" Id="R7e275d9dd4a34a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e3af775db54869" /><Relationship Type="http://schemas.openxmlformats.org/officeDocument/2006/relationships/notesMaster" Target="/ppt/notesMasters/notesMaster1.xml" Id="R8ffad40233b645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44ee0134fa4363" /><Relationship Type="http://schemas.openxmlformats.org/officeDocument/2006/relationships/notesMaster" Target="/ppt/notesMasters/notesMaster1.xml" Id="Re19986f8215544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12c8e510c0457b" /><Relationship Type="http://schemas.openxmlformats.org/officeDocument/2006/relationships/notesMaster" Target="/ppt/notesMasters/notesMaster1.xml" Id="Re10e1208481645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bef5a143ac45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eba66ce317a4f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3b0016437149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b69bdacb0747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6a1d580e923409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cddff45f4144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42B9B9-C82D-43A2-821F-7D81F4AABFD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0D60A5-81DF-46A3-ACC4-4098114035B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0088B39-ED82-4D4B-94E3-0F64D32EEFE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7E57A8-D696-44C5-87AD-06CCC6A0F8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D11460E-7EDE-4DC4-B245-E5D286D7559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276F02D-0E41-4A79-9B25-D94FC6D981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1CD0E1A-3D9F-46B7-A1AE-D35468F2FC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F769DE5-73BD-422E-857C-1C8DEE78146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6D5CFF-C1F6-40A3-8CF2-EF8B8AC8FD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2C23BF-344B-40E8-8549-0018EBC5CB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36cc85a23242fa" /><Relationship Type="http://schemas.openxmlformats.org/officeDocument/2006/relationships/slideLayout" Target="/ppt/slideLayouts/slideLayout1.xml" Id="R93f90dacae85418b" /><Relationship Type="http://schemas.openxmlformats.org/officeDocument/2006/relationships/slideLayout" Target="/ppt/slideLayouts/slideLayout2.xml" Id="R65e31a878c2446b0" /><Relationship Type="http://schemas.openxmlformats.org/officeDocument/2006/relationships/slideLayout" Target="/ppt/slideLayouts/slideLayout3.xml" Id="R3d6173e105c14914" /><Relationship Type="http://schemas.openxmlformats.org/officeDocument/2006/relationships/slideLayout" Target="/ppt/slideLayouts/slideLayout4.xml" Id="R78f48415b30c422e" /><Relationship Type="http://schemas.openxmlformats.org/officeDocument/2006/relationships/slideLayout" Target="/ppt/slideLayouts/slideLayout5.xml" Id="Rfd1580ee1c0c4d5a" /><Relationship Type="http://schemas.openxmlformats.org/officeDocument/2006/relationships/slideLayout" Target="/ppt/slideLayouts/slideLayout6.xml" Id="R5ab352659bdc46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f90dacae85418b"/>
    <p:sldLayoutId xmlns:r="http://schemas.openxmlformats.org/officeDocument/2006/relationships" id="2147483650" r:id="R65e31a878c2446b0"/>
    <p:sldLayoutId xmlns:r="http://schemas.openxmlformats.org/officeDocument/2006/relationships" id="2147483651" r:id="R3d6173e105c14914"/>
    <p:sldLayoutId xmlns:r="http://schemas.openxmlformats.org/officeDocument/2006/relationships" id="2147483652" r:id="R78f48415b30c422e"/>
    <p:sldLayoutId xmlns:r="http://schemas.openxmlformats.org/officeDocument/2006/relationships" id="2147483653" r:id="Rfd1580ee1c0c4d5a"/>
    <p:sldLayoutId xmlns:r="http://schemas.openxmlformats.org/officeDocument/2006/relationships" id="2147483654" r:id="R5ab352659bdc46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9941015f8524a95" /><Relationship Type="http://schemas.openxmlformats.org/officeDocument/2006/relationships/notesSlide" Target="/ppt/notesSlides/notesSlide1.xml" Id="R664d9312919240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1726d0491d468d" /><Relationship Type="http://schemas.openxmlformats.org/officeDocument/2006/relationships/notesSlide" Target="/ppt/notesSlides/notesSlide2.xml" Id="Ree8a0dfa399b47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32e67629d445d6" /><Relationship Type="http://schemas.openxmlformats.org/officeDocument/2006/relationships/image" Target="/ppt/media/image.png" Id="R99cd477771fd497a" /><Relationship Type="http://schemas.openxmlformats.org/officeDocument/2006/relationships/notesSlide" Target="/ppt/notesSlides/notesSlide3.xml" Id="Rd6d3d7eeea9d45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8941684f104685" /><Relationship Type="http://schemas.openxmlformats.org/officeDocument/2006/relationships/notesSlide" Target="/ppt/notesSlides/notesSlide4.xml" Id="R019cc8ecb0d44c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08c5b872db344bf" /><Relationship Type="http://schemas.openxmlformats.org/officeDocument/2006/relationships/notesSlide" Target="/ppt/notesSlides/notesSlide5.xml" Id="R216065a5f0f246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7c0504407014aa9" /><Relationship Type="http://schemas.openxmlformats.org/officeDocument/2006/relationships/notesSlide" Target="/ppt/notesSlides/notesSlide6.xml" Id="Rcc3548c31eaf4b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e528567f094ee2" /><Relationship Type="http://schemas.openxmlformats.org/officeDocument/2006/relationships/image" Target="/ppt/media/image2.png" Id="Rf0977a8fc8ce46b4" /><Relationship Type="http://schemas.openxmlformats.org/officeDocument/2006/relationships/notesSlide" Target="/ppt/notesSlides/notesSlide7.xml" Id="Rd15cc5f02c7640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d7c9c01452b45b8" /><Relationship Type="http://schemas.openxmlformats.org/officeDocument/2006/relationships/notesSlide" Target="/ppt/notesSlides/notesSlide8.xml" Id="R815399bb503941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57dd1630fe04065" /><Relationship Type="http://schemas.openxmlformats.org/officeDocument/2006/relationships/notesSlide" Target="/ppt/notesSlides/notesSlide9.xml" Id="R3c8e2409add344d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7B1E21FB-939D-410B-A049-5EBB077706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0D500242-1780-453D-90F4-D89A4F369E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C1CBF9B-08A7-4A33-AF72-73EEAEA595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CE81CDB-E407-4EFF-B2C7-36CFA13563B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D34FB7E-372E-42C7-AC2C-CFBEB499037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A008C5B-CED9-4270-AF8B-7588D38BAB6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BFDF4C03-67E6-4124-B5C0-9184571DD32D}"/>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81DE875A-2B17-446A-A771-528D6FBCADD1}"/>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D18049FF-B0B5-4967-9F49-47401D53DBB7}"/>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7C988389-38EE-4E13-8F6C-4ADB0A599CAB}"/>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4CE2BEF0-86B7-4F89-8CEC-B93952B42BE5}"/>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73817150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EBA624AF-013A-4756-AD03-A080891D9D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300256B8-EF47-4BE8-AE70-1F0830290B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CE8DD933-7BF0-4D3C-9EE1-FC9FE1B6FD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B4D3C240-DD10-4B3E-8CC2-990C4B81D37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FEC4FA66-2512-4CAA-8681-D0B6AB5FC10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1108AAD9-1002-401B-8A6C-C324793A0F3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FE88DCBA-D5A2-40E8-AF01-78E57EF3CE1B}"/>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6531F4FA-6278-46C9-896D-3314A8CAFA53}"/>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66DFF1C4-6EE1-46F7-B8E0-996B80CD33FA}"/>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7201C793-D2BB-4E9A-8193-DE4B0A7CF676}"/>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91A883A1-2325-40D9-8E01-A7CF02BE6DF5}"/>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68FC4D55-140C-4010-BC8F-99BDBA754429}"/>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64202124-A1E8-482B-8BFD-8F99E90183BD}"/>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7804D775-6FA6-4A82-96E4-19E16D080016}"/>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D7283F99-3CA7-475A-9EC9-846ABF375AAF}"/>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5389E282-C107-4BFF-9033-4A75BA7BE998}"/>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6B2E9E8D-2F96-4674-BCA0-AF9CA481918E}"/>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2C15C240-2FB3-4250-BE29-83B6DD1484F1}"/>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66E122F9-68C5-418E-BF85-06AD3DD35C2A}"/>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F79E3DF2-2854-4C1E-BDF5-5F6FFFEED77C}"/>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FDB5D05A-8A76-4CB8-93DE-1F567C8183E3}"/>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92E589A4-FE4E-4C69-8B20-8CC8EB424B2B}"/>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78127819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8C879627-BB46-4FBD-80BD-EA04F24602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746155A7-8827-485B-A89A-8B05D7133D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D0DEF59A-DFB3-45FD-8F43-903F194183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D5FEF454-2656-4201-8446-E19C228B7C4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EFEF0493-FD3D-4594-9AF4-F77EFA167FE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E80AFD1A-3B23-4DB6-BD70-581367672CB9}"/>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4E06622F-010C-476D-8C7E-6500B58E930B}"/>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31BC5AE2-9BBA-4B7B-B9DF-9CE20B7021DC}"/>
              </a:ext>
            </a:extLst>
          </p:cNvPr>
          <p:cNvPicPr>
            <a:picLocks xmlns:a="http://schemas.openxmlformats.org/drawingml/2006/main" noChangeAspect="1"/>
          </p:cNvPicPr>
          <p:nvPr/>
        </p:nvPicPr>
        <p:blipFill>
          <a:blip xmlns:r="http://schemas.openxmlformats.org/officeDocument/2006/relationships" xmlns:a="http://schemas.openxmlformats.org/drawingml/2006/main" r:embed="R99cd477771fd497a"/>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A45039C8-AF19-43E1-93A3-519A607418F5}"/>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EFB894D7-24E9-4B46-B0F0-BE41CABE6705}"/>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2920A941-A578-4C5B-B130-547B3284560F}"/>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606DEFAE-F6A4-4412-8F93-EAB43071C812}"/>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00F20D52-212C-489C-A04D-1B77FAEAF952}"/>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05EA532B-8889-4B2A-B594-FE56F22014D1}"/>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AED84CD0-EAA2-4877-A7F3-97560EE6A595}"/>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122281154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0C94E3FA-8A54-4FCF-AF0D-E8560DC5CC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93425AA1-2B1D-4671-99D0-89126C0FD6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E89C87DE-7F44-4B7A-BFF0-8A2BF94733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3BF2002-FA0F-4655-B6C4-ABDD379380C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1C8ABAD6-F002-4C43-806F-D96E636F02B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E7D748CC-038C-4EE7-9008-0C878149FEB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F33304CB-EA6D-4D18-9FEF-10B2714AEE55}"/>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3BDA4F60-1E1A-4795-916D-1A43BC8E48BE}"/>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D9D3927F-54D8-44B6-A80C-0BE7384D5059}"/>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9F0FC140-FDE4-43AF-9684-75E807966FF4}"/>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285D67A6-2F13-4D13-A090-DC715DC50182}"/>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347F9352-DBDE-45F0-89EF-FA4CFCF091D5}"/>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24999368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090F1E7B-AC3F-474E-AC57-6BBF7A36D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E2CFC4B5-B1EF-4E68-B7AE-C40E03220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7D7864AB-A953-4429-9689-0084D54012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336FE0C9-A711-43A9-8CC6-359E3CE0CE7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8EBB4BD6-7E05-45F6-9CF3-9B5718AE64A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BC3DCE3-4C52-435E-82ED-6567189FA89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6460E3CE-B598-443E-AFB3-5B07821FD00C}"/>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29A31DD0-D499-4D0D-B7BB-AB8450A1AF85}"/>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656005C9-4127-40CA-BEC7-6DAF2A7A7807}"/>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8115D241-58CA-41A5-843B-20AF1EC8F022}"/>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83EFCE0B-F3EE-42BE-B320-15BE3F75771E}"/>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E3C82293-C0AF-43D4-B886-36D501B2C790}"/>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CCE1593C-8530-4113-ABB4-0B8DC21F0193}"/>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8418689C-BE8F-4E87-A5C1-C4B08BE77565}"/>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C5E30B15-C5C6-4597-AB39-1D48E5455880}"/>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1FBAE4A4-D62E-4FBC-A250-CAA09D21E763}"/>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1D788CAB-352A-4FAA-B7E5-80C21011EA3A}"/>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F9080762-9141-4081-A626-61853B1A6A3C}"/>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1A42FC53-5F54-414F-9827-82C7D7159170}"/>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7C82B4DF-4B13-4F7D-B414-5BF549794C9B}"/>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C1B0E5F4-EB34-44F4-B787-34187B62622D}"/>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CEC51832-DE41-4838-AB12-6FCB7C1778A4}"/>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A42E62B6-603C-4DB0-8B6B-550ED1C8F522}"/>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3EB64767-877B-4A19-968F-2090724BE4AC}"/>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F38596DA-F253-42C1-8185-91605B1FE62E}"/>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1F9655AD-D56F-4D51-BC4B-288BA1A76547}"/>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E0524178-0849-4876-9FE5-DAE2FC5FFA48}"/>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C5840843-6F69-4702-96DF-924F272D7918}"/>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0F56AFBA-11A2-4D18-B114-57F257FC0B0A}"/>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A4ECD5E3-1C72-420D-9BD3-869353E5B3E7}"/>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462D7073-485C-4A26-950B-D66C0F8AC2D2}"/>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A7B0616E-A5E2-41E4-AFDD-35888CF4878A}"/>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2313EDFB-7A10-48E0-A37F-9ACCFD8A01EC}"/>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A5002CE8-B117-42A9-9A9F-FA7407D5947A}"/>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15BE8618-4BD6-4F13-BB8F-17ABB8D7E3D7}"/>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2B9841AC-CF75-4D2F-85F1-A4FBADDE6212}"/>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3D2DAF53-9205-4B3F-A9BC-4B78BFB210E7}"/>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5E19EB09-CC62-497B-A00B-717345CECC52}"/>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7E11F8BA-4543-4E48-99D8-CE07B83FB98A}"/>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65E48E6F-00D7-4539-B0AC-FC891F66B808}"/>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094BD095-598D-4840-8C8F-BCC2D81893FC}"/>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6588BB52-AA11-4BA3-AC73-632961FAC18B}"/>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063FA254-AA32-4B1B-B349-3A53659A9832}"/>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E93124AD-E5B9-418A-A611-E4B0952E0470}"/>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97DFC535-4D87-4FD4-ADEC-E4457429C3D5}"/>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36F245BC-876B-4537-9BCE-AF9DA6D1D955}"/>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44215016-85A3-41B0-8955-42AEEECBEE49}"/>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C40DC2BB-466B-4DCE-8E34-7B1E56C0437C}"/>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5D22134E-A5DB-476A-9533-85C50F6412E5}"/>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BC1BE0B9-F544-4424-84FC-F28EF2020BB9}"/>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B3E59BC5-6E48-4B48-B28C-710764BC7C12}"/>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1B62E5B8-0B47-47FE-9438-F8FD208D288A}"/>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3ED942C9-F930-4532-A542-FF74116B3A9C}"/>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6996C952-64D7-4B6B-834D-4E7BF00082B6}"/>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92FA8907-ED0F-4B84-8292-FC949057D154}"/>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CEB216B4-1C24-4FA0-9789-667398868AA0}"/>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18FBE978-B234-422F-8756-C7EC1B873239}"/>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A70E908C-8B80-41A3-B765-B817350F416A}"/>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A9549513-8CD6-41A0-A952-6E0B9F45DB8B}"/>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A2EC5EEE-86DB-42CF-9B34-10A1DA2750DF}"/>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6340E590-298C-4B57-A1D2-F8F3D16E7123}"/>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856CED10-E19A-4E82-B03F-C0F295370BF0}"/>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36561475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061204E5-7505-4BAA-BE70-5A72058C10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7C505121-B7E4-4F75-AB78-4869F663CA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E5AE4D75-9C63-43D9-903B-80D781B0A8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1A740151-9A07-4B91-A0EF-2CC2282403A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C211EB60-46FA-4316-AD9E-25A3C4539C2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C1822762-E6B5-4B54-8916-195736D8CF8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C3442315-78A5-44F8-895D-81508985A250}"/>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5C6D6161-DCF6-4C50-9B35-E8499E460FDD}"/>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F02E316E-7359-419B-8ED5-706F683A14F5}"/>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7C16D64-73A7-4CFF-B515-17C613D7D32B}"/>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CC94824A-C8F8-42DC-983C-4013DE9A36E5}"/>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6161DBBD-5A0B-4537-8306-3A9FEA4B8339}"/>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B4D7F965-6598-4543-B93A-8F46642B602F}"/>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6C27689F-52D5-46C3-AD54-505585388ED9}"/>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34A29DBC-5C8C-4738-A809-D06ED5CF7D03}"/>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1DE94CDA-3614-4528-96B0-A8637DDCA81C}"/>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5307499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DF261AA8-ED77-46F7-B672-12D4935686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ACEC01B8-67D5-4591-8A50-F356683974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FD4A72AF-E326-4C6C-A7B7-A3086501A9D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CB75F9E7-F0AA-4EBB-A4E5-FBE748BF0B9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FC7F62C-6807-4AB6-B984-8FC595B8980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28AA34C9-8ECA-4507-89CF-57BAA80395B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C13C35E-77D9-4BC1-A6CE-51AE79E943DE}"/>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7B450BA3-63B0-4C3D-A26A-FE4210293D8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C4F72CA0-BE39-4180-84AA-C782D51FE60C}"/>
              </a:ext>
            </a:extLst>
          </p:cNvPr>
          <p:cNvPicPr>
            <a:picLocks xmlns:a="http://schemas.openxmlformats.org/drawingml/2006/main" noChangeAspect="1"/>
          </p:cNvPicPr>
          <p:nvPr/>
        </p:nvPicPr>
        <p:blipFill>
          <a:blip xmlns:r="http://schemas.openxmlformats.org/officeDocument/2006/relationships" xmlns:a="http://schemas.openxmlformats.org/drawingml/2006/main" r:embed="Rf0977a8fc8ce46b4"/>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AC18A833-21FC-4EFA-BEA8-5DD9D7F58017}"/>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594D53E0-3778-4E4C-8AA6-45A3CA8FE13A}"/>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164337636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E2BF1C1E-2682-4A05-90BF-202D7D9C08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D136EF37-B68C-455C-9E48-9D217D6EAD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C5E995D3-3939-4652-A8E7-5626163A66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AA364CE8-4531-45E3-B4BB-5FAA63521EA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D7AB7F99-DC2B-4F91-A05F-615638B0950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316C8112-E0E6-4809-92E5-EC48DD643AB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A3DC94D2-F3FA-4C0C-B64C-4E0C6694573F}"/>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707F1DBA-02C1-4BA1-9AE0-55F4696DD5F8}"/>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5A538ABC-7BEF-4DC1-B6FA-D5B09721F180}"/>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20BF176-6974-4D94-A527-624043348ECF}"/>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226DF72D-27AC-4A69-82B7-BDE7F428DBA9}"/>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82BAA65C-3D99-4A4B-A253-8FC278733F15}"/>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9BCA4971-33E6-44CF-B7B1-F5536C7980AF}"/>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FB7130CE-9204-4DC1-B315-129107083A9C}"/>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57518374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0715B9A0-45A6-4958-99B4-1BDB162D32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C68B83E7-86AA-4194-BA87-E5377044B3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1E213C83-0153-4C08-96BB-46326CDF68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0728951-3F89-4D7C-83AF-C75DDD44FB0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0D81BD3E-91DF-46ED-999D-78BE3DD71DA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D409D152-2A2B-4ABF-B286-3DBD11B08DE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ED521D85-7A30-4169-90ED-191D3FBCE05D}"/>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FA9A1F3D-E627-4190-894E-CF1CD514D720}"/>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5CA54179-2021-43E2-82F3-EDA96C5A6CE9}"/>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E0982958-9045-405D-A133-A2A634935E56}"/>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780849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2026-10-18T14:37:31.7460000Z</dcterms:created>
  <dcterms:modified xsi:type="dcterms:W3CDTF">2026-10-18T14:37:31.7460000Z</dcterms:modified>
</coreProperties>
</file>