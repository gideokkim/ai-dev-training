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0b54ea06d2b491b" /><Relationship Type="http://schemas.openxmlformats.org/officeDocument/2006/relationships/extended-properties" Target="/docProps/app.xml" Id="R928bd146c7114ac0" /><Relationship Type="http://schemas.openxmlformats.org/officeDocument/2006/relationships/officeDocument" Target="/ppt/presentation.xml" Id="R0c8461af195a4055" /></Relationships>
</file>

<file path=ppt/presentation.xml><?xml version="1.0" encoding="utf-8"?>
<p:presentation xmlns:p="http://schemas.openxmlformats.org/presentationml/2006/main">
  <p:sldMasterIdLst>
    <p:sldMasterId xmlns:r="http://schemas.openxmlformats.org/officeDocument/2006/relationships" id="2147483648" r:id="Rf7d57c5b79794f78"/>
  </p:sldMasterIdLst>
  <p:notesMasterIdLst>
    <p:notesMasterId xmlns:r="http://schemas.openxmlformats.org/officeDocument/2006/relationships" r:id="Rfb5f741612a04818"/>
  </p:notesMasterIdLst>
  <p:sldIdLst>
    <p:sldId xmlns:r="http://schemas.openxmlformats.org/officeDocument/2006/relationships" id="256" r:id="R648b9cdecfa547fe"/>
    <p:sldId xmlns:r="http://schemas.openxmlformats.org/officeDocument/2006/relationships" id="257" r:id="Recf9496149a94bb7"/>
    <p:sldId xmlns:r="http://schemas.openxmlformats.org/officeDocument/2006/relationships" id="258" r:id="R153f23bf3243461b"/>
    <p:sldId xmlns:r="http://schemas.openxmlformats.org/officeDocument/2006/relationships" id="259" r:id="Rab2064768a154a31"/>
    <p:sldId xmlns:r="http://schemas.openxmlformats.org/officeDocument/2006/relationships" id="260" r:id="Rd4062557c7af4ef4"/>
    <p:sldId xmlns:r="http://schemas.openxmlformats.org/officeDocument/2006/relationships" id="261" r:id="R80e852c4c69b4c43"/>
    <p:sldId xmlns:r="http://schemas.openxmlformats.org/officeDocument/2006/relationships" id="262" r:id="R6e7928e1c2b243eb"/>
    <p:sldId xmlns:r="http://schemas.openxmlformats.org/officeDocument/2006/relationships" id="263" r:id="R7562211601ce453b"/>
    <p:sldId xmlns:r="http://schemas.openxmlformats.org/officeDocument/2006/relationships" id="264" r:id="R86455e3befb04195"/>
    <p:sldId xmlns:r="http://schemas.openxmlformats.org/officeDocument/2006/relationships" id="265" r:id="R1f6d26bac5434a22"/>
    <p:sldId xmlns:r="http://schemas.openxmlformats.org/officeDocument/2006/relationships" id="266" r:id="Rb51b2110146e4c1c"/>
    <p:sldId xmlns:r="http://schemas.openxmlformats.org/officeDocument/2006/relationships" id="267" r:id="R6e145ed49a294640"/>
    <p:sldId xmlns:r="http://schemas.openxmlformats.org/officeDocument/2006/relationships" id="268" r:id="R9e217d44ae9d4c33"/>
    <p:sldId xmlns:r="http://schemas.openxmlformats.org/officeDocument/2006/relationships" id="269" r:id="R3cf215a8776f460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96c3bba2a44991" /><Relationship Type="http://schemas.openxmlformats.org/officeDocument/2006/relationships/slideMaster" Target="/ppt/slideMasters/slideMaster1.xml" Id="Rf7d57c5b79794f78" /><Relationship Type="http://schemas.openxmlformats.org/officeDocument/2006/relationships/notesMaster" Target="/ppt/notesMasters/notesMaster1.xml" Id="Rfb5f741612a04818" /><Relationship Type="http://schemas.openxmlformats.org/officeDocument/2006/relationships/presProps" Target="/ppt/presProps.xml" Id="Rf2b61af51d664f99" /><Relationship Type="http://schemas.openxmlformats.org/officeDocument/2006/relationships/tableStyles" Target="/ppt/tableStyles.xml" Id="Re5fc9a084f7e4347" /><Relationship Type="http://schemas.openxmlformats.org/officeDocument/2006/relationships/slide" Target="/ppt/slides/slide1.xml" Id="R648b9cdecfa547fe" /><Relationship Type="http://schemas.openxmlformats.org/officeDocument/2006/relationships/slide" Target="/ppt/slides/slide2.xml" Id="Recf9496149a94bb7" /><Relationship Type="http://schemas.openxmlformats.org/officeDocument/2006/relationships/slide" Target="/ppt/slides/slide3.xml" Id="R153f23bf3243461b" /><Relationship Type="http://schemas.openxmlformats.org/officeDocument/2006/relationships/slide" Target="/ppt/slides/slide4.xml" Id="Rab2064768a154a31" /><Relationship Type="http://schemas.openxmlformats.org/officeDocument/2006/relationships/slide" Target="/ppt/slides/slide5.xml" Id="Rd4062557c7af4ef4" /><Relationship Type="http://schemas.openxmlformats.org/officeDocument/2006/relationships/slide" Target="/ppt/slides/slide6.xml" Id="R80e852c4c69b4c43" /><Relationship Type="http://schemas.openxmlformats.org/officeDocument/2006/relationships/slide" Target="/ppt/slides/slide7.xml" Id="R6e7928e1c2b243eb" /><Relationship Type="http://schemas.openxmlformats.org/officeDocument/2006/relationships/slide" Target="/ppt/slides/slide8.xml" Id="R7562211601ce453b" /><Relationship Type="http://schemas.openxmlformats.org/officeDocument/2006/relationships/slide" Target="/ppt/slides/slide9.xml" Id="R86455e3befb04195" /><Relationship Type="http://schemas.openxmlformats.org/officeDocument/2006/relationships/slide" Target="/ppt/slides/slide10.xml" Id="R1f6d26bac5434a22" /><Relationship Type="http://schemas.openxmlformats.org/officeDocument/2006/relationships/slide" Target="/ppt/slides/slide11.xml" Id="Rb51b2110146e4c1c" /><Relationship Type="http://schemas.openxmlformats.org/officeDocument/2006/relationships/slide" Target="/ppt/slides/slide12.xml" Id="R6e145ed49a294640" /><Relationship Type="http://schemas.openxmlformats.org/officeDocument/2006/relationships/slide" Target="/ppt/slides/slide13.xml" Id="R9e217d44ae9d4c33" /><Relationship Type="http://schemas.openxmlformats.org/officeDocument/2006/relationships/slide" Target="/ppt/slides/slide14.xml" Id="R3cf215a8776f46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2a3ed261e4845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50bb7559de4548" /><Relationship Type="http://schemas.openxmlformats.org/officeDocument/2006/relationships/notesMaster" Target="/ppt/notesMasters/notesMaster1.xml" Id="R3544e03edde045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a58e6d740c4f94" /><Relationship Type="http://schemas.openxmlformats.org/officeDocument/2006/relationships/notesMaster" Target="/ppt/notesMasters/notesMaster1.xml" Id="Race2d1b9f3804e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04c2d163eaa4ce7" /><Relationship Type="http://schemas.openxmlformats.org/officeDocument/2006/relationships/notesMaster" Target="/ppt/notesMasters/notesMaster1.xml" Id="R3b8c7e3ce7da45f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f02a645a824d4a" /><Relationship Type="http://schemas.openxmlformats.org/officeDocument/2006/relationships/notesMaster" Target="/ppt/notesMasters/notesMaster1.xml" Id="R6afa8085436f46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bc85792848491c" /><Relationship Type="http://schemas.openxmlformats.org/officeDocument/2006/relationships/notesMaster" Target="/ppt/notesMasters/notesMaster1.xml" Id="R06e0bb1f11994d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c60915dd6d4918" /><Relationship Type="http://schemas.openxmlformats.org/officeDocument/2006/relationships/notesMaster" Target="/ppt/notesMasters/notesMaster1.xml" Id="R2723675084e54a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90a0b41c344276" /><Relationship Type="http://schemas.openxmlformats.org/officeDocument/2006/relationships/notesMaster" Target="/ppt/notesMasters/notesMaster1.xml" Id="R1288f836157d44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3e2859c9d264192" /><Relationship Type="http://schemas.openxmlformats.org/officeDocument/2006/relationships/notesMaster" Target="/ppt/notesMasters/notesMaster1.xml" Id="Rba728ad5e81c484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19210e48ea433a" /><Relationship Type="http://schemas.openxmlformats.org/officeDocument/2006/relationships/notesMaster" Target="/ppt/notesMasters/notesMaster1.xml" Id="R0683b40f56ca41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08f294a8734523" /><Relationship Type="http://schemas.openxmlformats.org/officeDocument/2006/relationships/notesMaster" Target="/ppt/notesMasters/notesMaster1.xml" Id="R3559de9cda5440a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fa7ffadc5e34b4f" /><Relationship Type="http://schemas.openxmlformats.org/officeDocument/2006/relationships/notesMaster" Target="/ppt/notesMasters/notesMaster1.xml" Id="R38eaddf0e37f48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9360b6f5b334132" /><Relationship Type="http://schemas.openxmlformats.org/officeDocument/2006/relationships/notesMaster" Target="/ppt/notesMasters/notesMaster1.xml" Id="R6c017ae1b19e459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51f2ddc17aa4810" /><Relationship Type="http://schemas.openxmlformats.org/officeDocument/2006/relationships/notesMaster" Target="/ppt/notesMasters/notesMaster1.xml" Id="R520dbb3365e94a5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2f13e41a15748ce" /><Relationship Type="http://schemas.openxmlformats.org/officeDocument/2006/relationships/notesMaster" Target="/ppt/notesMasters/notesMaster1.xml" Id="R357d4216cfdf4b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전체396분이다.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43분·전체396분·Lecture154분이며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543bf3dc6b4d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97f36cd657243a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e0b93165d7d423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07a466e8d454bf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998304513e64a1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76ccd9b1ada4c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2DD07C-3CD4-4D35-B293-1C3AA13EE3D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2CAAB62-9C10-44C1-A8C4-2077C83630F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0900FE2-E8B6-4754-B479-891BE9D7380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E5C82A-1E2C-41C0-BC08-096F949047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5F27D49-0FFB-470A-94FD-5531CF5AE1C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5EE3495-09A2-4BAF-A307-3CF25C8E6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65AA6B-CC71-4B26-9D7B-D710090F48F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ABECCA-E689-41AF-9C6B-33648537F3F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B40D87-565F-4F31-8E51-C8BCF28A5B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525D5E-AFE8-4046-9A81-90FB2AD8F4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a5e660bd804ada" /><Relationship Type="http://schemas.openxmlformats.org/officeDocument/2006/relationships/slideLayout" Target="/ppt/slideLayouts/slideLayout1.xml" Id="R89d98ef594f44d20" /><Relationship Type="http://schemas.openxmlformats.org/officeDocument/2006/relationships/slideLayout" Target="/ppt/slideLayouts/slideLayout2.xml" Id="R7b8f2eb1fdcf42fd" /><Relationship Type="http://schemas.openxmlformats.org/officeDocument/2006/relationships/slideLayout" Target="/ppt/slideLayouts/slideLayout3.xml" Id="Rd3f73493c3224447" /><Relationship Type="http://schemas.openxmlformats.org/officeDocument/2006/relationships/slideLayout" Target="/ppt/slideLayouts/slideLayout4.xml" Id="R8dad2717f56a43a9" /><Relationship Type="http://schemas.openxmlformats.org/officeDocument/2006/relationships/slideLayout" Target="/ppt/slideLayouts/slideLayout5.xml" Id="R4c1095ae316a4daa" /><Relationship Type="http://schemas.openxmlformats.org/officeDocument/2006/relationships/slideLayout" Target="/ppt/slideLayouts/slideLayout6.xml" Id="Rc1c3d78abe27425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9d98ef594f44d20"/>
    <p:sldLayoutId xmlns:r="http://schemas.openxmlformats.org/officeDocument/2006/relationships" id="2147483650" r:id="R7b8f2eb1fdcf42fd"/>
    <p:sldLayoutId xmlns:r="http://schemas.openxmlformats.org/officeDocument/2006/relationships" id="2147483651" r:id="Rd3f73493c3224447"/>
    <p:sldLayoutId xmlns:r="http://schemas.openxmlformats.org/officeDocument/2006/relationships" id="2147483652" r:id="R8dad2717f56a43a9"/>
    <p:sldLayoutId xmlns:r="http://schemas.openxmlformats.org/officeDocument/2006/relationships" id="2147483653" r:id="R4c1095ae316a4daa"/>
    <p:sldLayoutId xmlns:r="http://schemas.openxmlformats.org/officeDocument/2006/relationships" id="2147483654" r:id="Rc1c3d78abe27425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7273687a74b4634" /><Relationship Type="http://schemas.openxmlformats.org/officeDocument/2006/relationships/notesSlide" Target="/ppt/notesSlides/notesSlide1.xml" Id="Rdbf94d1f01a040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ee3f7c28eca4a5b" /><Relationship Type="http://schemas.openxmlformats.org/officeDocument/2006/relationships/image" Target="/ppt/media/image.png" Id="Rc9a918ffd72045b0" /><Relationship Type="http://schemas.openxmlformats.org/officeDocument/2006/relationships/notesSlide" Target="/ppt/notesSlides/notesSlide2.xml" Id="R4c71b8d40e2443b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962bca1091f44d3" /><Relationship Type="http://schemas.openxmlformats.org/officeDocument/2006/relationships/notesSlide" Target="/ppt/notesSlides/notesSlide3.xml" Id="R4bcd26f1151a4c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36f2e67d0ce4cbb" /><Relationship Type="http://schemas.openxmlformats.org/officeDocument/2006/relationships/notesSlide" Target="/ppt/notesSlides/notesSlide4.xml" Id="Rfbf5ab6855f34e6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0b41e878fc340fd" /><Relationship Type="http://schemas.openxmlformats.org/officeDocument/2006/relationships/image" Target="/ppt/media/image2.png" Id="Ra655726a5f094824" /><Relationship Type="http://schemas.openxmlformats.org/officeDocument/2006/relationships/notesSlide" Target="/ppt/notesSlides/notesSlide5.xml" Id="R745722af58cb4d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c219e926b404ed6" /><Relationship Type="http://schemas.openxmlformats.org/officeDocument/2006/relationships/notesSlide" Target="/ppt/notesSlides/notesSlide6.xml" Id="R23322178a86049a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94a1986a2524ea8" /><Relationship Type="http://schemas.openxmlformats.org/officeDocument/2006/relationships/notesSlide" Target="/ppt/notesSlides/notesSlide7.xml" Id="Rb48682c0098a48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7d065ca1d1c4b5f" /><Relationship Type="http://schemas.openxmlformats.org/officeDocument/2006/relationships/notesSlide" Target="/ppt/notesSlides/notesSlide8.xml" Id="R599afe23d2c941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7d968a2d8d04bd6" /><Relationship Type="http://schemas.openxmlformats.org/officeDocument/2006/relationships/notesSlide" Target="/ppt/notesSlides/notesSlide9.xml" Id="Re00bedb953da452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27e68babbdf48b3" /><Relationship Type="http://schemas.openxmlformats.org/officeDocument/2006/relationships/image" Target="/ppt/media/image3.png" Id="R6630e32339934e5c" /><Relationship Type="http://schemas.openxmlformats.org/officeDocument/2006/relationships/notesSlide" Target="/ppt/notesSlides/notesSlide10.xml" Id="R4925cc76dbc54e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e02a0c2b04d423a" /><Relationship Type="http://schemas.openxmlformats.org/officeDocument/2006/relationships/image" Target="/ppt/media/image4.png" Id="Rc950a6f7cbf74648" /><Relationship Type="http://schemas.openxmlformats.org/officeDocument/2006/relationships/notesSlide" Target="/ppt/notesSlides/notesSlide11.xml" Id="R17882cedd7e4431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e9a3a2595964a1f" /><Relationship Type="http://schemas.openxmlformats.org/officeDocument/2006/relationships/notesSlide" Target="/ppt/notesSlides/notesSlide12.xml" Id="Rf557c2c90e69472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25250a2625f4cf1" /><Relationship Type="http://schemas.openxmlformats.org/officeDocument/2006/relationships/image" Target="/ppt/media/image5.png" Id="R238e41ed69bd41df" /><Relationship Type="http://schemas.openxmlformats.org/officeDocument/2006/relationships/image" Target="/ppt/media/image6.png" Id="Rccbd34698d604d51" /><Relationship Type="http://schemas.openxmlformats.org/officeDocument/2006/relationships/image" Target="/ppt/media/image7.png" Id="R333b8eab53034cf4" /><Relationship Type="http://schemas.openxmlformats.org/officeDocument/2006/relationships/notesSlide" Target="/ppt/notesSlides/notesSlide13.xml" Id="Re61bfad3c25545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37c57b8f0194089" /><Relationship Type="http://schemas.openxmlformats.org/officeDocument/2006/relationships/notesSlide" Target="/ppt/notesSlides/notesSlide14.xml" Id="R36f7d4238fe1466f"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A9C0683F-F3FA-4B66-B19D-CA5019EB800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4A8C24CE-F17C-40F4-BE3C-48559460B3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3353478-5CD6-4278-BAB6-47A3B15A4B9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5977956D-9FEC-4671-95B8-154904BF10D1}"/>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0EB6004B-E555-4E54-89A3-1B0D945C1CF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4E765238-490D-4C0C-868D-D5934240D8B2}"/>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0901232-DFDC-4960-8A4D-711C1FDA33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210829811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BD06597F-15FE-47D2-9F34-6BD1FDDAC7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2C0A201A-D816-460B-9FA5-10BF6765E4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46FC6977-46B8-43A5-A63E-1DF7C9743F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6CAED21F-27C7-4750-A90C-386401029A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D9AEB45-6743-4C00-9D07-032E108F3C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6123E4EB-C011-44B4-98D1-52BE6078CD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6717A4FE-324E-4417-8C54-1876E9557ED8}"/>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D880827F-6EF3-4DBD-9274-C445DC160EF3}"/>
              </a:ext>
            </a:extLst>
          </p:cNvPr>
          <p:cNvPicPr>
            <a:picLocks xmlns:a="http://schemas.openxmlformats.org/drawingml/2006/main" noChangeAspect="1"/>
          </p:cNvPicPr>
          <p:nvPr/>
        </p:nvPicPr>
        <p:blipFill>
          <a:blip xmlns:r="http://schemas.openxmlformats.org/officeDocument/2006/relationships" xmlns:a="http://schemas.openxmlformats.org/drawingml/2006/main" r:embed="Rc9a918ffd72045b0"/>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7D697AE5-D524-4847-A7FD-0BEC47574D71}"/>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3C0D4B58-6604-4899-873F-D7BDDB9599A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29FE7F7E-7F6C-41EE-B1DD-A70333A2F86F}"/>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234EAB0B-F5A8-4998-91C9-85480AEFB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7517428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9BF56CD-6771-4B0D-AA8E-DAECA6B51D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D6E6D037-3F57-48D2-B7AB-E73859EFF5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BD931285-5EED-4365-B0B8-46CE1D6745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B46EE7A7-8572-4944-B291-4C97283BE1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32DD9E16-4673-40C7-9BDE-9AB192E1A6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9059F2A-1D81-4643-8DEC-D0BAE1FBF3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81FF404E-C3BE-499D-8A6D-C619D4E6991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591D1DA-BB38-4608-8189-D6E7407256F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A8FE5BBC-596E-4B8B-8A3D-794E045440F6}"/>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1F095E1-A955-447E-96F7-053B9B621D5B}"/>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E7698E2-6BC3-4C53-8FF4-337A2C8051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B0B7552F-07C7-41CB-9F84-5074603E14D4}"/>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9E16F433-1EC9-4D28-8ACC-2D17EB25495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D594A69F-1CA6-4AC3-9177-7AC77F1FC667}"/>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A7E463D-0200-4BEE-9E0E-69B088BCBE55}"/>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574A1F53-0089-43A7-8034-5A9CEBAFE8D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FC501D25-552A-493F-AEC5-BF1AF2D94CC6}"/>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1A7E33A9-2821-4E96-A0EE-12CDCA571436}"/>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2A82E795-1E6F-470E-B9AF-54071966385E}"/>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45F61D9-5791-4D1F-BD98-5122868F397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42D5CBF-2F35-42D1-ADC8-26A585D4E8E5}"/>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A5745BE6-B241-4AD1-A839-90F0C35AC7E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A788FE0E-C287-4F0F-8032-F84DE917DAA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03082ABB-F3F3-4662-A8AE-6EAAB939F47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D3CE41AC-E4AA-4C27-A88E-6326FAFB67C7}"/>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4E7EFD34-988C-45A7-8F55-C77C6B553B2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B3DC767B-4AB1-4087-A195-4EF133A54EA3}"/>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B27D3F82-4389-4FDD-AA84-508098580241}"/>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44B65BE8-31A4-4079-812D-9B3A69F0BB65}"/>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96ED08DC-F882-4B78-AD42-E4270B35DD2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F3E5D967-DEC6-4084-B5F1-1FADAD73E497}"/>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1983DF6C-1265-4ACE-BDF3-CDCD06C81E2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80FBB497-14AE-464F-9855-3295B7020B40}"/>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787D1BA-07B2-4B29-98C7-62035F8411E2}"/>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6EA2EB0F-938C-4E85-8FAF-8FF2FE402C26}"/>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02A2A45-91BF-454A-B582-CB2CC8BB8C25}"/>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B09DA6CF-E0D7-4866-9EAD-FDBA0CFA098F}"/>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F7ACB712-CDBB-4A33-B2A7-F51C3C40FB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6226379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7F224C59-9FBD-4478-915A-2DD4D3E325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6ED4A593-3C8C-4878-9ED4-A8403D6B66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BACAAA3A-C494-4415-858F-E4CAAC5407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19A40165-91E9-49E7-B2F8-D4BF64E636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9DB20DF-15FC-4528-8531-539101C924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35278F38-FB60-4ADD-819A-59E618A9F5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E81818C6-ECB5-45A3-905C-18FEDDF273D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887B8729-11B3-4376-BC19-D11CD0DED343}"/>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DF7FF12A-C4B2-48EA-94C5-BCE8A5F9C6A9}"/>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B617D1A8-938C-4034-98A5-3AABFA9E079D}"/>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F3FE2214-8EA6-48C4-9978-751AB9C884E5}"/>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40057CB5-0E70-4D2D-9954-21A40E04FD14}"/>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78A5DA1D-1FE0-4988-A8C8-C00627D0157D}"/>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8EE9532-97E0-432C-8F46-3DE4E68FF71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62D29131-2942-4928-81C4-AD801AE9ED64}"/>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AD63627B-BC99-4548-8664-A60146CCD19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F13F0B3A-5AC7-4B6A-8D04-BAC47A36A67B}"/>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FB14A8-78F9-4231-B9D2-CEC1098D43A3}"/>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08074D9-BFC5-4711-8449-120FA9E68C52}"/>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ABBA878A-A6AB-420C-8944-6E78A6DBDBF0}"/>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9A8137E8-5FA1-4AE9-8899-DDCA997FBBDE}"/>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57CD5B35-8585-41AE-AA2F-BDD82ED1C92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354AD2E2-4D3D-4B94-ABD1-F3E45CCDFB25}"/>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CB8A28BC-8842-4E14-BC89-F6577CD3292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872A5A14-140E-4C69-8ED6-B6E1AA2815BD}"/>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425DDC28-2C08-4831-9D3C-BFC1FB786BEC}"/>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D8541B69-2485-482A-AE49-B3C2CF81C97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CD38842-AAC9-4AEF-990E-5AF0588D75BA}"/>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BC28B4D5-F184-4210-B167-351138460947}"/>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282B6703-4C92-48D1-9FC5-8AEEFFEC9502}"/>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99FEC732-DA07-40D7-B60A-4600998A712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13E2D3CE-6FDC-437D-B7B1-BEAF4FD90222}"/>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420BCC6-27A9-4C2B-B321-70577F3B28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61850874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CEAF194D-3203-4284-82D8-DFA4EF6F3F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71755B7E-B612-480D-AE83-9177374473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7406DD27-E424-483C-9486-41FFA2D20E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DDF58B6-A9E8-46DB-BFA2-1BE72C806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4A7F75A7-462E-4CD5-BD5B-A6D847D888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52400CCC-C0A7-4B9C-8241-B47F267DEA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1D9AFF92-465A-43E8-A3B6-150B605BE895}"/>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012F391C-83DB-40A8-B1C0-3E671092CEB0}"/>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058A5C77-DB4E-4268-863C-BE7CA2E972DB}"/>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D2730D90-4526-41AB-BE03-91320C1E6332}"/>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69D08CB-70DD-4FE2-8D15-B806CF354EDA}"/>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503DDE8-58C4-46CE-BFDB-A6234352C1BD}"/>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0C61AF55-94BC-45A5-8CBC-742A994DB4E9}"/>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94DED19-70C3-43B8-973A-C42FADDA24A1}"/>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8D009EF-01F5-4ACD-8403-D18577687D6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F9A997B-A0D5-4E21-B8F0-F33B495E17F5}"/>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D08B7003-BD93-4391-A3FF-C8CD5E32E782}"/>
              </a:ext>
            </a:extLst>
          </p:cNvPr>
          <p:cNvPicPr>
            <a:picLocks xmlns:a="http://schemas.openxmlformats.org/drawingml/2006/main" noChangeAspect="1"/>
          </p:cNvPicPr>
          <p:nvPr/>
        </p:nvPicPr>
        <p:blipFill>
          <a:blip xmlns:r="http://schemas.openxmlformats.org/officeDocument/2006/relationships" xmlns:a="http://schemas.openxmlformats.org/drawingml/2006/main" r:embed="Ra655726a5f09482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48237FC0-7CAD-4FC8-8752-EA163934DCC0}"/>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72FE3C46-91C6-4A39-A91C-1D631A0AC3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7501133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B4C44399-8667-4ED1-8249-50B6FAC125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6135FB4D-A621-4CE8-A5E8-F2DED210C8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4C1205B1-D329-4532-BC30-962B0CABD8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E74DA096-C20F-4498-AA34-0D2C78BE8B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3F896DE2-58EF-4AFB-B45D-F81089F46A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E16308E4-AC48-413A-BC8D-41A5CE1C02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45D36364-BC96-4948-A776-8BBC8214C0ED}"/>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52CA3E7A-2422-404F-8353-F4445B9F128B}"/>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6D2A3664-F9D5-43DA-8323-3337DF266541}"/>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B2B7C250-AC18-4585-B955-E88494711C09}"/>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8C5FDC3C-786D-4276-AB82-8F7C55A486B5}"/>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3D94709F-0AFA-40C8-80DA-1DF4A238B830}"/>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49BA1C34-597C-43FE-A77B-CCCEA78FA3E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5E409C95-C809-47F1-B7C0-D6CE3E118DC0}"/>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FC96A2F3-376F-4A73-AF12-F0525DA5AFA6}"/>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749CD869-438D-4E97-BCCB-9A05DB118729}"/>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156531B6-700E-4A21-8AB7-90C64AB8DF02}"/>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6BE1879F-3F22-490B-9BCA-111479B7F136}"/>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24D47FF0-18F7-44B7-8305-83076B7B3FED}"/>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D80C301B-45C2-46C6-A29B-F20343F1C3F4}"/>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2DEA83FA-77A7-443F-B8E4-9ABDEA4BC022}"/>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755A7532-2997-4726-B0EA-3E9C0453516E}"/>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EA9DA483-E636-41E5-9854-3E16B21C776C}"/>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544A6C7-B88C-4EEF-AAC0-2D4FD7916B65}"/>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C8230101-AAF9-4D92-AB37-95885C5A92BA}"/>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0D49035B-3AC7-4DC6-A311-A2E9B5EDA9B5}"/>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52543075-728B-4945-B08A-F73ABD575060}"/>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0AB9F7DC-3BFC-4840-B85D-16C111F5E05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CA5A36CD-6FFA-4F14-A03C-674BF48B9E5C}"/>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E1AFC2F-6C0F-4BDF-A266-F49B3F9B6895}"/>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53EBD0D6-B98C-429D-AB89-254B2B822B28}"/>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540D50C2-F167-4402-8482-4B63532EC4FE}"/>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9E82DA3F-B429-4B43-AE41-93CB352E8940}"/>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B6451D59-E857-45FD-9EAF-E0B0AB5C47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9997697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5825A01A-6242-44A5-8815-F95F4A6487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6F87B90A-D7DA-4F74-A31C-276CD66AB1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4282D2BD-7D5C-47B2-A3C7-81E99E7464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39FB152C-6491-4115-888C-EEA423DD56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E66DE10D-1E6D-4E87-A179-46ECFFB296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0468600C-58D8-4176-9847-A38667EC8E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304E8338-D571-4278-92E2-0970E123214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276B2BBA-83AB-46AC-85D9-AF8262F700BA}"/>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8B5DEF12-27CF-4A48-B7A5-353C60D7BB7B}"/>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DCD62A74-43F8-4966-9E88-5AF188D84BD5}"/>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BBF37141-9AF5-47AD-A40C-99008EA5A5BE}"/>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49E6D6CD-D838-45D0-BEF7-AD1FED6F786A}"/>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F963D8BC-2DC6-4D52-AEA7-1C25BC3A3C6B}"/>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E473E276-2551-49B6-9A68-760360B18130}"/>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ADC8C0BD-2928-4831-B8DB-9D39D0839548}"/>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37435ED8-CF48-491B-9BCB-53EBA76DAE7E}"/>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B83E5DA-9B5A-44B4-8FDE-2CF4138AE722}"/>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DFDED7D2-7E7C-48F6-A022-1DEF7BA9C913}"/>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9707567-3020-43F3-82FD-B6BBE58C8DA7}"/>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2849D4C3-EA46-480C-9ED0-C17B5408B505}"/>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7CE49FB3-2D45-4627-9F3A-E7BB276B042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801D634D-48E0-4F1D-8D51-97855A2A3F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600748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66FE2DC7-11BE-44E9-9A6E-1E89C5071E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344F55C3-163D-43E9-982E-D1A8B636CB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AC3566D-131D-41A8-A804-F10203AAFB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B4C0FA92-DFAF-42A3-BF40-68AA94313C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8FA74CA9-4402-457C-822B-D51C9C82AE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31450E3C-A48B-4E1B-9184-D1B76A1175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093E96AF-7BAF-46E0-BDB8-51CE076905E6}"/>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A8BC31C9-F533-4C2C-8A88-65C6EF9A6138}"/>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7ADD32D0-E795-4CC5-A321-7EB422187D0F}"/>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84B5A804-868E-48B8-9945-3897767CD8F9}"/>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7037CC3D-89C0-4B17-9EB6-CA305AFA2BD5}"/>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0A1F068D-2DF4-4B9C-8BFF-685736950CD6}"/>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16D46CE3-641B-4B5E-B361-F01484D14442}"/>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A65DA4FA-24BF-424C-8A25-A972E00A6FB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4250C904-E834-4357-9446-C77C164D6104}"/>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619671D-9095-4E79-B144-0F93442A08D7}"/>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66A7D36D-5DC3-43A6-B026-441D819B8BAB}"/>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CC619BA6-91A9-435A-8E32-F32037BB0455}"/>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299DB436-4043-4E16-A795-FB9C03F8E3A3}"/>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54C784D9-BDA9-40BB-8426-E2F3482D74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5151183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67BF2D6A-B25F-436B-B12D-44654F104C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AD626A08-C5C8-47F4-A158-3F1F4822E0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F95ED17E-BA6E-41C0-8600-EC31DB3D8A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D189A038-DC34-4C05-B4BA-DEBD2CC7E8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5A7B8B00-9250-49D6-BE96-9957965408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E894B71A-890C-45C3-BA2B-2A488BE380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A9D72E5-F636-4E3A-B725-BAE6C3D0005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83680A8F-AD9E-4B9B-84CE-57D002E0F2E0}"/>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776B84BD-CB69-4048-AAF3-999E2523EFDB}"/>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E245649C-E980-40FE-ACDC-910A8D5F9909}"/>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B6D49E-B610-401B-B936-D0FB1B6B882C}"/>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E9261443-DDF7-4410-868C-031FCAE645E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D5307DEC-4AF9-478C-9881-31C6AE535D30}"/>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E2B64514-60E1-4844-BC6D-3BD7923503D7}"/>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9FA3DF72-B93A-47AD-91C8-C5C29A1FF3BD}"/>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A05FBFEA-ECD1-42F7-AADE-96D16341B3E3}"/>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71B03E94-027B-4442-8F45-B96224981A3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0A0D4868-14A8-404C-95BE-AA474FA4BB80}"/>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E1F03733-7165-43E7-BA16-5BC5DAE3B8B1}"/>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206444E8-9C3D-4E7B-97EF-01B3D0C199B0}"/>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75F8358B-4D1E-443E-B0FD-026090D36E6E}"/>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270DB569-0E89-4871-A049-5B401021C272}"/>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3BFDBDBB-D31E-44D6-B9B3-8FBB8A550209}"/>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15AB0ADD-4EB0-409D-A585-56611600307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B92FDE37-DD10-46ED-8300-AE83C366FA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9763326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E674C57-9E4C-4CDE-AE0E-612444E58D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111272B8-B337-4A4A-841A-8E341CE769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22F3E23F-804F-466E-9BEF-3137047D21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F5F5E6B0-3DED-43D6-BE3F-F9B4C9F73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6074E3D0-3169-46AE-A21F-40CE8805A6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F9284FC3-4D0C-49F1-8D10-8D49383BC1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9F7F4766-2E20-45D9-A03D-9E104A9C186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BC4C0715-FE14-4D4E-B0D0-34786AE2880D}"/>
              </a:ext>
            </a:extLst>
          </p:cNvPr>
          <p:cNvPicPr>
            <a:picLocks xmlns:a="http://schemas.openxmlformats.org/drawingml/2006/main" noChangeAspect="1"/>
          </p:cNvPicPr>
          <p:nvPr/>
        </p:nvPicPr>
        <p:blipFill>
          <a:blip xmlns:r="http://schemas.openxmlformats.org/officeDocument/2006/relationships" xmlns:a="http://schemas.openxmlformats.org/drawingml/2006/main" r:embed="R6630e32339934e5c"/>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8D39BF2A-59CA-46ED-9814-089499D91246}"/>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DD636E95-D4E0-4F23-82AA-343662BF48E1}"/>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32E61721-FA20-464D-AF8B-EDF561BD95F3}"/>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45FFE4F-B5CA-45AD-B172-5D7FD6204B51}"/>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6F55C478-901B-48C4-A4FF-D7805AE3C68F}"/>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28A269D3-B498-4B5A-A932-43A83EF6A5A1}"/>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B2C8B336-9340-4D83-9DF3-A850ED976825}"/>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FD90F03E-43AD-4389-BC48-4B1FF8D4363C}"/>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1888AD5C-A114-404B-A0F3-EB68D86B512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AA4D1CA6-7BE1-4C27-8A5B-359CFFF1FBC6}"/>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8E85A190-CAE1-4BDE-B636-B9BBD430BAB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5FA14637-79F2-4AA8-A9E8-AD6DE1AAE408}"/>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9FA23A9B-9C83-4016-9872-B02FA70EFD5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815C08E-F5BD-4FBB-B316-705B6FD3ECA0}"/>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EA06DD4C-5365-44A0-9852-4294927694CC}"/>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8E4F567-5910-46C6-9CBC-8A4656322846}"/>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65E85FF5-7BC0-44BB-BD73-0C675C55EF59}"/>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F0645C-A615-462B-B065-ED34B1D6C5F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6EA5A86-AFED-43ED-9BE2-8C3189DD5F8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7AF6B3F1-0F4D-42A0-AF73-2E408BEB7164}"/>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806A7FC3-AB66-4A90-9BB2-A00501706177}"/>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EFF981ED-C19F-48E6-9DF8-9037CEAFAE87}"/>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61C74AF2-0084-42E8-B178-6EFBEACA40CD}"/>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B065C349-C283-4906-871E-70F87C74B3D5}"/>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75B02B72-5CEE-4F36-8C9F-434FA14DFF73}"/>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F3AACA94-3E71-40FC-A312-C000CAB63FCB}"/>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1344C1AD-41B5-4EC4-A917-027D29E3B5DD}"/>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3F3AE075-3163-4CBA-87F4-8DFF2086EA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5972430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C1D7E693-B0A1-4282-8DBA-BE3FA1F29F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12D078D8-834B-4218-BD05-E940603C06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1AE1861E-AA98-4AAD-ACB7-EF5C090CC5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87CC835B-8168-4733-AEED-02378945C8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2922ABD2-EF8D-4E8E-B045-00E98CFC02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9AD01568-C996-4537-A74A-9D429EA604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82EDD4F7-8F5E-4C94-A09F-65318BA97680}"/>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816D139-C753-4D9A-94D4-E61A1B8A36E0}"/>
              </a:ext>
            </a:extLst>
          </p:cNvPr>
          <p:cNvPicPr>
            <a:picLocks xmlns:a="http://schemas.openxmlformats.org/drawingml/2006/main" noChangeAspect="1"/>
          </p:cNvPicPr>
          <p:nvPr/>
        </p:nvPicPr>
        <p:blipFill>
          <a:blip xmlns:r="http://schemas.openxmlformats.org/officeDocument/2006/relationships" xmlns:a="http://schemas.openxmlformats.org/drawingml/2006/main" r:embed="Rc950a6f7cbf74648"/>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37B44C6A-59C3-4ABA-BA38-37C6B08328B7}"/>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1997EC19-39E9-48FD-B74C-F19219875609}"/>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531F87B-8D9F-485A-9133-802BF996267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AE5944FE-59E9-4112-B48F-846F01FB067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3EB64F36-BC13-43B1-B5CD-55EF64778870}"/>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2E6D2AAD-C340-4E36-9812-903CDCC0BB6B}"/>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4BC8560-1B3F-437D-BD3A-22B576290820}"/>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8DA6E51-BB03-4BE7-B41F-07089E264B4E}"/>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A5CC2580-4A4A-4BB5-AEB9-4299C02E0357}"/>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C922CF98-AB3D-4F0C-872C-CF3FE899EF1F}"/>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BB0B79E-9588-4091-9D0E-5806DE510DB1}"/>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1C423696-CC94-4EC9-B523-784DF361A7AC}"/>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4ED43057-DC38-4FF8-855A-C30F9C27F1B4}"/>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3ECE26B-D5FC-4862-8E6B-DA4E7E469527}"/>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BE369669-59BD-41F2-BB1F-919DE0ACEB7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59859541-9C30-46C9-87B6-B0A6C36F01D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3DA5571C-67CC-4CAC-B4AB-627C1FCC790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0A1AAEBF-E8A0-4C59-B441-D769211610BF}"/>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6CF7BF1E-73C1-443C-8956-5BCEBE0F835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6A4D78BA-E0E6-4773-B0F1-09855BF6E9D5}"/>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76641D2B-88E5-4FA6-9537-418E57CD3477}"/>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033E4B75-92B5-4A0A-B9BB-97856A69B5CD}"/>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58CCE1AC-F421-4DE6-A78A-6694B08A25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01E7E5F7-873A-4A23-BE4B-11AE3FF245F1}"/>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2C73A706-F566-4C4D-B7DC-7F1338D925B2}"/>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1C25B96D-710D-49F1-AB4C-8E756E88CBF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D269BA3C-B921-4172-94FF-66316A5ED6F1}"/>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9E24061D-511E-4F2C-A76F-F298FDE74D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2894532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6A8F57CF-FDBF-48FF-8492-F591C74905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6DBD7AEF-94BE-46B5-88FE-5C3BB10DE4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E65762F2-A54C-45B2-B16A-5F93DA412D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86321A49-45E5-4F8D-B14C-5B2D66F271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295B8D23-C113-4757-B7AA-271C026C0C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6BAC7A6D-1FD3-4BA8-9AE5-2C14624CB7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55B5C7B0-C168-4D82-B528-4A5534A97DDB}"/>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5C65C602-605D-449C-B0B2-506D960B71F9}"/>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6A34432D-6F33-4A6F-8B04-A5C22BEBA338}"/>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97FF038-248B-46C4-BC77-66A59AEA2AED}"/>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B494FDB-1EC8-4619-8A3B-236E33501C33}"/>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F98C945D-A07D-40EE-968B-B40CCF9E7F4E}"/>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900A60C0-8040-417B-9953-E45F3104B691}"/>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5F3A0159-A91C-4BF4-95E6-14EAE11A6ACE}"/>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64D2BF7C-4ADC-434A-8B85-E1F42AF86CEF}"/>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7B0C188-689F-4E22-8C27-2648977573F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1F1382B9-07D4-447F-BCFC-E1BA529EF57E}"/>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395FFA2B-B055-4DBB-A87F-7BFCB57DB599}"/>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D62D11F-7DDF-4E1C-9961-E3F89D8FCD7E}"/>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13246401-D909-4C96-8008-F77C5BC8402B}"/>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6E45F61E-47FA-43AC-AD70-28BCCF7BBDD0}"/>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C0699F9B-21E7-4A6A-9DB0-B81FF5D09F55}"/>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A04DFAA6-4C14-47A6-8508-C9555AC002D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8E5D036A-4D40-4A2B-8C65-04D56E0F0F3A}"/>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7C408A75-7C02-433B-B35C-F09F359BE539}"/>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62E2CFBA-6BA9-401E-8389-B8DDCC551176}"/>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44C36A2D-1200-42C0-80A9-7E84422A0E27}"/>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D555B797-27FB-4680-8F1F-E61ECCADA2C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E61806CA-79DF-4732-8A06-AE9E7E09A70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FE6801F-9D6C-4580-99C3-273A60BB74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8159192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21DE3B3-5FB7-4AB0-88E2-8F160CF6CA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D0938223-0117-475B-BC25-0586DA00B8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87239F7E-A99E-48E4-9A45-53D599B96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17238CDB-CF24-4D50-9A25-F2E2D8722E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4CE4128D-D1E2-4837-94B6-F8D4F839EA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C0D324E7-C48B-4D38-9E59-732259E28D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81F1AD97-BBC2-40A0-9AC6-2E862A3D9E91}"/>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836E789F-EEA7-42AA-BBAC-81AA1354514F}"/>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3370463-6779-443A-827A-D2A1E67C2C85}"/>
              </a:ext>
            </a:extLst>
          </p:cNvPr>
          <p:cNvPicPr>
            <a:picLocks xmlns:a="http://schemas.openxmlformats.org/drawingml/2006/main" noChangeAspect="1"/>
          </p:cNvPicPr>
          <p:nvPr/>
        </p:nvPicPr>
        <p:blipFill>
          <a:blip xmlns:r="http://schemas.openxmlformats.org/officeDocument/2006/relationships" xmlns:a="http://schemas.openxmlformats.org/drawingml/2006/main" r:embed="R238e41ed69bd41df"/>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025B7BCE-756F-4F15-9D10-EF9E38770A67}"/>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9F449E-7237-4D76-8335-A9A1213991D1}"/>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B92A967-4628-4A7C-A455-7848E562820C}"/>
              </a:ext>
            </a:extLst>
          </p:cNvPr>
          <p:cNvPicPr>
            <a:picLocks xmlns:a="http://schemas.openxmlformats.org/drawingml/2006/main" noChangeAspect="1"/>
          </p:cNvPicPr>
          <p:nvPr/>
        </p:nvPicPr>
        <p:blipFill>
          <a:blip xmlns:r="http://schemas.openxmlformats.org/officeDocument/2006/relationships" xmlns:a="http://schemas.openxmlformats.org/drawingml/2006/main" r:embed="Rccbd34698d604d51"/>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041EF47F-6541-4B75-92D0-74C44366B5FF}"/>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AB2DBAEF-129F-416D-B0AA-ECA35DFA17A3}"/>
              </a:ext>
            </a:extLst>
          </p:cNvPr>
          <p:cNvPicPr>
            <a:picLocks xmlns:a="http://schemas.openxmlformats.org/drawingml/2006/main" noChangeAspect="1"/>
          </p:cNvPicPr>
          <p:nvPr/>
        </p:nvPicPr>
        <p:blipFill>
          <a:blip xmlns:r="http://schemas.openxmlformats.org/officeDocument/2006/relationships" xmlns:a="http://schemas.openxmlformats.org/drawingml/2006/main" r:embed="R333b8eab53034cf4"/>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85ABC0F0-453F-49BC-9A9F-59C04A9CC303}"/>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7496AD9-34D5-4806-8C2A-5AB50D986684}"/>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38125486-6F75-45E3-8818-1454759178BF}"/>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E7D3077-B1AD-43A7-8136-5F5288C5B200}"/>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E85DB07C-5795-48C7-B5F1-30C17D7CBC49}"/>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B7AE67ED-B5BF-49A6-BC41-EFD73E326378}"/>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6B9ECE22-2E77-445C-9C0F-E4B9382C1DF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BBAF236-A7BC-470C-88D6-521E65F7D6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9399120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DF0E9A77-1F7E-4CAF-AE22-81AC664820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50044F3D-8935-4ADE-8114-C64A4B5E9A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8DD23E89-12BF-4DF4-B310-9027F2C658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401C0DB0-2398-4ECE-82D2-EC3900F912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741A0F95-01AD-4C99-9974-BF075404F9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947D703C-828D-4689-91D2-10CCCD24C2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4CEFE3F-F903-4D67-A8A6-030246C1A507}"/>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538684C0-5AA7-4AD8-9D5F-65CD99664BF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C3D1D4EB-F829-4AEB-BFB1-FC5080A653B7}"/>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244E3CFD-744F-4913-ABA7-1ABCD41B83F3}"/>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841361A-04D7-4B99-80F5-A08790B9261C}"/>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3023DAA-77BD-4397-9652-4B0875642729}"/>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0531827E-884C-4D47-B16D-6AC45A7D4AAB}"/>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2C4F473-1E02-4D45-B093-044F44FEC863}"/>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D3D4A800-A80F-4EFB-9F37-0C98D26F87D0}"/>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C9C05C1D-2029-49AF-86FC-9F904ADB1517}"/>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7E2BC47F-C4AE-4AF3-83E8-C766C48EB298}"/>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FF56317F-DDA5-4EE6-B4A6-38D275B5332C}"/>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049A0C2-78C2-48FD-B748-73C5B0E27CF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96AFD33-07B5-436C-8B09-1AEC6CD0410F}"/>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57637960-21A8-45E2-B05B-B6AA3EE5B63C}"/>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71E7FD42-2126-40A5-99E4-2C0896E98D3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B564F5BB-9994-4AB3-B6F4-11CDC4DDAD79}"/>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A081998-D77A-474F-937A-1AA21A3FCCB5}"/>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18B19613-1B5D-4EF8-BB0B-7141E448F35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9E89D5A5-A04D-4441-B501-E2D9B192C3B6}"/>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E3A9C896-5929-4C55-8874-1C61516C97F3}"/>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A66FC233-1915-4ECE-86EE-7134A2AB7B38}"/>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7C308D0-DA9D-4625-B1A5-403CF929FF26}"/>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B7988A0-8CDC-4AD4-82EC-27C9FC95A9EB}"/>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0FCBE53-AC5F-4722-9CDC-430148F0E2A9}"/>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A3BC09FD-06FF-4BFD-B743-AE1DE2126B53}"/>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770F532-CA78-4D01-A7C4-14209F4504D8}"/>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F6F11CC-C772-4592-8764-C0EBBF5DB902}"/>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55C9427A-62EE-40B1-8502-EB89CB0A5A6B}"/>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D60B5325-126C-433E-9114-A0590B2B506F}"/>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0EAF4A1E-BA17-4485-BD84-473820493216}"/>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812CA466-D7A2-48EA-BFDE-7F964764DC4A}"/>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6A73631-5FCA-4B7C-B5CF-12A989BC75AF}"/>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B4DB7EE-CA26-4560-BDFB-A939191168A7}"/>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ECAE171D-C430-414A-9E0E-8245B440CD45}"/>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3359F178-5254-469C-9916-DEBB3FF8F4ED}"/>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B02FEC19-EEB0-4295-9A4D-405D191AF2D3}"/>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8C1CA20-4988-408D-AE69-04FEC6A56E57}"/>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C9A750-0C7D-4008-B0CC-035AA0BC1F91}"/>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EA310246-F8E2-4E8D-8A81-87738336AD5F}"/>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FE505E6-C6DE-407D-9A6B-813DF6CB4E21}"/>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CAF4D597-7334-485B-BEF3-99B0650043F5}"/>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A73CFE59-69F7-4DC6-8E91-680A97169088}"/>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3BEC751A-8384-458A-8864-851309516726}"/>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85CD49A3-FA70-4A4C-93AF-B2D692F6001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FE9FA806-2885-4822-9EA4-5210852E107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18CD1316-00D9-4D7E-A336-85B63A1715B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A580BFCF-426E-4253-8CDB-72930272CB0D}"/>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EE9E44CF-2427-41EE-908E-873BB241A65D}"/>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F27F860-F661-4506-910E-DEAB5765B6AA}"/>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C4F64877-2229-4FBB-B373-DC266F9487D4}"/>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EDA97AC9-F77A-4EBB-A1BC-EC64A31D9C9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EC638D3E-1B5F-4917-8CC7-6D39F4EAD4CA}"/>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F47A412F-591C-4CDB-8C1F-3540AECB5294}"/>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24EAB4DE-5D90-4461-A5E0-7A4B9770A6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208506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2026-10-25T09:27:30.4890000Z</dcterms:created>
  <dcterms:modified xsi:type="dcterms:W3CDTF">2026-10-25T09:27:30.4890000Z</dcterms:modified>
</coreProperties>
</file>