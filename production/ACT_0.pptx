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e1dd49b645e44b7" /><Relationship Type="http://schemas.openxmlformats.org/officeDocument/2006/relationships/slideMaster" Target="/ppt/slideMasters/slideMaster1.xml" Id="R8ff705b2556745d0" /><Relationship Type="http://schemas.openxmlformats.org/officeDocument/2006/relationships/notesMaster" Target="/ppt/notesMasters/notesMaster1.xml" Id="R21cc55a5b90a4008" /><Relationship Type="http://schemas.openxmlformats.org/officeDocument/2006/relationships/presProps" Target="/ppt/presProps.xml" Id="R5917eba8e8bc4713" /><Relationship Type="http://schemas.openxmlformats.org/officeDocument/2006/relationships/tableStyles" Target="/ppt/tableStyles.xml" Id="Rc9cc88113c884cab" /><Relationship Type="http://schemas.openxmlformats.org/officeDocument/2006/relationships/slide" Target="/ppt/slides/slide1.xml" Id="R35ab9c71ee444107" /><Relationship Type="http://schemas.openxmlformats.org/officeDocument/2006/relationships/slide" Target="/ppt/slides/slide2.xml" Id="R3657e79980894865" /><Relationship Type="http://schemas.openxmlformats.org/officeDocument/2006/relationships/slide" Target="/ppt/slides/slide3.xml" Id="R6ee43eddc14f41f0" /><Relationship Type="http://schemas.openxmlformats.org/officeDocument/2006/relationships/slide" Target="/ppt/slides/slide4.xml" Id="Rc38eda34aca341ad" /><Relationship Type="http://schemas.openxmlformats.org/officeDocument/2006/relationships/slide" Target="/ppt/slides/slide5.xml" Id="R6be011294e834b11" /><Relationship Type="http://schemas.openxmlformats.org/officeDocument/2006/relationships/slide" Target="/ppt/slides/slide6.xml" Id="Rc536c28e9b634e42" /><Relationship Type="http://schemas.openxmlformats.org/officeDocument/2006/relationships/slide" Target="/ppt/slides/slide7.xml" Id="Rc77866ffd74a499d" /><Relationship Type="http://schemas.openxmlformats.org/officeDocument/2006/relationships/slide" Target="/ppt/slides/slide8.xml" Id="R756b2990aef24a12" /><Relationship Type="http://schemas.openxmlformats.org/officeDocument/2006/relationships/slide" Target="/ppt/slides/slide9.xml" Id="R467c3b276d774dfa" /><Relationship Type="http://schemas.openxmlformats.org/officeDocument/2006/relationships/slide" Target="/ppt/slides/slide10.xml" Id="R20b4544b3b4f4a17" /><Relationship Type="http://schemas.openxmlformats.org/officeDocument/2006/relationships/slide" Target="/ppt/slides/slide11.xml" Id="Ra7e83412099b44a8" /><Relationship Type="http://schemas.openxmlformats.org/officeDocument/2006/relationships/slide" Target="/ppt/slides/slide12.xml" Id="R4bcfd689ddfa4ce2" /><Relationship Type="http://schemas.openxmlformats.org/officeDocument/2006/relationships/slide" Target="/ppt/slides/slide13.xml" Id="R68fb9a0cdba34cd7" /><Relationship Type="http://schemas.openxmlformats.org/officeDocument/2006/relationships/slide" Target="/ppt/slides/slide14.xml" Id="Rc377a264c82e48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f0bcd65a0b41d1" /><Relationship Type="http://schemas.openxmlformats.org/officeDocument/2006/relationships/notesMaster" Target="/ppt/notesMasters/notesMaster1.xml" Id="Rb10dd30bfb5341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db1aacf62448e7" /><Relationship Type="http://schemas.openxmlformats.org/officeDocument/2006/relationships/notesMaster" Target="/ppt/notesMasters/notesMaster1.xml" Id="Rae3c7f3e9dda44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7c96cfa9ff4191" /><Relationship Type="http://schemas.openxmlformats.org/officeDocument/2006/relationships/notesMaster" Target="/ppt/notesMasters/notesMaster1.xml" Id="Rcb6ff240190246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212a9d2091475b" /><Relationship Type="http://schemas.openxmlformats.org/officeDocument/2006/relationships/notesMaster" Target="/ppt/notesMasters/notesMaster1.xml" Id="R0a892d8a8bdc4d9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a7d8b658ed48e1" /><Relationship Type="http://schemas.openxmlformats.org/officeDocument/2006/relationships/notesMaster" Target="/ppt/notesMasters/notesMaster1.xml" Id="R61d87f300c714b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3691e2edc34315" /><Relationship Type="http://schemas.openxmlformats.org/officeDocument/2006/relationships/notesMaster" Target="/ppt/notesMasters/notesMaster1.xml" Id="Rfcfd31b4857f4b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787bcc4b334782" /><Relationship Type="http://schemas.openxmlformats.org/officeDocument/2006/relationships/notesMaster" Target="/ppt/notesMasters/notesMaster1.xml" Id="Ref96ac33cffb47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786f0177c448ad" /><Relationship Type="http://schemas.openxmlformats.org/officeDocument/2006/relationships/notesMaster" Target="/ppt/notesMasters/notesMaster1.xml" Id="Re738060b46d14b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d5666846d29433d" /><Relationship Type="http://schemas.openxmlformats.org/officeDocument/2006/relationships/notesMaster" Target="/ppt/notesMasters/notesMaster1.xml" Id="Rf1119390b63447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e59f3baf54471b" /><Relationship Type="http://schemas.openxmlformats.org/officeDocument/2006/relationships/notesMaster" Target="/ppt/notesMasters/notesMaster1.xml" Id="R66ba9f5a900c4ae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4.xml" Id="R5817f02b8a6e4a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5.xml" Id="R465df4e0f9dc4e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6.xml" Id="Rd1f385244f5043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7.xml" Id="Rf056d218fde24d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8.xml" Id="R48e56697f0a440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9.xml" Id="R3ea12644fae84b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0.xml" Id="R2de2f936d3324d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1.xml" Id="Rdb986e759dfb4bd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2.xml" Id="R71faaa85c8de40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3.xml" Id="Raaa7fe0ecf0946a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4.xml" Id="Rabbd10da436c4fb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3E7744B1-EFC2-4396-8967-33C33B9293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86901BA-A1C0-49C7-A11D-2D366ADBEF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F0FDBAFC-0131-4852-B7BE-084D974B2B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4AB3F6C-05C8-402B-BF17-D87DFBFC5D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E81EA5A-1764-41CD-AE58-001A54E68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F2B556C-1B14-4401-B186-A078665264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7D63A25-B5C2-41E3-A3F1-17DB66965B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2D35E77-1FCE-4D85-A35A-81E4202DA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B99C3432-12AD-4610-AACE-3AC3D5E7B8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66C6DE18-6C9C-4ACB-AB63-DD45FBF81C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9FA89144-BA44-4506-8A97-188E226055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D5405E03-E66D-4556-8EF3-B005E42619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12919CF6-12C8-4388-8928-2882748EB9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278C130F-5D35-4839-9C24-72695BB64B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448B108-4B91-4116-8ABB-F0DFFAFD66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318265CD-45AE-4FF5-96B4-596682DDE9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1764C86-C4E4-4051-ADC9-F2F552C8B5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7D32C4E-B804-45C9-8D57-3C133A42B2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